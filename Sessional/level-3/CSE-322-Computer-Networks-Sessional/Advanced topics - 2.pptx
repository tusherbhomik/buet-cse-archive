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9144000" cy="5143500" type="screen16x9"/>
  <p:notesSz cx="6858000" cy="9144000"/>
  <p:embeddedFontLst>
    <p:embeddedFont>
      <p:font typeface="Cinzel" charset="0"/>
      <p:regular r:id="rId18"/>
      <p:bold r:id="rId19"/>
    </p:embeddedFont>
    <p:embeddedFont>
      <p:font typeface="Cinzel SemiBold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gI0GytQVXcj5wYpNS/q0u1wdPi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1272" y="-7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987524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795e634fb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795e634fb3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795e634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795e634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upport.huawei.com/enterprise/en/doc/EDOC1100086966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dirty="0"/>
              <a:t>Advanced </a:t>
            </a:r>
            <a:r>
              <a:rPr lang="en" dirty="0" smtClean="0"/>
              <a:t>Topics - 2</a:t>
            </a:r>
            <a:endParaRPr dirty="0"/>
          </a:p>
        </p:txBody>
      </p:sp>
      <p:sp>
        <p:nvSpPr>
          <p:cNvPr id="55" name="Google Shape;55;p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 smtClean="0"/>
              <a:t>(Ack: Ishrat Jahan)</a:t>
            </a:r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>
            <a:spLocks noGrp="1"/>
          </p:cNvSpPr>
          <p:nvPr>
            <p:ph type="title"/>
          </p:nvPr>
        </p:nvSpPr>
        <p:spPr>
          <a:xfrm>
            <a:off x="3420050" y="2124950"/>
            <a:ext cx="3520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inzel"/>
                <a:ea typeface="Cinzel"/>
                <a:cs typeface="Cinzel"/>
                <a:sym typeface="Cinzel"/>
              </a:rPr>
              <a:t>Load Balancing</a:t>
            </a:r>
            <a:endParaRPr b="1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Load Balancing</a:t>
            </a:r>
            <a:endParaRPr/>
          </a:p>
        </p:txBody>
      </p:sp>
      <p:pic>
        <p:nvPicPr>
          <p:cNvPr id="66" name="Google Shape;6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7025" y="1132373"/>
            <a:ext cx="6429951" cy="36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>
            <a:spLocks noGrp="1"/>
          </p:cNvSpPr>
          <p:nvPr>
            <p:ph type="title"/>
          </p:nvPr>
        </p:nvSpPr>
        <p:spPr>
          <a:xfrm>
            <a:off x="3420050" y="2124950"/>
            <a:ext cx="3520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inzel"/>
                <a:ea typeface="Cinzel"/>
                <a:cs typeface="Cinzel"/>
                <a:sym typeface="Cinzel"/>
              </a:rPr>
              <a:t>High Availability</a:t>
            </a:r>
            <a:endParaRPr b="1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VRRP - Virtual Router Redundancy Protocol</a:t>
            </a:r>
            <a:endParaRPr/>
          </a:p>
        </p:txBody>
      </p:sp>
      <p:pic>
        <p:nvPicPr>
          <p:cNvPr id="77" name="Google Shape;7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52450" y="1180200"/>
            <a:ext cx="4354200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795e634fb3_0_8"/>
          <p:cNvSpPr txBox="1">
            <a:spLocks noGrp="1"/>
          </p:cNvSpPr>
          <p:nvPr>
            <p:ph type="title"/>
          </p:nvPr>
        </p:nvSpPr>
        <p:spPr>
          <a:xfrm>
            <a:off x="1246875" y="22008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Cinzel SemiBold"/>
                <a:ea typeface="Cinzel SemiBold"/>
                <a:cs typeface="Cinzel SemiBold"/>
                <a:sym typeface="Cinzel SemiBold"/>
              </a:rPr>
              <a:t>SDN (Software Defined Networking)</a:t>
            </a:r>
            <a:endParaRPr>
              <a:latin typeface="Cinzel SemiBold"/>
              <a:ea typeface="Cinzel SemiBold"/>
              <a:cs typeface="Cinzel SemiBold"/>
              <a:sym typeface="Cinzel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endParaRPr>
              <a:latin typeface="Cinzel SemiBold"/>
              <a:ea typeface="Cinzel SemiBold"/>
              <a:cs typeface="Cinzel SemiBold"/>
              <a:sym typeface="Cinzel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inzel SemiBold"/>
              <a:ea typeface="Cinzel SemiBold"/>
              <a:cs typeface="Cinzel SemiBold"/>
              <a:sym typeface="Cinzel SemiBold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g2795e634fb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0700" y="496225"/>
            <a:ext cx="4042946" cy="456615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2795e634fb3_0_0"/>
          <p:cNvSpPr txBox="1"/>
          <p:nvPr/>
        </p:nvSpPr>
        <p:spPr>
          <a:xfrm flipH="1">
            <a:off x="6708425" y="1126025"/>
            <a:ext cx="1908600" cy="13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 - Control Plane</a:t>
            </a:r>
            <a:br>
              <a:rPr lang="en"/>
            </a:br>
            <a:r>
              <a:rPr lang="en"/>
              <a:t>DP - Data Plane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g2795e634fb3_0_0"/>
          <p:cNvSpPr txBox="1"/>
          <p:nvPr/>
        </p:nvSpPr>
        <p:spPr>
          <a:xfrm>
            <a:off x="4150750" y="1851275"/>
            <a:ext cx="463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networking</a:t>
            </a:r>
            <a:endParaRPr/>
          </a:p>
        </p:txBody>
      </p:sp>
      <p:sp>
        <p:nvSpPr>
          <p:cNvPr id="90" name="Google Shape;90;g2795e634fb3_0_0"/>
          <p:cNvSpPr txBox="1"/>
          <p:nvPr/>
        </p:nvSpPr>
        <p:spPr>
          <a:xfrm>
            <a:off x="4150750" y="4743300"/>
            <a:ext cx="463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SDN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>
            <a:spLocks noGrp="1"/>
          </p:cNvSpPr>
          <p:nvPr>
            <p:ph type="title"/>
          </p:nvPr>
        </p:nvSpPr>
        <p:spPr>
          <a:xfrm>
            <a:off x="2152725" y="2124950"/>
            <a:ext cx="5522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inzel"/>
                <a:ea typeface="Cinzel"/>
                <a:cs typeface="Cinzel"/>
                <a:sym typeface="Cinzel"/>
              </a:rPr>
              <a:t>Network Virtualization</a:t>
            </a:r>
            <a:endParaRPr b="1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Server Virtualization</a:t>
            </a:r>
            <a:endParaRPr/>
          </a:p>
        </p:txBody>
      </p:sp>
      <p:pic>
        <p:nvPicPr>
          <p:cNvPr id="101" name="Google Shape;10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7703" y="1501678"/>
            <a:ext cx="6028675" cy="30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Network Virtualization (Overlay vs Underlay)</a:t>
            </a:r>
            <a:endParaRPr/>
          </a:p>
        </p:txBody>
      </p:sp>
      <p:sp>
        <p:nvSpPr>
          <p:cNvPr id="107" name="Google Shape;107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08" name="Google Shape;10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5251" y="1152475"/>
            <a:ext cx="4406499" cy="33597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3200" y="684825"/>
            <a:ext cx="4446250" cy="430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9"/>
          <p:cNvSpPr txBox="1"/>
          <p:nvPr/>
        </p:nvSpPr>
        <p:spPr>
          <a:xfrm>
            <a:off x="266600" y="4789500"/>
            <a:ext cx="579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details, please check </a:t>
            </a:r>
            <a:r>
              <a:rPr lang="en" sz="11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this</a:t>
            </a: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website.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>
            <a:spLocks noGrp="1"/>
          </p:cNvSpPr>
          <p:nvPr>
            <p:ph type="title"/>
          </p:nvPr>
        </p:nvSpPr>
        <p:spPr>
          <a:xfrm>
            <a:off x="311700" y="2840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VXLAN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>
            <a:spLocks noGrp="1"/>
          </p:cNvSpPr>
          <p:nvPr>
            <p:ph type="title"/>
          </p:nvPr>
        </p:nvSpPr>
        <p:spPr>
          <a:xfrm>
            <a:off x="1111250" y="2124950"/>
            <a:ext cx="7010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dirty="0" smtClean="0">
                <a:latin typeface="Cinzel"/>
                <a:ea typeface="Cinzel"/>
                <a:cs typeface="Cinzel"/>
                <a:sym typeface="Cinzel"/>
              </a:rPr>
              <a:t>Data Centers and Disaster Recovery</a:t>
            </a:r>
            <a:endParaRPr b="1" dirty="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97069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111111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DC-DR</a:t>
            </a:r>
            <a:endParaRPr dirty="0"/>
          </a:p>
        </p:txBody>
      </p:sp>
      <p:sp>
        <p:nvSpPr>
          <p:cNvPr id="107" name="Google Shape;107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dirty="0"/>
          </a:p>
        </p:txBody>
      </p:sp>
      <p:pic>
        <p:nvPicPr>
          <p:cNvPr id="5" name="Picture 4" descr="C:\Users\User\Desktop\DxxWbbcWoAE0Sp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8450" y="1040130"/>
            <a:ext cx="8509000" cy="3914140"/>
          </a:xfrm>
          <a:prstGeom prst="rect">
            <a:avLst/>
          </a:prstGeom>
          <a:noFill/>
        </p:spPr>
      </p:pic>
      <p:sp>
        <p:nvSpPr>
          <p:cNvPr id="6" name="Half Frame 5"/>
          <p:cNvSpPr/>
          <p:nvPr/>
        </p:nvSpPr>
        <p:spPr>
          <a:xfrm rot="19050109" flipV="1">
            <a:off x="4168115" y="2737958"/>
            <a:ext cx="1466306" cy="619986"/>
          </a:xfrm>
          <a:prstGeom prst="halfFram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46500" y="3965068"/>
            <a:ext cx="1982469" cy="56248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09256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111111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Earthquake Zones – An Important Consideration for DR</a:t>
            </a:r>
            <a:endParaRPr dirty="0"/>
          </a:p>
        </p:txBody>
      </p:sp>
      <p:sp>
        <p:nvSpPr>
          <p:cNvPr id="107" name="Google Shape;107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pic>
        <p:nvPicPr>
          <p:cNvPr id="1026" name="Picture 2" descr="C:\Users\Hp\Desktop\Bangladesh_earthquake_zon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9" y="1228725"/>
            <a:ext cx="2361723" cy="327259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Hp\Desktop\RS40503_2018-NSHM-Cover-Image-1-qut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6302" y="1607722"/>
            <a:ext cx="3857624" cy="248334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Hp\Desktop\Seismic-zonation-map-of-India-published-by-Bureau-of-Indian-Standards-IS-2002-As-per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472" y="1257300"/>
            <a:ext cx="2812478" cy="312019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747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>
            <a:spLocks noGrp="1"/>
          </p:cNvSpPr>
          <p:nvPr>
            <p:ph type="title"/>
          </p:nvPr>
        </p:nvSpPr>
        <p:spPr>
          <a:xfrm>
            <a:off x="571500" y="2124950"/>
            <a:ext cx="755015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dirty="0" smtClean="0">
                <a:latin typeface="Cinzel"/>
                <a:ea typeface="Cinzel"/>
                <a:cs typeface="Cinzel"/>
                <a:sym typeface="Cinzel"/>
              </a:rPr>
              <a:t>Thank You!</a:t>
            </a:r>
            <a:endParaRPr b="1" dirty="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89623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87</Words>
  <Application>Microsoft Office PowerPoint</Application>
  <PresentationFormat>On-screen Show (16:9)</PresentationFormat>
  <Paragraphs>34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Cinzel</vt:lpstr>
      <vt:lpstr>Cinzel SemiBold</vt:lpstr>
      <vt:lpstr>Times New Roman</vt:lpstr>
      <vt:lpstr>Simple Light</vt:lpstr>
      <vt:lpstr>Advanced Topics - 2</vt:lpstr>
      <vt:lpstr>Load Balancing</vt:lpstr>
      <vt:lpstr>Load Balancing</vt:lpstr>
      <vt:lpstr>High Availability</vt:lpstr>
      <vt:lpstr>VRRP - Virtual Router Redundancy Protocol</vt:lpstr>
      <vt:lpstr>SDN (Software Defined Networking)  </vt:lpstr>
      <vt:lpstr>PowerPoint Presentation</vt:lpstr>
      <vt:lpstr>Network Virtualization</vt:lpstr>
      <vt:lpstr>Server Virtualization</vt:lpstr>
      <vt:lpstr>Network Virtualization (Overlay vs Underlay)</vt:lpstr>
      <vt:lpstr>VXLAN</vt:lpstr>
      <vt:lpstr>Data Centers and Disaster Recovery</vt:lpstr>
      <vt:lpstr>DC-DR</vt:lpstr>
      <vt:lpstr>Earthquake Zones – An Important Consideration for DR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Topics - 2</dc:title>
  <cp:lastModifiedBy>ismail - [2010]</cp:lastModifiedBy>
  <cp:revision>3</cp:revision>
  <dcterms:modified xsi:type="dcterms:W3CDTF">2024-08-30T12:25:35Z</dcterms:modified>
</cp:coreProperties>
</file>