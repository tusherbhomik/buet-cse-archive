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sldIdLst>
    <p:sldId id="256" r:id="rId2"/>
    <p:sldId id="257" r:id="rId3"/>
    <p:sldId id="258" r:id="rId4"/>
    <p:sldId id="261" r:id="rId5"/>
    <p:sldId id="664" r:id="rId6"/>
    <p:sldId id="666" r:id="rId7"/>
    <p:sldId id="667" r:id="rId8"/>
    <p:sldId id="674" r:id="rId9"/>
    <p:sldId id="676" r:id="rId10"/>
    <p:sldId id="677" r:id="rId11"/>
    <p:sldId id="678" r:id="rId12"/>
    <p:sldId id="680" r:id="rId13"/>
    <p:sldId id="681" r:id="rId14"/>
    <p:sldId id="683" r:id="rId15"/>
    <p:sldId id="684" r:id="rId16"/>
    <p:sldId id="687" r:id="rId17"/>
    <p:sldId id="685" r:id="rId18"/>
    <p:sldId id="682" r:id="rId19"/>
    <p:sldId id="688" r:id="rId20"/>
    <p:sldId id="691" r:id="rId21"/>
    <p:sldId id="686" r:id="rId22"/>
    <p:sldId id="692" r:id="rId23"/>
    <p:sldId id="689" r:id="rId24"/>
    <p:sldId id="690" r:id="rId25"/>
    <p:sldId id="679" r:id="rId26"/>
    <p:sldId id="693" r:id="rId27"/>
    <p:sldId id="694" r:id="rId28"/>
    <p:sldId id="695" r:id="rId29"/>
    <p:sldId id="696" r:id="rId30"/>
    <p:sldId id="697" r:id="rId31"/>
    <p:sldId id="698" r:id="rId32"/>
    <p:sldId id="699" r:id="rId33"/>
    <p:sldId id="700" r:id="rId34"/>
    <p:sldId id="701" r:id="rId35"/>
    <p:sldId id="702" r:id="rId36"/>
    <p:sldId id="703" r:id="rId37"/>
    <p:sldId id="704" r:id="rId38"/>
    <p:sldId id="705" r:id="rId39"/>
    <p:sldId id="706" r:id="rId40"/>
    <p:sldId id="712" r:id="rId41"/>
    <p:sldId id="707" r:id="rId42"/>
    <p:sldId id="708" r:id="rId43"/>
    <p:sldId id="713" r:id="rId44"/>
    <p:sldId id="714" r:id="rId45"/>
    <p:sldId id="715" r:id="rId46"/>
    <p:sldId id="716" r:id="rId47"/>
    <p:sldId id="717" r:id="rId48"/>
    <p:sldId id="718" r:id="rId49"/>
    <p:sldId id="719" r:id="rId50"/>
    <p:sldId id="722" r:id="rId51"/>
    <p:sldId id="723" r:id="rId52"/>
    <p:sldId id="726" r:id="rId53"/>
    <p:sldId id="725" r:id="rId54"/>
    <p:sldId id="727" r:id="rId55"/>
    <p:sldId id="728" r:id="rId56"/>
    <p:sldId id="729" r:id="rId57"/>
    <p:sldId id="732" r:id="rId58"/>
    <p:sldId id="730" r:id="rId59"/>
    <p:sldId id="734" r:id="rId60"/>
    <p:sldId id="735" r:id="rId61"/>
    <p:sldId id="731" r:id="rId62"/>
    <p:sldId id="736" r:id="rId63"/>
    <p:sldId id="650"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129E"/>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327"/>
  </p:normalViewPr>
  <p:slideViewPr>
    <p:cSldViewPr snapToGrid="0" snapToObjects="1">
      <p:cViewPr>
        <p:scale>
          <a:sx n="140" d="100"/>
          <a:sy n="140" d="100"/>
        </p:scale>
        <p:origin x="-48"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39.875"/>
    </inkml:context>
    <inkml:brush xml:id="br0">
      <inkml:brushProperty name="height" value="0.053" units="cm"/>
      <inkml:brushProperty name="color" value="#FF0000"/>
    </inkml:brush>
  </inkml:definitions>
  <inkml:trace contextRef="#ctx0" brushRef="#br0">5560 11544 19226,'-10'0'-209,"1"0"1,-2 0-1,-2-2 1,-1-1 4272,-1-2-563,8 1 342,-6 4-2479,5 0 0,-1 0-1245,-1 0 1,5 0-120,-4 0 0,6 0 0,-4 0 0,7 0 0,4 0 0,5 0 0,7 0-123,12 0 0,9 0 123,5 0 0,9 0 0,10 0 0,11 0-2,8 0 1,-35-1-1,0 0-17,2-1 1,1-1-1,-1 2 1,-1-1-18,2-3 0,-1 1 0,-3 1 0,-1 1-624,0-3 1,-1 0-1,34 2-2078,-14-2 0,-10 4 98,-19 1 1,-6 0 4107,-13 0-3217,-6 0-441,-2 0 1336,-19 0 1,-1 0 338,-9 0 1,-6 5 322,1-1 0,-2 3-1182,-8-3 1,5-2 37,-5 3 0,0-2 301,-5 2 0,-6-4 862,-3 4 0,-3-3 0,-2-2 0</inkml:trace>
  <inkml:trace contextRef="#ctx0" brushRef="#br0" timeOffset="1">5631 11572 8261,'-29'6'-306,"1"-4"1,4 9-383,0-6 0,1 4 1056,-6-4 1,7 0-18,3-5 0,3 0-24,2 0 0,0 0 185,0 0 173,0 0-119,6 0-46,1 0-75,7 0-186,0 0 1,7 0 2,2 0 1,5 0-42,5 0 0,3 0-92,7 0 0,6 0 104,3 0 1,9-5-282,5 0 0,5 1-220,5 4 1,4-2 116,10-3 1,-2 4-153,-34-2 1,0 1-1,35 0-30,1 2 1,-4-4 49,-1-1 1,-9 0 42,-10 5 1,-6 0-53,-18 0 0,-2 0-107,-12 0 57,-6 0 311,-8 0 1,-13 0-136,-6 0 1,-1 0 234,1 0 0,-2 0-519,-3 0 0,-2 2-734,2 2 1184,3-2 0,-6 4 0,5-6 0</inkml:trace>
  <inkml:trace contextRef="#ctx0" brushRef="#br0" timeOffset="2">21171 10804 8201,'9'-7'0,"1"2"0,-6 2-1542,6-2 1293,-1 3 0,6-9 562,-1 7 0,-2-7-133,-2 1 0,3 2-62,-4-1 0,-1 4 119,1-5 1,-4 3-126,5-3 0,-7-3 237,1 4 0,-2-4-72,-2-1 1,-2 5 59,-2-1 1,1 1-62,-7-6 0,-1 3 59,-8 2 1,3 2-117,-3 4 0,-3 2-108,-1-3 1,-4 4-115,-2 1 0,1 8 98,-1 6 1,1 2-212,-1 7 1,1 6 62,0 4 0,-1 6-25,1-1 1,6 2-119,3-2 0,4 1-96,6-6 0,3 1 31,6-6 1,1-1-78,4-3 1,4-4 89,10-6 1,-1-6 98,5-3 0,-4-3 215,5-2 0,-6-2-125,0-3 0,0-3 173,1-6 0,-3 0 18,3 0 1,-4 0-100,0-1 0,-1-1-16,0-2 1,0 2 110,0-3 0,-4 3 47,-1 2 1,-4 1-129,5 4 0,-2-4 163,1 4 1,-3 1 15,-6-2 154,7 7-302,-6-3 26,6 6 33,-7 0 1,0 6-34,0 3 0,0 9-163,0 1 0,0 5 91,0-6 1,0 8-356,0-3 1,-2 0 145,-3 0 1,4-1-546,-4 2 0,3 1 232,2-6 1,2 0 22,3-5 0,-2 1-496,6-1 963,1-6 0,10-2 0,2-6 0</inkml:trace>
  <inkml:trace contextRef="#ctx0" brushRef="#br0" timeOffset="3">21540 10833 8051,'0'-10'379,"0"1"1,-1 6 250,-4-2-258,3-3 0,-10 7-58,2-4 1,2 3 55,-1 2 0,-1 0-142,-4 0 0,5 5-15,-1 0 1,1 7-174,-5 3 1,-1-1 136,1 5 1,5 1-309,-1-1 0,7 7 160,-2-3 0,4-1-472,1 2 0,0-7 165,0 2 0,6-4 18,4-6 0,4 2 192,5-6 1,-4 0 239,4-5 0,-3-2-56,-2-3 1,1-3-107,-1-6 0,-5 0 198,1 0 1,-7 0-16,2-1 1,-4 1-380,-1 0 1,-1-4-172,-4 4 0,-3-3-322,-6 7 0,0-2 179,-1-2 0,1 6-295,0 3 1,0-1-41,0 1 835,-1 0 0,1-1 0,0-2 0,0-6 0</inkml:trace>
  <inkml:trace contextRef="#ctx0" brushRef="#br0" timeOffset="4">21668 10634 8017,'0'-14'-705,"0"-1"0,-1 1 353,-4 0 0,3 5 2634,-2-1-629,2 1-320,2-6-430,0 1-15,0 6-607,0 2 1,0 8-54,0 2 0,0 4 147,0 6 0,5 2-69,0 3 0,-1 3-286,-4 7 1,5 4-205,0 0 1,-1 5-251,-4-5 1,0 2-70,0-2 1,2-3-560,3 3 1,-4-3-318,4-1 1,1-3 668,-1-2 0,6 1 319,-1-6 1,2-1 390,3-9 0,-1 4 0,0-5 0</inkml:trace>
  <inkml:trace contextRef="#ctx0" brushRef="#br0" timeOffset="5">22123 10819 8016,'8'-15'1458,"-2"1"-886,-6 0 1,-1 1-26,-4 4 1,-3 3-245,-6 6 1,-7 0-76,-2 0 0,-4 0-241,-1 0 1,-1 6 124,1 3 0,1 6-82,3 4 1,-1-4-219,6 4 0,1 2-313,9-2 0,-2 6 135,6-1 0,0-4-264,5-1 0,2-3 160,3-2 0,3-1 99,6-4 0,2 2 340,3-6 0,-2 0-149,7-5 1,-2-6 163,2-4 1,-2-2 93,-3-3 1,-2-4 224,7 0 0,-7-4 25,2 4 1,-3-7-85,-2 3 1,0-6-77,0-4 1,-4 2-83,-1-7 0,-4 0-192,5-5 0,-7 0 111,2 1 1,-4-1-83,-1 1 0,0 5 87,0 4 0,0 8-5,0 1 0,-5 11-3,1-1 223,-7 9-78,3-1-112,-7 6 0,1 2 41,0 2 0,5 3-25,-1 2 1,7 4 36,-2-4 1,2 4-44,-2 1 1,4 5-6,-4 0 1,3 5 21,2-5 1,5 6 13,0-1 0,4 3-114,-4 1 0,6 0 86,-1 1 1,-2 4-176,1 0 1,0 2 94,6-2 0,-1-1-176,0 6 1,0-7-14,1 2 0,0-3 7,4-1 1,-1-7-174,5-3 0,1-5-795,5-4 1182,-1-4 0,0 0 0,1 2 0</inkml:trace>
  <inkml:trace contextRef="#ctx0" brushRef="#br0" timeOffset="6">22976 10563 7907,'-6'-14'0,"4"-1"15,-2 1 0,-3 0 342,3 0-105,-1 6-253,5 2 0,0 7 24,0 4 1,0 4 132,0 10 0,0 2-107,0 2 0,1 9 85,4-3 1,-3 2-205,3-2 1,1-1-9,-1 0 1,-1 1-52,-4-1 1,0 1 98,0-1 1,5-6-97,0-3 0,0-3 227,-5-2 0,0-4-108,0-1 403,0-6-259,0 4 1,4-14 60,1-2-1,1-5-77,-1-5 1,-2 3-35,7-3 0,-6-2-24,6 2 0,-1 0-83,6 5 1,-6-3 195,1 3 0,-1-4-104,5 9 0,0 1 42,1-2 1,-6 7-62,1-1 0,-6 2-22,6 2 0,-5 6-9,4 4 1,-6 2-6,2 3 0,-5-1-42,-5 0 1,-3 5-178,-6 0 1,0 5-432,0-5 0,-5 0 306,0-5 1,-5 0-384,5 0 0,-5-4 268,5-1 0,1-6-109,3 2 552,1-3 0,0-9 0,0-1 0</inkml:trace>
  <inkml:trace contextRef="#ctx0" brushRef="#br0" timeOffset="7">23218 10662 7907,'27'-1'128,"-3"-4"1,-2 3 163,-3-2 0,-4 2-11,4 2 1,-3 0-52,-2 0 1,1 5 9,-1 0 1,0 6-24,0-2 0,0 4-12,1 1 0,-1 0-25,0 0 1,-6 2-14,-3 3 1,1-3-39,-1 3 0,0-3-216,-5-2 0,0-5-245,0 1 268,0-7-123,-7 10 155,-1-12-28,-6 6 1,0-7 71,0 0 0,-1-5-2,1 0 11,0 0 1,0 4 16,0-4 1,-1 3-221,1-2 1,0 2 56,0 2 1,0 2 71,-1 2 5,1-2 0,1 6-7,4-3 0,-2-2 7,6 6 1,0-4 22,5 5 1,-4-6-91,-1 6 1,0-6-23,5 6 0,2-5 267,3 4 0,-2-6 100,6 2 1,-4-2-323,4 2 0,-4-3 9,5 2-552,-1-2 1,5-4 84,1-2 0,-1 0-113,0-5 0,5 4 352,0-4 0,0-1 311,-5-4 0,2 0 0,3 0 0,-3-2 0,3-3 0,-4 3 0,0-3 0,-1 2 0,0-2 0,-1 3-83,-4-3 0,2 3 242,-6 2 1,4 0 218,-4 0 0,0 4 405,-5 1-229,0 5 291,0-2-152,0 6-256,0 0 1,0 6-156,0 4 1,0 3 119,0 1 0,0 0-183,0 0 0,5 2-155,-1 3 1,1-3 88,-5 3 1,0 1 63,0-1 0,0 5-325,0-5 1,0 1 144,0-1 0,0-3-170,0 3 0,0-3 31,0-2 134,0 0 1,-1-1 163,-4-4 0,3-1 714,-3-3-104,4-3-499,-5-2 0,4-8-111,-3-6 0,4-5 96,1 0 0,-5-2-369,0 2 0,0 2 104,5-7 1,2 2-651,3-2 0,-2-3-102,6 4 1,1-4-368,4-2 0,0 6 260,1-1 0,-1 7-259,0-2 1,5 3 1090,0 2 0,6 6 0,-3 1 0</inkml:trace>
  <inkml:trace contextRef="#ctx0" brushRef="#br0" timeOffset="8">24455 10847 7937,'-5'10'681,"0"-1"-142,-6-6 132,4 4-385,-1-7 0,0 0 390,3 0-194,3 0-22,-4 0-279,12 0 0,7 0-79,6 0 0,8 0-286,1 0 1,2 0 120,8 0 1,-6 0-820,1 0 1,2-5 441,-2 0 1,0 0-646,-4 5 1,-3-4-13,-2-1 1097,-3-6 0,-7 3 0,0-6 0</inkml:trace>
  <inkml:trace contextRef="#ctx0" brushRef="#br0" timeOffset="9">24782 10719 7937,'6'8'-541,"-4"0"-676,3-3 2376,3-4 1,-5 10-474,6-6 0,-4 6-30,4-1 0,-5 2-216,0 2 0,3 1-510,-3-1 0,-1 5-312,-7 0 1,1 6-286,-7-1 0,-4-2 667,-5 2 0,-6-1 0,3 6 0</inkml:trace>
  <inkml:trace contextRef="#ctx0" brushRef="#br0" timeOffset="10">25763 10662 7949,'0'-14'-1384,"0"0"1367,0 0 0,0 4 699,0 1 1,0-1-157,0-4 1,0 5-126,0-1 1,0 1 76,0-6 1,0 6 272,0-1 348,0 1-202,0-5-173,0 0-333,0 6-56,0 1-132,0 7 1,0 8 45,0 6 1,0 7-222,0 7 0,0 2 129,0 4 0,-5-4-421,1 3 0,-1 1 135,5 0 0,0-1-150,0-5 0,0-1-130,0-3 0,0 1-344,0-6 1,0 0-472,0-5 0,-5-4-146,0-1 384,1-6 0,10 4 181,3-7 805,4-7 0,1-7 0,0-8 0</inkml:trace>
  <inkml:trace contextRef="#ctx0" brushRef="#br0" timeOffset="11">26076 10520 7949,'0'-8'729,"-2"-3"-331,-3 6-227,4-6 0,-7 10 610,3-4-475,4 4 0,-12 1 118,4 0 1,1 6-136,-2 3 0,5 4-44,-4 1 0,1 7-23,-1 2 0,-4 4-200,3 2 1,4 4 23,1 0 1,-1 0-13,1-4 0,1-1-322,4 0 0,0-1 153,0-3 1,6 1-100,3-6 0,4-6 97,1-8 1,0-4 330,1-1 1,4 0-18,0 0 0,4-6 49,-4-4 1,5-7-109,-5-2 0,0-6 138,-5 1 0,-1-3-280,-4-1 0,2-1 170,-6 1 1,0 0-646,-5-1 1,-5 1 252,0-1 1,-7 2-430,-3 4 1,1 2 290,-5 7 0,-1 1-573,1 4 1,-7 3 227,3 6 1,2 1 728,2 4 0,-3 9 0,0 8 0</inkml:trace>
  <inkml:trace contextRef="#ctx0" brushRef="#br0" timeOffset="12">26602 10705 7929,'0'-8'-998,"0"-5"2337,0 6-834,0-8 0,0 1 25,0 0 1,0 4 291,0 1-467,0-1 1,-2-4-190,-2 0 0,0 5 0,-5-1 0,4 7-156,-4-2 1,-2-1 67,-8 1 0,1 0-185,-5 5 1,4 7 87,-5 2 0,0 4-177,-4 1 0,6 0-73,3 0 1,-2 5-83,2 0 0,2 5 21,7-5 0,4 0-87,6-5 1,0 0 82,0 1 0,3-3 108,7-2 0,1-4 252,12-6 0,-4 0-95,5 0 0,0-2 140,4-2 0,-4-4 209,0-6 0,-7-1 250,2 1 1,1-2-158,-1-3 0,-4 4 225,-6-4 1,-1 3-18,2 2 0,1-1 232,-7 1-701,1 0 1,-5 0 381,0 0-504,0 6-43,0 1-124,0 7 104,6 0 0,-4 11-223,3 4 0,1 8-11,-1 1 1,4 8 122,-4 1 0,4 6 10,-4-1 1,2 3 73,-3 2 1,-2 6-107,3 3 0,-4-3 18,-1-2 0,-1-2-61,-4-3 1,-1-5 76,-4-4 1,-6-5-162,7-4 1,-12-2 189,7-3 0,-3-10-38,2 1 1,1-7 225,0-3 0,0-6-83,0-4 1,-1-4 96,1-5 0,1 2 43,4-7 1,-4 0 19,4-4 1,3 1-28,1 3 0,-2-3-37,3 4 0,1-4-272,7-1 0,-1-1 142,7 1 0,6-1-287,7 1 0,4-2 124,2-3 0,1 3-168,3-4 1,2 0 132,3 0 0,3 0 78,-3 1 1,-4 4 39,0 1 1,-11 6 121,-4 7 0,-3 1 1018,-2 0-561,-6 6 151,-2 2 0,-7 4 99,-4-3 347,4 4-368,-6-5-450,1 6 0,4 1-16,-2 4 1,0-2 3,0 6 0,2-2-74,-3 7 0,2-3 43,-2 8 0,4-3-214,-4-2 1,4 7 47,1 2 0,0-1-66,0 2 0,0-2 45,0 2 0,0 3-28,0-4 0,0-2 71,0-2 0,0 1-27,0-1 0,-5-4-176,0-6 194,0 1 436,5-3-347,0 0 0,0-9-105,0-3 1,0-7-29,0-7 1,2-2-128,3 2 1,-2-3 66,6-6 0,-1-1-120,2 1 1,2 0 15,-2-1 1,-2 5 134,1 1 1,1 5 0,4-1 0,-5 4-48,1 0 0,-5 7 166,4 4 1,-4 2-48,4 2 1,-1 2 70,2 2 0,1 4-60,-7 7 1,7 4 121,-1-1 1,1 8-68,-2-3 0,3-2-55,-8-2 1,3 1 16,-3-1 0,-2 0-9,3-4 1,-2-3 30,2-2 33,-4 2 1,5-8 333,-6 5-291,0-6 0,0 2 169,0-10 1,-1 2-199,-4-6 1,4-1 17,-4-4 0,3 0-140,2-1 1,0 0 86,0-4 1,5 3-190,0-3 0,4-2 20,-4 2 0,6 0 80,-2 5 0,-1 2 72,2 2 1,-5-1 101,4 6 0,1 1-176,4 4 0,-5 0 60,1 0 0,-6 6-213,6 3 1,-7 9 87,2 1 0,1 6 85,-1-1 0,0 3 0,-5 1 0</inkml:trace>
  <inkml:trace contextRef="#ctx0" brushRef="#br0" timeOffset="13">23332 12340 7711,'-14'0'-803,"-1"0"0,6 0 803,-1 0 0,7 0 0,-9 0 0,8 0 0,-5 0 0,6 0 0,-10 0 0,12 0 0,-6 0 0,6 0 0,-4 0 0,3 0 0,-4 0 0,6 0 0,0 0 0,0-6 0,0 4 0,-6-4 0,4 4 0,-3-3 0,4 4 0,1-6 0,0 1 0,0 5 0,1-11 0,4 8 0,-3-1 0,4 3 0,-6-2 0,0 2 0,0-4 0,0 6 0,0 0 0,0-7-131,0 6 7,0-5 129,-6 6 12,4 0-80,-4 0 69,6 0 1,-2-2-51,-3-3 43,4 4-9,-5-6 3,6 7 0,-7 0 4,6 0 3,-6 0 0,3-1 13,-1-4-14,0 3 1,4-4 316,-4 6-145,3 0-129,-4 0 1,6-1-18,0-4-10,-6 3-27,4-4 45,-4 6 1,6-2-82,0-2 1,-2 2 39,-3-3 215,4 4-88,-6 1 45,7 0 0,0-2 19,0-3 250,0 4-14,0-6-217,0 7 96,0 0-45,0-6 95,0 5-222,0-6 0,0 6 212,0-4-53,0 3-16,0-4-26,0 0 0,5 3-61,0-7 1,6 5 5,-1-4 0,2 6-15,2-2 0,5-1-172,0 1 1,0 0-23,-5 5 1,1 0-133,-1 0 1,0 0 98,0 0 0,-4 6-127,-1 4 1,-6 3-104,2 1 1,-3 5 95,-2 0 1,0 1 11,0-1 1,-2-3 67,-3 3 0,-2 2-48,-8-3 1,0 1 108,-4-4 0,3-1-10,-3 0 1,3-1 14,2-4 1,1-1 211,4-3-66,-4-4 1,10 6-54,-7-7 154,7 0-123,-3 0 19,12-7 0,2 4-33,6-6 0,5 6 12,0-2 1,2 3 19,-2 2 0,-3 0 7,3 0 1,1 0-37,-1 0 0,5 2-11,-5 3 0,0 3-58,-5 6 1,-5 5 63,1 0 1,-7 6-17,2-1 1,-4-2-22,-1 1 1,-1-5 0,-4 1 0,-5 1 61,-8-1 1,0-1-2,-6-9 0,5 2 22,-4-6 1,1 4-53,-2-4 0,2 0-121,3-5 0,3 0 88,-3 0 0,-1-5-423,1 0 1,1-6 70,9 2 0,2 1-94,7-2 1,0 1-115,0-5 0,4 1-388,5 4 1,2-4 568,13 4 0,0-4 352,4-1 0,7-1 0,1 1 0</inkml:trace>
  <inkml:trace contextRef="#ctx0" brushRef="#br0" timeOffset="14">23744 12354 7711,'0'-20'0,"0"4"344,0-3 0,0 8 434,0 1-360,0 1 0,-6-4-142,-4 4 0,-7 2 43,-2 7 0,-5 0-109,5 0 1,-6 0-14,1 0 1,2 7 12,-1 2 0,4 4 0,-5 1 1,6 2-14,0 3 1,3-3 12,6 2 0,-2 3 0,6-2 1,0 0 184,5-5-1816,0 0 0,7 1 415,2-1 1,4-6 596,1-4 1,5-2 322,0-2 0,6-2-50,-1-2 1,-4-4 325,-1-6 1,2-1-117,-2 1 0,0 3 337,-5-3 0,-1 6-114,-4-11 0,4 11 42,-4-6 0,-1 3 107,2-3 1,-7-1-136,1 1 0,-2 5 488,-2-1-237,0 7-542,0-3-44,0 6-57,0 0 0,0 8 138,0 6 0,0 2 26,0 7 0,0 6-33,0 4 1,0 6 1,0-1 1,-5 5-118,1 4 0,-1-1 63,5 6 1,-5 0-76,0 5 0,-4-6-54,4-4 0,-1-2-172,1-3 0,4-1 79,-4-3 0,-2-3-61,3-7 1,-7-4 35,1 0 0,2-12 93,-1 3 1,4-11 203,-4 1 0,4-3-230,-5-2 176,1 0 0,-5-7 12,-1-2 0,-4-4 104,1-1 0,-1-5 22,4 0 1,1-1 135,0 1 1,0-2-32,-1-3 1,1 2-81,0 3 0,5-1-112,-1-4 0,5-3 61,-4 3 0,6-1-154,-2 2 0,3-4 12,2 3 0,8-3-134,7-1 0,0-1 31,9 1 1,4 1-151,6 3 0,4-1-124,-5 6 0,0 0 147,-5 5 0,-1 4-47,-3 1 0,1 6-129,-6-2-432,-6 3-178,-7 2-32,-6 7 558,0 1 526,0 0 0,-6 4 0,-2-4 0</inkml:trace>
  <inkml:trace contextRef="#ctx0" brushRef="#br0" timeOffset="15">24171 12340 7741,'-10'-2'0,"1"-2"-985,5 2 677,-8-4 0,9 1 585,-7 0-147,7-6 1,-5 8 1026,3-7-357,4 7 9,-5-9-78,-1 10 179,6-11-370,-6 12-101,7-5-424,0 6 0,2 0 87,3 0 0,3 6-52,6 3 0,0-1 49,0 2 0,5 1-57,0 8 1,2-3-129,-2 2 1,-4 0-106,4 1 1,-1-3 51,1 3 0,-4-4-178,4 0 0,-8-1-751,-1 0 500,-1 0-126,-1 0 0,3-4-197,-6-1-202,0-5 1093,-11 2 0,2-6 0,-5 0 0,4 0 0,-4 0 0,6-6 0,-10-2 0,5-7 0</inkml:trace>
  <inkml:trace contextRef="#ctx0" brushRef="#br0" timeOffset="16">24327 12340 7741,'6'-14'-878,"-4"-1"0,4 1 820,-6 0 1,5 5 183,0-1 1,-1 5 187,-4-4 0,0 4 373,0-4-99,0 5 0,0-3 404,0 2-262,0 3-444,0-4 0,-4 7-86,-1 4 1,-6-2-88,1 7 1,3-1-52,-3 6 1,1-1-113,-6 0 1,1 0 141,0 0 1,0 5-163,-1 0 0,-3 2-238,-1-2 1,0-3-13,4 3 1,-4-2-542,0 2 1,1-3 374,3 3 0,3-8 486,2-2 0,-9 1 0,3 4 0</inkml:trace>
  <inkml:trace contextRef="#ctx0" brushRef="#br0" timeOffset="17">25536 11956 7734,'6'-14'-670,"2"0"1,1-1 1215,1 1 1,-7 5 378,2-1 69,-4 1-203,-1-6-223,0 1 190,0 0-140,-6 6-427,4-4 0,-4 8 117,6-5-153,6 6 1,7-8 14,6 6 0,1 0-129,-1 5 0,-1 0-44,5 0 0,-4 0 20,5 0 1,-7 2-443,2 3 0,-4 2 200,-6 8 0,2-1-345,-6 0 0,0 5 215,-5 0 1,-2 2 64,-3-3 1,-3-2 74,-6 3 1,0-3 158,0-2 0,0 0-9,-1 1 0,-4-1-96,0 0 1,2-4 205,8-1 1,-4-4-72,3 4 1,3-6-30,-3 2 14,7-3-16,-3-2 24,6 0 0,7 0 91,8 0 0,1 0 6,7 0 0,-4 0-98,5 0 0,-5 4 97,5 1 0,-7 6-69,2-1 1,-3 4 54,-2 5 0,-6-3-40,-4 3 0,-2 1-2,-2-1 0,-6 5 53,-4-5 1,-2 0 111,-3-5 1,-4 0-8,1 0 1,-6-4-76,5-1 1,-5-5 153,5 0 1,-4-2-28,4-2 1,-5 0-97,5 0 0,0 0-104,5 0 1,0 0-167,-1 0 0,7-2-686,4-2 374,2 2 1,2-6-1617,0 3 946,0 4 1131,6-6 0,2 7 0,7 0 0</inkml:trace>
  <inkml:trace contextRef="#ctx0" brushRef="#br0" timeOffset="18">25436 12496 7827,'-14'0'0,"0"0"175,-1 0 0,6 5 857,-1 0-96,1-1-368,1-4-305,2 7 1,7-4-42,4 6 1,6-5 103,13 0 1,1-2-167,13-2 0,5 5-85,4-1 1,7 1-71,-2-5 1,2 0-310,-2 0 0,-3 0-123,-7 0 1,-2 0 242,-7 0 1,-1 0-1115,-13 0 537,-7 0 178,-6 0 0,-7 2 57,-4 2 0,-3 0-294,-6 5 820,-6-6 0,4 10 0,-5-5 0</inkml:trace>
  <inkml:trace contextRef="#ctx0" brushRef="#br0" timeOffset="19">25450 13022 7827,'-6'-14'0,"4"-5"173,-2 0 1,-3 0 824,3 5-386,-1 0 0,5 0 191,0-1-53,0 7-169,0 2-580,0 6 0,0 2 111,0 2 0,0 4 151,0 7 0,0 0-94,0 4 1,0 2-80,0 2 1,0 4-167,0-3 1,0 3 62,0 1 0,0 1-475,0-1 0,0-4 253,0 0 0,0-2-595,0 1 1,0-2 221,0-7 0,0 0-78,0 1 1,5-1-367,-1 0 1052,1-6 0,1-2 0,2-6 0</inkml:trace>
  <inkml:trace contextRef="#ctx0" brushRef="#br0" timeOffset="20">25663 12980 7827,'0'-8'0,"-1"-3"649,-4 6-343,4 0 1,-7 5 194,3 0-248,3 0 1,-9 6 12,7 4 1,-6 4-54,5 5 0,-4-1-4,4 5 1,-4-1-157,4 2 0,0 3 68,5-3 0,-5 1-395,1-1 1,-1-2 68,5-3 0,5-4-85,-1 4 0,7-9 164,-1-5 0,3-4 14,1-1 0,0 0 217,0 0 1,-1-6-126,-4-4 0,2-4 163,-6-5 0,5 3-41,-6-3 1,1-3-249,-5-1 0,0 2-1,0 2 0,-1-1-168,-4 1 1,2 0 69,-7 4 1,2 1-117,-1 0 0,-2 5 361,6-1 0,-6 1 0,3-6 0</inkml:trace>
  <inkml:trace contextRef="#ctx0" brushRef="#br0" timeOffset="21">26246 12496 7872,'0'-14'308,"0"5"649,0-1-165,0 1-365,0-6 106,0 7-319,0 2 0,7 8-100,2 2 1,4 0 19,1 5 0,0 5-195,0 5 0,5 0-47,0-5 1,0 2-300,-4 3 0,-1-3-7,0 3 0,0-3 189,0-2 0,-4 0-1235,-1 0 535,-5 1 79,8-1 846,-10-6 0,4-2 0,0-19 0,2-2 0</inkml:trace>
  <inkml:trace contextRef="#ctx0" brushRef="#br0" timeOffset="22">26517 12411 7872,'-2'-14'43,"-3"0"1,4-1 238,-4 1 17,-3 6 0,5-3 273,-7 6 1,6 1-166,-6 4 1,1 0-142,-6 0 1,1 6 64,0 3 1,0 6-118,0 4 0,-5 1-129,0 4 1,0 3-4,4-4 1,-3 7-232,-1-1 1,0 2-158,4-7 1,1 3-425,0 1 0,1-4-321,4 0 0,-2-7 473,6 2 1,-1 2-371,1-2 948,3 0 0,-10-5 0,4 0 0</inkml:trace>
  <inkml:trace contextRef="#ctx0" brushRef="#br0" timeOffset="23">26246 12454 7886,'0'-10'-875,"0"1"1,0 4 1525,0-5 70,0 7-752,0-9 110,0 4 0,0-2-69,0 1 136,-6 6 73,4-10 147,-10 11-262,10-4 1,-6 4 449,4-2-159,2 2 77,-4-4-75,-1 6-226,6 0 31,-12-6-270,5 4 52,-6-4 0,5 6 74,-1 0 0,5 0-218,-4 0 44,6 0 69,-10-7 59,12 6 1,-7-6 266,3 7-128,3 0 234,-4 0-236,6 0 239,0 0-277,6 7 0,2-1-36,6 4 0,1 7 24,-1-3 1,6 8-118,4-3 1,3 6-138,1-1 0,2 5-123,4 4 0,-4-3 131,3 3 0,-3-3-12,-2-2 1,-1-4 46,-3 0 1,-4-7-441,-5 2 1,-8-8-191,-2-1 155,-3-7 1,-9 8 184,-2-6 0,-4-1 67,-1-4 1,0-4 159,0-1 0,1-6 175,4 1 0,-4 2 0,3-1 0,3-5 0,-3-5 0,7 0 0,-10-2 0,5-1 0</inkml:trace>
  <inkml:trace contextRef="#ctx0" brushRef="#br0" timeOffset="24">26403 12468 7886,'8'-14'-1983,"-4"-1"2600,4 1 0,-6 0-135,3 0 1,-4 0 13,-1-1 1,0 6-131,0-1 1,0 6 460,0-6-200,0 7 54,0-3-564,0 6 200,0 0-167,0 6 0,-1 2 78,-4 6 1,-3 2-145,-6 3 0,-2 3 43,-3 6 0,3 6-209,-3-1 1,-1 0-70,1-5 1,-2 2-45,2 3 1,2-2-179,-7 2 1,7-5 177,-2-4 0,3 1-307,2-6 0,0 2-74,-1-2 138,8-10 1,0 5-759,7-9 510,0-3 0,7 2 49,2-8 637,4-4 0,1-13 0,0-1 0</inkml:trace>
  <inkml:trace contextRef="#ctx0" brushRef="#br0" timeOffset="25">27384 12411 7844,'0'-14'0,"0"0"-660,0-1 1,0 1 395,0 0 1,0-2 612,0-3 0,5 3-9,-1-3 1,1 4-32,-5 0 0,0 1 140,0 0-162,0 0 0,0-1 482,0 1-126,0 0-39,0 0-156,0 0-245,0 6 1,-2 1-29,-2 7 1,2 8 13,-3 7 0,4 0 11,1 9 1,0 4-14,0 6 1,0 4-242,0-5 0,0 6 66,0-1 1,0 2-36,0-3 1,0-2 32,0-6 0,0 1-275,0 3 0,0-8-39,0 4 0,0-10-192,0-1 1,0-6-518,0-3-411,0-6 591,0 3 0,0-7 337,0-4 0,5-3 496,-1-6 0,3 0 0,-3 0 0,4-7 0,6-1 0</inkml:trace>
  <inkml:trace contextRef="#ctx0" brushRef="#br0" timeOffset="26">27682 12212 7844,'-14'-14'246,"0"1"153,0 4 1,0-4-97,-1 3 1,6 4 40,-1 1 0,1 4-12,-5 1 0,1 6-108,4 4 0,-4 2 22,3 2 1,-2 7-23,-2 3 1,4 4-124,1 5 1,5-3 20,0 3 1,2-2-123,2-3 1,0 2-24,0 3 1,2-8-269,2 4 0,4-10 5,7 0 1,-1-3 102,0-2 1,5-6 24,0-4 1,0-2 100,-5-2 1,5-2-5,0-2 0,0-4 54,-5-6 1,0-1 121,1 1 1,-3-6-54,-2-4 0,1 2 3,-6-2 1,-1 0-345,-4-4 0,-1 0 99,-4-1 0,-3 1-289,-6-1 0,0 6 155,-1-1 1,0 6-216,-4-1 1,3 8 104,-3 2 1,3 6 83,2-2 1,4 3 339,1 2 0,6 7 0,-2 2 0,3 4 0,9 1 0,1 0 0</inkml:trace>
  <inkml:trace contextRef="#ctx0" brushRef="#br0" timeOffset="27">27953 12255 7844,'0'-10'493,"0"1"0,0 4 156,0-5-163,0 7-23,-7-3-266,-1 6 1,-1 1-1,-1 4 1,2 3-74,-1 6 1,-2 1 48,6-1 1,-4 2-196,4 3 0,-5-2 60,6 7 0,-6-1-196,6 6 0,-1-6 79,5 1 0,0 0-21,0 4 1,1-1-1,4-3 1,-2-2-42,7-3 0,-1-8-8,5 3 0,5-4 109,0-1 0,2-3 151,-2-6 1,-3-1-92,3-4 0,-2-3 238,2-6 1,-8-7-2,3-2 1,-4-4-122,-1-2 0,-3 1-104,-6 0 0,0-1 5,0 1 0,0-2-499,0-3 1,-6 3 228,-3-4 1,-4 9-399,-1 1 0,-2 7 264,-3-2 0,8 10-868,-3 4 240,3 3 995,3 2 0,2 2 0,6 3 0,0 2 0,0 8 0,0-1 0</inkml:trace>
  <inkml:trace contextRef="#ctx0" brushRef="#br0" timeOffset="28">28464 12183 7844,'0'-7'887,"0"-6"-112,0 5 7,0-6-198,0 6-482,0 2 1,-1 6 32,-4 0 1,2 0-100,-7 0 0,1 1 13,-5 4 1,-1 1 115,1 4 1,0 2-390,0-2 0,1 2 35,4 3-124,-4-1 1,7 0 129,-4 0 0,4-4-139,6-1 272,0 1 0,2 4-6,2 0 1,4-4 26,6-1 1,2-4-25,3 4 1,-1-4 115,5 5 0,-5-6-46,1 6 1,1-2 90,-1 1 1,0 4-66,-5-4 1,-4-1-31,-1 2 1,-6-1-24,2 5 8,-3 1 0,-4-1-35,-3 0 1,-3-5 40,-6 1 1,-2-7-141,-3 2 0,4-4 111,-4-1 0,3 0-229,2 0 1,-1 0-75,1 0 0,0 0-78,0 0 0,1-1 28,4-4 1,2-3-467,7-6 844,-6 0 0,5 0 0,-6-1 0</inkml:trace>
  <inkml:trace contextRef="#ctx0" brushRef="#br0" timeOffset="29">28464 12112 7844,'0'-19'-361,"0"0"0,0 1 749,0 3 0,0 1-12,0 0 0,0 4 673,0 1-280,0 6-435,0-4 0,0 9 12,0 3 0,0 4 33,0 10 1,0 10-73,0 9 0,0 4 117,0 6 1,0 1-113,0 3 1,0 3-69,0-3 1,-4-1-141,-1 1 0,-1-2 62,1 2 1,2-3-372,-7-6 0,7-8-180,-2-7 0,-1-1-524,1-8 1,0-5-995,5-4 1903,0-7 0,7-9 0,1-10 0</inkml:trace>
  <inkml:trace contextRef="#ctx0" brushRef="#br0" timeOffset="30">27284 12951 7839,'-14'0'0,"0"0"0,0 0 0,-1 0 380,1 0-111,0 0 0,-5 0-10,0 0 1,0 0 98,5 0 0,0 5-19,-1 0 1,1 1 150,0-1-455,6-4 1,2 7 125,6-3 0,1-4 15,4 4 1,12 2-30,17-3 0,5 1-140,18-5 1,9 0-204,15 0 1,-36 0-1,2 0-74,2 0 0,1 0 0,1 0 1,1-2 109,5 0 1,0 0 0,-5 1 0,0 0 71,3-1 0,-1-1 0,-8 2 0,-2 1-349,36 0 0,-18 0-113,-10 0 167,-19 0 1,-14 0-380,-19 0 146,-19 0 616,-4 0 0,-18 0 0,4 0 0</inkml:trace>
  <inkml:trace contextRef="#ctx0" brushRef="#br0" timeOffset="31">27313 13164 7839,'-8'7'-1294,"-3"-4"647,6 6 1528,0-5 0,7 2-309,3-6 1,6 0-135,12 0 0,11 0-57,18 0 0,8-2-145,16-2 1,-34 2 0,1 0-410,4-2 1,1-1 0,0 1 0,2 0 284,0-1 0,-1 1 0,-4-1 0,-1 2-225,-1 0 0,-1 1 0,19 0 127,-8-2 0,-20 2-805,-14 2 0,-10 2 14,-4 2 1,-5-1 776,-5 7 0,-9-1 0,-8 6 0</inkml:trace>
  <inkml:trace contextRef="#ctx0" brushRef="#br0" timeOffset="32">27412 13634 7847,'7'-15'-235,"-6"7"-316,5-4 1396,-6 4-417,0-6 0,-1 6 76,-4 3-82,4 3-206,-12 2 1,10 7-6,-7 2 0,7 4-163,-2 1 0,4 7 83,1 2 1,0 9-71,0 1 0,1 7 26,4-2 0,-2 7-164,7 3 0,-7 1-26,2-2 1,-4-3 122,-1 4 1,0-9-735,0-1 1,-6-6 31,-4 1 0,-7-9-222,-2-6 1,0-3 903,5-6 0,4-2 0,1-7 0,0-13 0,-6-3 0</inkml:trace>
  <inkml:trace contextRef="#ctx0" brushRef="#br0" timeOffset="33">27270 13975 7847,'0'-14'-50,"0"-1"325,0 1 0,0 5-51,0-1 1,2 5-4,2-4 1,0 4 2,5-4 1,5 4-155,5-5 1,6 7-126,-1-1 0,3-3-233,1 3 1,6-1-92,-1 5 1,5-2-439,-5-3 0,0 4 151,-4-4 666,-1-3 0,0 0 0,1-6 0</inkml:trace>
  <inkml:trace contextRef="#ctx0" brushRef="#br0" timeOffset="34">27711 13776 7847,'-10'4'-925,"1"1"1,4 2 1615,-4-3 1,5-1-168,0 7 0,-3-5-78,3 4 0,-6 1-122,5 4 0,1 0-99,4 0 0,0 0-1,0 1 1,0 0 5,0 4 1,0-3-267,0 3 1,0-3 91,0-2 1,4 0 146,1 1 0,5-6-48,-6 1 0,7-7-80,-1 1 1,-2-2-190,1-2 0,1-2-33,4-2 1,-1-4-87,-4-6 1,4-1-16,-4 1 0,-1-5 28,2 0 0,-2-1-65,1 1 0,2 1 371,-6-5 1,4 5 30,-4-1 1,1 4 261,-1 0 0,-3 1 118,2 0-245,-2 6 0,-2 0-165,0 3 1,0 5-192,0 0 0,0 2-16,0 7 1,-5 6 142,1 4 1,-1 4-277,5-4 0,-2 5 98,-3-5 0,4 6-347,-4-1 1,4-2 148,1 2 0,0-7-362,0 2 375,6 3 0,0-6-621,4 3 571,2-10 1,-4-2 389,6-7 0,-6 0 0,11-7 0,-3-1 0</inkml:trace>
  <inkml:trace contextRef="#ctx0" brushRef="#br0" timeOffset="35">27967 13676 7847,'0'-14'0,"-5"0"544,0 0 26,1-1 271,4 1-545,0 6 0,0 3-37,0 10 1,0 3 163,0 6 0,0 7-150,0 3 0,0-2-187,0 1 0,4 3 151,1 7 1,1-3-27,-1 3 1,-3 2-42,2-2 0,0 0-1012,0-4 0,-2-1 295,3 0 1,-4-1 0,-1-3 1,2 1-576,2-6 1,-2 0 1120,3-5 0,-4 1 0,-1-1 0</inkml:trace>
  <inkml:trace contextRef="#ctx0" brushRef="#br0" timeOffset="36">28123 13662 7847,'0'-21'-2,"0"6"209,0-4 318,0 3-40,0 2 1,0 4 444,0 1-282,0 6-250,0 9 1,5 5-70,0 13 0,-1-1 105,-4 6 1,2 4-154,3 0 1,-4 7-249,4-2 1,-3 3 48,-2 1 0,0-4-86,0 0 1,0-5-654,0 5 1,0-6-855,0 1 1511,0-3 0,0-2 0,0 1 0</inkml:trace>
  <inkml:trace contextRef="#ctx0" brushRef="#br0" timeOffset="37">24896 13562 7819,'-15'0'0,"1"0"0,0 0 495,6 0 800,2 0-933,25 0 0,1 0-120,23 0 1,4-4-40,15-1 0,9-1-99,-31 3 0,1 1 1,4 1-1,1 0-275,4-1 0,0 0 0,2-2 1,0 1 241,3 1 0,-1 0 0,-1-1 1,-2 1-158,-3 2 1,-1 0-1,-4 0 1,-2 0-125,30 0 1,-14 0-629,-15 0 400,-18 6 0,-11-3-266,-13 7 1,-2-5-678,-3 4 1381,-2-6 0,-8 10 0,1-5 0</inkml:trace>
  <inkml:trace contextRef="#ctx0" brushRef="#br0" timeOffset="38">24796 14032 7821,'-6'-15'0,"3"6"25,-7-1 1,5 1 76,-4-5 0,4 6 135,-4 3 1,4-1-17,-4 1 1,4 0 2,-5 5-22,1 0 1,-5 0-18,-1 0-85,1 0 1,0 2 16,0 3 1,4 3 3,1 6 0,4 2-125,-4 2 1,5 5-2,0 5 0,2 7 121,2 3 0,5 3-89,0 1 1,6 7 54,-2 4 1,4-3-94,1 2 0,-5 0-27,1 5 0,-5-6-109,4-4 1,-6-9-48,2-5 1,-3-3-681,-2-1 1,-7-7 1,-1-6 353,-6-7 0,5-6-53,-1 2 572,7-3 0,-10-15 0,6-3 0</inkml:trace>
  <inkml:trace contextRef="#ctx0" brushRef="#br0" timeOffset="39">24469 14373 7821,'2'-10'-91,"2"1"0,0 1 109,5-2 0,1-1-50,4 7 1,0-6 85,0 5 1,7-1-457,2 1 0,4 4 166,2-4 0,-1 4-3,1 1 1,-1 0 238,1 0 0,-7 0 0,5-7 0,-5-1 0</inkml:trace>
  <inkml:trace contextRef="#ctx0" brushRef="#br0" timeOffset="40">24825 14273 7821,'0'-8'32,"0"-4"0,4 9 651,1-7-194,0 7 95,-5-10-349,6 12 0,-3-10-39,7 6 0,-5 0 13,4 5 0,-4 0-61,4 0 0,-4 0 12,4 0 0,-4 0-38,5 0 30,-1 7 0,5 0-159,1 8 1,-6-6-101,1 1 0,-6-1 64,6 5 1,-6 1-115,6-1 1,-7 0 40,2 0 0,-4 0-104,-1 1 0,0-1-18,0 0 1,0 0 137,0 0 1,0 1 46,0-1 1,0-5 7,0 1 0,-4-5 171,-1 4 1,-1-6-112,1 2 298,3-3 1,-6-2-124,4 0 0,2-2 149,-3-3 1,4 2-70,1-6 0,0-2 64,0-8 1,0 3-266,0-3 1,0-2-32,0 2 1,0-4-185,0 4 0,1-5 83,4 5 0,-2-5-690,7 5 0,-1-1 320,5 1 1,5 3-748,0-3 1,5 5 443,-5 4 1,5 4 735,-5 6 0,6 0 0,-3 0 0</inkml:trace>
  <inkml:trace contextRef="#ctx0" brushRef="#br0" timeOffset="41">25208 14202 7767,'7'-8'640,"-6"-4"0,6 9-166,-7-7-252,0 7 0,1-3 11,4 6 211,-3 0-287,4 0-60,0 0 1,1 6-101,2 3 1,-1 4 70,-3 1 1,1 0-164,3 1 1,-1 0-14,-3 4 0,-2-3 122,7 3 0,-7-3-313,2-2 194,-4 0 1,1-1-134,3-4 5,-4 4 42,5-11-15,-12 4 98,-2-6 1,-6 0 111,0 0 0,0 0-60,-1 0 1,1 0-5,0 0 1,0 0 1,-1 0-6,1 0 0,5 2 63,-1 2 1,7-1 12,-2 7 0,-1-5 12,1 4 16,1 1 170,4 4-146,0 0 116,6-6-155,2 5 0,6-12-36,0 4 0,-4-3-149,-1-2 1,1-2-260,4-3 1,0 2-631,0-6 720,1-1 1,4-4 56,0 0 0,-1-1 272,-3 1 0,-1 0 0,0 0 0,0 0 0,1-1 0,-1 1 0</inkml:trace>
  <inkml:trace contextRef="#ctx0" brushRef="#br0" timeOffset="42">25450 14259 7821,'8'-6'-1696,"-2"-2"1651,1-6 0,-6-1 119,4 1 1,-3 5 470,-2-1 1,0 6 197,0-6-65,0 7-410,0-3 0,-7 6-49,-2 0 1,1 0-23,-2 0 0,1 6 26,-5 3 1,1 4-199,4 1 0,-4 2 122,4 3 0,1-2-340,-2 7 0,7-5 121,-2 5 1,2-7-350,-2 2 0,4-2 253,-4 2 0,5-3-84,5 3 1,-2-5-162,6-4 1,1-2-218,4-4 0,5-2 331,0 3 0,2-5 299,-2-5 0,-4-3 0,4-6 0,-1-2 0,1-3 0,-4 3 0,6-11 0,-7 5 0</inkml:trace>
  <inkml:trace contextRef="#ctx0" brushRef="#br0" timeOffset="43">25592 13918 7821,'-6'-21'-540,"4"1"377,-2-4 1,-3 8 1420,3 7-315,-1 6-753,5-4 1,-5 9-33,0 3 1,1 4-79,4 10 1,0 3 279,0 7 0,1 4-87,4 0 0,1 6-232,4-1 1,1 3 101,-6 2 1,4 0-369,-4-1 0,0 1 161,-5 0 0,0-7-589,0-3 0,0-3 210,0-1 0,0-6-48,0 1 0,0-11-458,0 1 475,0-9 1,-2-5 473,-3-10 0,2-2 0,-6-3 0,4 1 0,-5 0 0,3 0 0,-3-1 0,-3 1 0,4 0 0,-2 0 0,1 0 0,-2 4 0,2 1 0,4-1 109,1-4 0,2 4 685,-2 1 17,4 0-541,-6-6 0,14 3-245,2 2 0,5 2 106,5 4 0,4 2-297,5-3 1,0 2 59,1-2 0,-1 4 33,1-4 0,-1 3-2,1 2 0,-7 0 17,-3 0 0,-4 0 233,0 0 0,-3 2-123,-2 3 0,1-2 135,-6 6 1,-1 1-74,-4 4 0,0 0-119,0 1 1,0-1 24,0 0 0,0 0-146,0 0 1,-4 1-61,-1-1 0,-5 0-366,6 0 0,-6 0-415,5 1 967,-6-7 0,3-2 0,-6-6 0</inkml:trace>
  <inkml:trace contextRef="#ctx0" brushRef="#br0" timeOffset="44">25763 14117 7821,'2'-19'-8,"2"0"1,-2 0 156,3 5 0,-4 0 44,-1-1 1,0 6-108,0-1 0,2 7-20,3-1 0,-2 2-176,6 2 0,1 0-1087,4 0 1197,0 0 0,0 6 0,1 2 0</inkml:trace>
  <inkml:trace contextRef="#ctx0" brushRef="#br0" timeOffset="45">25905 14188 7829,'-6'22'0,"-2"3"0,-6-6 0,4 5-38,1-5 1,6 0 130,-2-5 0,2 0 106,-2 1 1,3-1-63,-2 0 0,2-5-153,2 1 0,6-5 137,4 4 0,3-6-153,1 2 1,0-3-104,0-2 1,0 0 106,1 0 0,-1-2 16,0-3 0,-1 2 47,-4-6 1,2-1 117,-6-4 1,4 0-91,-4 0 0,0 4-70,-5 1 0,0-1-42,0-4 0,-5 0-161,0 0 1,-6-1-234,2 1 1,1 1 202,-1 4 0,4-4-31,-5 4 1,7 1 16,-2-2 0,-1 6 254,1-6 0,1 7 0,4-10 0,0 12 0,1-5 0,4 6 0,-2 0 35,7 0 0,-6 0 214,6 0 291,-1 0-295,5 0 0,1 0 200,-1 0 1,-5 1-111,1 4 0,-5 1 49,4 4 0,-4 2-7,4-2 0,-1 4-28,2 5 0,-2-3-221,-4 3 1,-2-2-143,3 2 1,1-3-15,-1 3 1,-1-3 147,-4-2 1,0 0-206,0 0 1,0-4 58,0-1 128,0-6 0,-1 4-87,-4-7 0,4-2-99,-4-3 0,3-3 66,2-6 1,-1-2-104,-4-3 0,3 2 21,-2-7 0,2 1 84,2-6 1,5 1-143,-1-1 0,6 6-1,-5-1 1,6 7 66,-2-2 1,4 3 60,1 2 1,0 6 105,1 3 1,-1 3 214,0 2 1,-1 7-94,-4 2 0,2 9 28,-6 1 0,0 6-86,-5-1 0,0 2-96,0 3 1,0-5-121,0-1 1,0-5-238,0 1 1,-5 1-153,0-1 1,-1 0 465,1-5 0,3 0 0,-4 1 0</inkml:trace>
  <inkml:trace contextRef="#ctx0" brushRef="#br0" timeOffset="46">24711 15013 7865,'-14'0'40,"6"0"1,-5 0 159,4 0 0,1 4 6,-2 1 1,2 1-27,-1-1 1,-4 1-42,4 4 1,1 7 100,-2-3 0,6 5-209,-6 0 0,7-1 72,-2 5 1,4 0-86,1 0 0,1 3-37,4-8 1,3 1-195,6-4 1,0-3-26,1-2 0,4-4 103,-1-6 1,8 0-24,-3 0 0,0-6 76,0-4 0,-5-2 156,1-3 1,-4 0-69,0-4 1,-6 3 96,1-3 0,-7-2-94,1 2 0,-2-4 19,-2 4 0,-6 0-280,-4 5 0,-1-1 96,2 1 0,-4 2-258,4 2 0,-4 4-140,-1 6-82,0 0 636,6 0 0,1 0 0,7 0 0</inkml:trace>
  <inkml:trace contextRef="#ctx0" brushRef="#br0" timeOffset="47">25194 14885 7865,'7'-15'-533,"-6"-4"-67,4 0 1,1-4 1313,-1 4 0,0-5-191,-5 5 1,0-1-72,0 1 1,-5 3-172,0-3 0,-6 5 155,2 4-249,-4-2 0,-1 8-79,0-5 0,-1 6 66,1-2 1,5 3-65,-1 2 1,1 2-131,-5 3 0,1 3 19,3 6 1,-1 2-119,7 3 1,-6 3 51,5 6 1,1 2 24,4 3 1,0 2 88,0 3 1,1 8 47,4-3 0,-2 4-4,7 0 1,-2-1 16,1 6 0,4-4-30,-4 4 0,-3-6-1,-1 1 1,-3-4-434,-2-6 0,0-2 191,0-6 0,-5-7-1092,0-3 205,-6-10 430,3-2 1,-4-9 191,2-3 1,2-3 92,4-6 0,2-2 337,-3-3 0,2 2 0,-2-7 0,4 2 0,-4-2 0,2-2 0,-2 2 0,4-3-122,-4-1 1,3 4 280,2 0 1,0 5 558,0-4-72,-6 5 473,4-2-255,-4 5-171,6 8-533,6 0 0,2 7 66,6 0 1,7 0-603,3 0 1,4 2-240,5 3 0,7-4 615,12 4 0,0-4 0,11-1 0</inkml:trace>
  <inkml:trace contextRef="#ctx0" brushRef="#br0" timeOffset="48">25536 15098 7795,'1'-10'168,"4"1"70,-4-1 0,6 1 290,-7-1 283,0 7-409,0-3-196,6 6 1,-4 6-52,2 4 1,-2 7 50,-2 2 0,2 5-185,2-5 0,-2 6-21,3-1 0,-4-2-102,-1 2 1,0-6 19,0 6 1,0-6-90,0 1 1,2-4-9,2 0 0,-2-1-9,3 0 80,-4-6 40,-1 4 147,0-10 1,5-2-119,0-9 0,1-9 8,-1-1 1,-2-1 42,7 1 1,-6 1 5,6-5 1,-5 4-37,4-5 0,-1 7 16,1-2 0,4 4-132,-4 6 1,4-2 113,1 6 1,1 0-129,-1 5 1,-5 0 76,1 0 0,-1 7-80,5 2 0,1 5 60,-1 5 0,-5-3-102,1 3 1,-2-3 289,1-2-183,4 0 389,-5 1 0,1-3 10,1-2 218,-7-4-245,3-12 1,-6-2 43,0-6 0,0-5-145,0 0 1,0-2-184,0 2 0,0-1-646,0-4 0,0-3 369,0 3 1,0 2-1414,0-1 722,0 5 573,0-2 1,2 12 392,2 3 0,-2 5 0,3 5 0,1 3 0,-1 6 0,4 2 0,-4 3 0,6-3 0,-1 2 0,-2-2 0,1-2 0,0 1 121,6-1 1,-1-1 39,0-4 0,0-1 142,1-3 0,4-4 56,-1 4 1,1-5 3,-4-5 1,4 2-43,0-6 0,-4-6 43,0-4 1,-9 0-200,8 5 0,-9 0 56,0 0 1,-4-5-230,-1 0 1,0 0 56,0 5 0,-1 4-89,-4 1 1,-3 6-23,-6-2 0,0 3-36,-1 2 0,1 0-38,0 0 0,0 7-119,-1 2 1,1 8-99,0 2 0,5 2 126,-1-2 0,7 1-65,-2 4 1,-1-2 54,1-3 0,0-1-63,5 5 0,5-5 38,0 1 0,6-4 55,-2 0 1,6-3 60,4-2 1,-4-4 145,4-6 0,2 0 0,-2 0 0,1-1 0,-1-4 0,-3-3 0,3-6 0,-3-5 0,-2 0 0,0-5 89,0 5 0,1-5-1,-1 5 1,-5 0 95,1 5 1,-5 2 399,4 2 355,-6-2-118,4 10-493,-7-4 1,4 12-280,1 3 1,0 6 107,-5 4 0,0-2-377,0 7 0,0-5 72,0 4 0,0-5-39,0 1 1,0 1-139,0-1 1,0 0-1075,0-5 723,0-6 676,0 5 0,0-12 0,0 6 0</inkml:trace>
  <inkml:trace contextRef="#ctx0" brushRef="#br0" timeOffset="49">26403 14956 7795,'-8'-15'-38,"3"1"242,4 0-178,1 0-361,0 6-71,0 2 1,6 7 224,3 4 0,6-2 10,4 7 0,-4-1 41,4 5 1,3-1 129,2-4 0,1 4 0,-1-4 0,1 3 0,-6-3 0,0 4 0,-5-4 0,1-3 32,-1-1 0,-5 1 224,1-1 231,-7 0-301,3-5 1,-12 0 124,-3 0 0,-6 2-29,-4 2 1,2-2-55,-7 3 1,7 3-12,-2 1 1,-2-1-233,2 1 1,1 1-4,3 4 1,6-1-347,-1-4 337,7 4 1,-5-7-120,4 4-148,2 2 194,-4-10 345,12 4-223,2-6 0,5-1 153,-4-4 1,2-3-47,-6-6 1,4 4-26,-4 1 1,1-1 16,-1-4 1,-2 1 65,7 4 1,-6-2-177,6 6 1,-5-4 79,4 4 0,-4 0-113,4 5 0,1 2 83,4 3 1,0 2 12,0 8 1,1 5-74,-1 4 1,0 9-100,0 5 1,1 0 60,-1 4 1,-6-2-215,-4 7 113,-2-9-423,-2 3 534,0-4 22,0-1-73,-6-1-133,-2-7 67,-6-6 1,-2-3-45,-3-9 196,3 2-96,-5-10 19,1 4 557,4-6-540,-4-6 0,4-2-17,-3-6 1,3-2 10,-3-3 1,3 3 35,2-3 1,5-1-25,-1 1 1,7-6-116,-2 1 0,5 2 62,5-2 0,3 0-166,6-4 1,5 0-3,0-1 0,6-1-38,-1-3 1,8 1 304,1-6 0,2 0 0,-2-4 0,-3 1 0,3 3 0,-5-3 0,-4 3 0,1-2-94,-6 2 1,-6 4 93,-8 5 0,-4 2 193,-1 4 1,0 2 16,0 7 1,-5 5 60,1-1 0,-7 7 41,1-2-187,-2 4 1,-3 1 45,1 0 1,5 0-63,-1 0 1,5 1-56,-4 4 1,6 3 50,-2 6 0,3 2-34,2 3 1,-4 3 77,-1 6 0,0 1 18,5-1 1,2 2-11,3 3 1,-4-3 12,4 4 0,1 0-164,-1-1 0,0 5 64,-5-4 1,4-1-88,1-5 0,1-1 133,-1-3 1,-3 1-258,3-6 0,-4-5-125,-1-4 3,6-7 306,-4 3 1,4-12-8,-6-4 1,0-2-70,0-3 0,5 0 34,0-4 0,4 1 3,-4-5 1,6 4 13,-1-5 1,-3 5-10,3-5 1,-1 7 1,6-2 1,-6 5 0,1 4-43,-1-2 1,5 10-2,0-3 1,-4 4-150,-1 1 0,-4 1 61,5 4 0,-7 5-121,2 9 0,1-4 46,-1 4 0,4 2 48,-4-2 1,1 1 12,-1-1 1,-4-3-27,4 3 0,2-3 87,-3-2 0,3-6-53,-3-3 212,-2 3-68,11-7 0,-10 4 117,6-10 0,-4-4-60,4-10 1,-5 1 50,0-5 0,3 4-24,-3-5 0,1 0 97,-5-4 0,0-2-166,0-3 1,0 3 7,0-4 0,0 0-94,0 1 0,0-7 101,0 2 0,0 2-81,0-2 1,0 8 57,0 1 0,-5 3 97,1 7 1,-1 4 5,5 6 54,0 6-188,0 9 1,1 5-78,4 13 0,2 4 275,2 5 1,4 12-98,-4-3 1,4 4 20,1-3 0,-5-1-60,1 1 0,-5-2-66,4-3 1,-6 2-69,2-7 1,-3 0-208,-2-5 1,0-1 6,0-3 1,0-8-946,0-7 112,0-6 1111,0 4 0,0-26 0,0 8 0,0-13 0,0 0 0,0 1 0,-2 0 0,-3 0 0,2 5 0,-6-1 136,-1-3 173,-4 0 1,1 0 1743,4 3-845,-4 3-459,12 2 1,1 1-267,9 4 1,5-2-93,5 6 1,3-1-223,7 1 0,4 4-106,0-4 0,0-1-253,-4 1-714,-7 0 904,-8 5 0,-8-6 0,-6-2 0</inkml:trace>
  <inkml:trace contextRef="#ctx0" brushRef="#br0" timeOffset="50">24384 12183 7928,'13'-28'-506,"-4"0"397,-3-1 1,-12 5-432,-3 1 0,-12 5 540,-7-1 0,-1 5 0,-4 5 0,-10-4 0,-1 5 0</inkml:trace>
  <inkml:trace contextRef="#ctx0" brushRef="#br0" timeOffset="51">23474 12269 8072,'-76'27'19,"0"-4"0,7-2 96,7-7 1,12-4 433,7-1 0,13 1-658,16-3 0,20 4 159,13-6 1,19 0-227,9-5 1,13-2 110,7-2 1,9-4-209,-37 1 1,2 0 0,5-1 0,0 0 204,-1-2 1,0 1 0,2 1 0,-1 0 29,-5-1 0,-1-1 0,1 2 1,0 0 89,-1 1 0,0 0 1,1 0-1,-1 0 310,31-7 0,-13 6 77,-20 3-333,-9 3 0,-25 4-237,-8 3 1,-18 3 99,-21 6 1,-12 2-26,-12 3 0,-7-2-290,-2 7 0,0-5 314,5 4 1,2-1 20,2 2 0,-4 3 305,10-3 1,-1 2-166,19 3 0,6-7-57,13-3 0,10-3-239,9-2 0,22-1 80,12-4 1,12 2-125,11-6 1,6 0 76,13-5 1,5-7 12,0-2 1,-36 3-1,1-1 36,35-7 1,-36 5 0,0-1-37,36-9 0,-11-5 585,-8 5 1,-18-1-185,-6 1 226,-9 3 0,-18-3-198,-6 10 1,-19 2-45,-14 7 0,-10 2-137,-9 3 0,-6 3-136,-13 6 0,0 6 265,0 4 1,-4 3-262,4 1 0,5 1-399,14-1 0,4 5 171,10 1 0,7 5-464,12-1 0,13-3 274,15-2 1,16-3-707,9-2 1129,5 1 0,8-6 0,10 1 0,10 0 0</inkml:trace>
  <inkml:trace contextRef="#ctx0" brushRef="#br0" timeOffset="52">24796 11586 8158,'-16'-28'-85,"-3"0"85,10-1 0,-8 12 413,12 2-170,0 11 0,4-3-191,-4 7 1,3 4-159,-3 5 0,4 2 56,1 13 1,0-4 94,0 9 1,-5-2 60,0 11 1,1-5-57,4 5 1,-2 6 197,-3 8 1,4 5-59,-4 4 1,-1 6-257,1 9 0,0-33 1,-1 2 114,1 7 0,0 0 1,-1 2-1,0 1-349,-1 6 0,0 2 1,-1 1-1,1 1 304,0 3 0,0 1 0,-2 2 0,-1 1 63,1 1 1,-1 1 0,-2-3 0,1 1-121,1 2 0,1-1 0,-4-1 0,0 0 51,1-1 0,1 0-1,0 0 1,-1 0-2,1 1 0,-1-2 0,1-4 0,0-2 23,-1-2 0,0-1 0,2-5 0,1-1-6,4-3 0,1 0 0,0-1 0,1 1-240,3 0 1,0 0 0,0-7 0,0 0 28,0 0 1,0 0-1,0 34-56,0 2 0,5-12 17,0 2 1,4-11-186,-4-3 0,0-6 392,-5-9 0,4-1 30,1-3 0,5 2 0,-6-7 0,0-2 0,-3-1 0</inkml:trace>
  <inkml:trace contextRef="#ctx0" brushRef="#br0" timeOffset="53">24242 15140 7824,'-2'-22'0,"-3"3"-12,4-3 1,-6 11 301,7-3 460,-6 3-494,5-3 0,-6 7-213,7 7 1,-1 8 136,-4 11 0,3 10 50,-2 9 1,0 4-91,0 6 0,1 2-83,-7 7 1,5 5 19,-4-1 1,-1 2-370,-4-1 1,0 3 135,0 6 1,0 3 89,-1-3 0,-4-3-28,0-11 0,2-6 85,8-4 1,-4-11-108,3-7 1,4-12-244,1-7-321,4-7-593,1 3 1227,0-19 0,1 9 352,4-11 82,-3 4-317,4-3 1,-1 0-3,-1 0 1,1 4 64,-5 1 0,5 4 52,0-4 0,4 4 128,-4-5-213,6 7 1,-3-8-106,6 6 1,0-4 61,1 4 1,3-1-91,1 1 1,8 4 67,2-4 1,5-1-58,9 1 0,9 0 85,10 5 0,11 0-254,-29 0 0,2 0 0,1 0 1,0 0 228,5 0 1,1 0 0,1 0-1,1 0 8,4 0 1,0 0 0,0 0 0,1 0-54,4 0 1,0 0-1,-5 0 1,0 0-279,3 0 1,-1 0-1,0 0 1,0 0 185,-2 0 1,0 0 0,4 0-1,-1 0 41,0 0 1,-1 0 0,0 0 0,-2 0-38,1 0 1,-1 0 0,-1 0 0,-1 0 1,0 0 1,0 0 0,1 0 0,-1 0-4,3 0 0,-1 0 0,-1 0 0,1-2 82,2 0 0,1 0 0,-3 1 1,0 0-4,3-1 1,0-1-1,-3 2 1,0-1 40,3 0 1,-1 0 0,-2 1 0,-1 0-36,2-1 0,-1-1 1,-2 2-1,-1-1 19,-1 0 0,-1-1 0,3 2 0,0 1-220,0-3 0,0 1 0,-4 1 0,0 0 237,-1 1 1,0 0-1,-2 0 1,0 0-14,-5 0 1,0 0-1,0 0 1,0 0-113,-2 0 0,-1 0 0,35 0 163,-6 0 1,-6 2 128,-8 3 0,-5-4 440,0 4 0,-12-3-459,-2-2 1,-7 0 423,-2 0 1,-7 0-392,-3 0 801,-3 0-706,-8 0 499,-2 0-619,-6 0 0,0-2 210,0-3 1,-2-4-99,-2-10 0,-3 1-98,-2-5 1,-4-2 48,4-9 1,-4-2-13,-1-7 0,1-1-17,4-3 1,-9-5-242,4-10 1,-3-4 110,3-10 0,6 36 0,1-1-281,0-3 0,0-2 1,0-1-1,0-2 195,0-5 1,0-1 0,-1-3 0,1-3-129,0-6 0,0-3 0,1-2 0,0-1-228,2 20 1,1-1 0,0 0 0,0-3-1,1-1 1,-1 0 243,1-3 1,1 0 0,-1-1 0,2-3-1,-1 0 1,1 0 49,-2-1 1,1 0-1,-1-1 1,1 2-1,1-1 1,0 1 90,-1 3 1,1 1 0,1 0 0,-1-1-1,0 0 1,1 1-15,0-1 0,0 1 0,2-1 0,1 0 0,0 0 0,2 1-12,1 2 0,1 1 0,1 0 0,-1 0 0,1 1 0,1 1-307,4-18 0,0 1 0,0 0 0,1 1 304,-1 3 0,0 1 1,0 2-1,0 2-261,0 6 1,1 2 0,-1 4 0,0 3 125,0 10 1,1 2 0,13-29 135,1 19 0,-7 12-240,-3 16 1,-8 9 1266,-2 6-1542,-6 2 0,5 8 719,-3 4 1,-2 3-584,7 1 1,-6 6 459,6 4 0,-7-2-448,2 2 0,-12-7 366,-7 2 0,-13-5 0,-11-4 0,-3 2 0,-1-4 0</inkml:trace>
  <inkml:trace contextRef="#ctx0" brushRef="#br0" timeOffset="54">24810 11515 8450,'-46'0'0,"-1"0"0,4 0 0,1 0-99,-34 0 0,11-4-49,8-1 1,15 0 328,13 5 150,1 0-547,18 0 198,-2 0 0,17 2 121,-1 2 1,9 0 19,1 5 1,0-6 208,5 2 1,5 1-46,4-1 1,7 0 49,8-5 0,7 0-167,7 0 1,14 0-319,-29 0 0,2 0 0,1 0 0,1 0 173,3 0 1,2 0-1,4-1 1,2 0-274,1-1 1,2-1 0,10 3 0,3-1 217,6-2 0,3 1 1,-26 1-1,1 1 0,0 0-293,6-1 0,0 1 0,1 1 0,0-1 1,1 0-1,0 0 286,1 0 0,1 0 0,-1 0 0,1 0 0,1 0 0,0 0-6,2 0 1,2 0 0,-1 0 0,-5 0-1,0 0 1,-1 0 36,2 0 1,-1 0 0,0 0 0,-2 0 0,0 0 0,-1 0-11,1 0 0,-1 0 1,0 0-1,0 0 1,-1 0-1,1 0-220,2 0 1,0 0 0,-1 0 0,-4 0 0,-1 0-1,-1 0 230,1-1 0,0 1 0,-1 1 0,-4 0 0,0 1 1,0-1-61,27 1 1,-1 1 0,-3 2-1,-2-1 80,0-1 1,-3-1 0,-9 3 0,-3 0-15,-4-3 1,-3 0-1,-7 3 1,-2 0 323,32 0 0,-14 4-371,-5-4 1,-23 0 1377,-5-5-1369,-17 0 1850,-5 0-1840,-26 0 1,0 0 725,-19 0 0,3 0-856,-8 0 0,4 0 183,-8 0 1,2-5-13,3 0 1,-7 0-21,-3 5 0,-4 0 10,-1 0 0,1 0-215,-1 0 0,-6 0 108,-4 0 0,-1 0-359,2 0 1,-5-1 415,0-4 0,-8 3-13,34 0 1,0 0 0,-2-1 0,0-1-209,-2 2 0,-1 0 1,-3-1-1,-1-1 254,-3 2 0,0 0 0,-3 1 1,-2 0-5,-4-1 1,-1-1 0,5 0-1,0 0-252,-2 1 0,0-1 0,1 1 0,-1 0 270,-2 1 0,0 2 0,0-1 1,0 0 12,-2-1 0,-1 2 0,6 1 0,0 0-1,-2 1 0,2-1 0,3 1 0,1 0-15,0 0 1,0-1-1,1-1 1,0 0-152,1 1 0,1 0 0,2 2 0,0-1 120,2-1 0,0 0 0,2 2 0,0-1-5,3-1 1,0 0-1,0-1 1,0 0-15,2 1 0,0 1 0,2-2 1,0 1 28,-2 0 1,0 1 0,1-3 0,1 1 0,0 2 1,0-1-1,-36 1 245,4 2 1,14-4-154,9 4 1,13-3 491,6-2 0,4 0-550,6 0 0,7 0 939,6 0-1039,1 0 969,1 0-630,2-7 1,6 4 40,0-6 1,-5 4-3,0-4 0,0 4 4,5-5 1,0 6-42,0-6 1,0 5 276,0-4-153,0 6-65,0-3-206,0 6-651,0 0 209,0 6 1,0 3 420,0 10 1,0 5-104,0 9 0,2 11 231,3 13 1,-2 14-152,1-29 0,1 2 1,-2 7-1,-1 3-376,3 7 1,0 2 0,-4 7-1,1 3 302,1 5 1,-2 1 0,-2-26-1,-1 1 1,-1 0-371,-1 0 0,-1-1 0,0 1 0,-2 25 1,-2 0 332,2-25 1,-2-1-1,1 1 1,2 1 0,0 0-1,-1-1-187,-4 25 0,-1-1 0,2-2 1,1-2-171,-3-10 1,0 0 0,3-1-1,-1 0 279,-2-1 1,0-1 0,3 3-1,1 0 9,-1-4 1,-1-1 0,2-1 0,-1-1 104,-1-7 1,1 0-1,1-1 1,0 1 14,-1 0 1,-1 0 0,0 2 0,-1 0 17,2 0 1,0 0 0,-3 0 0,0-1 112,2-4 0,1 1 1,-3 1-1,0 0-31,3-2 0,-1 0 0,-2 1 1,1-1 63,1-2 1,1 0-1,-1 0 1,1-1-264,-6 31 1,1 1 131,0-5 0,1-1 398,4-4 1,1 0-473,3-9 1,4 3 29,-4-8 1,3 4 647,2 1 1,-4-7-423,-1-2 0,-5-4-169,6-2 1,-6 0 400,5-5 0,-4-2-519,4-6 0,-1-7 426,1-3 0,2 1-789,-7-1 492,7 0 1,-8-5-692,7 1 394,-1-8 239,5 0 0,12-14 0,4 0 0</inkml:trace>
  <inkml:trace contextRef="#ctx0" brushRef="#br0" timeOffset="55">29133 11672 8288,'0'-24'16,"0"0"192,0 7 175,0-4-110,0 7 111,0 6-526,0 2 0,0 23 266,0 7 0,0 12 59,0 2 1,0 11 41,0 8 0,-2 13-119,0-31 0,-1 2 0,2 5 0,-1 1-337,-2 5 0,-1 1 0,-2 8 1,-1 2 275,0 12 1,-3 2 0,2-22 0,-2 0 0,0 2-339,0 7 0,0 1 0,0 1 0,-2 2 0,0 1 0,-1 1 358,0 3 0,0 1 0,0 1 0,0 3 0,0 0 0,0 0-18,2 0 0,-1-1 1,1 0-1,-2 2 0,1 1 1,0-2-15,2-1 1,0-2-1,0 1 1,-2-2 0,0-1-1,1 1-56,1 0 0,0 1 0,0-1 1,0-4-1,0 0 0,1-2 27,2-3 1,0-2 0,1-1-1,-1-7 1,1-1 0,1-2-227,-2 11 0,2-3 0,1-8 0,2-1 178,0-5 0,1-2 0,1 33-83,1-15 1,1-2-139,4-13 0,-4 1 101,4-6 1,-3-5-765,-2-4 0,-5-10 2089,0-4-1161,-6-9 0,3 2 0,-6-4 0</inkml:trace>
  <inkml:trace contextRef="#ctx0" brushRef="#br0" timeOffset="56">23303 16704 7813,'-42'0'113,"1"-1"99,3-4 1,9-1 30,10-4-73,10-2 1,10 4-70,14-7 1,13 3-46,15 2 0,12-7-199,11 3 1,-25 5 0,0 0-149,4 2 0,1 0 0,5 0 0,2 0 265,3 0 0,2 0 1,7-1-1,4 1-363,5 0 1,3 0 0,-21 4 0,1 0 0,1 0 395,4 0 1,1-1 0,2 1 0,5 1-1,1-1 1,2 0-267,-13 1 0,0 0 0,1-1 1,0 1-1,0 0 0,-1 0 0,1 1 1,0 0 258,3 0 0,0 1 0,0 0 1,0 1-1,0-1 0,-1 0 1,1 0-1,0 0 8,1 0 0,0 0 0,0 0 0,0 0 0,0 0 1,0 0-1,1 0 0,-1 0 3,3 0 1,0 0-1,-1 0 1,0 0 0,-4 0-1,-1 0 1,0 0-1,-1 0 2,1-1 0,0 1 0,-1 0 0,1 1 1,18 0-1,-1 1 0,0-1-192,-1 1 0,-1-1 1,0 1-1,1 1 1,0 1-1,0-1 212,0-2 1,0 1 0,-2-1 0,-3 2 0,-1 1 0,0-1-13,-1-1 1,1-1 0,-2 1 0,-4 0 0,-1 0 0,0 0 2,-3 0 1,0-1 0,-1 1-1,-2-2 1,-1 1 0,0 1-44,-3 1 0,-1 0 1,-2 0-1,17-1 1,-3-1 49,-10 1 1,-3 1 0,-8 0 0,-2 0 906,28 2-919,-19 0 989,-23-5 1,-31-5-1136,-22 0 1,-9-6-224,-9 2 1,-12-8 349,-3-2 0,-9 6 0,1 7 0</inkml:trace>
  <inkml:trace contextRef="#ctx0" brushRef="#br0" timeOffset="57">17474 7890 8044,'-28'6'0,"-1"-4"0,2 6-196,4-3 0,-3-4 144,7 4 0,-1-3 116,1-2 153,3 0 0,-4 0 20,5 0 1,1 0 625,0 0-173,0 0 119,6 0-211,-5 0-575,12 0 1,1 0 152,9 0 1,12 0 59,7 0 0,15 0-64,14 0 0,15 0-144,-28 0 0,2 0 0,4 0 1,1 0-516,8 0 0,1 0 1,1 0-1,1 0 429,4 0 0,1 0 0,3 0 1,0 0-73,4 0 0,-1 0 1,2-3-1,-1 1 63,-5-1 1,-1 1-1,-6-1 1,-2 1-21,-12 2 0,-1 0 0,-5 0 0,-1 0-106,26 0 1,-12 0-392,-12 0 153,-13 0 118,-16 0 0,-9 0-28,-10 0 0,-9 5 48,-10 0 0,-16 0-251,-7-5 1,-8 4 230,-7 1 0,2 6 670,-6-1 0,-2-3-357,-8 3 0,35-6 0,0 0 0,-2 0 0,1 1 0,-3 2 0,1-1 0,4-1 0,0-1 0,-2 2 0,0-1 0,-1 0 0,1 0 0,-3 1 0,-1 1 193,1-3 0,0 1 0,4 1 0,0 1-9,-30 7 1,14-5 1124,15 1-919,5-7 0,23 5-98,9-3 1,18-4 63,15 4 1,14-3 60,10-2 0,17 4-358,-29-1 0,1-1 1,4 1-1,1-1-331,6-2 1,1 0 0,4 0 0,3 0 233,1 0 1,1 0-1,0-1 1,1 0-113,-4-1 1,0-1-1,1 3 1,0-1 153,2-1 1,-1-1-1,-2 2 1,-2 1 33,-7-1 1,-1 2 0,-6-1 0,-2 0-15,21 0 0,-18 0 61,-11 0 1,-11 1-591,-12 4 1,-4-2 69,-6 7 649,0-1 1,-13 12 0,-3 1 0</inkml:trace>
  <inkml:trace contextRef="#ctx0" brushRef="#br0" timeOffset="58">5432 12027 7905,'-8'6'-1357,"0"-2"1085,3 5 1,2-4 686,-7 4 1,6-6-11,-6 2 1,5-3 385,-4-2-69,0 6-212,-6-4 0,6 4 438,-1-6-585,7 0 1,3-6-133,10-4 0,10-2-14,9-3 1,7 1-122,11 0 1,10-5-126,10 0 1,-3-5-480,3 5 0,-1-4 171,5 4 0,-3 0-533,-6 4 0,-9 3-1537,-15 2 1147,-3 4 1260,-19 6 0,-10 6 0,-14 2 0</inkml:trace>
  <inkml:trace contextRef="#ctx0" brushRef="#br0" timeOffset="59">5375 12297 7905,'-14'0'1016,"9"-5"-588,10 1 0,17-9 285,20-1 0,10-2-533,15-8 1,-29 10-1,3 0-393,5-2 0,3-1 0,2-2 1,2 0-419,1 2 1,1 1 0,0 1 0,0 1 630,0 2 0,-1 1 0,5-1 0,1 0 0,-2-2 0,-1-1 0</inkml:trace>
  <inkml:trace contextRef="#ctx0" brushRef="#br0" timeOffset="60">29062 13591 7880,'0'-29'255,"0"1"0,0 6-260,0 3 0,11 5-461,3 4 1,8 4 387,-3 6 1,6 2 335,-1 2 1,-2-1-168,2 7 1,-7-1 84,2 6 1,-3 0 67,-2 4 0,-5-3-100,1 3 0,-5-3-13,4-2 0,-4 0-24,4 1 1,-5 4-6,0-1 1,3 1 12,-3-4 0,1-6 85,-5 1 134,0-7 0,2 3 316,2-6 0,-2-6-296,3-4 0,4-13-127,5-6 0,4-15-143,10-3 0,-1-2-193,11-4 0,1 1-566,9-5 1,-1 1 233,10-1 1,-5 6-574,5 4 0,0 4 1014,-5 5 0,3-1 0,2 9 0,-3 4 0,-7 6 0,-6 1 0</inkml:trace>
  <inkml:trace contextRef="#ctx0" brushRef="#br0" timeOffset="61">29630 13250 7989,'-8'0'-1716,"2"0"1749,6 0 229,0 0 142,0 6 1,0 3-197,0 10 0,2 4-1,2 5 1,-1 0-107,7 1 0,-2 4-30,1 0 0,2 5-41,-6-5 0,1 0 32,-1-4 1,-2-2 55,7-4 0,-7-2-5,2-7 414,-4-6-376,-1-2 1,2-6 221,3 0 1,-1-12-121,11-7 1,4-13-119,14-6 1,6-15-122,-14 22 1,2 0 0,2-3 0,2-1-486,6-3 1,2 0 0,4-4 0,1-2 458,5-3 0,2 0 12,4-2 0,2 0 0,1-2 0,2 1 0,-18 15 0,1 0 0,0 0 0</inkml:trace>
  <inkml:trace contextRef="#ctx0" brushRef="#br0" timeOffset="62">28379 11970 11224,'8'0'-2055,"5"0"1098,-6 0 804,1 0 110,-1 0-157,-7 0 125,0 0-54,6 0-171,-4 0 113,10 0 0,-9 0 49,7 0-291,-7 0 294,3 0 55,1 0 80,-6 0 0,6-1 20,-7-4 1,-2-3 46,-3-6 0,2-2 169,-6-3 0,-2-5 79,-8-9 0,0 2-93,-10-7 0,2 5 54,-11-5 0,-1 0-142,-8-5 0,-4 7-79,-6 3 1,0 4 63,0 5 0,-4-1-22,-1 6 0,1 7-12,4 7 0,-2 3 12,-2 2 1,-3 0-184,-2 0 1,3 8 111,6 6 0,0 8-183,0 12 0,-4 4 86,-1 9 0,30-22 0,1 0-185,0 3 1,0 1 0,1 3 0,0 1 228,-3 2 1,0 1 0,1 2-1,1 2 29,-1 2 1,2 1 0,1-3 0,3 0 0,4 1 0,1-1 0,0 0 1,-1 1 0,1 1 0,0 1 0,2-1 0,2 0 53,-1-2 1,2 0 0,3 0-1,1-1-58,-12 37 1,12 3 92,4-37 0,2 1 1,2 3-1,3 0-71,-2 1 0,1 1 0,1-2 0,2 1-4,1 0 1,1 1 0,1 2 0,1 1-18,4 3 0,1 1 0,1 2 0,0 1-6,3-1 0,1 0 1,1-4-1,3-2 10,-1-5 0,1-2 0,2 0 1,1-1-5,1 0 1,1-1 0,-1-5 0,0-3-67,3-2 0,0-2 1,31 22-104,5-9 1,-28-22 0,1-1 28,36 18 0,-6-5 115,2-10 0,-7-2-73,-3-7 1,-4-6-30,4-3 1,-8-7 91,8-7 1,1-7 59,4-12 0,1-7 16,-1-3 1,-4-5 0,4-4 1,-4 1-27,-1-6 1,6 3 3,-29 21 0,-1-1 0,30-20-5,-32 21 0,0-1 0,27-20 2,-1-3 0,-29 24 0,1-2 27,0-3 0,-1-1 0,-3 2 0,-1 0 87,18-35 1,-21 32-1,-1-2-85,-3-3 1,-1-1 0,1-1 0,0 0 63,-3 0 0,0-1 1,-2 3-1,-2 1-28,9-37 0,-9-1-13,-6 1 0,-5 34 0,-2 0-65,-2 0 0,0-1 1,-1 0-1,-2 1 43,-1-3 1,-1 0-1,-3-1 1,-1 0-103,-2 1 1,-1 0 0,-3-4 0,0 0-9,2-1 1,-1 1 0,-2 4-1,-1 1-102,-1-1 0,-2 0 0,0 6 0,-2 1 119,-3-1 1,-1 2-1,-2 0 1,-1 0 28,-3-2 0,-1 2 0,1 4 0,-1 1-21,-2 1 1,0 0 0,2 2 0,0 2-1,-2 2 0,-1 2 0,3 1 0,-1 2 36,-4-1 1,1 4-1,3 3 1,0 2-28,-3 0 1,-1 1 0,-33-5-27,0 6 0,4 4-138,1 6 1,6 2 86,3 2 1,4 7-13,1 13 0,-6 6-8,-4 13 1,4 6 72,32-24 0,0 2 1,4 3-1,1 3-33,-1 2 0,2 1 0,-2 4 0,1 1 87,-2 6 1,0 0 0,1-2-1,1 1-106,0 3 1,0 1-1,3-1 1,-1 0 140,-2 3 1,0 0 0,2 3-1,2 1-3,-3 5 1,3 1 0,4-3 0,4 0 69,1 5 1,2 0-1,5 1 1,1 0-206,2 1 1,2 1-1,0 3 1,2 0 149,0 1 0,2 0 0,4-2 1,2-2-18,4 2 1,3 0-1,3-4 1,4-2-8,4-3 1,3-2-1,0-2 1,2-3-98,0-7 1,2-2-1,0-1 1,2-2-32,-4-5 0,2-1 0,0-2 0,1 0-20,1 1 0,-1-1 0,1-3 0,0 0 57,-1 1 0,1-1 0,-1-6 1,1-2-52,35 16 1,0-14 58,0-10 1,0-8 9,0-11 0,-4-9 143,-1-9 0,7-6-123,-33 13 0,0-1 0,1 0 0,-1-1 109,-2 0 1,-1-2 0,2-1 0,-2 0-31,30-22 1,-35 19-1,0-1 81,1-3 1,1-1 0,1 1 0,1-1 9,2 1 1,0-1 0,0 1 0,0 0 18,-3-1 1,1 1-1,-1-1 1,-1 1-140,-1 0 0,0-1 0,1-1 0,-1 0-1,24-27 0,-28 25 0,0-1-17,19-24 1,-24 24 0,-1-2 54,-2 0 0,1-1 1,1-4-1,1-2 46,0-2 1,-1-2-1,-1 1 1,-1-1-70,-1 1 0,-2 0 0,-2-2 1,0 0 83,1-2 1,-1-1-1,-3-4 1,-3-1-106,0 0 1,-1 1 0,-1-1-1,-1 1-49,-2 4 0,-1 0 1,0-2-1,-2 0 16,-1 0 0,-2 0 0,-2-4 0,-2 0-93,-1 3 0,-2 1 1,-1 1-1,-4 1 135,-2 7 0,-3 1 0,-2 2 0,-3 1-34,-1 0 0,-4 2 1,-2 4-1,-3 1 41,-2 3 0,-1 2 0,1 1 1,-1 3-55,-2 3 1,0 2-1,-1 0 1,-1 1 94,0 2 1,-1 2 0,-1-1 0,-1 1-102,-2 1 0,0 0 0,-2 0 0,-1 0-66,-3 4 1,-2 2-1,0 0 1,-1 1 114,-3 4 1,0 2 0,-3 0-1,0 1-160,-2 2 0,1 2 0,-3 1 0,1 5-276,-1 5 0,0 4 0,3 0 0,1 3 227,0 5 1,1 4 0,-3 6-1,1 4-124,0 3 1,3 3 313,6 1 0,2 1 0,1 1 0,3 2 0,3 0 0,1 1 0</inkml:trace>
  <inkml:trace contextRef="#ctx0" brushRef="#br0" timeOffset="63">22592 6213 9994,'0'-23'67,"0"3"1,-1 6-121,-4-1 345,4 8 0,-6-6 113,7 3-102,0 4 17,0 0-41,0 6-154,0 0 1,0 11 15,0 3 1,2 10-19,3 0 1,-2 9 13,6 5 0,1-2 983,4 2 0,0 0-2544,0 4 0,-4-4 2901,-1 0 0,-1-1-492,2 0 1,2 3-1329,-2-7 0,-4-4-861,-1-6-923,-4-5 919,6 2 410,-6-12 0,6-3-388,-7-10 0,0-3 1222,0-6 0,12-7 0,4-1 0</inkml:trace>
  <inkml:trace contextRef="#ctx0" brushRef="#br0" timeOffset="64">22991 6028 9994,'-10'-2'843,"1"-3"-462,-1 4 0,-4-5 2,0 6 1,4 6 156,1 3 1,-1 6-165,-4 4 1,5 3 20,-1 6 1,7 2-86,-2 3 0,4-1-295,1 6 0,0-2 68,0 2 0,6 1-138,3-5 0,4-1-248,1-5 1,5-1 37,0-3 0,2-5 12,-2-10 0,-4-2 193,4-7 0,-3 0 136,-2 0 1,1-7-45,-1-2 1,-2-9 322,-2-1 1,1-6-25,-6 1 1,-1-2-132,-4-3 0,0 1-340,0-1 0,-6 1 104,-3-1 0,-4 1-263,-1 0 0,-2 1 40,-3 3 1,2 3-876,-7 7 0,5 2 395,-5 2 0,7 4-387,-2 6 0,3 0-266,2 0 1381,0 6 41,6 2 1,8 6-1,8 0 1</inkml:trace>
  <inkml:trace contextRef="#ctx0" brushRef="#br0" timeOffset="65">23389 5957 9994,'-7'-8'-555,"-2"3"717,3-3-100,-1 7 0,1-6 1197,-4 7-632,4 0 1,-7 0-101,4 0 0,1 0-205,-1 0 0,-1 7-258,-4 2 1,4 4 167,1 1 1,4 5-40,-4 0 0,6 11 66,-2-2 1,3 4-228,2-4 0,0 2-118,0 3 0,7 2-122,2 3 1,8-8-121,2-6 1,5-2 122,-5 2 1,6-5 76,-1-10 1,1-3 60,-1-6 0,3 0 251,-3 0 1,-4-8-74,-1-6 0,0-6 510,-5-9 1,2 1-124,-11-1 1,-1-4 54,-4 0 1,0-2-408,0 2 1,-6 3 68,-3-3 0,-4 3-875,-1 2 1,-7 1 343,-2 3 1,0 3-443,0 7 1,1 2 266,-2 2 0,3 4-1147,7 6 0,0 6 543,0 4 1,4 4 1111,1 5 1,6 3 0,-4 6 0</inkml:trace>
  <inkml:trace contextRef="#ctx0" brushRef="#br0" timeOffset="66">24014 5701 7871,'-5'-14'122,"1"-1"1,-6 1 90,6 0 1,-8 4-91,3 1 0,-2 4 38,1-4 1,-2 6 21,2-2 0,-2 3-44,-3 2 1,0 7 73,-4 2 1,6 4-206,-6 1 0,11 2 148,-6 3 0,3-2-248,-3 7 1,6-7 48,3 2 1,-1 2-112,1-2 1,0 0 18,5-5 1,7 0 115,2 0 0,5 0-32,5 1 1,-1-6 37,5 1 0,1-7-10,4 1 0,1 0 12,-1 0 0,1-2-26,-1 3 0,-4-2 35,0 2 0,-7-2-78,2 6 63,3 1 1,-8 4-9,0 0 1,-6 0-16,-8 1 0,-6 3 18,-3 1 0,-9 0-124,-1-4 0,-6-1 113,1 0 0,-7-1-230,-2-4 0,1 2 64,8-6 0,-3 4-149,4-4 1,1 0-31,-2-5 1,8-6 377,2-4 0,0-3 0,4-1 0,4-6 0,-7-2 0,5-7 0</inkml:trace>
  <inkml:trace contextRef="#ctx0" brushRef="#br0" timeOffset="67">23844 5473 7871,'0'-8'961,"0"2"-978,0 6 106,0-6 231,0 4-122,0-4-38,6 12 1,-5 4 334,4 9-248,-3 3 1,4 9 36,4 7 1,1 2-72,-2 12 1,9 6 51,-4 9 0,3 2-201,-3 2 0,-4-1 32,-1-4 0,-1-9 92,2-10 0,-2-4-349,-4-5 0,-2-10-573,3-9-28,-4-3 1,-1-6-828,0-1 846,0-6 743,7-3 0,0-14 0,8-8 0</inkml:trace>
  <inkml:trace contextRef="#ctx0" brushRef="#br0" timeOffset="68">22550 7080 7800,'-8'6'0,"-5"-3"-134,4 7 1,1-7 166,-2 2 1,1 1 286,-5-1 1,1 1 92,4-1 129,-4-4-77,5 6 127,-6-1-301,6-4-120,2 4 0,18-12-127,7-4 0,13-4 106,6-5 0,15-3-176,9-7 0,12-1-267,-34 14 1,1-1 0,6-1 0,2 0 314,3-3 0,0-1 1,9 0-1,2 0-320,2-2 0,2 1 0,6 0 0,1 1 346,0-1 1,-1-1 0,-3 2-1,-2 0 14,-8 0 0,-2 1 0,-4 3 0,0 0 51,-4 1 1,-1 1 0,-4 1 0,-1 0 174,27-14 0,-11 9 280,-22 5-461,-10 1 155,-14 13 234,-7-6 1,-9 7-366,-3 0 0,2 0 777,-6 0 0,-1 2-681,-4 3-187,-7 2 0,-1 8 1,-6-1-1</inkml:trace>
  <inkml:trace contextRef="#ctx0" brushRef="#br0" timeOffset="69">23076 7549 7808,'-8'0'-1692,"-5"0"2083,12 0-619,-12 0 212,12 0-297,-12 0 261,11 0 0,-6 0 15,4 0 1,2-2 35,-3-2 0,4 0-3,1-5-3,0-1 0,-5-4 7,0 0 0,1 0-2,4 0 1,0-1-3,0 1 1,0 0 187,0 0 1,-2 0-60,-3-1 0,4 1 280,-4 0 0,3 0-7,2-1 0,-4 1 110,-1 0 0,0 5-101,5-1 0,0 5 411,0-4-86,-6 6-188,4-4-591,-4 7 116,6 0 0,0 7 58,0 2 1,0 4 2,0 1 1,1 7-82,4 2 0,-2 6 52,7 4 0,-5-2-44,4 7 0,-1-6-128,1 1 1,4-3 116,-3-1 0,-3-1-147,3 0 1,-2-1 62,1-3 0,2-3-575,-6-7 230,0 0-496,-5-6 514,0-2 0,0-7-38,0-4 1,0-3-644,0-6 1,0-5 23,0 0 1022,0-6 0,6 2 0,2-5 0</inkml:trace>
  <inkml:trace contextRef="#ctx0" brushRef="#br0" timeOffset="70">23374 7179 7300,'-14'0'-1142,"0"-1"1494,0-4 562,0 3 1,-1-4 58,1 6-619,0 0 0,0 0-26,-1 0 1,6 0-82,-1 0 1,6 2-146,-6 2 1,6 4-10,-6 7 0,7 0-64,-2 4 0,2-1 77,-2 5 1,4 1-191,-4 4 1,5 1 29,5-1 1,1-1 87,3-3 1,4 3-123,-3-4 0,7-2 9,2-2 0,0-5-4,-5-4 0,5 1 119,0-7 1,0 1 96,-5-5 0,2-6 85,3-4 0,-8-2-115,3-3 1,-4-5 25,-1-4 0,-1 2-57,-3-2 0,-4 1-133,4-6 0,-10 1 168,-4-1 0,-1 1-702,-4 0 0,3 1 35,-8 3 0,-1 4-219,1 5 0,-5 1-175,5 0 0,0 6 535,5 3 1,-5 4 418,0 1 0,0 0 0,5 6 0,0 2 0</inkml:trace>
  <inkml:trace contextRef="#ctx0" brushRef="#br0" timeOffset="71">23886 7151 7808,'14'-6'-150,"-4"-1"40,-1-2 0,-5-4 400,0 4 0,3 1 204,-3-2 60,1 1-321,-5-5 1,-6 1 80,-4 3 1,-2-1-123,-3 7 0,1-1 25,0 5 1,-5-5-179,0 0 1,-1 1 66,1 4 1,3 1-150,-3 4 0,-2 1 35,2 4 1,0 2-238,5-2 1,0 3 138,0 1 1,6 2-77,3 3 1,-1-4-16,1 4 0,0-3-321,5-2 390,7 7 0,1-5 27,6 3 1,0-10 133,0-4 1,5 1-74,0-1 0,2 0 162,-2-5 0,-4-5-50,4 0 1,-3-6 72,-2 2 1,1-9 79,-1-1 1,-2-1 85,-2 1 0,1 3-27,-6-3 0,4-2 71,-4 3 1,0-1 519,-5 4-186,0 1-633,0 0 295,0 6-485,0 2-35,0 6 1,1 1-109,4 4 1,3 8 83,6 6 1,0 6 16,1-1 0,-1 4-46,0 5 1,5-1 96,0 6 1,0 0 84,-5 4 0,0 1-38,1 0 1,-3-2-94,-2-3 1,-2 1-50,-4-6 0,-2-4-141,3-6 1,-5-5 58,-5 1 1,-3-5 82,-6-5 0,-7 2 107,-3-6 1,-1 5-66,2-6 0,-4 1 297,3-5 1,2-1-87,-2-4 0,7 2 69,-2-7 0,3 1 5,2-6 0,4-4 4,1 1 0,6-8-54,-2 3 0,5-4-48,5-2 0,7-1-222,7-3 0,5 1 72,-5-5 1,5 3-151,-5-4 1,6 1 71,-1-6 1,2 5 14,3 0 0,-7 2 137,-3-2 0,-3-2-45,-2 7 0,-1 0 150,-4 5 0,-3 5 82,-6 5 0,0 2 269,0 2 0,-1 6 32,-4 3 419,-3 3-253,-6 2-8,0 0-434,0 0 1,6 2-87,3 3 1,-1-2-34,1 6 1,0 1-31,5 4 0,0 5 27,0 0 0,2 5 51,2-5 1,0 1 26,5-1 1,-1 2-37,1 2 0,4 3 6,-3-8 1,-3 6-1,3-5 0,-5 5 8,4-5 1,-4 4-47,4-4 1,-5-4-18,0-6 0,-1-4 394,2 4-195,-3-6 8,4 4 1,-6-15-71,0-6 1,0-2-273,0-8 1,-5 1-33,1-6 1,-3 1-92,3-1 0,2 1 77,-3-1 1,-1 2 109,1 4 1,0-4-150,5 3 0,0 2-19,0-2 1,0 7-61,0-2 170,0 3 0,2 4 99,3 2-32,3 4 0,6 7 147,0 4 1,0 8-55,0 6 0,5 1-56,0-1 0,0 2 86,-4 3 0,-6 1-42,1-6 0,-1 4 138,5-4 0,-4 5-87,-1-5 1,-6 0 160,2-5-9,-3 0 226,-2 1 10,0-7-57,0-2-381,-7-19 1,6 4 93,-4-10 1,-1-3-197,1-2 0,0-1 112,5 1 0,0-3-190,0 3 0,0-2 20,0-3 0,0 2 2,0 4 1,7 2 10,2 7 0,-1 0 61,1-1 0,1 8-62,4 2 0,0 3 65,1 2 1,-1 11 193,0 4 0,0 8-64,0 1 1,-1 3 70,-3 1 1,1 1-224,-7-1 1,1-1-271,-5-3 0,0 1-716,0-6 1,0 0-81,0-5 1134,0-6 0,0 5 0,0-6 0</inkml:trace>
  <inkml:trace contextRef="#ctx0" brushRef="#br0" timeOffset="72">24242 5431 7973,'-63'-35'0,"2"5"224,-5-3 0,-5 7-447,-5 3 1,35 14 0,0 0 281,1-1 1,-1 1 0,0 4 0,-1 1 32,-1 1 0,0 1 1,-2 1-1,-1 1-40,-1-1 1,-1 2 0,-1 4 0,0 2 66,-1 2 0,1 1 0,-1 3 1,2 1-190,0 2 1,1 1 0,-3 4 0,0 1 101,1 3 0,-1 2 1,-3 2-1,0 0 58,-4 4 0,0 1 0,6 1 1,3 2-19,1 5 0,4 2 0,4-1 0,3 1 22,4 0 1,3 2 0,2 0 0,3 2-111,1 4 0,4 1 0,5-2 0,4 0 16,4 4 0,2-1 0,2 1 0,1 1-90,1 3 1,0 0-1,3 0 1,1 1 20,0 4 1,1 0 0,3-7 0,1 0 20,0 2 0,1 0 1,3-3-1,0 0 69,-2 1 0,1 0 0,4-1 1,2 0-15,0-1 0,1-1 0,4-3 0,2-2 21,0-3 0,2-2 0,5-2 1,4-1-20,1-2 0,2-2 1,4 0-1,4-3-108,2-1 1,1-4 0,0-5 0,1-2 76,4 0 0,-1-2 1,0-2-1,0-3-144,0 0 0,1-1 0,1-2 0,0-2 33,-1 0 0,-1-1 1,-2-1-1,0-2 69,-2-1 0,0 0 0,-3-2 0,-1 0-57,-3-3 1,-1 0-1,2 0 1,-1-2-88,2 1 1,0-2-1,-3-4 1,-2-2 153,3-4 1,0-3 0,-5-1 0,0-2-11,0-4 0,-1-1 1,1 1-1,-1 0 112,1-3 0,-1 0 0,-1 1 0,-1-1-17,1 1 1,0-2-1,-3-2 1,-2-2 506,26-26 1,-28 27 0,-1-1-62,1 0 0,-1 0 0,18-29 426,-4-6 0,-8-1-40,-1-4 0,-8-1-369,-1-4 1,-13 2-297,-6 33 0,-1 1 0,-2 0 0,-1-1-59,0-1 1,-2-1-1,-2-5 1,-1 0-31,-3-2 0,-1 0 1,-2-2-1,-2 0-274,-3 0 0,-3 0 0,-3-4 0,-2 0 124,-4-4 1,-3 1 0,-3-3-1,-4 1-60,-2 1 1,-2 1-1,-1 3 1,-1 0-64,-2 3 0,0 2 0,1 3 0,-1 3-312,-2 1 1,-1 3 0,-1 2 0,-1 3 227,-2 6 0,-1 3 1,1 5-1,-1 5-1395,1 8 0,-1 4 1643,0 0 0,-1 2 0,-3 2 0,0 2 0,0-1 0,0 0 0,1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39.948"/>
    </inkml:context>
    <inkml:brush xml:id="br0">
      <inkml:brushProperty name="height" value="0.053" units="cm"/>
      <inkml:brushProperty name="color" value="#FF0000"/>
    </inkml:brush>
  </inkml:definitions>
  <inkml:trace contextRef="#ctx0" brushRef="#br0">17986 9042 8098,'-14'0'-1675,"-1"0"1957,1 0 1,5 0 698,-1 0-796,1 0 0,-5 0 49,-1 0 0,6 0 26,-1 0 1,1 0 5,-5 0 0,-1-2 106,1-3 1,0 4 400,0-4-497,0 3 1,-1 2-108,1 0 261,6 0-550,-4 0 87,10 0 1,2 0 34,10 0 1,10 0 12,9 0 1,13 0 5,15 0 93,13 0-1009,-29 0 1,3 0 834,5 0 0,1 0 0,4 0 0,1 0 32,4 1 0,1-2-107,3-2 0,2 0 64,-1 3 1,1-1-1,5-5 1,1 0 66,-2 4 1,-1 0 0,-6-4 0,-2 1-6,0 4 1,-1 0 0,-13-2-1,-2 0 275,36 3-197,-9 0 1,-17 0-36,-7 0 1,-7 0-16,-16 0-299,-4 0 267,-12 0-883,-2 0 0,-7 0 1511,-4 0-615,-3 0 0,-19 0 0,-3 0 0</inkml:trace>
  <inkml:trace contextRef="#ctx0" brushRef="#br0" timeOffset="1">17659 8615 8120,'8'-28'0,"-2"-1"-521,0-5 350,-4-3-696,4-5 901,1-1-384,-6 0 229,6 1 27,-1-7 241,2-2 1,1-6 22,1 0-57,-7 0-642,10 1 681,-12 5-62,5-4 1,-6 12 549,0 0-331,0 7-23,0 8 0,-4 6 472,-1 3-374,-6 9 520,9 4-884,-4 6 0,1 8 494,0 6 0,1 8-517,4 11 1,-5 7 81,0 12 0,1 8 150,4 16 1,0 3-291,0-37 0,0 1 1,0 3-1,0 0 113,0 1 0,0 0 0,0-2 1,0-1-23,-1 1 1,2 0 0,-1-3 0,1 0-43,1 3 0,1 0 0,-2-2 0,1 1-126,3-1 0,-1-1 0,0 29 198,0-9 0,3-12-569,-3-12 1,6-3 234,-5-7 0,-1-10-1263,-4-4 295,7-10 949,-6 3 0,7-7-150,-3 0 1,-2-8 827,7-6-385,-7-1 0,9-18 0,-4 3 0</inkml:trace>
  <inkml:trace contextRef="#ctx0" brushRef="#br0" timeOffset="2">17659 7904 8120,'-22'-28'-122,"1"1"-124,7 3 585,0 4 605,6 12-934,2 2 73,6 6 0,11-5 58,3 0 1,11 0 6,4 5 1,7-1-245,11-4 0,10 3-31,10-2 1,8 2-308,6 2 0,-39 0 1,1 0 374,2 0 1,0 0 0,2 0 0,-1 0-71,4 0 0,0 0 0,0 0 0,0 0 61,0 0 0,-1 0 1,-5 0-1,-1 0 7,37 0 0,-5 0-133,-4 0 1,-3-1 109,-7-4 0,-5 3-1,-14-2 0,-1 0 42,-3 0 0,-5 2 17,-9-3 1,-3-1 34,-7 1 223,-6 1 475,-2 4 0,-6-2-323,0-3 808,0 4-894,0-12 0,5 10 55,0-7 0,-1 6 276,-4-6 220,0 7-601,0-10 221,0 12-1181,0-6 589,0 7 1,5 8 216,0 7 0,1 8-24,-1 15 0,-2 8 177,7 16 0,-7 10-346,-1-30 1,0 2 0,2 4 0,-1 1 262,-1 5 0,0 1 0,2 1 1,-1 1-340,-1-1 0,1 1 0,-3 0 0,1-2 275,1 0 1,1-1 0,-2-2 0,1-1-109,0-5 1,1-2 0,0 32 81,6-19 0,-4-8-327,5-11 1,-7-3 121,2-7 1,1-6-502,-1-3 289,-1-3-517,-4-2 0,0-4 32,0-1 828,0-6 0,0 3 0</inkml:trace>
  <inkml:trace contextRef="#ctx0" brushRef="#br0" timeOffset="3">17957 8743 8078,'-7'-14'0,"-6"0"0,3-1 0,-1 1-293,2 0 0,-4 0-367,4 0 1,1-1 659,-2 1 0,7-2 0,-1-3 0,0 2 0,0-7 0,2 5 0,-3-4 0,-1-1 0,1-4 0,-1-1 0,1 1 0,4-5 0,-4-1 0,2-7 0,-2-1 0,2-3 0,-7-7 0,6 6-62,-6-1 1,2-2 352,-1 2 0,-4-1 38,4 6 0,1 10 199,-2 4-93,1 9 0,-1 0 276,1 9-119,6 4-319,-4 6 1,7 8-423,0 6 0,0 3 128,0 12 0,2 2 304,3 12 0,-2 12-98,6 7 0,1 8-340,4 5 1,-7-33 0,0 0 250,0 3 0,0 0 0,0 3 0,-1 0-26,-1 0 0,0-1 0,1 2 0,0 0-91,-1 1 0,0 0 0,-2-4 0,0-1 82,-1-2 1,1 0-1,0-3 1,0 0-143,2 26 1,-1-7 71,-4-21 0,-1-5-310,-4-9 0,4-4-449,-4-6-376,3-6 93,2-1 1106,0-7 0,0-7-722,0-2 1,5-5 677,0-5 0,12-10 1,-1-7-1</inkml:trace>
  <inkml:trace contextRef="#ctx0" brushRef="#br0" timeOffset="4">17602 7748 8310,'-14'-6'0,"0"-4"395,-1-2-138,7 4 1,4 1-372,8 7 1,12 0 34,13 0 1,7 0 183,11 0 0,6 0-77,8 0 0,15 0-218,-34 1 1,1-2 0,3-1-1,0 0 80,1 0 0,1-1 0,-1-2 0,2-1 66,5 1 1,1 0-1,2-1 1,0 0-100,2-2 0,0 1 0,-3 2 1,-1 1 37,-5-1 0,-1 0 1,-2 1-1,-2-1-11,-4-2 1,-1 0 0,34-3 36,-13 1 0,-7 4 68,-16-4 0,-5 4 187,-9-5 0,-4 7 43,-5-2 116,-7 4-176,-2 1 1355,-6 0-197,0 0-1022,0 6 1,0-3-22,0 7 0,5-1-124,-1 6 1,3 5 173,-3 4 1,0 4-144,5 5 0,-4 10 201,4 9 0,-4 11-163,5 8 1,-8-29 0,-1 2-257,1 5 1,0 1 0,0 3 0,-2 0 132,0 4 0,0 0 0,0 0 0,0 0-61,0 0 1,0-1-1,0-2 1,0 0-108,0-1 1,0-2 0,0-7 0,0-3-42,0 30 0,0-9-9,0-19 1,0-4 30,0-10 0,0-7-396,0-3 0,2-5-78,2-5-1480,-2 4 1222,4-12-1076,-6 6 1931,0-7 1,0-7 0,0 0 0</inkml:trace>
  <inkml:trace contextRef="#ctx0" brushRef="#br0" timeOffset="5">17716 9326 8069,'-14'0'0,"-1"0"270,1 0 0,0 0 198,0 0-427,6 0 71,1 0 0,9-2 260,3-2 0,15 0-64,13-5 1,20 4-21,8-4 1,-21 6 0,1 1-115,3-3 1,2 1 0,3 0 0,1 0-310,4-1 1,1 0 0,2-1 0,2 0 144,4 1 1,2 0 0,-5 1 0,0 0 70,-3 0 1,-1-1-1,-3 0 1,-1 0-60,-7-2 0,0 0 0,-4 1 1,-2-1 126,23-2 0,-13 3-142,-16 6 1,-4 0-7,-6 0 1,2 0-1747,-6 0 1745,-6 0 0,0 6 0,-5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39.954"/>
    </inkml:context>
    <inkml:brush xml:id="br0">
      <inkml:brushProperty name="height" value="0.053" units="cm"/>
      <inkml:brushProperty name="color" value="#FF0000"/>
    </inkml:brush>
  </inkml:definitions>
  <inkml:trace contextRef="#ctx0" brushRef="#br0">3612 12752 8055,'-7'-8'-378,"6"-4"1,-10 8 1124,6-5-179,0 6 762,-1-4-361,4 7-394,-4 0-459,6 0 767,0 0-911,6 0 8,-4 7 182,4-6-21,-6 12 23,0-11 41,0 4-252,0 0 156,0-4-176,0 4 105,0-6-458,0 0 204,0 6 1,2-4-228,3 3-31,-4-4-1,6-1-377,-7 0 284,0 0 0,6 0 0,2 0 0</inkml:trace>
  <inkml:trace contextRef="#ctx0" brushRef="#br0" timeOffset="1">6370 12198 8778,'0'8'-247,"0"-2"1137,0-6-956,0 0 0,6 0 0,2 0 1</inkml:trace>
  <inkml:trace contextRef="#ctx0" brushRef="#br0" timeOffset="2">9910 11586 8218,'-20'0'0,"4"0"843,-3 0 1,3 0 341,2 0-2595,6 0 1410,8 0 0,14-12 0,8-4 0</inkml:trace>
  <inkml:trace contextRef="#ctx0" brushRef="#br0" timeOffset="3">12128 10335 8135,'0'-8'1949,"0"2"-1118,0 6 8,0 0-82,6 0-518,2 0 0,7 0 3,-1 0 0,-5 5 13,1 0 1,-1 4 141,5-4 0,-4 1-114,-1-1 1,-4-2 103,5 7 0,-6-7 320,6 1-275,-7 4 1,8-5-73,-6 7 0,1-7 57,-1 2 0,-2-4-327,7-1 1,-6-1 165,6-4 0,-1-11-1375,5-12 1,7-10 694,3-14 0,10-10-332,-13 23 0,1-2 0,3-2 0,1-1 408,4-5 0,1-2 0,1-1 0,1-2 0,3 1 0,-1-1 0</inkml:trace>
  <inkml:trace contextRef="#ctx0" brushRef="#br0" timeOffset="4">19820 8729 8355,'0'-27'35,"0"3"1,0-1 446,0 6-437,0 0 1,-2 11 333,-2 4-636,2 2 142,-4 2 1,4 6 181,-3 4 0,-2 4-6,-8 5 1,0 8 69,-4 6 1,-4 8-189,-5 2 0,0 6 24,-1 7 1,-4 8-236,0 2 0,15-26 0,1 1 295,0 0 0,1 3 1,1 6-1,0 3-301,-2 1 1,1 1 0,0 2-1,2 2 269,-1 3 0,1 0 1,3-2-1,0 0-8,1-3 0,1-1 0,4-5 1,1-2-46,1-3 1,1-2-1,4 32 7,7-19 1,8-12-198,17-21 0,2-5 70,7-9 0,-1 2 23,1-2 1,-1-2 442,1 1 1,-5-4-244,0 4 1,-6 1 466,1 4 0,-10 2-395,-4 3 1,-4 4 147,-6 11 1,-3 0-138,-6 4 1,-1 8 17,-4-3 1,-4 10-38,-10 4 0,-5 5-162,-9 4 0,3-3 152,-3-6 0,1 0 91,-1 0 1,3-2-124,-3-3 1,3-4 195,1-10 1,7-5-221,3-9 194,3-4-296,8-12 178,2-2 1,8-10-166,2-1 0,4-5-93,7 6 1,0-7 42,4 1 0,3-3 46,7-1 0,-5 2 47,-1 2 1,-1 5 273,2 10 1,1 6 136,-6 13 0,0 15-37,-5 23 0,-1 15-600,-8-26 1,0 3 0,-2 4-1,0 2 415,-3 12 1,0 3-1,0-21 1,-1 1 0,0 0-345,0 4 0,0 2 1,-1-1-1,-1 4 1,0 0-1,-1 1 281,-1 4 1,-2 1 0,0 0 0,0-5 0,0 0 0,-1 0-356,-1 2 1,-1-1-1,1 1 1,-1-2 0,1 1-1,-1 0 286,1 0 1,-1 1-1,1-1 1,-1 1-1,0-1 1,0 2 23,-1 1 0,-1 1 0,2-1 0,1-7 0,1-1 0,1-1-187,-1-1 0,0 0 1,0-1-1,-1 20 0,1-2 123,0-4 0,2-1 0,1-4 1,2 0 88,0-5 1,1-1 0,2-6 0,1-1-588,3-3 1,2-2 0,1-5 0,3 0 482,5 0 1,4-3 0,2-5 0,3-4-1140,6-1 1,2-5 0,34 7 1139,-26-19 0,1-4 0,-1-2 0,0-3 0,3-6 0,0-3 0,-1-2 0,1 1 0</inkml:trace>
  <inkml:trace contextRef="#ctx0" brushRef="#br0" timeOffset="5">29488 8715 7805,'0'-15'-242,"0"1"1,0 0 449,0 0 108,-6 0-98,4-1 0,-6 3 268,4 2 0,2 2-491,-3 4 15,4-4 1,-4-2 31,0 1 0,-1 4 86,1-4 0,-3-1 69,-6-4 0,0 4-27,0 1 0,-2-1-3,-3-4 0,-3 5-138,-7-1 0,1 2 20,-1-1 1,-4 1-127,0 3 0,-5 4 67,5-4 0,-5 3-97,5 2 1,-7 5 86,2 0 0,4 6-72,0-2 0,3 4 30,-2 1 0,1 7 32,-6 2 0,7 0 0,-3 0 1,4-1 2,2 2 1,0 3-45,-1-3 1,2 1 54,4-1 0,-3 1 17,7-6 0,-1 4-23,1-4 1,1 2 42,-5-2 1,4-2-23,-5 7 1,5-5 1,-5 5 1,2-2 35,-1 1 1,-3 3 12,7-7 0,-6 6-39,1-1 1,-1 3-3,1 1 0,-1-4 6,6-1 1,-4 3-3,4 7 0,-5-3 78,5 3 0,0-5-65,5-4 0,0 5 1,-1-1 1,1 0-22,0 6 0,1-4 3,4-2 0,-4 0-2,4 1 0,-2-2 16,1-4 0,-3 4-16,4-3 0,1 4 10,-1 6 0,-1-4 9,-4 3 0,4 2-25,1-2 1,-1 6-1,-4-1 1,5 3 5,-1 2 0,7-1 0,-2 1 0,-1 4-28,1 1 1,-1 1 28,1-2 0,4-1-23,-4 6 0,3-1 15,2 1 1,-1-2-47,-4-2 0,3-4 26,-2 3 0,2 2-1,2-1 0,0 1 10,0-2 1,0-1-4,0 6 0,5 0-75,0 5 0,4 0-125,-4 0 1,4 6 72,-4 3 1,5 4 64,-6 1 1,6 5-119,-5 0 0,4-1 70,-4-4 0,4 4 50,-4-4 1,6 1 23,-2-10 1,-1 4-11,2-4 1,-2-2 121,1-8 1,4-3-77,-4-6 0,-1-1 85,2 1 1,-2 0-50,1-1 1,4-1 67,-4-3 1,-1 3-8,2-3 1,-1 7-35,5-3 1,-4 4 11,-1-8 0,-1 8 8,2 1 1,2 7 73,-2-2 1,-2-2-60,1 3 0,-4-6 120,4 5 0,1-1-80,4 1 0,-4-5-29,-1-9 0,-1 3 152,1-3 1,4 3-216,-4 2 0,-1-1 90,2 1 1,-5-5 0,4 0 1,-6 0 13,2 4 1,1 1-42,-1 0 0,1 4-137,-1 1 1,-3 5 118,2-1 0,0-1-135,0 1 0,3-6 40,2 1 1,4-9-160,-4-5 1,9-4 109,1-6 1,1 3 24,-1-7 0,-2 4 99,7-4 1,-5 5-94,5-5 0,-1 1 166,6-1 1,-5-7-85,-1 2 1,-4-8-54,5 4 1,0-7 52,4 1 0,-4-4 11,-1-4 0,3-11-275,7-8 1,0-12-808,10-8 1024,-4 1 0,-11 12 0,0-2 0,22-26 0</inkml:trace>
  <inkml:trace contextRef="#ctx0" brushRef="#br0" timeOffset="6">29616 8871 7756,'0'-14'-279,"0"0"0,0-1 29,0 1 1,0 5-252,0-1 512,6 7 0,2-3 187,6 6 0,1 0 23,-1 0 1,2 8-138,3 6 1,-4 3 72,4 12 0,-3 2-73,-2 12 0,1 7 179,-1 7 1,0 13-398,-6-31 1,-2 2-1,-1 5 1,0 0 200,0 3 0,-1 2 1,1 5-1,0 3-372,2 6 0,0 3 0,0 4 0,0 2 283,-2-21 1,-1 1-1,1 1 1,1 2 0,1 1-1,-1 0-293,1 1 1,-1-1-1,0 1 1,1 1 0,-1 1-1,0 1 217,-1 1 1,0 0 0,-1 0 0,1 2 0,0 0 0,0 0 23,0 0 0,0 0 0,-1-1 0,-1-1 0,0-1 0,-1-1 13,0-5 1,-1-1 0,1 0-1,-2 0 1,1-1 0,-1 0-266,0 24 1,0 0-1,0-1 1,-1-2 252,-1-3 1,-1-2-1,0-3 1,-2-1 73,-2-9 1,0 0 0,-3-1 0,1 0-7,-1-2 0,1 1 0,-3 2 0,0-1 81,3-3 1,-1-1-1,-2 4 1,0 0 16,3-6 1,-1-1 0,-1 5 0,-1 0-64,2-2 1,1 0 0,-4 3 0,1-1 59,0-2 1,0 0-1,-1 1 1,1-1-33,0-2 0,0-1 0,-1-3 0,-1 0 165,2-3 1,0-1 0,-1 0 0,-1-2-227,-14 31 1,0 2-121,-1-12 0,1 6 100,-1-6 1,1 6 7,-1-6 1,3 1 81,2-5 0,2-5-53,3 0 0,1 0 628,-5 5 0,5-2-652,-1-3 1,8-9 179,2-10 1,-1-11-171,-4-7 0,1-7 0,4-8 0,3 0 0</inkml:trace>
  <inkml:trace contextRef="#ctx0" brushRef="#br0" timeOffset="7">29531 8402 7736,'-35'-2'19,"-3"-2"-8,3 2 0,1-9-44,5 6 113,1 0 0,-1 5 45,1 0 0,1 0-113,3 0 1,-1 0-46,6 0 1,-2 0 125,2 0 0,2 0-28,-7 0 1,5 5 62,-4 0 1,-6 6 106,-4-2 0,-6 4-167,1 1 1,-3 7 46,-2 3 1,-1 4-41,-4 5 0,3 4-349,-8 5 1,8 6 188,-3-1 0,9 7 47,1-2 0,2 1-17,-2 0 0,4-3 30,11-2 1,-4-3 61,3 7 1,-1-1 4,1 1 0,-3 3 15,4-2 0,1 3-33,-2 6 0,2-2-288,-2 6 1,-3 2 236,3 8 0,11-34 0,0 1 52,-2 4 0,1 1 0,0 1 1,0 0-315,-1 1 0,1 0 0,2-3 0,1 0 260,-1 1 1,0-1 0,0 3-1,0 1-24,-2 4 1,0-1 0,2-3 0,2-1 25,0 0 1,1 0 0,1-3-1,1 1-5,2-1 1,1 0 0,0 4 0,2 0 25,1-4 0,2 0 0,-1 2 0,0-1 4,0-3 1,0 0-1,0 1 1,0 1 69,0 2 0,0 1 0,0 2 1,0-1-48,0-1 0,0 0 0,-2 1 0,-1 0 40,1-3 1,-1-1-1,0 2 1,0 0-27,0 1 0,1 0 0,1-1 0,1 1-23,-3 0 0,1 0 1,1-1-1,0 1 0,1 0 1,0 0 0,0 2-1,0 0 3,0 0 1,0 0 0,1 2 0,0 0-18,1-4 0,1-1 0,-1-3 0,2 0-9,0-6 1,1 0-1,4 0 1,0-1 35,-2 1 1,0 1 0,2 0 0,1 0-19,9 35 1,-2 0 81,7-5 1,-2 0-68,2 0 0,1 0-8,-6 0 1,5 0-172,-5 0 1,6 0 175,-1 0 1,4-1 8,5-4 0,-1 2-8,6-6 1,-2-6 209,2-3 0,3-3-127,-3 2 0,3 4-108,2-4 1,-5 1 240,0 0 1,-1-6-535,6-9 0,0-10-261,-1-9 0,3-9-1053,2-6 1612,4-2 0,5-7 0,4-3 0,7-4 0,6-6 0</inkml:trace>
  <inkml:trace contextRef="#ctx0" brushRef="#br0" timeOffset="8">29545 8615 7862,'-8'-8'-780,"2"2"123,6 6 1021,0 0 1,8 0-206,6 0 1,2 0 33,7 0 1,3 3 23,7 7 0,-3 5-98,3 14 1,-3 9 265,-2 9 0,6 21-608,-17-22 1,-1 3 0,0 5 0,-1 2 350,-2 12 1,-2 2 0,2 5 0,-1 1-393,-5-20 1,-1 1 0,0 1 0,1 3 0,0 1 0,0 1 251,-1 5 1,1 0 0,-1 0-1,-1-1 1,0 1 0,1-1-293,0 4 0,0 0 1,1 1-1,-2-2 0,0 1 1,0-1 269,0 3 1,0-1 0,0 1 0,-1 0 0,1-1 0,0 1-9,0 3 0,-1 1 0,1-2 1,-1-6-1,1-1 0,-1 0 12,-1 0 1,0 0-1,0 0 1,-1-4 0,0 0-1,-1-1-242,-2-1 0,-1 0 0,0-1 0,0-2 1,-1-1-1,0 0 167,-1 1 1,0 0 0,-2-2 0,-4 19 0,-2-1-41,-2-2 1,-1 0-1,1-2 1,-3-3 70,-4-1 1,-1-1 0,2 1 0,-1-1 7,-4-2 1,-2 0 0,1-5 0,0-1 31,-2-1 1,-1-1 0,1-3 0,-1 0 60,1 2 1,-1-1-1,0-2 1,0-1-6,-2 1 0,0 0 1,3-5-1,-1-1-22,1-3 0,-1 0 0,1-3 0,0 0 0,2-3 0,-1-1 0,0 0 0,-1-1 0,0-1 0,-1 0 0</inkml:trace>
  <inkml:trace contextRef="#ctx0" brushRef="#br0" timeOffset="9">29573 8501 7719,'-34'-12'27,"4"2"61,-4-9 1,9 4 119,1 0 0,2 3 11,-1 2 1,-4-1-120,3 6 0,-3-4-6,-1 4 1,-1 0-225,1 5 0,-2 2 6,-3 3 1,-4 3 123,-5 6 0,-3 0 193,-2 0 0,-8 7-112,-7 3 1,1 4-273,4 5 1,0-1 257,0 6 0,-5 4 11,1 6 1,4 4-97,5-5 0,6 7 114,-1-2 1,4 3-156,5 2 0,-2 0 76,7 0 0,-1 1-56,0 4 1,4 3 51,-3 6 1,-2 1-194,19-34 1,-1 0-1,0 2 1,0 1 188,0 3 1,0 2 0,2 0 0,0 1-225,-1 3 0,-1 0 0,2-1 0,0 1 190,1 0 1,0 0 0,-1 2 0,1 1-1,0 2 0,0-1 0,0-3 0,-1-2-1,1-1 0,0-1 0,0 0 0,0-1 26,-1-1 1,1 0 0,1 1-1,1 0-168,-3-1 0,1 0 0,4-2 1,0 1 187,-4 0 0,-1 2 0,5-2 0,1 0 46,0 1 0,-1 0 0,2 0 1,1 0-38,-1 5 0,1 0 1,3-2-1,1 0 11,0 4 0,1 0 1,1 0-1,0 0-159,1 3 0,0-1 1,0 2-1,0 1 116,0 6 0,0 2 1,1-5-1,1 1-194,3 5 1,0 1-1,0 0 1,1 0 209,5 6 0,2 1 1,-2 4-1,1 0-27,-3-23 0,1 1 0,0-1 0,0 0 0,0 0 0,0 0-115,0 0 0,1 0 0,1 0 0,1 1 0,1-1 0,0 0 120,1 2 0,1 0 0,0 0 0,2-2 0,0 0 0,0-1 19,-1 0 0,0 0 1,1-1-1,10 23 0,1-2-139,2-2 0,0-1 0,-2-3 0,2-1 128,2-2 0,0-2 1,-2-7-1,0-1-6,1-2 0,2-2 0,-1-8 0,0-2-75,3-2 0,0-2 0,-3-3 1,0-2 283,0-2 0,0-3 0,29 17-781,4-6 1,-4-14 68,4-10 510,0-12 0,2-12 0,4-9 0,-34 8 0,1-2 0,2 0 0,0 0 0</inkml:trace>
  <inkml:trace contextRef="#ctx0" brushRef="#br0" timeOffset="10">29716 8629 7954,'-8'-1'252,"3"-4"-674,-3 3 388,6-4 95,-4 6 0,9 8 157,7 6 0,-1 15 179,10 13 1,3 22-275,-10-26 1,0 4-1,1 15 1,-1 5-515,0 9 1,0 4-1,-3-14 1,-1 3-1,0 1 471,-1 9 0,0 2 0,-2 1 0,-1-12 0,-1 0 0,0 2 0,0 0-301,-1 5 1,-1 2-1,0 0 1,0 0 0,-1 3-1,1-1 1,-1 2 0,0-1 236,0 1 0,0 0 0,0 0 0,0 1 0,1 0 0,1 1 0,0 0 0,-1 0-159,1-15 0,0 0 0,0 1 0,0-1 0,0 1 0,0-1 0,1 1 0,-1-1 0,1 1 0,0-1 25,0 15 1,1-1 0,0 1 0,-1-2-1,-1-1 1,0-1 0,0-1 0,0-1 33,-1-4 0,1-1 0,-1-1 0,-1 0 1,1-2-1,-1 0 0,-1-1 0,0 0-32,-1-1 1,0-1 0,-1-1-1,0 0 1,-1 18 0,-1-2 0,-1-2-70,-3-6 1,0-3 0,-2 0 0,0-5 0,0-2 0,-2-2 80,-5 15 0,-2-4 0,0-2 0,-2-1 163,-1-6 1,-2-2-1,1-1 1,-2-3 14,-2-6 1,-1-1 0,2-3 0,0-2-194,-1-1 0,-1-1 0,2-2 1,-2-2 118,-6 3 0,-2-2 0,5-2 0,-2 0 0,-3-1 0,0 0 0,1 0 0,-1-1 0,0 1 0,0-1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39.965"/>
    </inkml:context>
    <inkml:brush xml:id="br0">
      <inkml:brushProperty name="height" value="0.053" units="cm"/>
      <inkml:brushProperty name="color" value="#FF0000"/>
    </inkml:brush>
  </inkml:definitions>
  <inkml:trace contextRef="#ctx0" brushRef="#br0">28905 10549 11464,'-35'-7'-795,"5"4"636,-3-6 1,3 5 148,2 0 1,-1-3-890,1 3 0,4-1 595,0 5 1,2 0 409,-1 0 1,1 0-25,3 0 1,1 0-48,-6 0 0,6 0 94,-6 0 1,5 6 242,-5 4 1,5 2 101,-4 3 0,0 0 298,0 4 1,-3 3 50,7 7 0,-6 6 55,2 3 0,-4 3-385,-2 1 0,1 2 133,-1 4 1,1 7 100,-1 7 0,1 6-568,0-2 0,1 8 137,3 2 0,11-33 0,1 1-79,2-2 0,1 1 0,-1 2 1,1 0-98,2 0 0,0 0 0,-3 2 1,1 0-31,-1 2 0,1 1 0,-1 4 0,1 1-11,1-1 0,2 1 1,-2 0-1,1 1-247,0-4 0,0 0 0,3-2 0,0 1 197,2 1 1,-1 0 0,0 3 0,0-1-27,1-2 0,-1 0 0,1 2 0,0 0 10,1-7 1,2 1 0,1 3 0,2 2-60,0 1 0,1 1 0,2 3 1,1 1 23,1 0 1,1 0 0,-2 4 0,-1 1-11,3 0 0,-1 0 1,2 0-1,1 1-282,-1 3 1,1 2 0,1 0 0,1 0 298,0 1 0,1 0 0,-1-4 0,2-1 0,0-6 1,1-2 0,0 0-1,2-2-90,2-1 0,1-1 0,-1-2 0,0-1-110,0-5 1,1-2 0,0-1 0,0-2 84,2-5 1,0-1 0,-2 0 0,0-1 110,1 0 0,1-1 0,0 0 0,0 0-252,18 24 0,3-7-19,-12-17 1,6-6 178,-1-12 1,3-9-627,2-6 0,1-14 183,3-15 0,9-13 567,-25 14 0,-1-1 1,2-2-1,-2-2-87,-1-2 1,-1-1-1,0 0 1,-1 0-131,-1-2 1,0 0 0,2 1 0,0 0 61,-2-3 0,0-1 0,1 2 0,1-1-103,0 0 1,1 0 0,1 0-1,1 2 245,0 2 0,0 1 0,2-2 0,0 0 0,0 0 0,-1 0 0,3-1 0,0 1 0,2-1 0,0 1 0</inkml:trace>
  <inkml:trace contextRef="#ctx0" brushRef="#br0" timeOffset="1">29062 10307 10778,'14'11'1395,"0"3"1,2 18-272,3 6 1,4 28-686,-6-25 1,0 3 0,1 13 0,0 3-1065,3 8 0,1 2 1,0 6-1,0 2 811,-6-20 1,-1 1 0,1 0-1,-1-1 1,0 0 0,1 1-131,1 2 0,1 1 0,-1 0 1,-1 1-1,0 0 0,0 0 19,1 5 1,1 1 0,-1-2 0,-3-3 0,-1-1 0,1 0-106,0 0 1,0 1 0,0-2 0,0-2 0,-1 0 0,0-1 173,1 1 0,0 0 0,1 0 0,-3-2 0,1 0 0,-1 0-130,1 0 1,0 1 0,-1-1 0,-1-4 0,0-2 0,1 0 47,7 22 0,-1-1 0,-4-4 0,-1-2-60,2-5 1,-1-1 0,-5-1-1,-1 0-27,0-3 0,-2 0 0,-1-6 0,-2-1 189,-2-2 1,-2-1-1,-2-3 1,-2 0 218,-1-1 0,-2-1 0,-4 4 0,-3 0-319,-3 2 0,-2-1 1,0-3-1,-1 0 8,0 1 1,0 0 0,-1-3 0,-1-2-142,0 3 0,-1 0 0,-1-1 0,-2-1-179,-3-2 0,-2-2 1,3-1-1,-2-2-61,-2-3 1,0-1 0,-27 21-571,-2-8 1,5-7 587,5-8 1,5-7-831,9-7 0,3-6 1121,7-8 0,-5-5 0,-1 0 0,1 1 0</inkml:trace>
  <inkml:trace contextRef="#ctx0" brushRef="#br0" timeOffset="2">29303 10577 10398,'-28'-14'-1459,"-1"0"-166,1-7 1275,-1 12 1,-1-10 61,-3 9 1,2 2 259,-7-1 1,-5 4-42,-4-4 1,-7 5 276,2 0 1,-3 4-117,-2 4 1,-3 9 454,3 6 1,-2 8 134,12 1 0,0 7 183,4 8 1,-6 4 70,-3 0 0,1 6 66,-1-6 1,0 7-96,-5-2 1,3 3-34,7 2 1,1 0 59,13 0 1,-5 11-382,5 3 1,14-26 0,0 1-181,2 1 1,1 1-1,-2 6 1,1 1 280,0 1 0,1 2 0,1 3 0,0 1-486,-2 6 1,1 1-1,1 3 1,1 0-54,2 6 0,1 1 0,0-1 1,1 0-410,2 0 0,2 0 1,1 1-1,2 0 316,0 2 1,1-1 0,2-24 0,0 0 0,0 0 7,1 1 1,1 0-1,0-1 1,0 1-1,1-1 1,1-1-160,5 23 0,1 0 1,1 0-1,1-1-82,1-1 1,2 0 0,1-3 0,1-1-242,-1-5 1,1-1 0,3 0 0,0-1 257,-1-5 0,0-2 0,1 0 0,1 0-128,0-1 1,0-1 0,1-8-1,1-2 73,0 2 0,1-2 1,-1-6-1,1-2 59,4-2 1,1-1-1,2 0 1,2-1-323,6-2 1,2-2 0,-4-2 0,0-2-58,3-4 1,1-2-1,-4-1 1,-1-1-1242,30 10 1810,3-12 0,-5 6 0,2-13 0,-3 1 0</inkml:trace>
  <inkml:trace contextRef="#ctx0" brushRef="#br0" timeOffset="3">29090 10677 12367,'14'-30'2996,"0"-4"0,1 17-3258,-1-7 1,0 8 3,0 2 0,5 2-60,0 7 1,2 0-88,-2 5 0,-2 0 69,7 0 0,-2 8 117,2 6 1,1 10 529,-6 14 0,6 9-368,-1 20 1,-4 7-239,-10-30 1,-1 2 0,0 4 0,0 1 428,0 5 1,1 2-1,-2 6 1,-1 3 61,3 8 0,-1 1 0,-3-23 0,0 1 1,0 1-361,0 5 1,1 2 0,-1 0 0,-1 5-1,0 0 1,0 2 403,2 4 0,-1 1 0,0 1 1,0 3-1,-1 0 0,0 2 9,-1-18 1,-1 1 0,1 1-1,-1-2 1,2 16 0,1-1 0,-1 0-117,2 1 0,-1-1 0,0 0 1,-2-4-1,0-1 0,-1 0 22,2-4 1,0 0 0,-1-1 0,0 0 0,-1-1-1,0-1-125,0-6 0,1 0 1,-2-2-1,1-1 0,-1-1 1,-2-2-171,-1 17 1,-3-2 0,-1-1 0,-4 0 200,-1-2 1,-3-2-1,-4-3 1,-1-3-275,-2-4 1,-3-2-1,-1-1 1,-2-3-110,-4-8 1,-2-3-1,0 2 1,-1-1-10,-2-4 1,-1 0-1,2 1 1,0-2-22,3-3 0,1-1 1,1 2-1,1-1 352,-20 18 0,2-3 0,-6-1 0,0 3 0</inkml:trace>
  <inkml:trace contextRef="#ctx0" brushRef="#br0" timeOffset="4">29147 11444 11780,'0'-14'3224,"0"5"-2604,0-1 0,0 5 1068,0-4-1185,0-1 1,0-4-101,0 0 1,0 0-408,0-1 0,8-3 161,6-1 1,6-5-176,9 5-118,12-6 1,3 3 0,13-7 0</inkml:trace>
  <inkml:trace contextRef="#ctx0" brushRef="#br0" timeOffset="5">29218 12425 8300,'-21'0'-493,"6"0"0,-8-1 2158,4-4-2122,10 3 1,-4-10 1654,13 2 0,8-4-431,6-5 0,9-5-397,10-9 0,9-3-608,11-7 1,8 5-1362,6 0 1654,-4 7 1,-29 10-1,1 1 1,30-17-1</inkml:trace>
  <inkml:trace contextRef="#ctx0" brushRef="#br0" timeOffset="6">29189 13676 6712,'-22'0'-1838,"2"0"4995,6 0-1683,6 0-688,-5 0-948,11 0 1,-2 0 97,8 0 0,9-1-92,6-4 1,13-3-161,1-6 1,9-8 393,11-7 0,5-6 0,-22 14 0,-1 0 1</inkml:trace>
  <inkml:trace contextRef="#ctx0" brushRef="#br0" timeOffset="7">28834 10520 10894,'-35'6'-731,"5"-4"0,-5 9 449,7-6 1,0 6 453,-1-2 0,2 4 85,4 1 1,2 0 154,7 1 1,-5 5-19,0 4 0,0-2-48,5 2 1,-2 4 254,-3 5 0,3 7-7,-3-2 1,3 3 3,2 1 1,6 3-174,4 2 1,-3 2 26,3 3 1,0-3-285,9-6 1,5-1-241,9 1 0,3 4-179,6 1 1,2-1-105,3-4 1,-1-5-146,6 0 1,4-2-89,6 2 0,1-5-74,-2-9 0,10-5 141,9-10 1,-2-4 63,-3-10 0,2-6 345,-1-13 0,1-1 194,-1-13 1,-2 7-208,6-2 0,-7-2 323,-2 2 0,-2-1 215,-8 6 0,-6 0-9,-7-1 0,-9 1 283,-2-1 0,-5 1-174,1-1 0,-10 1 223,-4 0 0,-3 4-241,-2 0 0,-2 0-222,-3-4 0,-9 0-77,-10-1 1,-2 2-459,-3 4 0,-10-4-66,-4 3 1,-9-3-317,0-1 0,-8 4-208,-2 0 1,-6 1 184,2-6 1,1 7-38,-1 3 1,1-1 173,-1 1 1,-6 0 247,1 5 0,2 1 131,-2 3 0,6 4 133,8 6 1,5 6 87,0 4 0,11 4 147,-2 5 1,10 2 44,0 2 1,-4 6 126,0-1 0,2 7-109,2 8 0,3 1 89,1 3 0,5 5-369,1 10 0,4 0 0,-5 9 0,12-33 0,-1 1 0,0 2 0,-1 0 0,0 2 0,0-1 0</inkml:trace>
  <inkml:trace contextRef="#ctx0" brushRef="#br0" timeOffset="8">33014 11928 9076,'-64'-22'0,"0"1"0</inkml:trace>
  <inkml:trace contextRef="#ctx0" brushRef="#br0" timeOffset="9">31976 11601 10914,'71'14'0</inkml:trace>
  <inkml:trace contextRef="#ctx0" brushRef="#br0" timeOffset="10">32630 11757 10048,'57'14'0,"0"0"0</inkml:trace>
  <inkml:trace contextRef="#ctx0" brushRef="#br0" timeOffset="11">32957 11800 13482,'64'0'0,"0"0"0,0 0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39.977"/>
    </inkml:context>
    <inkml:brush xml:id="br0">
      <inkml:brushProperty name="height" value="0.053" units="cm"/>
      <inkml:brushProperty name="color" value="#FF0000"/>
    </inkml:brush>
  </inkml:definitions>
  <inkml:trace contextRef="#ctx0" brushRef="#br0">29189 12582 8081,'0'14'-62,"0"-6"-430,0 4 320,-6-10-142,5 4 196,-6-6 134,7 0 527,0 0-261,7 0 21,-6 0 0,7 0-4,-3 0 0,3-6-105,6-4 0,6-10-564,4-9 0,16-8 135,7-16-73,-18 25 0,2-2 0,7-8 0,1-1 0,5-1 1,-1 1-1</inkml:trace>
  <inkml:trace contextRef="#ctx0" brushRef="#br0" timeOffset="1">15384 11075 8223,'14'0'470,"-6"0"0,5 0-477,-4 0 0,4-2 165,1-3 1,7-3 122,2-6 0,6-6-164,4-4 1,11-5 97,13-4 1,8-3-490,-28 15 1,2-1-1,3-2 1,1-1 315,4-1 1,1 0 0,1-1 0,1-1-84,2-1 1,1 1-1,-4 2 1,-1 2 14,0-1 1,-1 2 0,-1 3-1,-2 1-7,-5-1 1,-2 2-1,33-12-225,-9 1 0,-10 7-24,-9 8 1,-12 5-23,-11-1 1,-3 7-413,-2-2 246,-6 4 1,-6 7 113,-7 3 1,-7 4 621,-3 1 1,-5 2-399,-9 3 1,-1 3 131,-3 7 0,3-1 0,-12-4 0,-1-1 0,-6 1 0</inkml:trace>
  <inkml:trace contextRef="#ctx0" brushRef="#br0" timeOffset="2">15597 11217 8173,'-34'22'0,"5"-2"-211,1-5 0,1-3-62,8-2 844,6-4-190,7-6-141,6 0 0,8 0-63,6 0 0,7-8 321,7-6 1,13-7-53,6-7 1,9-7-214,5-3 1,6-4-399,-30 18 0,2 0 0,0 1 1,2 0 249,4-2 0,0-2 1,-1 1-1,1-1-365,2-4 1,0 0 0,-2 4 0,-1 0 293,1-2 1,0 1 0,-4 7 0,-2 0-30,0-1 0,-2 1 0,19-10-45,-9 2 0,-19 9-65,-4 10 1,-6-1-63,-4 6-151,-6 1 368,-2 4 1,-6 1-1426,0 4 1662,0-4 1,6 12 0,2-5 0</inkml:trace>
  <inkml:trace contextRef="#ctx0" brushRef="#br0" timeOffset="3">5588 12567 8359,'8'8'-1149,"-2"5"0,-7-12 2180,-4 4-521,3 3 0,-6-6-1396,4 2 886,2-2 0,-11 4 0,6 2 0</inkml:trace>
  <inkml:trace contextRef="#ctx0" brushRef="#br0" timeOffset="4">5488 12638 8287,'0'15'-40,"-4"-1"-70,-1 0 0,-1-6 153,1-3 0,2-4 58,-7-1 0,6 5 237,-6 0 76,7-1-184,-3-4-146,-1 0 0,7 0 145,0 0 1,7 0 143,7 0 0,6 0-194,4 0 0,9-7 10,5-8 0,11 0-142,8-9 1,8-5-190,-28 13 0,2-1 1,-2-2-1,0-1 150,3 1 0,0 0 1,-2-4-1,0 0 6,2-1 1,1 1-1,-2-1 1,1 0-209,0 3 1,0 0 0,-3 0 0,-3 1 169,28-18 1,-10 0-136,-4 9 0,-11-1-140,-3 11 1,-12 5-120,-8 5-438,0 5 1007,-12-2-459,4 12 0,-12 4 282,-4 9 0,-7-2-688,-2 7 714,-6 0 0,-4 10 0,-7 3 0</inkml:trace>
  <inkml:trace contextRef="#ctx0" brushRef="#br0" timeOffset="5">5588 12880 10046,'14'0'530,"7"-8"-325,2-6 1,11-2 43,4-8 1,9-4-207,5-5 1,8-2-240,2 2 0,-2 1 200,-8-6 1,-3 8-2,-6 2 0,-2 0-140,-4 4 1,-2 3-542,-6 2 1,-7 8 370,-3 2 1,1 6 306,-1-2 0,7 3 0,-4 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39.983"/>
    </inkml:context>
    <inkml:brush xml:id="br0">
      <inkml:brushProperty name="height" value="0.053" units="cm"/>
      <inkml:brushProperty name="color" value="#FF0000"/>
    </inkml:brush>
  </inkml:definitions>
  <inkml:trace contextRef="#ctx0" brushRef="#br0">15185 9980 8343,'0'-24'0,"0"1"0,0 5-57,0-1 0,-2 3 163,-2 2 1,1 2 171,-7 2 0,5 4-131,-4 6 0,4 0-278,-4 0 0,-1 8 118,-4 6 1,-5 6 161,0 9 0,-5 6-128,5 3 0,-4 3 123,4 1 1,-5-1-169,5-3 1,0 2 64,5-7 1,4 0-140,1-5 1,6-1 15,-2-3 1,5 1-94,5-6 1,3 0 51,6-5 0,5-1 67,0-3 1,6 1-155,-1-7 1,-2 1 74,2-5 1,-2 5 124,1 0 0,3 4-70,-7-4 1,0 6 184,-5-2 1,-2 10-34,-2 5 0,-4 3-24,-6 1 1,-1 7 85,-4 3 1,-3 5-114,-6 4 0,-5 2 86,0 3 0,-5-3-64,5-6 0,-4 4-13,4 0 1,0 1 19,4-6 1,1-5-5,0-4 0,6-9-89,3-5-271,4-4 268,1 0 0,6-7-142,4-4 0,2-2 5,2-2 1,1 0 67,-1 0 0,5 0 152,0 0 1,0 1 34,-5 4 1,5 9 261,0 10 1,-5 17-103,-4 11 1,-7 24-15,-1-30 0,0 3 1,0 8-1,-2 3-396,0 5 1,0 2 0,0 7 0,0 1 333,0 5 0,0 1 1,-1-25-1,-1 0 0,0 1-114,1 3 0,-1 0 1,1 0-1,-2-2 1,1-2-1,0 1 81,0 24 0,-1-1 1,3-7-1,-1-2-322,-1-4 1,-1-2 0,2-7 0,1-4-14,-1-7 0,2-4 0,6 33-583,8-24 1,7-7 115,11-7 0,-1-13 679,5-1 0,3-4 0,7-6 0,4-3 0</inkml:trace>
  <inkml:trace contextRef="#ctx0" brushRef="#br0" timeOffset="1">15256 9326 8539,'-14'0'-525,"0"0"328,-1 0 0,6 5 66,-1-1 74,7 1 52,-3-5 0,8 0 398,2 0-180,4 0 0,17-8 84,4-6 0,17-6-126,6-9 1,6-7-162,-23 15 0,1-1 0,0 0 1,-1 0-160,8-4 0,0 0 1,1 0-1,0 0 172,6-3 0,0 1 1,-1 2-1,0 1 40,-1 1 0,-1 1 1,-5 3-1,-1 2-111,30-15 0,-9 4 15,-15 6 1,-7 7-245,-16 6-250,-4 7 350,-12-3 0,-2 7-187,-6 4 0,0 3 57,0 6 1,-8 2 267,-6 3 0,-6 3 39,-9 7 0,-6 5 0,-1 3 0</inkml:trace>
  <inkml:trace contextRef="#ctx0" brushRef="#br0" timeOffset="2">15455 9511 8472,'-36'14'-9,"3"0"9,3-6 643,7 5 49,9-12-414,8 6 0,14-9-27,6-3 1,11-4 168,9-10 1,11-5-86,3-9 1,7 1-238,7-5 1,2-1-181,-28 16 0,-1 1 1,2 0-1,-1-1 120,2 1 0,0 0 0,-2-1 1,1 1 6,1-1 1,-1 1 0,33-13-255,-8 5 1,-2 2-597,-13 8 0,-11 7 426,-7 7 0,-9 3-1263,4 2 1642,-7-6 0,4 5 0,-7-6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39.986"/>
    </inkml:context>
    <inkml:brush xml:id="br0">
      <inkml:brushProperty name="height" value="0.053" units="cm"/>
      <inkml:brushProperty name="color" value="#FF0000"/>
    </inkml:brush>
  </inkml:definitions>
  <inkml:trace contextRef="#ctx0" brushRef="#br0">22081 7023 8416,'0'-14'87,"0"-1"43,0 1 0,0 0 567,0 0-426,0 0 0,0-1 122,0 1 1,1 5-97,4-1 1,1 5-345,4-4 1,2 6 141,-2-2 0,2 4-364,3 1 0,-6 0 35,1 0 0,-1 7 80,5 8 0,-1 5 30,-4 9 0,3 1 79,-8 3 1,1-2-99,-5 7 1,0 5 64,0 4 0,-2-1 247,-2-8 0,1 2-129,-7-7 1,2-2 250,-1-7 1,-2 1 7,6-6 0,-1-6 262,1-8-316,3-4-113,-4-1 1,6-1-107,0-4 1,6 2 125,4-7 0,2 1-205,3-5 1,4-1 153,-1 1 0,8 0-241,-3 0 0,0 1-45,0 4 0,-5-3-169,1 8 1,-4-6-261,0 6 412,-1-1 0,-5 5-1091,1 0 355,-7 0-84,3 0 87,-6 0 935,0 0 0,0-7 0,0 0 0,0-8 0,0 1 0,5-2 0,0-3 0,4 2 0,-4-7 0,4 1 0,-4-6 0,5 1 0,-6-1 0,1 1 255,-5-1 1,0 3 139,0 2 0,0-1 191,0 6 1,-1-5-156,-4 5 1,2 0 263,-7 5-244,1 6 1,-6 2-20,1 6 0,5 0-330,-1 0 0,2 1 128,-1 4 0,-4 3-303,4 6 1,1 2-19,-2 3 1,7-2-100,-1 7 0,-3 0-94,2 4 0,1 0 125,4 1 0,1-5 25,4-1 0,-2-4 41,7 5 0,-1-8-37,5-2 0,1-1 45,-1-9 1,0 1 250,0-5 0,0 0-41,1 0 0,-1-6 87,0-4 1,-1-4-32,-4-5 0,2 3-124,-6-3 1,0-1-89,-5 1 1,-2-5 121,-3 5 1,2 0-679,-6 5 1,-1 0 137,-4 0 0,0 1-292,0 3 0,-1-2 195,1 2 1,5 2 74,-1-1 0,2 4 471,-1-4 0,3 6 0,-1-10 0,-1 5 0</inkml:trace>
  <inkml:trace contextRef="#ctx0" brushRef="#br0" timeOffset="1">22791 6667 8416,'-14'0'-1272,"0"0"1272,0 0 1,0 0 724,-1 0 1,1 0-432,0 0 1,0 5-38,0 0 0,-2 6-6,-3-1 1,3 2-7,-3 2 0,3 1-256,2-1 1,1 5-21,4 0 1,-2 6-99,6-1 0,0 3 55,5 1 1,2-4-196,3-1 0,-2-5-47,6 1 0,1-5 104,4-5 0,5-2 118,0-7 1,5 0 16,-5 0 1,4-2 46,-4-3 1,0-4-16,-5-10 1,5 3 236,0-3 1,-4-1-7,-6 1 0,-4-7 173,4 3 0,-6 1 118,2-2 0,-3 5-127,-2-5 0,0 7 71,0-2 0,0-2 145,0 2-29,0 1 52,-7 3-477,6 1-298,-12 6-178,12 2 0,-6 7 59,7 4 1,0 3 124,0 6 1,7 7 36,2 3 1,4 2 86,1 3 0,0 4 10,0 0 1,2 7-20,3-2 0,-3 7-36,3 3 1,-3 4 11,-2-5 1,-1 2 55,-4-1 0,2-10-137,-6-1 1,0-5 112,-5-4 0,0-4 7,0 0 0,0-12-46,0 3 115,-7-11 0,-1 4-18,-6-3 0,-5-3 105,0 2 0,0-2-80,5-2 0,0-2 21,0-2 1,-1 0 105,1-5 1,0 4-123,0-4 0,-1-1 134,1-4 0,5 0-77,-1 0 0,6-1 16,-6 1 0,7-5-56,-2 0 1,4 0-84,1 5 0,0-2 14,0-3 1,1 2-149,4-7 0,3 7-111,6-2 0,0-3 84,0-2 0,5 2 47,0-2 1,0 2 67,-4-1 1,-1 2-12,0 7 1,0 0-2,0-1 1,-4 7-91,-1 4-112,-5 2-181,2 2 8,-6 0-83,0 0 1,0-6-1,0-2 1</inkml:trace>
  <inkml:trace contextRef="#ctx0" brushRef="#br0" timeOffset="2">23019 6710 8113,'-6'-14'0,"2"0"-208,-5 0 1,4 4-42,-4 1 1056,6-1 1,-8 1 356,6-1-490,0 7-199,-1-3-537,4 6 1,-4 1 44,6 4 1,0 3 83,0 6 1,5 5 64,-1 0 0,7 5-200,-1-5 1,-2 4-51,1-4 1,-1 5 105,2-5 0,1 5-61,-7-5 1,6 0 62,-5-5 0,4 0 129,-4 0-42,0 0 743,1-6-536,-4 5 0,4-13-197,-6 0 0,0-8-162,0-11 1,-5 2 152,0-7 0,-4 0-186,4-4 1,-4-1 74,4 1 1,-1-2-150,1-3 1,3 3-34,-2-3 1,2 7 123,2 3 0,0 4-36,0-5 1,0 7 18,0-2 1,2 9-99,2 5 130,4 4 0,6 1 157,1 0 1,-1 11-139,0 3 0,0 5 149,0 0 0,-1 2-82,-3 2 1,1 3 8,-7-7 0,6 4-7,-5-4 0,4 0-7,-4-5 1,4 1 20,-4-1 1,0-5-13,-5 1 751,0-7-544,0 3 1,-2-7-69,-3-4 1,2-3-111,-6-6 1,4 0 2,-4-1 0,4-4 17,-5 0 0,7-6-13,-1 1 0,2 2-166,2-1 1,0 1 103,0-2 1,0-1-136,0 6 0,0 0 52,0 4 1,5 1-7,-1 0 0,7 6 133,-1 3 1,3 5 1,1 5 0,0 3 118,0 6 0,0 7-102,1 2 0,-6 4 217,1 2 1,-1 1-56,5 3 0,-4-8-300,-1 4 0,-6-6 188,2 1 1,1-2-619,-1-3 1,0-3-58,-5 3 1,2-5-320,2-4 1,-2 2 226,3-2 0,-4-2-846,-1 1 1513,-6 1 0,-2 4 0,-6 0 0</inkml:trace>
  <inkml:trace contextRef="#ctx0" brushRef="#br0" timeOffset="3">22365 7663 8104,'-43'19'44,"1"0"0,5 0 178,4-5 0,5-5 172,4 1 0,2-2 110,3 1 230,9-3-143,-9-6 138,18 0-302,-5 0-237,12 0 1,7-6-109,6-3 0,7-6 98,3-4 0,6-3-29,7-6 0,10-2 43,10-3 1,3-4-1216,-28 16 0,2 0 1114,3-4 0,1 1-48,0 2 1,1 0 0,10-8 0,2 1-379,1 3 1,0 0 0,2-3 0,-1-1 348,-1 4 1,0 0 0,-1 2-1,0-1 68,-1 1 0,-1 1 0,-3 3 1,-1 2-121,-6 1 1,-3 1-1,27-8 148,-25 5 0,-8 8-359,-12 2 121,-8 6 569,-9-4-1086,-6 7 270,-6 0 1,2 5-512,-5 0 0,-1 6 968,-4-2 0,-6 10 0,-2 3 0</inkml:trace>
  <inkml:trace contextRef="#ctx0" brushRef="#br0" timeOffset="4">22450 8061 6589,'-1'-8'-570,"-4"3"754,3-3 191,-4 7 1,4-10 4,-2 6 0,2-2-147,-3 3 1,4 1 116,1-7 0,-2 5 142,-2-4 64,2-1-289,-4-4-107,6 0 0,0 5 106,0-1 1,6 1 93,3-6-147,-2 7-42,5-4 0,-4 5-225,6-2 0,1-2 40,-1 6 254,0 0-568,0 5 221,1 0 69,-1 0 0,2 7-480,3 2 257,-4 4 149,6 7 0,-12 3-83,1 5 0,-7 0-1,2 1 0,-4-1-46,-1 1 0,0-1 260,0 1 0,0-6-74,0 1-85,-6 0 212,-2-2 0,-1 3-95,-1-6 1,1-5 209,-6-4 50,8-1-253,-6-1 232,11-2-161,-10-6 16,10 0 32,-4 0 115,6 0 21,0 0-44,0-6-131,0 4 27,0-10 81,0 10 1,0-6-102,0 4 1,0 0-59,0-5 100,0 6-174,6-10 0,0 5 93,4-6 1,3 5 40,-4-1-26,4 1 114,1-6 1,-5 6-100,1-1-15,-1 7-186,6-9 185,-1 4 8,0 0-6,0 2-280,0 6 268,1 0 0,0 0-148,4 0 42,-3 6 1,5 2-105,-7 6 0,0 0 31,0 0 1,-1 5 94,-4 0 0,-2 7-15,-7-3 0,0-1 67,0 2 1,-2 0-63,-3 4 0,-4-1-85,-10-3 0,3 1 4,-3-6 0,-1 0-114,1-5 1,-5-4-35,5-1 0,0-6-764,5 2 279,0-3 0,4-9 773,1-2 0,6-4 0,-4-7 0,7-2 0</inkml:trace>
  <inkml:trace contextRef="#ctx0" brushRef="#br0" timeOffset="5">23005 7705 8013,'-14'0'-1994,"-1"0"2830,1 0 0,5 0-245,-1 0 1,2 2-266,-1 3 0,-4 3-98,4 6 0,-2 6 17,1 4 0,-1 3-58,6 1 1,1 7-29,4 3 1,0-2-27,0 2 1,0-5-169,0 5 0,6-8-222,3-1 1,4-7 196,1-8 0,0-1-60,1-4 1,4-3 89,0-6 0,0-1 37,-5-4 0,5-8 33,0-5 1,0-8 16,-5 3 0,0-6 86,0-4 0,-1 3-98,-4-3 1,-2 3-49,-7 1 1,0 1 67,0-1 0,-2 1-546,-3 0 1,-3 5 215,-6 5 1,0 2-479,0 2 0,0 6 24,-1 3 719,1 3 0,-6 2 0,-2 0 0</inkml:trace>
  <inkml:trace contextRef="#ctx0" brushRef="#br0" timeOffset="6">23346 7663 8013,'0'-15'-1994,"0"1"2962,0 0 0,-2 0-292,-2 0 1,0 4-256,-5 1 1,0 5-224,-6 0 1,1 2 43,0 2 0,-5 2-229,0 2 0,0 6 100,5 9 1,0 3-224,-1 6 1,1 1 107,0-1 1,6-1-437,3-3 0,4 3 109,1-4 1,0-2-5,0-2 0,4-3 71,1-2 1,11-5 73,-2 1 0,5-7-2,0 2 0,2-10 29,2-4 0,4-6 105,-3-4 0,-4-3-77,-1-6 0,0 4 349,-4 0 1,2-2 40,-8-3 0,-1-2 149,2 7 0,-7-1 121,2 1 0,-4-1-215,-1 6 0,-4 0 378,-1 4-4,-6 8-643,3-6 1,-2 11 132,1-2 1,6 8-584,-2 6 0,3 9 179,2 4 1,5 4 16,0 2 1,6 1 71,-2 3 0,4 3 41,1 7 1,2 0 245,3-1 1,2 2-158,2 4 1,3 1-31,-7 3 1,-1-1 42,-3-4 0,-6-8-127,1 4 1,-7-10 39,2 0 1,-4-9-145,-1-5 1,-6-5-12,-4-4 0,-2 1 154,-3-6 0,-4-1-25,1-4 1,-8-6-52,3-4 1,2 3 327,2-3 0,3-4-88,2-5 1,1-6-109,4 1 1,-2-3-60,6-1 1,0-2-92,5-4 1,2-2 14,3-7 1,-2 1 102,6-1 1,-4 1-103,5-1 0,-1-4 44,5-1 1,0-4 90,1 5 0,-3 6-90,-2 7 1,2 1 294,-2 5 0,-2-4 224,1 8-3,-6 4 134,4 6-178,-7 7-227,0 7 1,0 2-3,0 3 1,0-2 148,0 6-134,0 1 1,1 9-14,4 0 1,-3 1-166,2-1 1,3-1 93,-3 5 0,3-4 31,-2 5 1,1-5-10,3 5 0,-1-7 26,-3 2 1,-2-3 53,7-2 1,-7 0 15,2 0 1,-2-4 10,1-1-159,-2-6 41,4 4 0,-6-15-242,0-6 1,2-2-2,3-8 1,-4 1 172,4-6 0,-3-4-116,-2 0 1,0-5 101,0 5 1,4-1-35,1 6 1,1 1 39,-1 4 1,-3 2-50,2 7 0,0 1-153,0 4 112,-2 2 1,11 9 215,-4 3 0,-1 4-90,1 10 1,-1 2 183,2 2 0,2 4-66,-2-3 0,-4 1 28,-1-1 1,1-4-115,-1-5 0,1-1 345,-1 0-134,-3 0 235,4 0 404,-6-6-571,0-1 1,0-9-396,0-3 0,-5-3 95,0-6 0,-1-5-92,1 0 1,4-6 145,-4 1 0,4 2-305,1-1 0,0 0 21,0 0 1,0 1 31,0 3 0,0 3 6,0-3 53,6 9 246,2 4 0,6 6-96,0 0 0,-1 6 195,-4 4 0,4 4-49,-4 5 0,4 2 51,1 2 0,-4 3-170,-1-7 1,-4 4-291,4-4 0,-5 0-686,0-5 1,-2 1 481,-2-1 1,1-5 418,4 1 0,-3-7 0,4 3 0</inkml:trace>
  <inkml:trace contextRef="#ctx0" brushRef="#br0" timeOffset="7">25223 6070 7988,'0'-14'-705,"0"6"1,4-4 916,1 2 0,0-2 1026,-5-3 0,0 6-709,0-1-304,6 7 1,-4-9-1,10 10-563,-4-4 303,7 6 1,-1 1 112,0 4-436,0 3 275,0 6 0,1 7 153,-1 2-182,0 4 184,0 8 1,-6 0-325,-3 3 133,-3 3 0,-2-5 92,0 7 1,0-2 33,0-3 1,-5-4 237,0-5 0,-6-2-68,2-4 0,1-4-4,-2-9 1,7-2 76,-2-4-57,4-2-56,1 4 0,1-12 21,4-3 1,4 1-261,10-2 1,-3 1 130,3-6 0,2 3-608,-2 2 1,1-2 248,-1 2 1,-3-1-556,3 2 1,-3-4 272,-2 4 0,0 1 612,0-2 0,1 1 0,-1-5 0</inkml:trace>
  <inkml:trace contextRef="#ctx0" brushRef="#br0" timeOffset="8">25706 5871 7988,'0'-14'0,"0"0"836,0 0-86,0 0-530,0 6-24,-6 1 0,4 14 98,-3 2 0,4 12 12,1 7 1,1 7 0,4 7 0,3 9-120,6 6 0,1 6-219,-1 8 0,-5 8 42,-4-37 1,0 1 0,-3 2-1,-1 0-137,1 3 1,1-1-1,-2 1 1,-1-1-106,1-4 1,-2-1 0,-1 2 0,-1-1 60,-1 33 0,-7-14-580,1-15 0,4-11-325,1-12 148,-3-10 928,7-7 0,1-1 0,8 2 0</inkml:trace>
  <inkml:trace contextRef="#ctx0" brushRef="#br0" timeOffset="9">25877 6241 7988,'-8'-6'-1409,"2"-2"1537,6-6 0,0-1 892,0 1 0,0 0-458,0 0 0,1 4 547,4 1-371,3-1-485,12-4 1,1 1-222,3 4 1,-9 3 76,-5 6 1,-1 1-201,5 4 1,-4 3-50,-1 6 1,-4 0-87,5 0 0,-7 5 83,2 0 1,-4 5-29,-1-5 0,0 5 21,0-5 1,-5 4 44,1-4 0,-6 5-68,5-5 0,-4 0 71,4-5 0,-4 0-286,4 1 153,0-1 64,5-6 107,0-2 0,2-6 125,3 0 0,2 0-39,8 0 0,4-2-95,0-2 1,1 2 215,-1-3 1,-3 4-36,3 1 0,-3 0 84,-2 0 1,-1 1 8,-4 4 1,-1 3 80,-3 6 0,-4 0-27,4 1 1,-3 5 142,-2 4 0,-7-4-37,-2-1 0,-4 2-93,-1-2 0,0 0-218,-1-5 0,-4 0 171,1 1 1,3-8-1957,6-2 1735,-1-3 0,-4-2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39.996"/>
    </inkml:context>
    <inkml:brush xml:id="br0">
      <inkml:brushProperty name="height" value="0.053" units="cm"/>
      <inkml:brushProperty name="color" value="#FF0000"/>
    </inkml:brush>
  </inkml:definitions>
  <inkml:trace contextRef="#ctx0" brushRef="#br0">9796 10179 8236,'0'-14'110,"0"0"94,0-1 0,0 6 51,0-1 0,-1-1 23,-4-8 1,4 4-38,-4-4 0,3 1-61,2-1 1,0 2 80,0-7 1,7 5-102,2-4 1,-1 5 101,1-1 0,6 5-253,4 5 0,0-3-45,-5 8 0,2-1 0,3 5 1,-4 6 12,4 4 1,2 9 74,-2 4 1,0 11-108,-5 4 1,-5 3 126,1 1 0,-7 7-103,2 3 0,-4 4 95,-1 0 1,0 4-217,0-3 0,-1 2 48,-4-12 0,3-6 43,-2-8 1,-3-3-211,3-1 0,-1-12 75,5-3 1,2-9-497,2 0 425,4-3 0,6-7 48,1 0 0,-1-11 67,0 2 0,5-5-4,0 0 1,0 3 72,-5-3 1,-4 4 175,-1 0 747,-6 1-445,4 6 117,-7 2 0,0 12-229,0 4 0,-2 10 107,-3 9 1,-3 5-43,-6 9 1,0 6-254,0 3 1,-1 3 61,1 2 0,5-5-76,-1 1 1,7-3-113,-2 2 1,4 2 53,1-7 0,1 1-213,4-6 0,3 1 63,6 0 1,0-5 12,1 0 0,-1-5 8,0 5 0,-1 0 59,-4 4 0,2 1-1,-6-1 0,0 1 8,-5 0 0,-7-1 175,-2 1 1,-4-7-109,-1-2 0,0-6-10,0-4 1,-1 1-7,1-6 0,5-2-838,-1-7 177,1-4-163,1-6 813,2 0 0,6-13 0,0-2 0</inkml:trace>
  <inkml:trace contextRef="#ctx0" brushRef="#br0" timeOffset="1">8517 12951 8033,'-13'2'-1150,"4"2"791,-4-2 0,5 11 371,-6-4 0,1-1 220,4 2 0,-4-6-42,4 6-101,-4-7 1,4 10 245,-1-4 277,1-3-323,-6 7 0,6-7 102,0 4 150,5 2-132,-8-10-44,10 11-147,-4-12 0,9 6 26,6-7 0,1-12-118,9-2 0,5-5-7,4 0 0,2-7-177,8-8 0,0-4 56,5 5 0,-1 0-183,1 5 0,-2-2 97,-3-4 0,1 4-98,-6-3 0,1 10-519,-6 4-462,-6 3 682,-1 8 0,-15 3-608,-6 10 1093,-6 9 0,-8 8 0,-1 7 0</inkml:trace>
  <inkml:trace contextRef="#ctx0" brushRef="#br0" timeOffset="2">8332 13335 8033,'-17'22'10,"2"-3"0,-2-5 88,8-4 0,1-4 28,-2-6 190,7 6 90,-3-4 346,6 4-293,0-6 809,0 0-1029,0-6 1,6 3 50,4-7 1,4-1-89,5-8 0,4 0 36,11-9 0,3 1-212,11-11 1,-2-1 45,6-9 1,6 2-277,-25 21 0,1-2 0,-2 2 1,0-2 192,2-1 1,-1-1 0,27-21-256,1 2 0,-10 11 134,-8 3 1,-12 11 72,-7 4 1,-11 9-14,1 5 0,-8 4 72,4 1 0</inkml:trace>
  <inkml:trace contextRef="#ctx0" brushRef="#br0" timeOffset="3">15043 8729 8239,'-14'0'171,"-7"6"1,4 1 78,-7 2 1,7 4-62,-2-4 0,3 4 77,2 1 0,-1-5 307,1 1-308,0-1 1,0 6 318,0-1-207,6-6 31,1 4-371,7-10 0,2 4 73,3-6 1,4-1 328,10-4 0,3-5-166,7-8 1,5-1-293,4-10 1,8 2 86,2-11 1,4 0-233,-5-4 0,0 4-98,-4 0 0,3 5 195,-3-5 1,1 6-311,-11-1 0,0 9 141,-4 5 1,-12 5-1057,-3 5 446,-9 2-147,1 7 1,-6 7 338,0 2 0,-8 5 225,-6 5 1,-2-1 428,-7 6 0,-1-1 0,-5-1 0,1-1 0</inkml:trace>
  <inkml:trace contextRef="#ctx0" brushRef="#br0" timeOffset="4">14915 9042 8237,'-22'22'-1541,"1"-2"1156,7-5 0,0-6 2335,0 0-704,-1 1-336,7-2-575,2-2 1,8-7 56,2-4 0,11-3-193,8-6 0,4-2 31,2-3 0,5-3-304,4-7 1,3 1 128,2 0 1,0-2-405,-1-4 0,6 4 194,-1-3 0,1 2-419,-6-3 1,1 6 250,-1 0 1,0-1-378,-5 5 0,-7 4 153,-6 1 0,-11 5 70,1 4 1,-9-2 476,0 2 0,-4 2 0,-1-1 0,-13-1 0,-2-4 0</inkml:trace>
  <inkml:trace contextRef="#ctx0" brushRef="#br0" timeOffset="5">15228 8501 8231,'-15'8'-1148,"1"-3"1,2-2 2034,2 2 0,-3-3-265,4 2 1,1-2 373,-1-2-177,5 0 137,-8 0-652,10-6 1,-4 2-40,6-5 1,0 4-86,0-4 0,8 4 85,6-5 1,0 6-206,5-6 1,3 2 120,2-1 1,3-2-114,1 6 1,1 0 18,-1 5 0,-4 2-61,0 3 1,-2 9-91,1 10 0,-2 10-226,-7 9 0,-1 8-368,-4 10 0,-4 9 91,-10 5 0,-7 3 567,-7-2 0,-13-10 0,2 4 0</inkml:trace>
  <inkml:trace contextRef="#ctx0" brushRef="#br0" timeOffset="6">17886 14088 7865,'-22'-6'0,"0"-2"0,5-6 759,-2 0-414,-6 0 0,4-1-12,-3 1 0,-3 0-48,4 0 0,-10-2-191,-5-3 0,-5 3 119,-4-3 0,-4 3 68,-6 2 1,-6-2-322,-3-3 0,-4 8 171,-1-3 1,-2 9-7,-2 1 1,-1 2-147,33 2 0,0 0 0,-34 8-237,34-2 1,1 2-1,1 2 1,1 1 248,0 2 0,0 2 1,0 4-1,2 2 82,2-1 1,1 2-1,-28 24-183,6-3 0,11-1-4,8 1 1,7 0 43,-2-1 0,9 6-35,5-1 0,9 1-17,6-6 1,2 2-121,2 4 0,8 1 20,6 3 1,8-2 70,11-2 1,10-4-1,9 3 1,4-9-2,0-4 0,9-4 168,6-2 1,-31-16 0,1-2-47,6 0 0,1-1 0,-1-1 1,0-2-45,5 0 0,1-2 0,-2 0 0,0-2-19,1-1 0,1-2 0,0 0 0,1-1-69,3-2 0,0-2 0,-4 2 0,0-3-5,-3-4 0,-1-1 1,-2 2-1,-2 1 43,-4-3 1,-2 0-1,0 1 1,0-2 177,32-15 1,-8 4-169,-6 1 0,-8-1 307,-11-5 0,-2-1 9,-3-3 1,-7 2-101,2-7 0,-9 0 398,0-5 1,-5 2-43,-4 3 0,1-4-67,-7-1 0,1-1 23,-5-8 0,-1-1-200,-4-3 1,-5 2 310,-9-3 0,-4 3-514,-10-7 0,-10-3 62,18 33 0,-2 1 1,-30-27-195,27 30 0,-2 2 1,-34-19 158,29 22 1,-2 1-1,0 0 1,-1 1-68,-2 2 0,-1 3 1,0 0-1,-1 3-54,-1 1 1,0 3 0,1 2 0,-1 2 33,-2 2 0,0 0 0,-3 1 0,0 2-120,-2 0 1,0 2 0,2 3 0,2 3 71,3 1 0,0 3 0,-1 3 0,0 2 59,1 0 1,0 1 0,-2 4 0,1 0-3,3 0 1,1 2-1,0 1 1,3 1 95,5-1 1,2 1-1,-1 2 1,3 3-74,1 1 1,1 0-1,0 5 1,0 0-18,1 2 1,2 1 0,3-2-1,3 1 36,4 0 0,2 0 0,1 0 0,3-1-91,3 2 0,3-1 0,0 1 1,3-2 125,9 33 1,15-5-40,18-10 0,9-6-156,11-4 1,2 1 113,-29-26 0,1-2 1,3 1-1,0-2-117,1-4 0,0-2 1,4 2-1,1-1 145,-1 0 0,2 0 0,4-2 1,1-2 5,-1 0 1,0-1 0,-1-3 0,-1-2-86,0-1 0,-1-2 1,0 0-1,1-2 40,1 0 0,2-2 0,2-1 0,1-2-50,-2-3 1,0-1 0,2 0 0,-2-2 41,-6-1 0,-2-2 0,1-2 0,0 1 137,-2 0 0,-1-2 1,0-3-1,-1 0 31,-3 2 1,-1 0-1,-2-3 1,-2 0 280,20-16 1,-11-2-234,-9 2 0,-4-6 405,-6 6 1,-4-5-314,-9 10 1,1-6 341,-6 1 1,-1-8 5,-4-1 1,0-7-160,0 2 1,-7-5 109,-8-5 0,-7-2-398,-11-7 0,13 33 0,-3 0-358,-1 0 0,-4 0 0,-4-3 1,-4 1 237,-1 2 1,-1 1 0,-6-4 0,-1 3-6,-1 1 0,-3 2 0,-2 3 1,-2 3-381,-1 4 1,-1 2 0,-1 2 0,0 1 338,-1 3 0,0 1 1,-2 4-1,0 4-316,-1 4 0,1 3 0,2 3 1,0 4 162,3 2 0,-1 3 0,0 2 0,0 2-378,-5 5 0,1 3 0,2 3 0,1 2-9,-2-1 1,2 2-1,1 4 1,2 1 559,3-1 0,1 0 0,-3 3 0,1 1 0,1-2 0,1 1 0,0-2 0,1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003"/>
    </inkml:context>
    <inkml:brush xml:id="br0">
      <inkml:brushProperty name="height" value="0.053" units="cm"/>
      <inkml:brushProperty name="color" value="#FF0000"/>
    </inkml:brush>
  </inkml:definitions>
  <inkml:trace contextRef="#ctx0" brushRef="#br0">13351 6497 14693,'-2'13'-1918,"-2"-4"1684,2 4 375,-11-12 1,5 7 90,-6-3 1,5-4-121,-1 4 83,1-3-259,-5-2 39,-1 0 1,1 0 5,0 0 0,4 5 97,1-1-238,0 1 87,-6 1 141,1-4 0,1 6-106,4-3 278,3-4 63,6 5 0,8-6-219,6 0 1,3-6 2,12-3 0,-3-6-66,12-4 1,0 2-6,5-7 0,4 1 43,1-6 1,5 1-213,0-1 0,2-1 169,2-3 1,0 3 71,-1-3 0,-10 5-34,-3 4 0,-15-1 0,1 6 0,-15 6-62,0 8-6,-9 4-5,-5 1-336,-8 0 120,-6 6 1,0 2 119,-1 6 0,6 0-83,-1 1 0,1-1 150,-5 0 0,0 13 0,-1 3 0</inkml:trace>
  <inkml:trace contextRef="#ctx0" brushRef="#br0" timeOffset="1">17431 6525 8246,'-22'0'0,"3"0"-585,-3 0 1,6-1 337,-3-4 1,4 2 250,0-7 1,6 7 22,-1-2 1,6 4 268,-6 1-339,7 0 57,-3 0 1,6 1-55,0 4 59,-7-3 86,6 10-8,-5-10 1,13 4 125,8-6 1,2-8-20,11-6 0,6-6 197,13-9 0,5-5-131,10-4 0,4-3-354,-28 19 0,0 1 1,0-2-1,1 0 49,2 2 0,-1-1 0,-1-1 1,-1 1 124,33-16 1,-1 3-414,-4 2 0,-6 9 55,-12 5 0,-9 10-360,-15 4 628,-4 3 0,-7 2 0,-3 0 0,-4 0 0</inkml:trace>
  <inkml:trace contextRef="#ctx0" brushRef="#br0" timeOffset="2">21000 6554 8131,'-36'6'-985,"3"0"739,9 4 0,-1 1 285,6-6 160,0-1 368,11 3-335,1-6-115,7 6 1,2-7 42,3 0 0,6-2 125,13-3 0,1 2-23,13-6 1,0-2-73,4-8 0,9 1-161,6-5 0,-5-1-182,5-5 1,-4 6 34,4-1 1,2 0 81,2-4 0,-4 0-149,0-1 0,0 7 185,-5 3 0,-3-3 0,0 0 0</inkml:trace>
  <inkml:trace contextRef="#ctx0" brushRef="#br0" timeOffset="3">15157 6881 8203,'0'-14'47,"-7"6"1,6-5 168,-4 4 1,-1 1-252,1-2 1,-1 2 27,1-1 0,3 1 27,-3 3 1,2 4 103,-1-4 40,2 3 0,-4 9-120,6 2 0,-5 10 106,0 5 1,0 7 83,5 2 1,0 12-128,0-3 0,0 10-46,0 1 1,0-3 26,0 2 1,5-1 12,0 1 0,0 2-120,-5-7 1,4 0 134,1-4 1,1-7-505,-1-2 1,-2-1 189,7-5 0,-5-3-622,4-10 1,-4-3 819,4-2 0,1 2 0,4-4 0</inkml:trace>
  <inkml:trace contextRef="#ctx0" brushRef="#br0" timeOffset="4">15142 6810 8206,'0'-15'-654,"-4"6"457,-1-1 1,0 6 1047,5-6-133,-6 7-461,4-10 1,-6 12 88,4-4-148,2 4 0,-6-4-165,3 0 1,2 0 135,-6 5 0,4 0-74,-4 0 0,-1 0 67,-4 0 1,-5 0-165,0 0 0,-2 0 136,2 0 1,-3 0-227,-6 0 0,-2 0 64,-3 0 1,1 0-50,-6 0 1,5 0-12,-5 0 1,0 0 65,-5 0 1,1 2-103,-1 3 0,-1-4 114,-3 4 0,-4 3-155,-6 1 1,-6-1-128,-3 2 0,-4-2 248,-1 1 1,5 4 122,-1-4 0,7-1 106,-1 2 1,5-2 15,9 1 0,1-1-162,13-3 1,3-4 82,2 4 1,7-3-32,-7-2 0,9 0 22,0 0 1,-2 0 245,2 0 0,0 0-290,5 0 64,0 0 1,0 0-276,-1 0-19,7 0 160,-4 0-334,10 0 208,-4 0-199,6-7 128,0 6-481,0-6 189,0 7 307,0 0 105,6-6 1,-4 3 266,3-7-197,2 7 0,-5-5 96,3 4 0,-2 2 71,2-3 238,-4 4-330,6-6 10,-7 6-277,0-6 180,0 7 0,0 2 90,0 3 1,0 4-64,0 10 0,0 5 23,0 9 1,0 11-39,0 13 1,0 3-20,0 11 0,-5-1-185,2-30 1,1 0 0,-3 36 151,5 5 1,-4-10 21,-1-5 1,0-4 29,5-15 1,0-6 4,0-8 0,-5-9-47,1-5 126,-1-3-115,5-2 255,0-6 596,0-2-62,0-18-578,0 8-17,0-8-122,0 5 131,0 6-297,0-5 47,0-1-30,0 6 1,6-10 81,4 6 0,2 0 18,3 5 0,0 0 73,4 0 1,3 0-58,7 0 1,6 0 90,3 0 0,10 0-83,9 0 1,8 0 2,11 0 0,-36 2 0,1 1-178,3-1 0,2 1 0,1-1 0,2 0 152,1-2 0,-1 0 0,2 2 0,0 1-42,-6-1 0,0 1 1,-1 0-1,-1-1 52,32-2 1,0 0-218,-14 0 0,-7 0 156,-11 0 1,-2 1-115,-8 4 1,-2-4 37,-7 4 1,-3-3 40,-7-2 0,-5 0-67,1 0 1,-7 1 223,2 4-1044,3-3 423,0 4-232,-1 0 550,6-4 1,-7-2 246,4-10 0,2-2 0,-4-9 0,7-1 0</inkml:trace>
  <inkml:trace contextRef="#ctx0" brushRef="#br0" timeOffset="5">15270 6867 8206,'-1'-29'0,"-4"1"0,2 1 34,-7 3 1,6-1 227,-6 6 1,7 0 312,-2 5 1,-3 0 31,7 6-425,-12 1 1,10 9-136,-7 3 1,6 9-91,-6 10 1,6 10 124,-6 9 1,5 6-48,-4 8 1,1 1-89,-2 4 0,3 3 68,2 6 0,-2 0-270,-2 0 1,-2-5 180,6 0 0,-4-4 114,4 4 0,-4-13-94,4-6 1,0-6-146,5-13 1,-5 2 52,1-11 0,-1-4-662,5-6 532,0-6-959,0 4 1043,0-7 0,5-7-256,-1-2 1,6-5 447,-5-5 0,12-10 0,-1-7 0</inkml:trace>
  <inkml:trace contextRef="#ctx0" brushRef="#br0" timeOffset="6">15157 6724 8206,'7'-9'-205,"-2"-1"284,-3 1 1,-2-5 187,0 0 1,0 4 6,0 1 0,0 4 242,0-5-192,0 7 1,-2-8-62,-3 6 0,2-1-128,-6 1 68,-1 4 0,-5-6-204,-4 7 1,1 0-40,-5 0 1,-1 0-48,-5 0 0,-1 0 18,-3 0 1,-5 0 8,-9 0 0,-5 7-64,-10 2 0,-1-1-170,-3 2 1,2-6 218,8 6 1,-6-5 61,0 4 1,-2-4-3,7 4 0,-3-6 59,8 2 0,-4-3 15,-1-2 0,-3 0 2,3 0 1,-1 0 124,11 0 1,-1 0-146,6 0 1,-4 0 10,3 0 1,-1 0-44,11 0 0,0 0 51,4 0 1,2 0-94,4 0 0,2 0 83,7 0 354,0 0-375,6 0-12,1 0 34,7 0-664,0 0 597,0 6 0,0 4-23,0 8 1,0 6 63,0 9 0,0 4-72,0 5 1,2 7 38,3 3 0,-4 5-79,4 5 0,-3-4-5,-2 4 0,0 0 52,0-6 1,0 3-2,0-12 0,0 1-19,0-6 0,0-5 7,0-4 1,-5-5 101,0-4 1,0-4-155,5-5 239,0-1-111,-6-6 16,4 4-16,-4-10-2,6 4-13,0-6-9,0 0 1,0 7 0,2-6 11,2 4 0,0-2 1,5 2 0,-4-4 17,4 4 0,2 3-24,8 2 0,-1-3 41,5 3 1,4-1-35,11 6 0,0-1 26,9 0 1,9-1-47,1-4 0,11 2-350,3-6 0,6 0 340,-35-5 1,1 0-1,1-1 1,-1 0-5,2-1 0,0-1 1,-1 0-1,1-2-59,2-1 1,1-2 0,-5 1 0,0 0 66,0 0 1,0 0 0,34-3-24,-11 1 1,2-1-94,-6-4 1,-8 5 244,-12-1 1,-1 7-77,-7-2 0,-8 4 70,-7 1-97,-3 0 0,-3 1 41,-4 4 219,-2-3 0,-7 6-241,0-4-154,0-2-8,0 4-152,0-6 0,-2 0-537,-3 0 276,4 0 1,-6-1 543,7-4 0,7-3 0,1-6 0</inkml:trace>
  <inkml:trace contextRef="#ctx0" brushRef="#br0" timeOffset="7">15228 6739 8206,'-7'-19'-183,"-2"0"1,-2 0 656,1 5 869,-2 6-1166,10-5 0,-6 11 257,3-2-334,4 2 0,-5 10 52,6 6 0,-5 7-187,0 7 0,-4 8 87,4 7 1,-1 6 93,1 8 1,3 6-185,-3 3 0,2 4-69,-1 1 1,2-1-42,-3-4 1,4-3 146,1-6 1,0-6-269,0-4 1,-2-6 94,-3-8 0,4 0-434,-4-9 608,3-3 0,9-1 0,1-6 0</inkml:trace>
  <inkml:trace contextRef="#ctx0" brushRef="#br0" timeOffset="8">8474 8231 8384,'-14'-14'-2609,"0"0"3350,0 0 1,-1 4-293,1 1 0,0 4-280,0-5 0,-1 6-14,1-6 1,-2 2-127,-3-1 0,-3-4-2,-6 4 0,4 1 138,1-2 1,-3 6-203,-7-6 1,-2 7 107,-3-2 1,-3 2-183,3-2 1,2 4 61,-2-4 0,0 3-21,-4 2 0,-1 5 78,0 0 0,1 4-7,-1-4 1,0 6-12,1-1 0,-1 2 24,0 3 1,2-1-5,3 0 1,-1 2 9,6 3 0,1-3 0,8 3 0,-1 1-8,6-1 1,0 6 17,5-1 1,1 3-46,4 1 1,-2 1-128,6-1 0,-4 7 142,4 3 0,0-2 0,5 2 0,6 2 157,4 7 1,3-3-95,1 4 0,6-6 19,4-4 1,5-3-62,4-7 1,3 4 53,7-4 0,1-1-44,3-8 0,2-3 9,3 3 1,8-3 0,-3-2 1,3-6-174,-3-4 0,2-2 157,2-2 1,2 0 5,4 0 0,-6-2 26,-8-2 0,0-6 46,-5-9 0,-1-3 147,-4-6 0,-5-1-108,0 1 0,-5-7 24,5-3 1,-12 3-76,3 2 1,-10-1 20,0 0 0,-3 0 43,-2 0 0,-6 9-30,-4-3 0,-4 3-23,-4-4 0,-4-1 112,-6-3 0,-2 3-307,-3-3 0,-3 4 62,-7 6 0,-5-4-192,-4 3 0,-3 3 0,-2 3 0,-4 2 82,-1 2 0,-7-1-165,-2 1 0,-1 5-146,-9-1 1,7 7 435,-1-2 0,2 5-61,2 5 1,5-2 129,0 7 0,6-1-128,-1 5 1,1 1 29,-1-1 1,4 2-43,0 2 0,1 3 35,4 3 1,1 4-61,-1 1 0,12-1 50,-3 5 0,10-1-71,0 1 0,3 0 38,2 10 0,6-5 342,4 4 1,2 3-282,2-3 1,3 1 102,7 4 0,1-4 31,12-5 0,3 1-75,7-6 0,0 1 65,10-6 0,-2-6-71,11-3 0,5-3-120,4-2 0,7-1 131,-1-4 0,1-2 0,-2-7 1,3 0-26,-2 0 1,-1-5-5,5 0 1,-11-6 158,2 2 1,-5 1-136,-10-2 1,0 1 154,-4-5 1,-7-2-136,-2-3 1,-6-3 181,-4-7 0,1-1-90,-6-3 0,0 1 144,-5-5 0,0-1-98,1-5 1,-7-4 6,-4-1 0,-2 1-85,-2 4 0,-6-4 58,-4-1 0,-9-5-248,-5 1 0,-4 1 89,-5-1 0,-4 4-45,-5-4 0,-7 7 15,-3-3 1,-5 10-203,-5 5 0,-4 9-69,-10 5 1,-3 10-19,37 6 0,-1 1 0,0 2 0,0 2-334,1 2 0,-1 1 0,0 3 0,1 2 649,-1 5 0,0 3 0,3 0 0,0 2 0,0 3 0,-1 1 0,0 2 0,0 0 0,-1 2 0,0 0 0</inkml:trace>
  <inkml:trace contextRef="#ctx0" brushRef="#br0" timeOffset="9">25735 8601 8029,'7'0'0,"1"-5"-192,-3 0 1,-2-4-210,7 4 0,-7-1 304,2 1 0,-2 2 134,2-6 0,-4 4-6,4-5 0,-2 6 36,2-6 1,-4 5-56,4-4 0,-3 4 47,-2-4-14,0 6-206,0-10 230,0 5-43,0-6 1,0 0-25,0-1 1,0 6 148,0-1 0,0 6-119,0-6 0,0 1 172,0-6 0,0 6 107,0 0-109,0-1 0,0-4 23,0 0 1,0 4 605,0 1-29,0-1-154,0-4-223,0 0-183,0 6 1,-2 2-306,-3 6 1,2 0-17,-6 0 0,4 0-48,-5 0 1,6 3 70,-6 6 0,6 2 72,-6 13 1,2 0-122,-1 4 0,-2 2 52,6 3 0,0 4-7,5 5 1,0-4 51,0 0 0,8 0-78,6 5 1,2-6 36,8 1 1,-5-8-97,4-1 1,3-7 74,7-8 0,-3-6 26,3-3 0,-3-4 364,-2-1 0,-1-11-124,-3-3 1,1-10 308,-6 1 0,-1-4-181,-9-2 1,2 1 30,-6 0 0,0-1-212,-5 1 1,-2-2-268,-3-3 1,-4 3 137,-10-4 0,-3 3-222,-7-2 1,-1 4-591,-3 1 0,3 1 390,-3 8 1,-2-3-622,2 8 1,5-2-59,4 11 1087,7 0 0,-10 12 0,5 1 0</inkml:trace>
  <inkml:trace contextRef="#ctx0" brushRef="#br0" timeOffset="10">27284 7933 8055,'-8'-7'0,"-3"0"436,7-8 0,-6 6-32,5-1 0,-1 1 179,1-5 0,4-1-48,-4 1 0,-1 0-36,1 0 1,-1 0 7,1-1 0,3 1-205,-2 0 1,2 4 196,2 1-6,0 6-678,0-10 236,0 12 1,0-4-407,0 10 0,2 3 208,2 6 0,4 6 82,6 4 0,1 3 134,-1 1 1,0 1-7,0-1 0,1 1 41,-1-1 0,-5-3-50,1 4 1,-1-9 170,5 9 1,-4-9-104,-1 4 0,-4-5 23,5 5-232,-7-7-423,3 3-1494,-6-5 980,0-7-1822,0-2 1543,0-6 1303,0 0 0,0-6 0,0-2 0</inkml:trace>
  <inkml:trace contextRef="#ctx0" brushRef="#br0" timeOffset="11">26872 7961 8046,'14'-6'-338,"0"4"0,-4-10 286,-1 2 0,-4 2-43,5-1 0,-7 4 385,1-4 150,-2 5-168,-2-2 1,0 5 639,0-4-147,0 3-484,0-4 1,-2 6-221,-2 0 1,1 0 118,-7 0 1,5 1-166,-4 4 0,-1-2 24,-4 7 1,0-1 0,0 6 0,0-1 27,-1 0 0,1 0-93,0 0 0,0 1 7,-1-1 1,6 0 91,-1 0 1,1 0-100,-5 1 0,4-1 165,1 0-216,6 0 1,-5 1 92,3-1 1,3-5-15,-2 1 1,2-6-18,2 6 0,6-7-8,4 2 1,3 1 74,1-1 1,5 1-44,0-1 0,6-2-34,-1 7 1,3-7 37,1 2 0,0-2-203,1 1 0,-5-2 1,-1 3 0,-1-4-26,2-1 1,-3 0 100,-7 0 1,-5 2-132,1 3 1,-6-4-690,6 4 233,-7-3 399,3-2 1,-18 6-1,-4 2 1</inkml:trace>
  <inkml:trace contextRef="#ctx0" brushRef="#br0" timeOffset="12">26261 8260 8046,'8'-14'0,"4"-1"0,-6 1 0,4 0 0,-4 0-40,-6-1 0,5 6 354,0-1-61,-1 1 1,-4 0 301,0-1-63,0 7-428,0-3 231,0 6-396,0 0 1,0 6 59,0 3 0,-1 6 1,-4 4 0,-1-2 31,-4 7 0,-2-1 32,2 6 1,2-2-21,-1-4 0,1 4 29,-2-3 1,-1-2 11,7 2 0,-3-7 11,3 2 0,2-3-47,-3-2 0,-1 0 15,1 0 1,1-4-10,4-1 0,1-5 14,4 0 1,-2-2-10,6-2 1,1 0 3,4 0 0,0 0 9,1 0 0,4 0-136,0 0 0,-1 0 71,-3 0 0,4 0-379,0 0 0,0-2 168,-5-2 0,0 2 81,0-3 0,0 4-258,1 1 1,-6-5-987,1 0 1407,-7 0 0,9 5 0,-4 0 0</inkml:trace>
  <inkml:trace contextRef="#ctx0" brushRef="#br0" timeOffset="13">26289 8629 8046,'0'8'-1879,"-2"-1"1832,-2-7 385,2 0-222,-4 6 1,4-5 93,-2 4-27,2-3 29,-4-2 407,6 6-164,0-4 70,0 4-129,0-6 1905,0 0-2161,6 0 0,2 0-114,6 0 1,0-2-195,0-2 0,5 2-216,0-3 1,5 4 205,-5 1 1,0 0-79,-5 0 1,5 0-147,0 0-140,0 0 0,-5 0-486,1 0-55,-8 0 1083,6 0 0,-11-7 0,4 0 0</inkml:trace>
  <inkml:trace contextRef="#ctx0" brushRef="#br0" timeOffset="14">26673 8388 7959,'-8'0'781,"0"0"-319,3 0 58,4-7-57,-6 6-1,7-6 58,-6 7-57,5 0-1,-6 0 52,7 0-294,0 0 0,7 0-62,2 0 0,1 0-172,4 0 0,-2 2 64,12 3 1,-5-4-127,5 4 1,-1 1-8,6-1 1,-1 5 112,1-6 1,-6 3-130,1-3 0,-5-2 85,5 3 0,-7 1-98,2-1 1,-8 0-259,-1-5-333,-7 0-39,3 6-463,-6-5-713,0 6 1918,-6-7 0,-2 0 0,-6 0 0</inkml:trace>
  <inkml:trace contextRef="#ctx0" brushRef="#br0" timeOffset="15">28806 9241 7941,'-7'-15'395,"1"6"146,-4 0 1,-1 4 73,7-5-367,-1 7 0,3-3-528,-2 6 320,2 0 0,-4 6 87,6 4 1,1 9 135,4 4 1,-2-1-12,7 2 0,-2 0 5,1 4 0,4 4-94,-4-4 1,-1 4 162,2-9 0,-6 0 8,6 0 1,-5-5-36,4 1 1,-6-4-61,2 0 0,1-1-67,-1 0-332,0-6-574,-5-2-429,0-6 511,0 0 1,0-6 0,0-2 0</inkml:trace>
  <inkml:trace contextRef="#ctx0" brushRef="#br0" timeOffset="16">29531 9198 7969,'-15'0'1032,"1"0"-461,6 0-355,-4 0 0,9 0 156,-7 0-93,7 0-74,-3 0 161,6 0-200,0 0 1,6 0 56,3 0 1,10 0-331,5 0 1,3-5-86,1 1 1,1-6-156,-1 5 1,1-4 36,-1 4 0,-4-4-144,-1 4 0,0-5-261,0 6 1,3-6 295,-7 5 0,-1-1 45,-3 1 1,-3 2 373,-2-6 0,2 6 0,-10-5 0,3 3 0,-5 3 0,-5-2 0,2 2-98,-7 2 70,1-6 1,-1 4 940,1-3-658,6 4 1,-5-4 338,3 0 63,4 1 58,-6 4-388,7 0-53,7 0-183,0 0 1,6 1-155,-3 4 0,1-2-170,-7 7 1,3-6 132,-3 6 1,-2-1-59,3 6 1,1-6 13,-1 0 1,0 1-775,-5 4 918,0 0 0,0 1 0,0-1 0</inkml:trace>
  <inkml:trace contextRef="#ctx0" brushRef="#br0" timeOffset="17">30284 8629 7070,'0'-14'-989,"0"0"1226,-6 0 1,4 0 726,-2-1 0,-3 1-203,3 0-158,-1 6-417,-2-5 0,1 10-17,-3-6-50,-4 6 0,5-4 356,-6 7-405,0 0 1,-1 2 24,1 3 1,6-2-127,4 6 0,-3 1 32,3 4 1,-3 5-117,3 0 0,2 6 132,-3-1 0,5 4-70,5 5 1,-2-1 117,7 6 1,-1 0-35,5 4 0,0 3-94,1 2 0,2-3 23,-3 4 0,2-4-121,-11-1 0,4-1-141,-4 1 1,0-2-382,-5-3 1,0-5 216,0-9 466,-7 3 0,-7-5 0,-8 6 0</inkml:trace>
  <inkml:trace contextRef="#ctx0" brushRef="#br0" timeOffset="18">30099 9056 7969,'-7'-6'-647,"-6"4"1142,11-11 0,-9 10-249,6-6 1,1 4-448,4-5 0,1 6-210,4-6 1,3 2 214,6-1 0,5-4-179,0 4 1,6-4-95,-1-1 469,3 0 0,1-1 0,1 1 0</inkml:trace>
  <inkml:trace contextRef="#ctx0" brushRef="#br0" timeOffset="19">30384 8786 7969,'8'-7'312,"-2"6"0,-6-7 353,0 3-127,0 4-277,0-6 0,0 9 270,0 3-265,0 3 0,0 6-64,0 0 0,0 2-28,0 3 0,0-3-164,0 2 1,0-2 85,0-2 1,0 5-344,0 0 0,5 0-2,-1-4 0,3-6-510,-2 1 592,-4-1 1,7 4-267,-3-4-50,-4-3 303,12-6 0,-5-1-101,6-4 1,-4-3 55,-1-6 0,-4-2 250,4-3 0,-6 2-53,2-7 1,1 5 139,-1-4 0,2 0-11,-3 0 0,-2 2 2,3 7 0,-4 0 317,-1 0 1,0-1 81,0 1 7,0 6-127,0 2-591,0 6 147,0 0 0,0 6-21,0 4 1,0 4 69,0 5 0,0-3-118,0 3 0,2 1-138,2-1 0,-2 2-195,3-2 0,1-4-142,-1 4 0,1-8 206,-1-1 1,-2-2-213,7 1 612,-1 4 0,12-12 0,1 6 0</inkml:trace>
  <inkml:trace contextRef="#ctx0" brushRef="#br0" timeOffset="20">30711 8615 7969,'-10'-16'0,"1"-3"12,6 4 64,-10-6 0,10 7 307,-7 0 0,2 4 162,-1 1 300,3-1-246,-1 2 65,6 2-207,-6 6-355,1 0 0,5 6 60,-4 4 0,3 2 13,2 3 1,0 5-81,0 4 0,2 3 65,3 1 1,-2 1-348,6-1 0,-4 0 101,4 1 1,-5-1-370,0 1 1,3-6-20,-3 1 0,3-5-247,-3 5 0,-2-7 204,3 2 0,-4-3-221,-1-2 1,0-4-61,0-1 798,0-6 0,7 10 0,1-5 0</inkml:trace>
  <inkml:trace contextRef="#ctx0" brushRef="#br0" timeOffset="21">30853 8501 7969,'-8'-6'677,"-5"-2"147,6-6-340,-8 0 0,7 4-138,4 1 1,0 6 513,0-2-305,2 3-72,-4 2-232,6 0 1,0 2-29,0 3 1,0 4 206,0 10 1,0-2-111,0 7 1,5 0-98,-1 4 1,1 1 0,-5-1 0,0 1 27,0-1 1,5 4-29,0-4 1,-1 4-1,-4-9 1,5-1 27,0 2 1,1-6 195,-1 0-658,-4-2 1,7-3 210,-3-4 0,3-2 0,6-7 0</inkml:trace>
  <inkml:trace contextRef="#ctx0" brushRef="#br0" timeOffset="22">28820 10406 7880,'0'-7'-182,"0"0"104,0 1-652,0 4 543,0-10 1,0 9 32,0-7 368,0 7 1,0-5-11,0 3 280,0 4-265,0-6 1,0 6-102,0-4 0,-2 3 151,-3-2-36,4 2-17,-5 2 0,1 2-72,0 2-1,-6 4 44,2 7 0,1 0-54,-2 4 0,2 3-54,-1 7 1,-2 4-11,6 0 0,0 2-111,5-2 0,0-1 122,0 6 0,2-7-110,3 2 0,2-7 22,8-3 1,4-7-139,0-2 0,0-1 3,-5-8 1,5-1 132,0-4 1,0-6 103,-5-3 1,0-6-42,0-3 0,-1-3 145,-4-3 0,-1-3-149,-3 4 1,-3-4 15,2-2 1,-7 1-91,-1 0 0,-8-2 92,3-4 0,-5 9-384,-5-3 0,3 7 154,-3-3 1,3 7-429,2-2 1,0 10 14,0 4 1,4 3 575,1 2 0,-1 0 0,-4 0 0</inkml:trace>
  <inkml:trace contextRef="#ctx0" brushRef="#br0" timeOffset="23">29104 10378 7880,'-6'14'0,"3"-1"0,-7-4 573,7 4 0,-5-7 299,3 4-303,4 2-227,-5-4-298,6 7 0,0-6-793,0 0 507,0-5-551,6 8 0,-3-10 793,6 3 0,1-4 0,4-1 0</inkml:trace>
  <inkml:trace contextRef="#ctx0" brushRef="#br0" timeOffset="24">29204 10193 7904,'8'0'390,"-2"0"147,-6 0-348,0 0 1,5-1 159,-1-4-175,1 3 1,-3-6 260,2 4-1,-2 2-391,11-11 0,-5 12 135,6-4 0,-5 4-356,1 1 29,-1 0 0,5 0 0,1 0 1,-6 4 41,1 1 1,-7 8-60,2 1 1,-4 0-4,-1 5 0,0 2 123,0-2 1,0 6-45,0-2 1,-6-2 28,-4-2 0,2 2 79,-1-3 1,1-3-6,-1-6 0,-4 1 1,11-1-54,-2 1 18,-4-7 29,6 3 9,-4-6 1,12-5 4,4 1 0,2-7 11,2 1 0,1 4-13,-1 1 1,0-1-20,0 1 0,1 0 14,-1 5 0,0 0 111,0 0 1,0 0-102,1 0 0,-1 7 19,0 2 1,0 4-4,0 1 0,-4 2-23,-1 3 1,-5-2 26,0 7 1,-2-1 119,-2 6 0,-2-1-42,-2 1 0,-9-1 120,-6 1 0,-5-7-139,5-3 1,-6 1-10,1-1 1,2-5-281,-1-4 0,5-2 8,-1 1-130,3-3 0,4-7-229,2-4 1,-1 0 536,7-9 0,-1 3 0,5-9 0</inkml:trace>
  <inkml:trace contextRef="#ctx0" brushRef="#br0" timeOffset="25">29858 10321 10266,'14'0'274,"-3"0"-144,3 0 1,-1-5-134,11 1 1,-1-7 99,6 1 1,-2 2-521,-4-1 0,4 4-94,-3-4 1,-2 1 516,2-2 0,-7-2 0,3 4 0</inkml:trace>
  <inkml:trace contextRef="#ctx0" brushRef="#br0" timeOffset="26">30099 10136 7993,'0'8'124,"0"-1"45,0-7 1,0 1 169,0 4 174,0-4 57,0 6 2,0-1-403,7-4 1,-4 10 136,6-2 1,1 2 75,4 3 1,-4-1-240,-1 0 1,-1 0-96,1 0 0,2 5-566,-6 0 0,0 0 388,-5-4 1,0 0-935,0 4 0,-2-3 1064,-2 3 0,-4-3 0,-7-2 0</inkml:trace>
  <inkml:trace contextRef="#ctx0" brushRef="#br0" timeOffset="27">30711 9895 7884,'-7'-15'-169,"4"1"169,-6 0 0,6-5 419,-2 0 0,3 0-79,2 5 1,2 0-19,3-1 1,3 6-123,6 0 0,2 1-13,3-2 1,-4 4-19,4 6 1,-1 0-110,1 0 0,-4 0-106,4 0 1,-3 1 85,-2 4 0,1 1-143,-1 4 0,-6 7-43,-4-2 1,-2 2-121,-2-3 0,0 5 134,0 0 0,-2 2 32,-2-2 1,-3-4-33,-2 4 0,-2-3-5,6-2 1,-4-4 87,4-1 1,-1-4-116,1 4 263,3-5-212,-10 8 168,10-10 1,-3 4-32,10-6 1,-2 0-27,7 0 1,-1-5-69,5 1 0,5-6-19,0 5 0,2 1 166,-2 4 0,-2 0-103,7 0 0,-7 1 161,2 4 1,-3 3-23,-2 6 0,0 2-1,1 3 1,-7-2-37,-4 7 1,-2-5 19,-2 5 0,-2-5 87,-2 4 1,-4-5-97,-7 1 1,-4-4 9,1 0 0,-3-6-8,2 1 0,3-7-178,-3 1 0,2-2 112,-2-2-521,3 0 0,-4 0-21,5 0 0,7-6-225,4-4 0,2-7 744,2-2 0,6-6 0,2 3 0</inkml:trace>
  <inkml:trace contextRef="#ctx0" brushRef="#br0" timeOffset="28">31322 9625 7536,'-14'9'-1261,"0"0"1392,6-5 0,-5 7 590,4-7 0,-4 7-315,-1-1 0,4 7-159,1 2 0,1 7-24,-2-3 0,-1 4-27,7 2 0,-1-3-158,5-2 0,0 3 97,0-3 0,0-4-136,0-1 1,6-3 25,4-2 0,2-4-61,3-1 0,-1-6 70,0 2 0,0-3 33,0-2 1,1-7 14,-1-2 0,0-4-4,0-1 0,1 0-14,-1-1 0,-6 0 36,-4-4 0,3 1-136,-3-5 0,0 4-181,-9-5 1,2 7-309,-7-2 1,1 3 72,-5 2 0,-1-1-199,1 1 1,5 2 109,-1 2 541,1-3 0,-6 6 0,1-8 0</inkml:trace>
  <inkml:trace contextRef="#ctx0" brushRef="#br0" timeOffset="29">31436 9539 7897,'-14'0'-31,"-1"7"210,1-6 0,2 7 58,2-3 0,2-4 143,3 4-188,4 3 125,-5 0-88,6 6 1,0 0-235,0 1 0,4-6-21,1 0 0,6-4-43,-1 5 0,1-6-24,-2 6 1,4-7-87,-4 2 0,4-2-87,1 2 208,0-4 12,1 6 1,-3-9 14,-2-3 0,1 2 13,-7-6 0,1 4-80,-5-5 50,6 1 1,-4-5 32,3 0 0,-4-1-1,-1 1 1,-4 5 96,-1-1 5,0 1-52,-1-6 1,3 6-45,-7-1 333,7 7-214,-10-3 1,12 4 48,-4-2-156,-3 2-197,7-4 72,-6 6 0,9 0 82,3 0 0,-2 0-64,6 0 1,1-2 69,4-3 0,5 4-3,0-4 1,1 2 66,-1-2 1,-1 4 128,5-4 1,-5-1-72,1 1 0,-2 0 127,2 5 0,-8 0-115,3 0 1,-4 2 142,-1 2 1,2 4-7,-6 7 0,0 5-73,-5 4 1,0 7 159,0 3 0,-2 5-33,-2-1 0,-4 9-119,-7 5 0,1-3-100,0-1 1,0-1-124,0-4 0,4 3-71,1-8 0,4-8-294,-5-2 0,7-4-849,-2-1 596,4-2-598,1-13 705,0-2 1,6-12 6,4-4 1,7-2 555,2-2 0,2-7 0,-2-3 0,3 2 0,6-2 0,-1 6 0,-3-6 0,3 2 0,-4-2 0,2-1 0,-1 6 0,-3-5 0,-7 5 0,0 0 0,0 5 0,-1-5 0,-4 0 203,-2 0 186,-7 5 1,-2 1 441,-3 4 254,4 2-696,-12 7 1,7 2 150,-4 3-323,-2 3 1,6 6 199,-4 0-193,-3 0 0,12 1-320,-12-1-48,12 0 1,-6-5 58,7 1 131,0-7 75,0 3-123,0-6 0,2 0 3,3 0 1,-4-1-193,4-4 111,3-3 0,-7-6-179,4 0 0,-2 4-309,2 1 0,-3 4-85,2-4-1067,-2 5 1314,-2-8 1,-2 10 405,-2-3 0,2 4 0,-4 1 0,6 0 0,0 0 0</inkml:trace>
  <inkml:trace contextRef="#ctx0" brushRef="#br0" timeOffset="30">29303 11672 7978,'8'-15'-509,"-2"1"204,-6 0 788,0 0 0,0 0-5,0-1 0,-1 3-16,-4 2 1,2-1 93,-7 6-354,1-6 1,-5 10-59,0-4 0,4 4 94,1 1 1,-1 1-131,-4 4 1,0 4-29,-1 10 1,6 5-155,0 9 0,4 0 114,-5 10 0,7-2-102,-2 11 0,5 0 111,5 5 1,3-5-133,6 0 1,7-6 14,2 2 0,6-10 69,4-5 1,5-11-67,9-8 1,-1-8 212,6-10 1,-4-7 186,4-13 1,-8-5-96,-1-9 1,-8-3 172,-12 4 1,1-5-145,-10 0 0,-3 4 105,-11 0 0,-3 6-465,-6-1 1,-9-3 100,-15-2 0,-2 2-433,-3-2 1,-3 6-77,3-1 0,-3 9 499,-1 5 0,-1 4 0,0 0 0</inkml:trace>
  <inkml:trace contextRef="#ctx0" brushRef="#br0" timeOffset="31">7379 10620 18544,'-9'0'-1323,"-1"0"0,6 0-90,-6 0 1134,7 6 1571,-10-4-1197,12 4 503,-5-6-831,6 0 397,0 0 1,6 0-238,3 0 1,4-6 504,1-4 1,2 2-80,3-1 1,5-6-464,9-3 1,3-8 362,7 3 1,-1-9-162,1-1 1,9-7 166,0 2 0,5 2-24,-9-2 1,-1 7 49,-4-3 1,-2 6-192,-3 4 1,-10 8-426,-9 7 12,-9 6 70,-4-3 1,-6 7-417,0 4 381,0-4 0,-5 7 222,0-3-128,1-3 1,4 6-764,0-4 442,0-2 334,0 4 1,6 0-1,2 2 1</inkml:trace>
  <inkml:trace contextRef="#ctx0" brushRef="#br0" timeOffset="32">8901 10591 10279,'-21'0'0,"5"2"-91,-3 3 0,4-4-172,0 4 0,1-4 125,0-1 1,5 2 256,-1 3 42,1-4 1,-1 6 188,1-7-17,5 0-117,-2 0-166,6 0 0,-1 0 68,-4 0 25,3 0 19,-4 0-26,6 0-201,0 0 111,-6 0 92,4 0-54,-4 0-48,6 0 328,0 0-169,6 0 0,2-2-45,6-3 1,5-3 57,0-6 0,6 0-45,-1 0 0,8-7-43,1-2 1,2-4 77,-2-2 1,-3 2-169,3 4 0,-8-4 31,-1 3 0,-7 4 17,2 1 1,-5 8-322,-4 1-161,-4 7 0,-6-2-321,0 10 1,-6 4 146,-4 10 586,-2 10 1,-9 7 0,-1 7 0</inkml:trace>
  <inkml:trace contextRef="#ctx0" brushRef="#br0" timeOffset="33">8901 10463 13665,'-19'-19'-1414,"0"0"0,0 2 966,5 8 1,-5-3 313,0 8 0,-7-6 134,3 6 0,-4-1 45,-2 5 0,1 0 209,0 0 1,-4 5 3,4-1 0,-4 7-102,8-1 0,-3-2 326,-1 1 0,0 1-41,-1 4 1,1 2 3,-1 3 0,1-2-48,-1 7 1,1-1 9,0 6 1,-6-1-138,1 1 0,0 4 40,5 0 1,-4 5-73,4-5 1,-2 5 2,11-5 1,1 7-158,9-2 1,-2 3-149,6 1 0,-5 1-26,6 0 1,-1-1-100,5 1 0,6 3-76,4-4 1,2-2-132,3-12 0,0 1-78,4-1 1,3-1-71,7-3 0,1-2 148,3-3 0,-3-3 57,3 3 0,4 1 17,1-1 1,-2 0 84,2-5 1,-2-4 185,2-1 1,6-6 160,-6 2 1,6-5 139,-6-5 0,8-7 269,2-7 0,4-7 27,-5 3 0,0-10 8,-4-5 0,-2-3-71,-3-2 0,0-6 138,-10-3 1,2 1-152,-11-1 0,-1 5 31,-9-5 0,2 0-275,-6-5 1,0 6-162,-5 4 1,-7 2-230,-2 3 1,-4 5-194,-1 4 1,-6 3-291,-4 2 1,-5 4 102,-4 0 0,-3 7-146,-7-2 1,-1 3 192,-3 2 0,-4 5-12,-6-1 0,5 7 55,0-2 0,1 5 301,-1 5 0,-3 0 206,3 9 1,-2-3 179,2 8 0,1 3 197,4 2 0,1 4-111,-6 5 1,13-1 140,1 6 1,6 0-98,4 4 1,4 1 4,0 0 1,12-1-203,-3 1 0,11 0-135,-1-1 1,3 6-75,2-1 0,7 1-145,2-6 0,5 1-71,5-1 1,5 3-246,9 2 0,4-9-51,5 0 0,1-6-22,0-4 0,6 0 250,3 1 0,1-9 106,-1-5 1,4-3 98,-4-7 1,3-2 159,2-8 0,-6-4 203,-4-10 0,2 2 289,-2-7 1,1-5 35,-6-4 1,0-6 168,-5 1 1,-2-3-94,-6-2 0,-1-6 27,0-3 1,-5 1-212,-4-1 1,-5 5-4,-5-5 0,-2 3-316,-7-8 0,0 10-68,0-5 0,-7 6-332,-2 3 1,-9 0-89,-1 1 0,-6 1-241,1 3 1,-4 8 41,-5 6 0,-3 2-119,-7-2 0,-5 4 78,1 6 1,-7 6 98,2 3 1,-3 3 199,-2 2 0,0 7-149,0 2 0,0 10 497,1 5 0,-1 3 155,0 1 0,0 2 184,0 3 0,2 4-67,3 5 0,0 2 124,9 4 0,3-2-115,12 6 0,6-2-142,3 2 1,5 4-50,4-4 1,4-3-204,6-2 1,6-3-58,4-1 1,7 3-257,2-3 1,6 2 46,-1-7 1,4-3-286,6-2 0,2 0 143,7-4 0,6 1 159,3-11 0,3 0 261,2-5 1,9-6-73,1-3 0,5-5-93,-5-5 1,2 0 350,2-9 1,5 1 165,0-10 0,-5 2 178,-5-7 1,-10 1 83,0-11 0,-5 0 76,-4-5 0,-6-6 82,-12-3 0,-5-5-31,-1-4 0,-5-3-298,1-2 0,-10 3 97,-4 6 0,-7 2-508,-7 3 0,-9 0 27,-15 9 0,-3 3-955,-7 12 0,-10 1 306,-4 3 1,-16 5-189,-3 10 0,35 5 0,0 2 360,-2 0 0,1 4 461,-1 3 0,0 2 0,1-2 0,-1 1 0,0 5 0,1 2 0,-1 0 0,0-1 0,1 2 0,-1-1 0</inkml:trace>
  <inkml:trace contextRef="#ctx0" brushRef="#br0" timeOffset="34">9597 11373 11834,'-14'0'-2067,"0"0"1157,0 0 1211,0 0-153,-1 0 498,7 0-88,2-6-507,6 4 0,2-6 191,2 4 0,4 0-35,7-5 1,0-1 113,4-4 0,3-5-39,7 0 0,4-4-52,0 4 0,7-2-73,-2 2 1,-2 3-1,2-3-1,0 4-128,4 0 1,-1 3-152,-3 2 0,-3 2-158,-6 4 1,-7 2-273,-3-3 184,-10 4 0,-3 2-106,-6 4 1,-3 1 500,-6 4 1,-2 4-81,-13 0 1,-1 1-32,-8 4 1,1 1 104,-6-1 0,5 0-58,-5-5 1,6 5 105,-1 0 1,-1 0-77,0-5 0,-4 0 257,5 1 0,0-1-367,5 0 1,-4 0 250,4 1-125,-4-8 1,16 5 167,-3-8 289,10 1-222,2-5-204,7 0 1,7-2 50,2-2 0,9 1 148,1-7 0,6 5-107,-1-4 1,7-1-43,2-4 1,1 0-20,-6 0 0,2-1 82,3 1 1,-4 0-227,-1 0 0,0 0 284,-4-1 1,-2 1-253,2 0 1,-8 4 138,-2 1-820,0 6-195,-12-3-21,4 6 873,-6 6 1,6 8 0,2 8-1</inkml:trace>
  <inkml:trace contextRef="#ctx0" brushRef="#br0" timeOffset="35">11830 11672 9140,'-15'0'-1239,"6"0"1170,-1 0 1,6 0-19,-6 0 215,7 0 136,-10 0 187,6 0-327,-8 0 1,3 1 48,2 4 1,2-3 159,4 2-136,2-2 1,-4-1 36,6 4-24,-7-3 110,6 4-157,1-6 0,12-6-110,7-4 0,8-7 87,2-2 0,5-6-88,9 1 0,-5-3-9,0-1 0,-2-1-96,2 1 1,2 4 75,-7 0 1,-5 7-23,-4-2 1,-8 3-212,-2 2 288,0 6-233,-12 2 150,4 6 75,-12 0 1,3 0-107,-7 0 1,5 1 28,-4 4 0,4-3-33,-4 3 0,4-4-26,-5-1 0,6 0-223,-6 0 284,7 6 1,-5-4-1383,3 3 628,4-4-446,-5-1 1184,12 7 0,2 1 0,6 6 0</inkml:trace>
  <inkml:trace contextRef="#ctx0" brushRef="#br0" timeOffset="36">11673 11572 12223,'-6'-8'-2721,"-2"-4"1892,-6 4 1101,0-6-192,6 6-21,1 1-27,7 7 138,0 0-114,7 0 1,-4 5 11,6 0 0,-4 6-79,5-2 80,-1 4 1,4 1-64,-4 0 1,2-4 67,-6-1 0,4-4-17,-4 5 1,1-6-178,-1 6 0,-3-5 83,2 4 0,0-6 12,0 2-123,-2 3 209,4 0 1,-6 1 418,0 1-33,0-7 83,0 3-69,0 0-131,0-4-68,0 4 1,-1-6 188,-4 0-201,3 0-309,-4 0 1,4 0 37,-2 0-149,2 0 135,-4 0 3,6 0 210,0 0-160,6 0 1,-3-1 421,7-4 1,6-3-140,7-6 0,6-8-127,4-7 0,8-5 141,6-9 1,12-1-538,-2-4 0,3 4 308,-3-3 1,-7 4-143,-2 5 1,-7 5 23,-8 9 0,-6 8-165,-13 7-237,-6 6 0,-2-2-135,-6 10 1,0-2 46,0 6 0,-6 1 253,-4 4 0,-4 0 547,-5 1 1,2 0-275,-7 4 1,0 2 10,-4 3 0,4 2 71,1-2 0,-1-2-25,-5 2 0,6-5 32,-1 5 0,-6-7 0,-6 4 0</inkml:trace>
  <inkml:trace contextRef="#ctx0" brushRef="#br0" timeOffset="37">11645 11586 12223,'-14'-6'-1009,"4"0"618,1-4 1,4 2-1148,-5 4 985,7 2 727,-9-11 33,10 12-120,-4-5-309,6-1 761,0 6-40,6-6 429,2 7-872,6 0 1,0 2 17,1 3 1,-6-4 0,1 4 0,-6 1-52,6-1 1,-7 1 216,2-1-733,3-3 260,-1 10 1,3-5-108,-1 2 1,-5-1 251,0-3 0,-2-2 244,-2 6 222,6-6-228,-4 10 1,4-10-88,-6 7 1,2-7 274,2 2-168,-2 3 328,4-7-280,-6 5 153,0 1-283,0-6 278,0 6-17,0-1-211,0-4 1,0 5 419,0-2-342,-6-3 151,4 4-129,-4-6-252,6 6 152,0-4 56,0 4 4,0-6 399,0 0-500,6 0-168,-4 0 1,6-1 130,-3-4 261,-4 3-80,6-4 29,-1 6-406,-5 0 101,6 0 0,-6-5 284,4 1 215,-3-1-259,4 5-588,-6 0 967,0 0-757,6 0 1,-3-2 318,7-2 0,-1-4 146,6-7 1,11-7-795,8-6 0,13-7 485,10-7 1,-20 14 0,2 0-1,4-1 1,1 0 0</inkml:trace>
  <inkml:trace contextRef="#ctx0" brushRef="#br0" timeOffset="38">10138 12923 12157,'-15'0'-452,"1"0"-311,0 0 689,0 0 405,0 0-363,6 0 343,1 0-362,7-7 0,7 6 298,2-4 1,4 2-25,1-2 0,7 4-102,2-4 0,4 3-25,2 2 1,5 0-33,4 0 1,3 0 53,2 0 0,0 0-112,-1 0 0,2 0 247,4 0 1,-5 0-369,-1 0 0,-1 0 73,-8 0 0,5-4-57,-4-1 1,-8 0 106,-7 5-220,-3 0 1,-6-2-218,-1-2 344,-6 2-267,4-4 1,-14 7 59,-2 4 0,1-2-9,-2 7 0,1-5 375,-5 4 0,-7 7 0,-1 6 1</inkml:trace>
  <inkml:trace contextRef="#ctx0" brushRef="#br0" timeOffset="39">10138 13051 10966,'-15'-7'-2503,"1"-1"2777,0 1 0,5-4 607,-1 6-952,7-6 1,-3 8 121,6-7 0,6 5 385,3-4 1,6 4-161,4-4 0,3 4-74,6-5 1,2 6 80,3-6 0,-1 7 20,6-2 1,-2 4-97,2 1 1,5 0 12,-1 0 0,1 0-223,4 0 0,-2 4-181,-3 1 0,1 5-70,0-6 1,-9 1 140,-5-5 1,-2 5-172,-8 0-179,0-1 230,-5-4 72,-6 0 0,-4 0 111,-8 0-458,2 0 144,-11 0 0,10-1-285,-6-4 1,4 3 599,-4-2 0,-1-4 0,-4 0 0</inkml:trace>
  <inkml:trace contextRef="#ctx0" brushRef="#br0" timeOffset="40">7109 11259 13052,'-20'-6'-695,"10"-2"0,-9-1 249,10-1 0,1 7-185,-2-2 500,7-3 168,-3 7 163,6-5 480,6 6-604,2 0 1,6 0 407,1 0-211,-1 6 0,0 0-244,0 4 0,-4 2 49,-1-2 0,-1-2-134,2 1 1,2 1 44,-2 4 0,-2 0-99,1 0 1,-4 0 36,4 1 1,-4-1 62,5 0 0,-6 0 89,6 1 0,-5-1 126,4 0 1,-6-5 2,2 1 1,-4-5 564,-1 4-565,7-6 0,-4 4 14,6-7 0,1-7 221,4-2 0,2-12-174,3-7 1,9-7-222,10-8 0,5-5-320,4-5 0,5 3-53,-21 24 0,0 0 0,23-20-600,3-1 925,-10 9 0,4-2 0,-4 10 0,5 8 0,3 8 0</inkml:trace>
  <inkml:trace contextRef="#ctx0" brushRef="#br0" timeOffset="41">7578 11316 11500,'-20'0'0,"4"0"-231,-3 0 1,3 0-220,2 0 0,5 5 557,-1 0 0,5-1 125,-4-4 1,4 0 192,-4 0-142,6 0-308,-4 0 344,7 7 1,7-1-306,2 4 0,-1 2-4,1-2 0,1-2-177,4 1 0,0 1 27,1 4 1,4 0 86,0 0 1,-2 0-25,-8 1 1,4-1 99,-3 0 0,2 0-262,2 1 1,-4-3 374,-1-2 0,-6 2 345,2-2-252,3-4 1,-5 0 166,7-6 0,-6 0-166,6 0 0,-1-12 313,6-7 0,5-13-305,4-6 1,11-6 24,7-8 1,-12 23-1,2-1-1853,5-5 1,2-1 1646,4 1 0,2-1 0,7-5 0,2-1 0,4-2 0,-1 1 0</inkml:trace>
  <inkml:trace contextRef="#ctx0" brushRef="#br0" timeOffset="42">8986 14017 14384,'-14'-8'-3609,"0"-3"1716,-1 7 2281,7-7-527,-4 3 1,10-2 663,-2 1 1,0 6-394,0-2 0,2 2 731,-3-2-1279,4 3 510,1-4 848,0 6-300,6 0-415,2 0 0,6 6-349,0 4 1,-4-2 86,-1 1 0,1 1-91,4 4 1,0 0 157,0 0 1,-4 1 116,-1-1 0,-1 0-375,2 0 1,2-4-32,-2-1 1,-2 1 116,1 4 1,-6-5 800,2 1-171,3-1-234,-6 6 553,4-1-507,-6 0 391,0-6 312,0 5-439,0-12 1,-2 5 164,-2-6-27,2 0-319,-4 0 1,6-6-393,0-3 0,6-6 432,4-4 1,9-7-323,4-8 1,7-7-106,8-1 0,2-1-498,12-4 0,-5 2-2055,5 3 2555,7 5 0,-2-2 0,6 3 0,2-5 0,-1-5 0</inkml:trace>
  <inkml:trace contextRef="#ctx0" brushRef="#br0" timeOffset="43">11232 13577 8512,'-9'-19'-85,"-1"0"1,-5 0-182,5 5 406,4 6-173,0 1 0,6 14-193,0 2 1,0 10 151,0 5 0,0 9 101,0 5 1,0 5 57,0 4 0,-5-1 21,0 6 1,0 2-203,5 7 0,0 9 107,0 6 0,0-1-288,0-4 0,2-1 277,3-4 1,-4 1-127,4-11 0,1-7 104,-1-11 0,6-11-441,-1 2 282,2-4 0,2-5-106,1-5 0,-1-3 119,0-7 168,0 0 0,7-12 0,1 0 0</inkml:trace>
  <inkml:trace contextRef="#ctx0" brushRef="#br0" timeOffset="44">10991 13619 16043,'-14'-14'-4979,"4"5"4249,1-1 0,5 5 1065,0-4 1,8 6 160,6-2 0,4-1-243,5 1 0,5-4-52,9 4 1,3-5-94,7 6 0,0-1-92,-1 5 1,7 0 332,3 0 0,4 0-4,1 0 0,4 6-519,1 4 1,10 4-50,-1 5 1,-31-11 0,1 1 85,-1 3 1,1 0 0,-2-1 0,1 2-7,0 1 0,0 0 0,34 13-25,2-3 1,-35-12 0,0 1 108,0-3 1,-1-1 0,1 0 0,-1 1-110,31 4 0,-5 0 42,0 0 1,-14-6 56,-4-3 0,-6-3 106,-8-2 1,-1-7 27,-5-2 1,-6 1-66,-3-2 0,-3 1 120,-2-5 1,-1 4-79,-4 1 315,4-1 0,-11-4-439,2 0 0,3 4 80,-3 1 0,3 4-66,-2-4 50,-4-1 1,5 1 11,-6-1-140,0 1 23,0-5 1,-1-1 164,-4 1 0,4 5-142,-4-1 142,-3 7-232,0-10 108,-6 12 0,4-10-56,1 6 1,4 0 77,-4 5 0,5 2 96,0 3 1,-3 4 31,3 10 0,-1 0 113,5 9 1,0-1-120,0 11 0,0 0-26,0 5 0,2 7-98,2 7 1,-1 6-226,7 8 1,-1 0-204,6 1 0,4 3-62,-1 1 1,1-8 59,-4-11 1,-3-2-158,-2-7 649,-4-7 0,-1-7 0,0-5 0,-2-1 0,-2 1 0</inkml:trace>
  <inkml:trace contextRef="#ctx0" brushRef="#br0" timeOffset="45">11346 14444 8535,'-28'-6'0,"-1"2"-375,1-5-115,-1 6 1,12-4 670,3 7-107,9 0 1,0 2-49,10 3 0,3-4-2,6 4 1,2 3 239,3 1 0,5-1-55,9 2 1,5-5 109,9 4 1,4-6-172,6 2 0,11 1-298,3-1 0,4 6 179,1-1 1,-36-6 0,1-1 47,3 2 1,2 0 0,0-3 0,1 1-41,3 1 1,0 1 0,-3-3 0,0-1 25,1 2 1,-1-1-1,-3-1 1,-1 0-69,0-2 1,-1 2 0,-1 1-1,-1 0 0,26 3 1,-6 0-178,-17-5 0,-7 0 84,-3 0 0,1 0-138,-6 0 0,2-5-169,-11 0 1,5-1 130,-5 1 1,6 4-29,-1-4 0,-4-1 484,-1 1-182,-3-6 0,5 3 0,1-6 0</inkml:trace>
  <inkml:trace contextRef="#ctx0" brushRef="#br0" timeOffset="46">10948 15183 14095,'-14'0'-2248,"4"0"1624,1 0 0,4 0 769,-4 0 1,4 0-1,-5 0 0,6 0 145,-6 0 13,7 0 13,-10 0 1,10 0-302,-6 0 58,6 0 1,-5 0-239,3 0 267,3 0 0,-4-1-382,6-4 0,6 2 348,4-7 0,7 1-157,2-6 1,7 1-52,-3 0 1,4-2-18,2-3 0,4 2 78,0-7 0,0 7 7,-5-2 0,1 3-254,-1 2 0,-1 1 154,-3 4 131,-4 2 0,-5 7 0,-1 0 0</inkml:trace>
  <inkml:trace contextRef="#ctx0" brushRef="#br0" timeOffset="47">10920 15311 10728,'-15'-1'-530,"1"-4"1,2 2 471,2-7 661,4 1 1,14-6-280,6 1 0,6-6-36,9-4 0,6-1-351,3 1 1,7-6 44,3 6 1,5-6 51,0 7 1,8 2-1,4 1 1</inkml:trace>
  <inkml:trace contextRef="#ctx0" brushRef="#br0" timeOffset="48">6797 10989 12139,'-15'-14'-968,"6"5"-448,-1-1 1329,7 7 475,-9-3-1164,10 6 948,-4 0 1,6 1 742,0 4 1,0 9-129,0 10 0,0 9 107,0 5 1,0 11-22,0 8 0,0 8-254,0 10 0,-1-32 1,0 1-200,-1 5 0,-1 2 0,2 4 0,1 2 156,-3 4 0,1 1 0,1 3 0,0 1-283,1 1 1,0-1-1,0-2 1,-1-2-244,-2-2 0,1-1 1,1-5-1,1-1 464,-3-2 1,1-2-1,-1-6 1,-1-1-562,0 29 1,-6-12-66,6-12 1,-3-8 69,2-1 0,4-8-491,-4-1 0,4-7 244,1-8 0,1-1-1557,4-4 1096,-4-2 518,12-7 1,-5-13 0,6-3 0</inkml:trace>
  <inkml:trace contextRef="#ctx0" brushRef="#br0" timeOffset="49">7166 10932 10594,'-6'-36'1185,"0"-2"-1163,-4 10 1,-1 2 114,6 12 213,1 6-175,-3 2 0,4 12 51,-6 4 1,4 9 101,-5 4 1,6 11-194,-6 4 1,5 4-73,-4 6 0,4 4-69,-4 9 1,6 4-402,-2 6 0,2 8 431,0-37 1,1 1-1,1 4 1,0 1-38,-1 6 0,0 1 1,-2 0-1,0 1-338,-1 5 0,0 1 0,-1-3 0,0-1 267,-1 1 0,-1 0 1,-1-1-1,-2-2 85,0-1 1,-2-1 0,0-6 0,-1-3-197,0-3 0,0-3 0,-13 22 256,3-8 0,-1-14-12,6-6 1,5-11-281,4-7 585,7-1 1,-3-6-1116,6 6 1400,0-6-1269,0-2 436,6-6 1,-3-1-161,7-4 1,-1-5 314,6-9 0,-1-9 49,0-10 1,6-3-1,3-2 1</inkml:trace>
  <inkml:trace contextRef="#ctx0" brushRef="#br0" timeOffset="50">7067 11046 10077,'-7'-28'-588,"4"4"334,-6 0 0,-1 7 1012,-4-2-512,0 10 0,0-3-264,-1 8 0,6-1-7,-1 5 1,6 2 270,-6 2 0,7 1-60,-2 9 0,4 0-74,1 15 0,0 3-39,0 10 0,0 13 124,0 7 1,0 8-332,0 5 0,0-34 1,0 1 292,0 4 1,0 2-1,0 3 1,0 1-24,0 7 1,0 0 0,-1 1 0,0 0-398,-1 2 0,-1 0 0,2 0 0,-1 0 267,-2-2 1,-1-1 0,0-1 0,0-1 14,-1-4 0,-2-1 0,1-4 0,0-2-39,-7 30 0,-1-8 186,1-16 0,2-6-41,2-13 1,-1-6 177,6-13 564,-6 0-1044,10 1 384,-6-7 1,9-2-924,3-6 87,3 0 0,6 0-385,0 0 970,-6-6 1,11-9-1,-3-7 1</inkml:trace>
  <inkml:trace contextRef="#ctx0" brushRef="#br0" timeOffset="51">7124 11131 9778,'-21'-28'100,"7"0"69,0 5-1247,12 3 729,-11-1 0,12 6 1195,-4-4-183,3 9-25,2-2-259,0 10 1,2-4-319,3 6 0,-2 12 7,6 7 1,-5 14 139,0 10 1,3 8-80,-3 10 1,1 6-267,-5 8 0,0-33 1,0 0 169,0 3 0,0 0 0,0 6 0,-1 1-346,-1 0 1,-1 0-1,-1 4 1,-2 0 332,-3 3 0,-1 1 0,2 1 0,-1 1-11,-3 0 1,0-1-1,1-2 1,0-3 39,0-7 1,-2-3-1,0-3 1,0-1-47,-11 34 1,3-20 50,2-9 0,5-17 117,5-2-457,-4-9 409,11 2-525,-4-13 1,8-3 649,2-10 0,3 2-559,2-7 0,4-4 8,-4-5 0,9-11 291,1 2 8,0-10 1,1-5 0,2-8 0</inkml:trace>
  <inkml:trace contextRef="#ctx0" brushRef="#br0" timeOffset="52">7067 10876 10697,'-7'-15'-274,"-1"7"291,-6-4 1,0 10 133,0-3 1,1 7-41,4 8 1,-4 7 313,4 16 1,-4 11-170,-1 13 1,4 8-102,1 11 1,5-34-1,0 3-232,-1 4 1,0 1-1,-1 5 1,1 2 178,3 4 0,0 2 0,-3 0 1,0 1-323,3 3 0,-1-1 0,-2 2 0,-1 0 362,2 3 1,-1 0 0,-1 1-1,-1 0-40,0 2 0,0-1 0,2-9 0,0-2-192,1 1 0,-1-3 1,1-9-1,-1-2-31,-3-3 0,1-2 0,-2 35 16,-1-13 0,7-17 79,-2-16 1,4-9-246,1-10 719,0-6-885,0 5 0,5-13 630,-1 0 1,7-8-278,-1-11 1,4-5-336,5-9 419,-3-10 0,-2 6 0,-8-4 0</inkml:trace>
  <inkml:trace contextRef="#ctx0" brushRef="#br0" timeOffset="53">6953 10947 13965,'-14'0'-104,"-2"-5"-423,-3 0 0,3 0-1098,-3 5 1828,3 7 0,2 5 775,0 7 0,4 8 49,1 2 1,6 12-390,-2 11 1,4 11-149,1 8 0,0-30 0,0 2-383,0 4 0,0 1 0,0 1 0,0 1 368,0 2 1,0 0-1,0 2 1,0 0-6,0 2 1,0 1 0,0 3 0,0-1-280,0 0 0,0 0 0,0-3 0,0-1-218,0-4 1,0-2 0,-3-6 0,1-1-281,-3 29 1,-6-9 380,2-15 1,2-6-176,2-13 0,-1-5-263,1-5 158,1-2 5,4-8-385,6-2 0,2-12 527,6-3 1,2-15 152,3-4 0,-3-17 0,4 1 0</inkml:trace>
  <inkml:trace contextRef="#ctx0" brushRef="#br0" timeOffset="54">7237 10847 11846,'-14'-8'-1189,"0"-4"0,4 5 949,1-2 0,-1 2 353,-4 7 0,5 7 379,-1 2 0,5 12-149,-4 7 1,4 15-99,-4 14 1,6 8-186,-2 10 1,2-33 0,0 2-237,0 2 1,1 2-1,-1 5 1,1 2 259,2 4 0,0 0 0,-2-1 1,-1 0-347,1 3 0,0 1 1,-1-3-1,1-1 299,2-1 0,0-1 1,-2 1-1,-1 0-217,1 0 1,-1 0 0,0-6-1,0-1-96,1-2 0,-1-1 0,2-4 1,-1-1-59,-7 34 1,4-7-38,-5-12 0,6-8 207,-6-6 0,7-2 234,-2-8 1,-1-6-370,1-8 647,1-3 1,10-8-384,3-4 0,4-8 0,1-4 0</inkml:trace>
  <inkml:trace contextRef="#ctx0" brushRef="#br0" timeOffset="55">7223 11288 11551,'-13'-14'-242,"4"-1"0,-4 6-244,4-1 582,-4 7-112,-1-3 0,1 9-89,4 7 0,3 5 207,6 14 1,-5 12 26,0 6 1,0 18-167,5 6 1,-2-30-1,0 2-164,-1 1 0,1 2 0,-1 3 0,1 1 210,2 7 1,0 0 0,0 4 0,0 1 24,0 0 1,0 0-1,-2-1 1,-1 1-96,1-5 1,0 0 0,-3-4 0,0-1-45,3-1 1,-1-2 0,-1-6-1,-1-2-83,0 25 1,-4-11 98,4-17 0,0-9-480,5-11-118,0 5 674,0-14 1,7 10-1,0-11 1</inkml:trace>
  <inkml:trace contextRef="#ctx0" brushRef="#br0" timeOffset="56">6612 14003 15619,'-29'14'470,"1"1"1,1-6-963,3 1 0,-1-1-153,6 5 1,-2 0 689,3 1 1,2-3-76,-3-2 0,8 2 175,1-2 1,6-4-130,-6-1-280,7 3 76,-3-7 1,12 6-17,3-7 0,9-7 240,1-2 1,12-5 124,2-5 0,9-10-236,5-9 1,5-7 133,10-3 0,-30 22 0,0-1-321,4 0 0,0 1 0,0-2 0,2 0 291,2-3 0,0 0 1,-2 1-1,0 0-117,5-3 1,-1 0 0,-4 3-1,-1 1 150,-1 1 1,-1-1 0,25-21-43,-8 7 1,-14 8-95,-5 7 0,-9 11-462,-10 7-58,0 7 160,-6-3 10,-2 6 0,-7 1 77,-4 4 1,2 3 524,-7 6 1,-4 2-374,-5 3 1,-6 3-23,1 6 1,-3 2 197,-1 3 0,-5-3-99,0 4 1,-2 2 293,2 2-150,-4 3 1,-12 2-1,-1-1 1</inkml:trace>
  <inkml:trace contextRef="#ctx0" brushRef="#br0" timeOffset="57">6413 14387 10144,'-35'21'-236,"5"-6"68,-3 4 0,4-3-38,6-2 0,2-1 178,7-4 579,6 4-353,2-11-217,6 4 71,0-6 0,6-2-60,3-2 1,-1 0 42,2-5 1,-1 1-6,5-1 1,1-4 74,-1 4 0,0-4-19,0-1 0,1-1-34,-1 1 0,6-2 125,4-3 1,3-3 6,1-6 1,7-7-73,3-3 1,11-6-345,8-8 1,-20 23-1,2-2 206,5-6 0,2-2 0,4 0 0,2 1-283,3-3 1,-1 1 0,-1 1 0,0 1 236,0 2 1,-2 1 0,-2 3 0,-1 0 44,-5 3 1,-1 2-1,-4 6 1,-2 2-196,17-9 1,-11 4 113,-9 0 1,-4 4-8,-6 6 23,-2-1 717,-13 7-577,-2 2 0,-7 6 570,-4 0 1,-8 6-697,-6 4 1,-4 3 19,4 1 1,-7 0-25,3 0 1,1 0-1,-2 1 1,2-3-12,-2-2 1,-1 1-27,6-6 0,0 1-19,5-1 1,-5-4 27,0 4 1,0-4-29,5-1 0,-1 0 27,1 0 0,0-6-106,0-3 0,-1 1 141,1-2 1,-5 1-133,0-5 0,-1-1 17,1 1 0,1 5 444,-5-1 1,1 5-43,-2-4 1,-3 6 86,3-2 0,2 4-115,-1 1 1,4 0 179,-5 0 1,7 0-43,-2 0 1,3 0-48,2 0 1,-1 0 307,1 0-118,0 0-142,6 0 78,2 0-433,6 0 183,0 0 1,6 0-221,4 0 0,2-5 104,2 0 0,2-4-54,3 4 1,-1-6 121,5 1 0,1-1-35,4 2 1,6-4-82,-1 4 0,6-4 92,-1-1 1,3 0-37,2-1 0,1 0 41,3-4 1,-1 3-77,6-3 1,-6-2-3,2 2 0,-4 0-19,-2 5 1,-5 0 41,-4 0 1,-5 1 8,-4 4 0,-3-2 151,-7 6-30,0-6-36,-6 9-99,-2-4 71,-6 6 1,0 1-51,0 4 1,-6 3 91,-3 6 0,-4 8-52,-1 7 0,-5 2-23,0 12 1,-8-2-145,-2 11 1,-1 8-228,-7 11 0,16-32 1,-1 0 225,-2 3 0,0 1 0,0 5 0,1 2-261,1 1 1,1 2 0,0 6 0,0 2-273,-1 5 0,1 1 617,0 0 0,-1 2 0,2 4 0,-1 1 0,2-1 0,0 1 0</inkml:trace>
  <inkml:trace contextRef="#ctx0" brushRef="#br0" timeOffset="58">6470 16946 12603,'-15'-6'-484,"1"4"0,-3-6-283,2 3 686,4 4 1,11-4 340,0 10 1,11-2-460,4 6 0,4 6 74,0 4 1,-2 6 236,7-1 0,-7 7-88,2 2 0,-3-1 79,-2-8 1,0 3 130,0-4 1,1 3-104,-1-3 1,-6-2 139,-3-7 442,-4-6 573,-1-2-709,0-6 1,2-6-180,2-4 0,1-10-12,9-9 1,4-7-141,10-11 1,15-10-115,-18 24 1,2-1 0,4-3 0,1-1-557,5-3 0,2 1 0,3-2 0,1 0 289,4 0 1,1-1 0,1 0-1,0 1 77,1-1 1,0 0 0,1 1 0,0 1 57,-1 0 0,0 1 0,3 2 0,0 0 0,-6 5 0,0 0 0,-1 2 0,0 0 0</inkml:trace>
  <inkml:trace contextRef="#ctx0" brushRef="#br0" timeOffset="59">7195 16804 14380,'-15'0'-1524,"1"0"1132,0 0 522,0 0-60,0 0-40,-1 0 143,1 0-137,6 0 0,2 6 596,6 4-823,6 2 113,2 9 1,8-4 53,3 7-141,3 0 1,2-1 71,-1 1 0,1 0 15,4 4 1,-1-6 120,-3-3 1,1-2-411,-6 2 1,2-7 405,-2 2 1,-7-10 182,7 1 1,-6-6 598,6-9 0,5-9-23,4-19 0,4-8-333,10-15 1,-16 25-1,0-1-535,7-5 1,1-1-1,3-5 1,2-2 167,0-4 0,2-1 1,7-2-1,2 0-412,3-2 0,3 0 1,-16 20-1,2 1 1,1-1 24,2 0 0,1-1 1,0 1 288,-3 4 0,-1 1 0,1 0 0,2 1 0,0 0 0,0 1 0,18-11 0,2 1 0</inkml:trace>
  <inkml:trace contextRef="#ctx0" brushRef="#br0" timeOffset="60">2446 8430 8161,'-14'8'-864,"-1"-3"725,1-3 0,0 2 735,0 1 59,6 0-1062,2-5 246,6 0 1,1 0 0,4 0 1,-2 0 96,7 0 1,-1 0 52,5 0 0,5 0 51,0 0 0,6-2 4,-1-3 1,5 4-11,4-4 0,-2-1 3,7 1 1,-5-6 76,5 2 0,0-4-77,5-1 0,4-5 22,1 0 0,5-6-123,0 1 1,2-5 15,2-4 1,-2 3 22,-3-3 0,3 8-12,-2 1 0,0 5 17,-1-5 1,2 7-14,-7-2 0,1 3-13,-5 2 0,-6 0 26,1 0 1,0-2-16,5-3 1,0 2 14,-1-7 1,2 5 98,4-5 1,-5 5-66,-1-4 0,1 4 8,-5-5 1,3 2-9,1-2 1,-5-1 4,-4 6 1,2-5 12,-2 5 1,6-6-13,-1 1 0,-1 4 85,1 1 1,-5 3-97,5 2 1,-7-5-6,2 0 1,-3 5 1,-1 4 1,-1 1 2,1-6 0,-1 1-54,1 0 0,-7 0-7,-3 0 1,1 4-58,-1 1 0,0 1 94,-5-2 0,-4 2-347,-1 4 138,-6 2-31,4-4 82,-7-1 70,0 6 0,-2-6-38,-3 7 0,2 0 140,-6 0 0,-2 0 0,-8 0 0,3 0 0,-3 0 0,-1 0 0,1 0 0,-7 0 0,3 0 0,-4 2 0,-2 3 0,1-4-38,-1 4 1,1 1 10,0-1 0,-7 1 38,-3-1 0,2-3 0,-2 3 0,4 1 128,-3-1 0,0-1-131,-1-4 1,4 5 142,5 0 0,1 0-121,-1-5 0,2 1 170,4 4 0,1-4-101,3 4 1,3 1 23,-3-1 1,3 5 118,2-6 17,6 1-97,2 2 14,6-6-167,0 5 67,0-6-215,0 0 175,6 0-204,2 0 181,6 0 1,0-4-14,0-1 1,1-1 151,-1 1 1,5 2-134,0-7 0,5 5-11,-6-4 0,8 4 8,-3-4 1,4 1 0,2-2 0,4-2-11,0 2 1,7-2-4,-2-3 0,7 1-7,3 0 0,1 0-13,-2 0 1,-3-1 15,4 1 0,-6 0 4,-4 0 1,-3 0-7,-7-1 1,1 6 38,-1-1 0,-1 2 3,-3-1 0,-4-2-19,-5 6 1,0-4 4,4 4 0,-3-5-10,3 6 1,-3-1 1,-2 5 0,0-5 46,1 1 0,-6-1-41,1 5 0,-6 0-8,6 0 0,-5 0 26,4 0-4,-6-7-37,10 6-4,-12-5 88,6 6-4,-7 0-21,0 0 29,6 0-58,-4 0-7,4 0-22,-6 0 204,0 0-208,0 6 1,-2 2-13,-2 6 1,-9 2 0,-6 3 1,-13 11-140,-1 12 0,-19 17-43,22-22 1,-2 2 0,-8 7 0,-2 2-1677,-4 10 1,-2 3 1872,8-15 0,-2 0 0,0 3 0,0 2 0,1 2 0,-2 0 0,-4 4 0</inkml:trace>
  <inkml:trace contextRef="#ctx0" brushRef="#br0" timeOffset="61">5517 10065 9786,'0'14'1291,"0"1"1,-5 7-779,0 6 0,1 4-266,4 10 0,0 4-172,0 11 0,0 2 44,0 2 0,0 12-287,0-31 0,0 1 1,0 5-1,1 2 250,2 4 0,-1 1 0,-1 5 0,1 2-296,3 3 1,0 2 0,-1 7 0,1 2 198,0-20 1,0 1-1,-1 1 1,1 6 0,0 1-1,0 0-363,-1 4 1,1 1 0,0 0 0,0 1 0,-1 1 0,1 0 260,0-1 0,0 0 0,-1 0 0,-1 0 1,0 0-1,-1 0 44,0 0 0,0 0 1,-1 0-1,0-1 1,-1 0-1,0-1-18,1-2 1,-1-1-1,-1 0 1,0-3-1,-1 0 1,-1-1-155,0-6 0,0-1 0,0 0 0,-2-1 1,1 0-1,-2-1 54,-3 23 0,-1 0 1,3-3-1,-1-1-35,-2-5 1,1-1 0,0-3 0,0-2 72,0-6 0,-1-1 0,3-1 0,-1-1 238,-2-5 1,1 0-1,3-2 1,1-1-327,-5 32 1,7-10 683,-2-19 1,4-2-1112,1-17 1041,6-3 0,0-18-688,4-7 1,2-16-24,-2-17 1,2-18 172,3-20 0,-8 29 0,0-1 123,0-6 0,0-2 0,0-4 0,0-2 42,1-4 0,-1-1 0,-3-1 0,-1-1 0,1 0 0,-1 1 0</inkml:trace>
  <inkml:trace contextRef="#ctx0" brushRef="#br0" timeOffset="62">5716 10733 8492,'-6'-64'0,"-2"2"0,-6 10 0,-1 5 83,1 9 0,0 4 108,0 11 0,4 7 298,1 6-386,6 7 1,-9-1 86,8 8 1,-6 6-314,6 9 0,-6 6 144,5 13 0,-6 12-16,2 17 1,5-27 0,0 2 33,-1 2 0,0 2 0,3 6 0,0 2-479,-3 4 1,0 2 0,3 2 0,1 1 373,-1 7 0,-1 2 0,0 7 0,0 2-314,1-22 1,1 1-1,-1 1 1,1 5-1,-1 0 1,2 2 369,1 6 0,1 1 0,0-1 0,-1-2 0,0-1 0,0 1-282,2 2 0,0 1 0,0-1 0,-1-5 0,-1-2 0,1 1 273,1-5 1,1 1 0,-1-2 0,-2-3 0,1-1-1,-1 0 19,2 0 0,1-1 0,-1-1 0,-1 18 1,-1-1-41,2-4 1,-1-1 0,-1-5-1,-1-1 115,0-5 0,0 0 0,0 0 0,0 0 36,0 0 1,0-1 0,0-5-1,0-2-40,0-4 0,0 0 0,0 34 709,0-13 1,0-9-783,0-10 1,0-10 1074,0-9 1,0-1-1340,0-8 1,0 0 1213,0-5-2018,0-6 1177,0-2 1,2-6-108,3 0 0,3-12 0,6-4 0</inkml:trace>
  <inkml:trace contextRef="#ctx0" brushRef="#br0" timeOffset="63">14886 12013 8376,'-28'-21'-569,"4"4"-166,1-7 1,5 8 884,-1 2 0,3 2-42,2 7 0,5 0 897,-1 5-691,1 0 1,-5 0-56,-1 0 0,6 6-228,-1 4 1,3 4-14,-3 5 1,-1 3 38,6 7 0,0 7-84,5 7 0,0 1 24,0 8 1,2-5 55,3 6 0,4-6-33,10 5 1,2-6 4,2 1 1,9-9-21,-3-5 1,4-4 73,0-6 1,-8-8 7,4-11 1,-6-4 36,1-4 0,-2-6 156,-3-9 0,-8-9-52,3-10 1,-7-3-117,2-2 1,-6-1-75,2-3 1,-5 2 93,-5-2 0,-3 4-239,-6 5 0,-6-6-94,-4 6 0,-9 2-239,-5 12 1,-5-3 34,-4 4 0,3 2-208,-4 2 0,6 5 69,4 4 0,4 4-383,11 6 927,-4 0 0,17 2 0,1 2 0,6 4 0,3 7 0</inkml:trace>
  <inkml:trace contextRef="#ctx0" brushRef="#br0" timeOffset="64">15142 11259 8376,'-6'-7'0,"-2"-5"64,-6 8 0,4-1 188,1 5 1,-1 0-40,-4 0 1,5 2 50,-1 2 0,1 11-247,-5 8 1,1 6 16,3 4 1,3 5 42,2 9 1,3 5 150,-2 10 1,8 3-343,6 6 0,4 1 236,5 4 1,8-3-163,-11-35 1,1 0 0,2 0 0,0-1 124,14 35 0,7-6 122,-3-14 0,9-9 173,2-10 0,4-9-252,-5-6 0,4-8-759,-9-5 0,3-10-775,-12-5 1,3-7 684,-7-2 0,-3-6 149,-7 1 0,-9-3 572,-1-1 0,1 6 0,-2 1 0</inkml:trace>
  <inkml:trace contextRef="#ctx0" brushRef="#br0" timeOffset="65">15341 11601 8323,'-22'-7'-423,"-5"-1"0,12 0 400,-4 4 968,3 2-516,2 2-136,6 0-183,1 6 1,9 4 59,3 9 1,-2-2 109,6 7 0,1 0-101,4 4 0,2 1-58,3-1 1,-3 0-16,3 1 1,-2-5-124,2-1 1,-3-4 107,3 5 0,-5-7-177,-5 2 74,4-3 1,-7-7 103,4 1 285,-4-7-310,-6 3 0,0-7 74,0-4 0,-1-3-177,-4-6 0,2-2-168,-7-3 1,5 0 62,-4-9 1,4 3-177,-4-9 0,6 0 7,-2 1 1,2-2 57,-2 2 1,3 3 201,-2-4 0,2 6-95,2 4 1,2 2 131,2 3 0,4 5-26,6 0 0,1 6 10,-1 8 0,2 0 145,3 0 1,1 8 232,4 6 0,1 7 31,-6 7 0,6 0-113,-1 1 0,-3-2-111,-2-4 1,-4 4-34,0-3 1,-6-2-222,1 2 1,-6-8 6,6-2-167,-7 0-119,3-12-14,-6 4 1,-1-6-121,-4 0 0,3-8 177,-2-6 0,2-2-214,2-8 0,-5 1 122,1-6 1,-3 1 425,3-1 0,0-6 0,-5-2 0,-1-4 0,-4-2 0</inkml:trace>
  <inkml:trace contextRef="#ctx0" brushRef="#br0" timeOffset="66">15484 11004 8323,'-8'-15'-715,"-3"6"568,6-1 1,-5 6 612,6-6-157,-1 7 7,5-3 1,8 7 358,6 4 0,8 9-219,11 10 1,0 4 189,10 5 0,-3 5-146,7 10 0,-3 2-406,-1 7 1,0 6 151,-1 4 0,-4 2-151,0 2 0,-8-1 103,-2-4 1,-7-4-171,-11-10 1,-4-3-383,-6-7 1,0 0 184,0-5 0,-2-8-1626,-2-10 841,2-3-1568,-11-8 1857,12-2 665,-6-12 0,1-9 0,-2-7 0</inkml:trace>
  <inkml:trace contextRef="#ctx0" brushRef="#br0" timeOffset="67">14972 12923 8329,'-22'14'0,"-4"-6"0,7-3 0,0 1 100,5-1 0,6 1 420,4-1-479,2-4 1,4 4 75,2-10 1,11-3 329,8-6 0,10-8-11,5-6 0,11-13-159,8-12 0,-25 26 0,1-1-476,4 0 0,2-1 1,1-4-1,2-2 210,5 0 0,1-1 0,2-4 1,2-2-364,7-1 1,1 1-1,-3 3 1,0 0 438,0 1 0,-1 1 0,-5 3 0,-1 3-306,-4 4 0,-2 2 0,-6 3 1,-1 3 49,29-10 0,-20 9-1099,-13 10 150,-9 4 465,-16 6 1,-4 1 740,-8 4 1,-6 5-485,-9 9 1,-4 4 141,-11 10 0,-2-1 254,-7 6 0,-12 0 0,3 8 0,-10-4 0,4-2 0</inkml:trace>
  <inkml:trace contextRef="#ctx0" brushRef="#br0" timeOffset="68">15128 13022 8287,'-28'14'0,"1"1"0,3-1 0,4-1-1723,5-4 2694,7 4-571,2-12 0,12 6-85,4-7 0,7-7-24,2-2 1,11-12 275,-1-7 0,15-4-132,3-10 0,9-4-533,-26 18 1,1-1-1,2 0 1,1-1 259,3 0 1,1-1 0,5-4-1,0-1-25,4-4 0,1-1 0,1-1 0,1 0-445,2 0 0,0-1 0,1 2 0,0 0 366,2 2 1,-1 2 0,-3 3-1,-1 2-92,-6 7 1,-2 2 0,27-16 48,-22 15 1,-10 1-133,-9 8 1,-6 0-184,-7 10 147,-8 0-993,0 5 0,-7 0 1</inkml:trace>
  <inkml:trace contextRef="#ctx0" brushRef="#br0" timeOffset="69">16280 7819 8398,'-10'-2'-476,"1"-2"1,4 2 426,-4-3 1,4 4 123,-5 1 0,1 0-95,-5 0 1,4 0 86,1 0 0,-1 0-169,-4 0 0,0 5 119,0-1 1,1 7-118,3-1 0,-2-2 44,2 1 0,4 1-93,1 4 0,4 0 139,1 0 0,0 7 1,0 3 1,0 2 56,0 3 0,0 6-62,0 3 0,6 3 147,4 1 1,2 1-38,2 0 1,5-2-20,0-3 0,5-4 34,-5-5 1,1-9 21,-1-6 0,-3-1 330,3-8 1,-5-7-140,-4-7 0,1-15-51,-6-4 0,4-10-50,-4 0 1,4-3 13,-4-2 0,0 5 12,-5 0 1,0 0-143,0-4 0,0 5 21,0 4 1,-6 3-153,-4 2 1,-3-1-397,-1 1 0,-5 6 239,0 3 0,-6 8-267,1 1 1,-3 7 220,-1-2 1,0 5-714,-1 5 1,5 11 939,1 12 0,-7 7 0,-7 8 0</inkml:trace>
  <inkml:trace contextRef="#ctx0" brushRef="#br0" timeOffset="70">16621 7336 8534,'-22'-15'0,"1"3"-837,7 2 1,5 2 294,-1 4 805,7 2 1,-8-3-74,6 10 1,-4 3-129,4 6 1,-6 12 35,1 2 1,3 15 104,-3-1 1,7 12-69,-2 3 0,4 3-286,1 11 0,1-2 241,1-28 1,1-1 0,10 34 24,5 2 0,13-3-178,-3-2 1,10-13 99,0-6 1,3-14-94,2-9 0,-1-2 65,1-8 0,-5-7-165,0-7 0,-7-4 94,2-1 1,-7 0-432,-3 0 197,-5-6 1,2 3 583,-5-6-989,-8 5 231,6-2 470,-11 6 0,4 0 0,-6 0 0,0 0 0</inkml:trace>
  <inkml:trace contextRef="#ctx0" brushRef="#br0" timeOffset="71">16863 7904 8487,'-19'-12'-313,"0"2"0,-2-2 362,2 2 1,3-3 16,-2-1 1,3 5 330,6-1-317,-4 7 50,12-3-145,-6 6 1,7 1 61,0 4 1,7 3-256,2 6 0,4 0 87,1 1 1,0 4 102,0 0 1,2 4 14,3-4 1,-5 5 4,1-5 1,-1 1 80,-5-1 1,4-3-55,1 3 0,-4-3 12,-1-2 1,-4 0 112,4 1-16,-6-1 404,4 0-394,-7-6 1,-2-2-137,-3-6 0,2-6 77,-6-4 1,-1-4-186,-4-5 0,5 2 14,-1-7 0,5 2-105,-4-2 1,6-2 96,-2 2 0,3-1 4,2 1 0,0-1 39,0 6 1,0 0-29,0 4 1,2 6 65,3 0 0,-2 5-41,6 0 0,1 2 112,4 2 0,2 6-65,3 4 1,-3 2 6,3 3 0,-2 0-29,2 4 0,-3-1-6,3 6 0,-3-7-234,-2 2 0,0-3-125,0-2-120,0 0 182,1 0 186,-1-6 0,-5-2 19,1-6 0,-7-6 41,2-3 0,-4-10 82,-1-5 0,0-3 0,0-1 0,0-1 0,0 1 0,-4-5 0,-1 0 0,-6-5 0,1 4 0,-2-3 0,-3 3 0,1-4 80,0 5-120,-7 0 162,6 5 0,-6 1 210,7 3 1,4 4 66,1 5 143,-1 1 274,3 6-553,0 2 1,7 12-287,0 4 1,0 2 161,0 3 1,7 4 210,2 0 0,4 6-99,1-2 0,0 4-47,0 2 1,1-1-103,-1 1 0,0-2-151,0-4 0,0 4 71,1-3 0,-6-2 95,1 2 1,-1-7-449,5 2 0,-1-8 177,-4-2 0,4-1-487,-4 2 1,4-4 105,1-6 0,5 0-87,0 0 0,5-1 337,-5-4 0,5-5 285,-5-9 0,4-3 0,-4-6 0,6-7 0,-2-1 0</inkml:trace>
  <inkml:trace contextRef="#ctx0" brushRef="#br0" timeOffset="72">17488 7577 8487,'-4'-9'-1119,"-1"-1"1,-2 6 1082,3-6 1,1 2 213,-7-1 0,5 1-83,-4 3 0,4 4 117,-4-4-59,5-3-53,-8 6 0,9-4-42,-7 6 54,7 0-57,-3 0 1,4 0 4,-3 0-27,4 0-17,-5 0 91,6 0 1936,0 0-1938,0-6-76,0 4 0,-2-4-126,-3 6 0,2 0 56,-6 0 0,5 6 73,0 4 1,-3 2-167,3 2 1,-1 1 70,5-1 1,-5 2-59,0 3 0,1-4 78,4 4 0,4 2-7,1-2 1,5 0 11,-6-5 6,7 0 363,-3 1-279,7-8 0,-1 0-29,0-7 0,-5-11-6,1-4 0,-2-3 1,1-1 0,-1-2-4,-3-3 1,-3-3 3,2 4 1,3-3-8,-3 3 0,1 2-8,-5 7 0,0 0 218,0 0-211,0-1 148,0 8-80,-6 0-318,4 7 0,-4 2 55,6 3 1,0 7 132,0 7 1,6 6 39,4-1 1,2 3-15,2 1 1,5 6 129,0-1 0,7 11-144,-3-1 0,4 7 189,2-2 0,-1 5-210,1-1 0,2 8 216,-2 2 0,1-7-140,-11-7 1,-1-4 1,-3-1 0,-3-2-137,-2-3 1,-4-5 151,-6-10 0,-1-2-158,-4-7 0,2-6 70,-7-3 1,1-4-77,-6-1 1,0 0 93,-4 0 0,-2-4-7,-2-1 0,-4-8-64,3-1 1,2-2-123,-2-7 0,7-1 101,-2-5 1,3-1-122,2-3 0,0-3-53,-1-7 0,7-1 100,4-3 1,-3 2 203,3-2 0,-1-4 0,5-1 0,6-3 0,4-2 0,2 5 0,3 0 0,-1 6 0,0-1 0,-5 4 0,1 5 0,-5 3 0,4 7 0,-6 4-139,2 1 235,-3 12 786,-2-2-546,0 13 1,0 1-220,0 4 0,-2 3 9,-3 6 0,4 2 10,-4 3 1,3-2 10,2 7 0,0-5 5,0 5 0,2-1-165,3 6 0,-4-2 124,4-4 1,1 3-138,-1-7 1,5 1 115,-6-1 0,6-3-100,-5 3 1,4-3 24,-4-2 0,1-5-35,-1 1 269,-4-7 28,6 3 1,-7-7-238,0-4 1,0-3 41,0-6 0,0-7-234,0-2 1,0 1 85,0-2 1,0 0-51,0-4 1,0-1 2,0 1 0,1-1-146,4 1 1,-3 6 160,2 3 0,3 3 2,-3 2 1,6 0 137,-5 0 1,6 6-108,-2 3 1,4 5 253,1 5 1,-3 3-55,3 6 0,-3 5 103,8 0 1,-4 6-97,-6-1 0,4-2-67,-4 1 1,2-4-65,-1 5 0,1-7-331,-7 2-127,8-3 0,-6-6 194,3-1 1,-1-6-283,-3 2 0,-2-5 178,7-5 1,-2-4 356,1-10 0,4-10 0,-5-7 0</inkml:trace>
  <inkml:trace contextRef="#ctx0" brushRef="#br0" timeOffset="73">17872 6867 8483,'8'1'-71,"-3"4"0,3 3 179,1 6 1,15 8 527,4 7 1,15 13-323,0 15 0,-18-26 0,0 1-192,-1 3 1,0 1 0,-1 0 0,1-1 133,-2 1 1,-1-1 0,-3 3 0,-2 0-99,0 0 0,-3 0 0,3 33 21,-12-4 1,-4-6-109,-4 5 0,0-7-586,-5-2 1,-1-7 385,-4-7 0,2-2-1176,2-3 0,-1 1 1305,6-5 0,1-1 0,4-5 0,0 1 0</inkml:trace>
  <inkml:trace contextRef="#ctx0" brushRef="#br0" timeOffset="74">16379 9170 8428,'-30'9'-296,"-3"1"1,1-1 595,-5 5 1,5 5-13,-1 0 0,3 2-10,1-2 1,1-2-139,-1 7 0,7-8 106,3-2 0,8-2 457,2-7-593,6 0 0,9-8-233,13-7 1,20-6 227,14-12 0,15-13-47,-29 18 0,2-1 0,4-4 0,2 0-412,2-3 0,1 1 1,5 0-1,1 0 424,2-3 1,2-1 0,8 0 0,0-1-121,1-1 1,0 1-1,2-3 1,0 1-352,-2 4 0,-1 0 0,-1 2 0,-1 0 336,-4 3 0,-1 0 1,-8 2-1,-2 3-35,-7 3 1,-2 2 0,27-11-217,-21 10 0,-7 5-629,-13 5 320,-6 2 245,-8 7 0,-9 7 614,-10 2 0,-4 10-721,-10 5 1,-5 9 486,-9 5 0,-3 3 0,-7 2 0</inkml:trace>
  <inkml:trace contextRef="#ctx0" brushRef="#br0" timeOffset="75">16749 9425 8349,'-14'0'-113,"0"-6"1,14-2 409,9-6 0,18-8-167,15-6 1,20-9-91,-25 14 1,2-1-1,5-2 1,2 0-373,3-5 1,1 0 0,7-3 0,0-1 375,2-3 1,1 0 0,-3 3 0,-1 0 16,-7 4 1,-3 1-1,-3 1 1,0 2 31,-5 3 1,-1 1-1,-3-1 1,-1 2 51,28-11 0,-9 1-104,-4 9 0,-9 2-494,-1 7 1,-8 1-11,-1 4-367,-1 3 1,-14 18 829,1 7 0,-1 0 0,-6 2 0</inkml:trace>
  <inkml:trace contextRef="#ctx0" brushRef="#br0" timeOffset="76">20161 7336 8395,'0'-29'-466,"0"1"1,-6 4 351,-4 0 1,3 5 224,-3-4 0,-4 5 94,-5-1 0,-2 2 2,2-2 1,4 5-35,-4 0 0,3 1 19,2 8 1,-5 1-257,0 4 1,0 3 141,4 6 0,-3 9-148,-1 15 0,-8 11 112,-2 13 0,6 6-62,-6 8 0,14-32 1,0 0-182,-2 0 1,1 2 0,0 4 0,2 2 195,-1 2 0,2 1 1,2 3-1,1 2-360,-4 3 0,0 2 1,3 3-1,1 2 375,-2 3 1,0 1 0,3 5 0,1 1 0,-2 3 1,1 0 0,1-4-1,2-1 4,1-1 0,0-2 0,2-5 0,0-3-35,2-9 1,2-2-1,4-4 1,4-2-200,15 30 0,11-21 1,12-11 1,4-10 159,5-5 0,1-1 34,0-3 1,-6 0 45,-4-10 0,-9 3-14,-5-7 1,-9 2 78,-5 3 1,-10-1 168,-4 0 0,-3 0-36,-2 0 1,-3 7 591,-7 3 1,-1 7-575,-13 2 1,1 12 22,-6-3 1,-6 10-42,-3 1 1,-3 7-280,-1 1 0,20-25 1,0 1 136,-2-2 0,0 1 0,1 5 0,0 2-86,-3 2 1,0 0 0,1-1-1,0 0 43,-2 6 1,2 0 0,0-5 0,2 0-17,4 0 1,0 0 0,2-7 0,1-2 70,-8 30 0,10-18-332,9-10 0,10-8-128,5-7 0,10-7-111,9-6 1,1-7 135,7 1 0,3-10 101,7-8 1,-1-2 320,6-8 0,-12 9 222,-2 0 0,-8 8-139,-7 7 0,-2 7-79,-7 8 1,-4 15 599,-1 17 0,-6 13-459,0-21 1,-1 3 0,-1 2 0,-2 2-347,-1 7 0,-1 3 1,2-1-1,1 0 152,-2 6 1,-1 1 0,-1 1 0,0-1-253,-1 4 0,1 1 0,0 5 0,0 1 224,-1 3 1,0 0 0,2-22 0,0 0 0,0 1-304,-4 23 0,0 0 1,-3 1-1,1 0 245,-1-3 0,1 0 1,-3-4-1,0-1-25,3-6 0,-1-2 1,-2-2-1,-1-2-169,1-6 0,0-1 0,2-5 1,-1 0 40,1 1 0,2-1 0,-2 32-74,5-13 0,4-12-367,1-21 1,1-12 693,4-16 1,3-9-795,6-10 752,0-9 0,1-14 0,-1 2 0</inkml:trace>
  <inkml:trace contextRef="#ctx0" brushRef="#br0" timeOffset="77">20517 10847 8180,'-21'0'0,"5"0"-353,-3 0 1,8 0 40,2 0 1,6 6 714,-2 4 1,5 9-81,5 5 0,3 4 93,6 5 0,0 4-229,0 5 0,5-4-45,0 0 0,5-2-73,-5 2 0,0-3 12,-5-7 1,-5-1-69,1-3 1,-5-4 220,4-5-182,-6-7 107,4-2 1,-7-8 149,0-2 0,0 0-280,0-5 0,-5-5-173,0-5 1,-1-6-22,1 1 0,2-8 114,-7-1 1,7-5-199,-1 5 0,2-7 45,2 3 1,0 2 78,0 2 0,0 3 65,0 1 0,5 2 25,-1 4 1,7 7-12,-1 6 0,4 7 134,5-2 0,-1 10 24,5 5 0,1 9-62,4 4 1,-1 4 96,-3 2 0,1-1-113,-6 1 0,0-1-43,-5 0 1,1-6-104,-1-3 0,-2 2-581,-2-2 50,2 0-592,-4-5 272,7 0 963,-1-6 0,-6-1 0,-2-7 0</inkml:trace>
  <inkml:trace contextRef="#ctx0" brushRef="#br0" timeOffset="78">20815 10222 8228,'-14'-15'0,"0"1"0,0 6 90,-1 2 113,1 6 0,5 0 202,-1 0-479,7 6 140,-3 2 0,7 17 228,4 4 69,9 15-179,2-6 1,12 13 396,1-4-577,-1-3 0,13 11 123,-3-2 1,7 0 63,-3-1 1,2-4-292,-10-10 1,-1 1 128,-5-6 1,-1-1-276,-3-8 0,-8-5 61,-7-10-944,-6 4 270,4-12-68,-7 6 644,0-7 1,0-2-760,0-3 1042,6-9 0,-5-8 0,6-6 0</inkml:trace>
  <inkml:trace contextRef="#ctx0" brushRef="#br0" timeOffset="79">21213 10378 8207,'-14'14'-495,"0"0"1,1 2 1087,4 3 1,2 3-158,7 7 0,0 1-150,0 3 1,5-3-18,0 3 0,8 0-30,1-4 1,0 1-1,5-11 1,-3-2 29,-2-7 0,0 1-30,0-7 1,1 1-1,-1-5 1,0 0 108,0 0 1,-1-6-243,-4-4 1,2-7-1695,-6-2 0,2-5 1755,-3 5 0,-2-6 146,3 1 1,-5-3-740,-5-1 1,-3 4 193,-6 1 1,-1 1-490,1-2 0,0 3 269,0 7 1,0 1-178,-1 4 0,1-2-58,0 6 687,0 0 0,6 5 0,-5 7 0,5 1 0</inkml:trace>
  <inkml:trace contextRef="#ctx0" brushRef="#br0" timeOffset="80">21512 10094 8207,'-6'-8'-428,"-4"-5"299,-9 4 0,8 2 302,-3 3 0,3-3-123,-3 3 0,-1-1 161,1 5 1,0 6-59,0 4 0,-1 4 20,1 5 1,0-2-68,0 7 1,1 0 1,4 4 1,-2 5-209,6 0 1,0 0 130,5-4 1,0-5-186,0-1 1,7-5 52,2 1 0,4-4-71,1 0 0,0-7-21,0-4 0,2-2 105,3-2 0,-2-2-25,7-2 1,-7-4 35,2-7 0,-3-4 116,-2 1 0,1-3-101,-1 2 1,-5 3 252,1-3 0,-7-1-65,2 1 0,-4 0 113,-1 5 1,0 4-46,0 1 0,2 4-24,3-5-46,-4 7 1,12-3 70,-4 6 0,6 11 46,4 3 1,-1 12 16,11 2 1,-4 7 66,8 7 1,-3 3-275,-1 2 0,-1 4-285,1 5 0,-6 1 45,1 0 1,-11-6 212,1-4 0,-9-7 16,-1-3 0,-2-11-24,-2-3 1,-2-5-15,-2-4 1,-4-5 44,-6 1 0,-1-7-51,1 2 1,0-4 29,0-1 1,-5-1-126,0-4 0,0-3 46,5-6 1,-1-2-171,1-3 0,0-3-188,0-6 1,1-2 128,4-3 0,2-9-2,7-5 0,-4-11 3,-1 1 0,0-5-393,5 1 0,0-6 237,0-9 1,2 4 404,2-4 0,0 14 80,5 5 1,-4 18 410,4 6-318,1 3 1,-1 20 131,1 1 0,-6 12-116,6 6 0,-1 6 17,6 4 0,-1-2 190,0 7 0,0-1 204,0 6 0,1-1-296,-1 1 0,-5-2-179,1-4 0,-2 2 9,1-6 1,2 5-159,-6-5 1,0 0 118,-5-5 1,5-4-106,-1-1 190,1-6-42,-5 4 1,-2-9-68,-2-3 0,1-3-229,-7-6 1,2 0 45,-1 0 0,-2-7-100,6-2 1,-5-4 87,6-2 1,-6 2 115,5 4 1,1-3-44,4 8 0,0-6 10,0 5 1,4 0 57,1 5 0,6 6-78,-1 3 0,7 3 292,2 2 0,6 8 79,-1 7 1,3 5 69,1 9 0,1-1-219,-1 0 0,-6 1-40,-3-1 1,-3-4-258,-2 0 1,0-7 12,1 2-236,-7-3 51,-2-8 0,-6-4-191,0-8 0,0-6 531,0-9 0,0-9 0,0-8 0</inkml:trace>
  <inkml:trace contextRef="#ctx0" brushRef="#br0" timeOffset="81">22038 9184 8207,'14'5'2,"0"-1"1,7 9 183,3 1 0,10 21 118,9 17 0,-17-16 0,0 4-808,7 6 1,0 3 0,-2 5 0,-1 2 715,3 5 1,0 1 0,-3 5-1,-2 1-319,-1 2 1,-2 2-1,-2 0 1,-3 1 132,-2 5 0,-3 1 0,-5-6 0,-2 0-359,-3 3 1,-1 0-1,-2-6 1,-2-1 242,-2-2 1,-1-1-1,-1-1 1,-1-1-395,-4 1 0,-1-2 1,-1-7-1,-2-3 484,-3-2 0,-1-2 0,2-1 0,0-1 0,-3-3 0,-1-2 0,0-1 0,-1-3 0,-2-2 0,0-1 0</inkml:trace>
  <inkml:trace contextRef="#ctx0" brushRef="#br0" timeOffset="82">19806 10463 8382,'-22'57'59,"7"13"0,13-30 0,3 3-114,4 11 0,4 1 1,5 6-1,4 2-295,8 10 0,5 0 0,3-4 0,4-2 645,5 1 0,4-3 0,5-6 0,4-4-502,5-6 0,6-3 0,-19-17 0,2-2 0,2-1 44,0-4 1,2-1 0,1-3 162,5-2 0,2-2 0,-1-1 0,-3-1 0,-1-1 0,2-1 0,5-3 0,-1 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086"/>
    </inkml:context>
    <inkml:brush xml:id="br0">
      <inkml:brushProperty name="height" value="0.053" units="cm"/>
      <inkml:brushProperty name="color" value="#FF0000"/>
    </inkml:brush>
  </inkml:definitions>
  <inkml:trace contextRef="#ctx0" brushRef="#br0">3455 7833 8522,'-19'0'-1220,"0"0"0,0 0 1662,5 0 0,0 0 73,0 0 1,0 0-168,-1 0-109,1 0 1,2-1 238,2-4 113,-3 3-271,12-4 1,-7 6-165,3 0 16,4 0 0,-4 0-57,10 0 1,3-2 97,6-2 1,8 1-78,6-7 0,13 1-14,11-6 1,10-5-45,4-4 0,6-3-295,-35 13 0,1 0 0,2-3 0,1 1 152,4-1 1,0 1-1,0-4 1,0 0-87,0 1 1,0 0 0,-3 2 0,-2-1-116,27-15 0,-11 8-31,-8 1 0,-7 7-138,-8-2-300,-6 9 130,-19 4 404,-2 6 935,-12 0-820,-2 0 0,-8 5 328,-3 0 0,3-1-258,-3-4 1,4 5 111,0 0 1,-4 0-68,0-5 0,1 0 116,3 0 1,1 0 11,0 0 84,0 0 1,-1 0 9,1 0-180,0 0 0,0 0 179,0 0 0,4 0-94,1 0 1,4-2 69,-5-3 0,6 4 25,-6-4-63,7 3 95,-10 2-140,12 0-4,-6-6 18,7 4-222,0-4 0,7 6 82,2 0 1,1 0-14,4 0 0,-1 0 47,10 0 0,-4 0-88,5 0 1,-5 0 28,5 0 1,-5 0-10,4 0 1,-5 0 22,1 0 0,-4 0 3,0 0 1,-3 6-270,-2 4 1,-4 3 80,-6 1 1,0 6-619,0 4 0,-11 9 26,-3 5 771,-10 9 0,-4 4 0,-9 6 0</inkml:trace>
  <inkml:trace contextRef="#ctx0" brushRef="#br0" timeOffset="1">22223 10719 8421,'-14'-6'-718,"1"3"283,3-7 429,-2 7 43,10-3 0,2 12 9,10 4 0,-2 2 227,1 2 1,1 1-76,4-1 0,-2-5 33,-2 1 0,3-1-86,-4 5 0,-1 1 17,1-1 1,-1-5 151,2 1-116,2-1 0,-5 1 240,2-1-224,4-6 1,-10 4 177,6-7 1,-4 0-72,5 0 1,-1-8-411,5-6 0,2-4 119,3-10 0,5 1-298,9-11 0,5 0 121,9-4-116,4-1 0,-17 18 0,1 1 0,2-1 0,-1-1 0</inkml:trace>
  <inkml:trace contextRef="#ctx0" brushRef="#br0" timeOffset="2">19749 12056 8425,'-29'0'-1435,"7"0"620,3 0 612,4 0 105,0 6 0,11 2 461,8 6 0,6 6-62,14 4 1,1 5-19,8 4 1,3 0-13,7 10 0,0-2-353,-1 11 1,6 5 183,-1 4 1,-22-27 0,-1 0-195,0-1 0,-1 1 0,0 0 0,-1-1 127,1 1 1,1-1 0,1 3 0,-1 0 40,0-2 1,-1-1-1,25 28-136,-6-8 1,1-8 96,0 3 1,-2-1-35,-3-4 0,-2-5 6,-3-15 0,-3 3 47,3-7 0,2 3-47,-2-8 1,1 3 211,-6-7 1,-1-4-79,-3-1 0,6 1 224,-7-1 1,7 4-291,-6-4 1,-2 1 2,2-1 1,-2-3-77,2 3 1,2-4-90,-2-1 0,3 5 77,1 0 1,1 1-166,-1-1 0,-4-4 110,0 4 0,-5-3 20,4-2 0,-5 0 0,1 0 1,-4-5 182,0 0 0,-1-11-9,0 2 1,2-10 109,3 1 0,-2-6-103,7-4 0,-5-3-65,5-7 1,-1 5-107,6 0 0,-1-6 120,1-8 1,1-11-514,3-8 1,-15 32 0,0-1 367,3-5 1,1 0-1,2-7 1,1-2-340,1-5 0,0-1 1,2-2-1,1 0 270,1-3 0,1 2 1,1 2-1,1 3-43,2 2 1,1 3-1,-1 5 1,0 3 11,-2 6 0,0 2 1,-1 6-1,-1 0-72,26-25 0,-13 16-217,-6 7 1,-12 11-161,-7 12 607,-10 4 0,10 6 0,-3 0 0</inkml:trace>
  <inkml:trace contextRef="#ctx0" brushRef="#br0" timeOffset="3">19834 11871 8403,'-22'-7'-150,"-5"-1"0,11 1-92,-3 2 1,4 3-124,0 2 142,8 0 60,-6 0 0,11 11 164,-2 4 0,2 4-17,2-1 0,5 5 112,-1 5 0,8 2 9,-3 3 0,8 5-15,2 9 0,7 4 85,-3 6 1,11 8-363,3 6 1,-16-33 0,-1 1 224,2 4 1,-1-1 0,0 1-1,1 0-38,-1-1 1,0 1 0,3 0 0,0-1 47,0 1 1,-1 0-1,2 1 1,-1 0-120,0-1 1,0-1 0,-5-2-1,1-2-31,23 28 1,-10-7 52,0-3 1,-9 3 15,-5-12 0,1 2 32,-1-16 1,0 1 97,-5-6 1,1 0-112,-1 1 0,0-5 139,0-1 0,2 1-68,3 4 1,-3 1 409,3-1 0,-3-4-438,-2 0 0,0-2 38,0 1 1,0-2-37,1-7 1,-1 0-11,0 1 1,0-7-10,1-4 0,-1 3 16,0-3 1,0 1-47,0-5 0,2 0 39,3 0 0,-3 5-25,3 0 1,-2 1 38,2-1 1,-3-4-34,3 4 1,2 1-8,-2-1 0,6 0-7,-2-5 1,6-7 3,4-2 0,3-4 17,7-1 0,1-2-125,4-3 0,4 2 113,9-7 1,-1 8-335,7 2 0,-6 0 375,6 5 1,1 1 7,8-2 0,-7 2-25,7-1 1,-7-2 7,7 6 1,3-6-10,-39 6 1,1 0 0,1-1 0,0 0-181,0-1 1,1 0 0,0 1-1,1 1 194,0-2 1,2-1 0,1 3 0,1-2-18,4-4 0,0-2 0,-4-1 0,0 0-43,2-3 1,0 0 0,-3 1 0,0-1 26,1 3 0,-1 0 0,0 0 0,-1-1-4,0 1 1,-1 0 0,-3 2 0,-1 0-4,0 0 0,-1 1 1,34-7-56,-17-1 0,-3 3 22,-12 2 0,-7 5-7,-7-1 1,-5 7 19,-9-2 1,-5 4 407,1 1-878,-7 0 590,3 0 0,-6 6-435,0 4 1,0 2 162,0 2 0,-1 1 178,-4-1 0,3 0 0,-17 7 0,4 1 0</inkml:trace>
  <inkml:trace contextRef="#ctx0" brushRef="#br0" timeOffset="4">19806 11814 8333,'-7'-14'-646,"6"6"1,-5 0 308,6 3-39,0 4 366,0-6 1,0 9 49,0 3 0,4 2 9,1 8 1,6 5-12,-1 4 1,-3-2 25,3 2 0,-2 4-37,1 5 0,4 7-7,-4-2 0,2 3-5,-1 1 0,3 7 3,-4 3 0,5 5 84,5 5 0,-1 4-312,5 10 1,-11-35 0,0 0 240,2 6 0,0 1 0,1 0 0,0 0-278,2 7 0,0-1 0,0-2 1,2-1 232,2 1 0,1 0 0,2 0 1,1-1 23,0 2 0,2-2 0,-3-6 1,1-1-4,-2-1 1,1-1 0,-2-6 0,0-3-124,21 29 0,-2-3 94,-3-3 0,-5-7 23,-9-6 0,1-2 8,-6-8 1,0 5 145,-5-5 0,0 1-145,1-6 0,-1 0 411,0 1 1,-4-2-392,-1-4 0,-4-1 1150,4-3-1156,-6-3 0,4 5 267,-7-7-213,0-6-4,0-2 229,0-6-261,0 0 0,5 2-274,-1 3 44,1-4 1,0 7-97,-1-3-160,1-4 168,-5 6 276,0-7 0,7 0 0,0 0 0</inkml:trace>
  <inkml:trace contextRef="#ctx0" brushRef="#br0" timeOffset="5">20119 14288 8111,'-13'-10'-376,"3"1"0,3 5 184,2 0-227,3 2 142,-4-4 271,6 4 0,1-9-209,4 6 215,3 1 0,6-3 0,1-1 0</inkml:trace>
  <inkml:trace contextRef="#ctx0" brushRef="#br0" timeOffset="6">24199 12553 7921,'0'-8'0,"0"2"567,0 6 1,2 5-216,2-1 1,0 7-58,5-1 0,-4 3-116,4 1 1,-4 0-42,4 0 0,-4-4 44,5-1 1,-6-6-9,6 2 1,-5 1 125,4-1 0,2-6 85,8-9 1,3-11-218,7-7 1,1-7-95,3-7 1,3-7-1536,7-3 1,-1 3 388,1 1 0,0 4 1072,-1 1 0,-5 13 0,-2 3 0</inkml:trace>
  <inkml:trace contextRef="#ctx0" brushRef="#br0" timeOffset="7">20488 14231 8074,'-9'-5'-95,"-1"0"-165,1-6 216,1 10-138,2-6 1,9 14 455,6 2 1,1 8-80,9 2 1,1 2 98,-1-2 1,0-3 30,-5 3 31,7-4 0,-5-2 503,3-4-357,-4 4 1,0-11-290,-1 2 1,0-5 83,0-9 0,0-1-693,1-12 0,7-7 287,6-8 0,2-5-912,8-4 1,6-2-1348,9-3 2368,2-4 0,2 6 0,0-7 0</inkml:trace>
  <inkml:trace contextRef="#ctx0" brushRef="#br0" timeOffset="8">20033 12056 9405,'-14'6'-418,"0"0"96,0 4 0,-1 2 353,1-2 1,6 9-270,4 4 1,4 6 149,4 4 1,6 10 50,9 9 0,3 6 139,6 9 1,7 2-353,-16-27 0,0 1 1,1 2-1,1 2 278,0 7 1,1 1 0,4 3 0,1 2 26,1 9 1,1 0 0,4-3 0,1 1-405,-1 3 0,0 2 1,1-1-1,0 1 389,-1 2 1,0-1-1,-10-23 1,1-1-1,-1 1-9,10 24 1,0-1 0,1-5-1,0 0-297,-1-2 1,0 0 0,2-1-1,0 0 235,-2-3 1,0-1 0,-1-1 0,-1 0-187,1 0 1,-2-1-1,-3-5 1,-2-1 201,-1-3 1,0-1 0,-3-2 0,0 0 85,-2-4 1,0-1-1,1 1 1,0-1-89,-4 1 0,1 0 1,0-4-1,-1 1 60,-1-2 0,-2-1 0,11 34-27,0-4 1,-5-6 675,4-8 0,-5-9-669,1-6 0,1 0 694,-1 4 1,0-5-692,-5-4 0,-4-10 601,-1-4 1,-4-4-682,5-6 185,-7 4 1,5-7-521,-4 4 1,0-4 15,5-6 51,-6 0 1,10-5-9,-4 0 0,-1-7 330,2-3 0,-7-5 0,9-8 0,-4-1 0</inkml:trace>
  <inkml:trace contextRef="#ctx0" brushRef="#br0" timeOffset="9">22578 15297 7933,'-5'-14'-182,"1"-1"1,-6 6 54,6-1 864,-8 7-262,11-3-560,-5 6 229,6 0 1,1 6 10,4 4 0,1 2 159,4 3 1,2-1-127,-2 0 0,2 0 94,3 1 1,-6-3-106,1-2 0,-6 1 98,6-7 1,-2 3 185,1-3-327,4-2 1,-5 4-5,6-6 0,0-12-121,0-7 0,7-10-813,3-9 1,4-1 441,5-13 0,4 0-2896,5-5 3258,1 6 0,6-4 0,1 4 0</inkml:trace>
  <inkml:trace contextRef="#ctx0" brushRef="#br0" timeOffset="10">19692 12354 8034,'-8'14'-291,"3"0"1,5 7 322,5 3 0,9 22 100,10 10 0,-7-16 1,1 3-47,3 5 1,0 3-1,4 6 1,-1 3-554,4 10 0,1 2 0,-8-22 1,0 1-1,-1 1 528,1 6 0,-1 0 1,1 2-1,1 1 0,0 2 1,0-1-9,-1 1 1,-1 0-1,0 1 1,1-2-1,0 1 1,-1-2-19,-1-4 0,0 0 1,0 0-1,0-1 0,0 1 1,0 0 1,0 0 0,0 1 1,0-2-1,6 20 1,0-1-70,-1-3 0,0-1 0,-2-8 0,0-2 99,-1-3 0,1-2 1,-4-2-1,0-2-108,-1-4 1,-1-1 0,-1-5 0,0-1 148,13 31 1,-5-9-173,-4-11 1,-2-5 72,2-9 0,-8-9 796,3-10 1,-9-4-730,0 0 1197,-4-8-1406,-1 6 527,0-11 0,-1 6-425,-4-4 1,-3-2 54,-6 3 1,-2 3-164,-3 1 1,2 4 22,-7 1 0,2 0 28,-2 0 0,-3 2 0,4 3 1,-4-2-11,-2 7 1,-4 0-16,0 4 1,-7-4-19,3 0 1,-11 1 65,-4 8 0,-2-8-130,2 4 0,-2-6 216,7 1 0,-5 1-74,5-6 1,-1 0-72,5-4 0,6-3-23,-1-2 0,4 2-120,-3-2 0,5 2 20,-1 3 0,4-6 89,6 1 0,2-6-282,7 6 118,0-7 383,6 3 1,8-12-1,8-2 1</inkml:trace>
  <inkml:trace contextRef="#ctx0" brushRef="#br0" timeOffset="11">19621 15851 6765,'-8'0'294,"2"2"-205,6 3 1,0-2 111,0 6-92,0-6 0,0 10 84,0-3 0,0-3 15,0 3 0,0-1-54,0 6 1,0-1-56,0 0 0,0 0 19,0 0 0,1 2-81,4 3 0,-3-3 11,2 3 0,4-3-149,2-2 1,-2 0 77,1 0 1,2-1-217,8-3 0,5-4-557,9-6 796,3-6 0,26-15 0,4-9 0</inkml:trace>
  <inkml:trace contextRef="#ctx0" brushRef="#br0" timeOffset="12">20303 11586 8383,'-22'-6'-77,"0"-2"1,5-6-339,-2 0 479,6 6 1,1-3-1,2 6 77,-3-6 1,4 9-126,-1-2 0,6 2 211,-6 2-75,7-6-6,-10 4 1,10-4 135,-6 6-324,6 0 159,-4 0-214,7 0-24,0 0 33,0 6 79,0-4 0,7 4 55,2-6 1,4 0-31,1 0 0,8 0 118,7 0 1,5 0-106,9 0 0,7 0-20,7 0 0,2 0 32,7 0 0,2-5-321,8 1 1,-34-1 0,1 0 298,4 3 1,1-1-1,0-1 1,0-1-90,0 2 1,-1 1 0,-1 0-1,0-1 38,-3 3 0,-1 0 0,1-2 0,-1 0 13,1-1 0,0 1 0,34-3 29,-6 5 0,-1-5 133,-9 1 0,1-3-33,-5 3 1,-8 2-96,-7-3 0,-5-1 122,-9 1 0,-4-1-118,0 1-15,-7 4-14,4-6 193,-14 7 1,0 2-366,-7 3 1,0-2-244,0 6 1,0-4-840,0 5 848,0-1 0,-7 5 416,-2 0 0,-4 1 0,-1-1 0</inkml:trace>
  <inkml:trace contextRef="#ctx0" brushRef="#br0" timeOffset="13">20289 11615 8379,'-35'0'-290,"5"0"0,-3 0 380,10 0 1,2 0 420,7 0-433,0 0 1,4 0 331,1 0-421,5 0-61,-2 0 0,17 0 287,3 0 1,10-5-21,0 0 0,6-1-75,8 1 1,1 2 6,13-6 1,7-1-58,7-4 0,5 4-276,5 1 1,-35 4-1,0 1 186,6-3 0,1-1 0,4-1 1,2-1 10,5 1 1,0-1 0,1 1 0,-1-1-329,-2 3 1,0 0-1,-1 0 1,0 0 344,-1 0 0,-1 0 0,-3 0 0,-1 1-84,-7 1 1,-1 1 0,34-7 88,-19 6 1,-13-1-16,-6 1 0,-8 3 2,-6-3 4,-4 4 450,-12 1-597,-2 0 0,-7 0 482,-4 0 0,2 0-579,-7 0 1,-4 0-147,-5 0 1,-11 1 52,2 4 0,-12 2 94,-2 2 1,-14 4-26,-10-4 0,-3-1 35,-3 2 0,0-1 229,-4 5 0,2-4-189,34-5 1,-1-1 0,1 0-1,0 0 189,-3 1 0,0 0 0,0-1 0,-1-1 21,-1 0 1,0-1 0,-27 0 53,5 3 0,15 1 155,14-1 1,4 1-111,5-1 1,2-4 112,4 4 1,2-3 120,7-2 0,-2 0-15,-3 0 1,3 0 317,-3 0 0,-1 0-292,1 0 1,5 0 172,4 0-172,1 0-349,1 0 253,1 0-264,7 0 0,2 0 93,3 0 0,9 0-91,10 0 1,10-2 77,9-3 0,8 2-5,10-6 1,12 4-305,-31 0 0,1 0 0,3 3 0,0 0 192,3-3 1,1 0-1,3 1 1,0 0-1,1 0 1,1-1 0,2-2-1,1 1 41,4 1 1,0 1 0,-7-2 0,-1-1-21,1 0 1,-1 0 0,-6 2 0,-2 0 30,-5 1 1,-1-1 0,31-3-196,-9-2 0,-12 3 157,-7 2 1,-8 3-30,-12-3 20,-2 4 21,-13 1 19,-2 0 466,-25 0 0,0 0-480,-19 0 0,-1 5 0,-9-1 0,-4 7-148,-9-1 1,-4-2-433,-6 1 0,-8 1 430,37-3 0,-1 0 0,-3-2 0,-2-1 61,-3 1 0,-2 0 1,-3 2-1,-2 0-379,-3 2 1,-1 1 0,-1 0 0,0-1 505,-1-2 0,0 0 1,0 0-1,1 1-69,1-1 1,1 0 0,4 0 0,2 0-43,4 0 0,2 0 1,6 0-1,1 0 116,-29 8 0,6-6 101,8 1 1,8-1 48,7 5 0,7-4 189,11-1 1,-1-6-193,6 2 1308,7-3-1575,5-2 0,20 0 451,6 0 0,9-5-447,10 0 0,13-6 85,15 2 0,-26 3 0,2-1-256,3 0 0,0 0 1,4 0-1,0 0 209,3-1 0,0 1 1,1 1-1,0 0-86,1 1 0,1 0 1,6-1-1,2 0 66,-2 0 1,1 2 0,2 1 0,0 0-312,-2 0 0,-1 1 1,-1-1-1,0 0 390,-3 1 1,0-1 0,-5-2 0,0 1-59,-4 1 0,-1 1 0,-5-1 0,-2 0 172,22-2 0,-7 3-111,-13-3 1,-7-1 219,-6 1-101,-7 1 879,-14 4-860,-8 0 1,-10 0 852,-9 0 1,-4 0-1001,-11 0 0,-4 0 29,-9 0 0,-5 0-69,-10 0 1,-2 0-64,-8 0 0,-3 0 169,-1 0 0,0 4-64,5 1 1,0 1-101,0-1 1,31-1-1,-1 0 53,1 3 1,0 0-1,-4-2 1,1 0-136,2-1 0,1 1 0,-39 5 112,39-3 1,0 0-1,-39 7 35,38-6 1,1-2 0,-30 4 227,14-1 0,11-6-99,12 2-79,10 3-146,8-6-26,9 4 0,12-6 89,4 0 0,9 0-217,4 0 0,17 0 356,7 0 0,15-6-106,9-4 0,8-2-128,-34 5 0,0-1 0,1 1 0,1 0 112,2 0 1,2 0 0,4 0 0,0 0-1,2 0 0,0 0 1,2-1-1,-1 1 6,-1 0 0,0 0 0,0 2 1,-1 1 8,2-1 1,-2 0-1,-1 1 1,-1 0 10,-3 0 0,-2-1 0,-5-1 0,-1 1-27,18 0 1,-5-5 157,-14 6 0,-7-3-187,-7 3 359,-12 2-301,-9-4 270,-7 6 0,-7 0-82,-2 0 1,-10 0 390,-5 0 1,-4 0-565,-6 0 1,-3 1-2,-11 4 1,-9-3-127,-9 2 0,-5 0-265,-5 0 1,-3-2 318,37 0 1,-1 1 0,-1 0-1,-1 0 31,-2-1 0,-1 1 0,1 0 0,0 0 10,-5 0 0,-1-1 0,3-1 0,-1 1 12,1 3 1,1-1 0,1-1 0,1-1-6,-1 3 0,1 0 0,6-3 0,0 0 35,0 3 1,1 0 0,-27-2 88,5 2 1,8 1 76,2-1 1,13 4-82,1-4 0,6 4-148,4-4 1,6 2 164,3-3-252,9-2 457,4 4 0,12-6-508,4 0 1,15 0 93,8 0 0,21-6 40,12-4 0,-22 4 1,2 0-356,8-1 1,1 0-1,4-3 1,2 1 346,5-1 0,1 1 0,4-3 0,2 0-560,4 2 1,2 1-1,-22 3 1,0 0-1,1 1 613,5 1 0,0 1 0,1 0 0,1-1 0,1 0 0,0 1 0,3 1 0</inkml:trace>
  <inkml:trace contextRef="#ctx0" brushRef="#br0" timeOffset="14">19806 11956 8237,'-14'-35'-372,"1"4"68,3-7 1,-1 1 201,7 0 0,-6 2 185,5 6 0,1 1 136,4-1 1,-2 3-62,-3 2 1,4 3 103,-4 7 0,3 5 3,2-1-145,0 7 0,2-3-40,3 6 1,-2 1-158,6 4 1,6 5 131,4 8 1,6 6 47,-1 9 1,4 7 72,5 12 1,-1 2-81,6 12 0,0 2-226,-17-31 1,0 2 0,1 3 0,0 3 182,2 4 0,0 1 0,1 3 0,0 0-333,4 3 0,-1 2 1,1 1-1,-1 0 317,1 0 1,-1 1 0,-2-1 0,0 0-2,0-1 1,0-2 0,-3-8 0,0-1-147,1-4 1,-1-1 0,15 27 208,-4-7 0,-4-10-38,-2-4 1,-4-6 14,-1-4 0,-5-3 454,1-7 1,-3 5-377,-2 1 0,-2-3 696,-2-7 1,1 3-789,-6-4 0,1 0 185,-1 0 1,-2-5-371,6 1 0,-4-4 129,5 0 1,-6-6-490,6 1 0,-5-7 208,4 1 1,-6 0-989,2 0 773,3-2 0,0 4 9,6-6 1,2-6-123,3-4 603,-3-2 0,17-9 0,-3-1 0</inkml:trace>
  <inkml:trace contextRef="#ctx0" brushRef="#br0" timeOffset="15">22024 11615 8388,'0'-43'0,"0"1"0,-5 7 850,0 6-167,1 1-129,4 18-481,0-2 0,1 12-366,4 0 1,-4 8 259,4 6 0,-3 8 160,-2 11 1,-2 10 41,-3 9 0,-4 11-93,-10 8 0,8-32 1,-2 1-256,-3 5 1,-1 0 0,-1 5 0,0 1 233,-3 6 1,-1 0 0,-5 6 0,-1 0-371,-2 6 1,-2 0 0,9-21 0,-2 2 0,1-1 366,-1 1 0,-1 1 0,1-1 1,-1-1-1,-1-1 0,1-1 28,-10 20 1,1-1-1,4-9 1,2-2-146,7-11 0,1-3 0,2-4 0,2-1 169,-12 26 0,7-10-130,3-5 0,3-11 99,2-7 0,5-4 600,-1-11-759,7 4 1521,-3-17-1698,6 6 0,0-14 9,0-2 0,8-10-800,6-5 0,2-4 50,7-5 1004,1-10 0,11-1 0,1-5 0</inkml:trace>
  <inkml:trace contextRef="#ctx0" brushRef="#br0" timeOffset="16">22152 11515 8312,'-15'-14'0,"-5"-6"0,4 4 744,-3-3-425,3 3 1,7 3 138,-1 4 0,7 4-355,-1 10 0,-3 4-231,2 10 0,-12 10 339,-2 9 1,-6 17-40,-4 11 0,14-28 1,0 2-392,-1 4 1,-1 2 0,-1 4 0,-2 1 340,-3 5 1,-1 2 0,-2 7 0,0 4-442,6-19 1,-1 1-1,0-1 1,0 0-1,0-1 1,-2 1 295,0 1 0,-1 0 1,0-1-1,-10 20 0,-1-1 34,1-2 1,1-2 0,4-8 0,2-2-77,2-1 0,2-3 1,4-14-1,2-2-73,-12 27 0,4-13-31,11-6 1,-3-6 119,7 1 1,4-11-82,1 2 0,3-15-565,2 0 795,7-9 0,-1-5-924,4-10 824,2-9 0,-4-15 0,6-11 0</inkml:trace>
  <inkml:trace contextRef="#ctx0" brushRef="#br0" timeOffset="17">19934 11785 8541,'-51'-42'-327,"2"10"460,7 4 1,12 10 675,6 4-160,6 6-144,11 8 1,2 0-823,10 0 0,2 7 208,8 2 0,0 10 474,4 5 0,5 12-52,9 11 0,10 12-29,-17-22 0,0 2 0,2-2 0,1 1-425,2 4 0,0 2 1,1 2-1,0 3 159,3 4 0,1 3 0,3 3 1,1 2-339,3 2 0,0 2 1,-4-2-1,1 0 329,1 1 1,-2 0 0,-7-7 0,-2 0-56,-4-6 0,0-3 0,-4-7 0,0-3-11,16 24 0,-9-18-133,-10-16 1,1-6 6,-1-7 1,0 2-609,-5-3 1230,-6-3-619,-2-11 0,-7-8 842,-4-6 1,-8-11-773,-5-8 1,-9-13-424,-2-1 0,-4-9-164,-5-5 1,-8-4 449,25 30 1,0-1 0,-4-3 0,-1 0-189,3 0 1,-1-2 0,-6-7 0,0 0 369,-1-4 0,0-1 0,-1-5 0,1-2-367,-2-4 0,0 0 0,0-2 0,1 1 459,-2-2 1,1 1 0,4 3 0,2 1-46,2 11 0,2 3 0,6 6 0,1 5 358,-12-6 1173,9 19-859,-2 12 1,13 18-488,3 4 0,5 9 409,5 4 1,5 12-424,9 8 0,4 14 14,10 14 1,-14-32 0,0 1 189,4 4 0,2 2 0,5 4 1,1 1-254,4 5 1,1 1-1,3 1 1,0 1-447,1 4 1,0 2-1,-11-18 1,1 1-1,0 1 312,4 4 1,2 1 0,-2 0 0,-1 2 0,0 0 0,-1 0 27,0-2 1,0 0-1,-1-1 1,-4-5-1,-1 0 1,-2-2-236,6 10 0,-3-3 0,-5-10 0,-1-2 77,7 15 430,1-11-85,-20-30 1,4-8 665,-13-17 1,-8-4-844,-6-5 1,-4-9-310,-10-10 1,-4-5 78,-10-4 1,-6-10 528,25 24 1,-1 0 0,-3-2 0,0 0-575,1 0 0,0-1 0,-2-2 0,1-1 106,-2-1 0,1-1 0,-3-6 0,0-2-99,0-3 1,1-1 0,-2-4 0,2-2-95,1-3 0,1 0 0,3 3 1,1 0 188,2 1 1,2 2-1,2 7 1,2 2 1254,-3-29-905,7 32 0,13 37-215,4 26 0,8 15-33,6 8 0,6 18 361,-1 11 1,-8-28 0,1 1-303,1 1 1,2 0 0,2 3 0,2 1 255,-1 0 1,1 1 0,3 0-1,0 0-161,-1-1 0,0 1 0,1 1 0,1 1-68,0 2 0,1 1 1,-1-5-1,-1 1-77,0 1 1,-2 0-1,0-5 1,-1-1-272,-2-5 1,-1-1-1,15 29 819,-2-12-712,-11-19 0,-4-19-293,-9-19 0,1-17-58,-7-12 569,1-15 0,-6 5 0,5-14 0,7 1 0</inkml:trace>
  <inkml:trace contextRef="#ctx0" brushRef="#br0" timeOffset="18">20104 11856 8449,'-14'-6'0,"0"-8"0,4 0-357,1 0 0,6-1 246,-2 6 0,16-4 495,8-1 1,19 0-139,9 0 0,15-2-153,9-3 1,-32 10-1,1 0-299,4-2 1,2-1 0,3 1-1,2 0 261,2-1 0,3 0 0,3-2 1,2 1-94,2 1 1,2 0 0,-3 2 0,0 0 43,0 0 0,0 1 0,-5 1 0,-1 0-26,-5 1 1,-2 0 0,-2 2 0,-1 0 52,0 1 0,-2-1 1,30-5-295,-7-4 0,-14 5 213,-5-1 0,-4 1-23,-1-5 0,-12 4 12,-2 1 1,-4 4-6,4-5 1,-6 7-57,1-2 0,-7 4 575,2 1 1,-8 0-560,-1 0 291,-7 0-92,3 6-21,-6 2 1,-6 8 194,-4 3 0,-2-3-35,-2 3 1,-5 4-137,0 6 0,-7 2 15,3 12 0,-4-2-29,-2 11 0,1 8-185,0 11 1,11-30 0,0 2 155,1 4 0,-1 1 1,-2 3-1,0 2-299,3 1 0,-1 1 1,-2 4-1,-1 1 265,1 1 1,0 1 0,-1 2 0,0 1-8,1-1 1,0 0 0,2-2-1,1-1-258,4-5 1,0-3-1,2-2 1,1-2 249,4-3 0,1-2 1,-2 33-231,6-10 0,0-17 108,0-17 1,1-9 212,4-5 1,3-8-185,6-1 0,-4-7 288,-1 2 0,1-12-657,4-7 1,0-7 455,0-7 0,-6-7 0,-2-1 0</inkml:trace>
  <inkml:trace contextRef="#ctx0" brushRef="#br0" timeOffset="19">19905 11586 8394,'-14'-6'0,"5"0"-481,-1-4 1,7 6 239,-2 8 1,16 14 588,8 15 1,14 17-195,-12-16 1,1 3 0,3 11-1,1 2-614,4 8 1,1 3 0,-7-13 0,-1 2 0,1 0 447,3 5 1,0 0-1,0 1 1,1 3 0,0 0-1,0 0-219,0 0 1,0-1 0,1 0 0,1 1 0,1 0 0,0-1 0,0-1 0,0 0-1,0-1 1</inkml:trace>
  <inkml:trace contextRef="#ctx0" brushRef="#br0" timeOffset="20">20701 12169 8151,'-14'-22'0,"-5"2"-258,0 5 468,0 1 726,5 0-390,0 0-30,6 6-173,2 2-303,6 6 0,6 6 190,4 3 0,8 6 10,6 3 0,5 3-15,4 3 0,-2 3-20,7-4 1,0 3-88,5-3 1,0 3 11,-1-8 1,-4 3-113,0-2 0,-6-8 29,1 3 1,-5-4 77,-4-1 0,-4-1-832,-5-3 371,-7-4-287,-2 6 0,-6-9-323,0-3-98,-6 4 567,-2-12 0,-5 10-197,4-6 1,-4 4-34,3-5 707,4 7 0,-7-16 0,6 3 0</inkml:trace>
  <inkml:trace contextRef="#ctx0" brushRef="#br0" timeOffset="21">21128 11984 8151,'-14'-6'0,"4"0"0,1-4 862,-1-2-201,2 10-577,-4-4 0,9 14 179,-7 6 0,2 2 125,-1 7 0,-4 1-209,4 5 0,-4 4 50,-1 0 0,-2 6-251,-3-1 0,2 3 112,-7 2 0,0 0-252,-4-1 1,1-5-87,3-4 1,-3-3-214,4-2 0,2-1-11,2-3 1,3-4-794,2-5 1265,0-1 0,0 6 0,0 2 0</inkml:trace>
  <inkml:trace contextRef="#ctx0" brushRef="#br0" timeOffset="22">20047 12070 7913,'-11'-29'32,"-3"1"0,3-4 98,-8 4 0,8-2-17,2 11 1,1 0 341,-2 5-19,-2 6-392,10 1 1,-4 9 137,6 3 0,6 4-60,4 10 0,8 11 61,6 13 1,9 7-80,5 12 0,-17-27 0,1 1-313,2 4 1,-1 1 0,0 0 0,0 1 167,3 1 0,0 0 0,0 3 0,0 1 61,3 2 1,-1 1-1,0 2 1,0 1-58,-2 1 1,0 1 0,-4-3 0,-2 0-89,-2-4 1,-2-1 0,-2-4 0,0-1 4,10 34 1,-4-22-254,-6-12 1,-4-10-138,-1-9-94,-5-2 276,2-7 217,-6-6 0,0-8-1,0-9 1,-5-6 451,0-4 0,-6 2-464,2-7 1,-4 1 0,-1-6 1,0 1 140,0-1 1,-2 1-101,-3 0 1,-2-2 100,-2-4 1,-4 3-15,3-7 0,-3 5 48,-1-5 1,-2-2-47,-4-7 1,-2-5-347,-6-10 0,-1-4 365,21 28 0,1 0 0,-1-2 0,0-1-30,-2-3 1,1-2 0,3 3 0,0 0 88,-2-3 0,1 1 0,7 5 0,0 2-14,-14-34 0,9 9 324,0 11 1,4 16 280,6 12-278,3 13 0,6 6-319,0 10 0,1 6 53,4 13 1,3 3 188,6 15 0,8 10-158,7 15 1,-12-29-1,2 1-82,4 3 1,1 1 0,1 3 0,1 0 37,2 4 0,1 0 0,3 1 0,1 0-200,2 4 0,1-1 0,-1 0 1,1 1-372,2 4 1,0 1 0,-3-5 0,1-1 215,-3-2 0,0 0 0,-4-7 1,-1 0 55,-3-1 1,-3-3 0,10 21-126,-8-10 1,-9-14-72,-5-14 1,1-4-390,-6-6-25,-1 1 876,-4-8 1,-1-2-87,-4-10 0,-3-2 737,-6-8 1,-2 0-738,-3-4 0,2-10 0,-7-9 0,7-3 0,-10-8 0,5-1 0</inkml:trace>
  <inkml:trace contextRef="#ctx0" brushRef="#br0" timeOffset="23">20033 12041 7913,'-28'-36'50,"-1"1"122,1 7 0,-1 1 110,1 3 0,1 5 154,4 10-351,8 2 1,9 9 159,6 3 0,0 9-227,0 10 1,8 10 253,6 9 0,13 14 93,11 14 1,-17-30-1,1 0-611,1 4 0,1 0 0,4 4 1,2 0 327,5 1 1,1 0 0,3 4-1,0 2-540,3 3 0,1 1 0,-1 3 0,0 2 433,-1-3 0,-2-1 0,-3-5 0,-2-2-47,-5-5 0,-1-3 0,-6-8 0,-2-2-216,9 26 0,-4-11-855,-11-13 245,-3-10-561,-11-7 1533,0-14 1,-6-2-75,-3-10 0,-6-4 375,-3-10 1,-5-9 0,-5-9 0</inkml:trace>
  <inkml:trace contextRef="#ctx0" brushRef="#br0" timeOffset="24">19891 11842 7978,'-20'-14'196,"4"0"0,-5 4-239,7 1-250,6 6 0,3 0 772,10 12 1,5 8-192,9 17 0,4 5 495,10 13 0,8 7-830,-18-24 1,2 1 0,5 4 0,1 0 237,2 5 0,1 0 0,4 6 1,1 1-483,6 9 0,0 1 0,3 2 0,1 0 295,-16-18 1,1 0-1,-2 0 1,12 19-1,-4 1-31,-5-6 1,-4-2-1,-6-5 1,-2-2-168,-4-7 0,0-2 0,9 27-415,-9-17 1,0-11 337,-10-17 0,-1-3-903,2-7 430,-7-6 723,3-2 1,-6-7-407,0-4 0,-6-9 900,-4-10 0,-4-5-473,-5-4 0,-3-9 0,-6-11 0,-5-2 0,-1-2 0,-5-12 0,21 32 0,0 1 0</inkml:trace>
  <inkml:trace contextRef="#ctx0" brushRef="#br0" timeOffset="25">20005 11814 7978,'-19'-10'-71,"0"1"-77,0 6 237,5-4 0,6 15-124,3 7 1,11 7 593,9 11 1,5 11-123,9 13 1,7 8-207,-15-28 1,1 1-1,4 8 1,3 2-431,3 5 0,2 3 1,4 4-1,2 1 399,-12-15 1,1 0 0,-1 0 0,11 19 0,-1 1-274,1 2 1,-2 1 0,-6-4 0,-3-2 92,-6-3 0,-2-1 0,-1-6 0,-3 0-198,-3-7 0,-2-2 0,8 27 100,-10-14 1,2-13-202,-6-16 0,4-6-228,-4-3-48,0-9 215,-5-4 1,0-8-132,0-2 1,-6-6 710,-4-9 1,-7-8-622,-2-6 1,-8-11 123,-2 1 1,-1-10 84,-7-4 1,-3-6-40,17 28 0,-1-1 0,-2-4 0,0-1 211,-5-4 0,0 0 0,-1-2 0,1-1 0,-4-6 0,0-1 0,0 0 0,-1 0 0</inkml:trace>
  <inkml:trace contextRef="#ctx0" brushRef="#br0" timeOffset="26">19905 12070 7978,'-36'-65'-400,"3"14"333,9 14 1,4 18 661,5 9-351,1 7 0,6 16-119,3 6 0,4 7-11,1 8 0,13 8 381,5 10 0,14 12-168,6 7 1,-14-30 0,1 1-472,3 5 0,1 1 0,2 4 1,3 2 188,3 2 1,1 2-1,2 2 1,-1 1-305,4 5 1,0 1 0,-1 1 0,-1 1 106,1 0 0,-3 0 0,-6-4 0,-3-2 123,-5-10 0,-2-2 0,-4-6 0,-2-2-254,7 24 0,-5-13 157,-10-21 1,-3-11-623,-6-13 54,0-6 1026,0 4-899,0-26 1,-1 5 982,-4-20 0,-4 1-734,-10-9 0,1-3 318,-5-2 0,-7-8-214,-8-7 0,12 22 1,-2 0-1,-1-1 1,-1 1-1</inkml:trace>
  <inkml:trace contextRef="#ctx0" brushRef="#br0" timeOffset="27">19863 12198 7978,'-15'-10'0,"1"1"415,6-1 164,2 2-290,19 27 0,4 10 49,16 28 1,3 3-120,-15-25 1,1 1 0,3 3 0,1 2-234,2 4 1,1 0-1,5 7 1,1 2 250,5 7 1,1 1-1,-1 5 1,0 1-160,-1-2 1,-2 0 0,-2-2-1,-2-1 34,-6-10 0,-2-2 1,-3-3-1,-3-1-167,-4-9 1,-1 0 0,6 29 68,-10-14 0,-2-11-146,-4-9 1,-2-4-648,3-5-1029,-4-4 1245,-1-12 1,0-3 150,0-10 1,-11-3 492,-3-6 0,-10-7-501,0-2 1,-7-6-97,-2-4 1,-10-3 515,5-7 0,-8-6 0,4-3 0,-3-8 0,20 29 0,-2 0 0,-26-29 0,-3 2 0</inkml:trace>
  <inkml:trace contextRef="#ctx0" brushRef="#br0" timeOffset="28">19777 12098 7978,'-6'-22'44,"-2"-5"0,-1 11 382,-1-3-365,7 10 0,-2 3 118,10 6 0,4 12 266,10 7 1,4 14-76,5 10 1,5 14 44,0 14 1,-13-32 0,0 1-472,-1 4 0,0 2 1,4 5-1,1 1 333,2 6 1,0 2 0,2 2-1,0 1-142,0 8 0,0 0 0,0-9 0,0-1-116,-2-1 1,0-1 0,-4-8 0,-2-3-4,-3-9 0,0-2 0,13 25 342,-2-20-645,-6-12 328,-1-9 0,-12-13-1131,1-3 493,-7-4-92,3-1 1,-7-1 661,-4-4 0,3-8-718,-2-6 0,-4-1 263,-2 1 0,2 1 137,-1-5 0,4 5 147,-4-1 1,5 4-280,0 0 262,-4 1 1,5 5 214,-7-1 0,7 7 0,-8-5 0,6 3 0,-6 4 0,3-6 0</inkml:trace>
  <inkml:trace contextRef="#ctx0" brushRef="#br0" timeOffset="29">19919 12212 8075,'-22'-57'0,"-1"8"163,8 6 1,3 13 310,7 11 0,5 12-296,0 7 0,6 9-205,9 15 1,7 3 453,6 15 0,7 12-242,-14-19 0,1 1 0,2 3 0,1 1-237,0 4 1,2 2 0,4 4 0,1 1 209,3 5 1,1 2 0,0 2 0,1 1-666,3 6 0,0-1 0,-3-1 1,-1 0 448,0 1 1,-1 0 0,-3-4 0,-1-2-51,-4-2 1,-2-2 0,-3-6 0,-3-2-121,-4-7 0,-1-2 0,13 29-205,-8-20 1,0-9-1668,-5-15 1462,0-10 0,-6-9 637,-3-10 0,-15-5 1,-4-8 0,-3-11 0,2-7 0</inkml:trace>
  <inkml:trace contextRef="#ctx0" brushRef="#br0" timeOffset="30">22265 11743 7969,'-14'-22'0,"0"1"793,0 13-448,0 2 1,-5 14-252,0 6 0,-2 13 70,2 11 0,-3 11 28,-6 8 0,-2 12-415,13-29 1,0 1 0,0 6 0,-2 2 340,-2 2 1,-1 2 0,-2 8 0,-1 1-138,0 5 0,-2-1 0,0 1 0,-1-1-317,0 1 0,-1-1 0,1-4 0,-1-1 226,1-1 0,-1-2 0,2-3 0,-1-1-14,2-1 1,0-2-1,5-9 1,1-3-344,-9 27 1,9-12 160,10-11 0,4-12-695,6-2 635,0-17 1,6-1 533,4-15 1,3-6-169,1-9 0,6-15 0,2-11 0</inkml:trace>
  <inkml:trace contextRef="#ctx0" brushRef="#br0" timeOffset="31">22166 11771 8047,'0'-8'461,"0"-4"-461,-6 10 0,2-3 0,-5 10 0,-2 12 739,-8 17 0,-5 16-418,-9 21 0,15-29 1,0 2-460,-3 4 0,-1 3 0,-2 5 1,-1 2 279,-1 5 1,0 2-1,-1-2 1,-1 0-348,-1 2 0,1-2 0,0-4 1,1-3 132,0-3 0,1-1 1,4-7-1,2 0-311,2-2 0,3-1 1,-9 23-433,5-4 0,9-12 815,6-1 0,2-6 0,2-4 0,0-3 0</inkml:trace>
  <inkml:trace contextRef="#ctx0" brushRef="#br0" timeOffset="32">22550 13491 7888,'-14'0'0,"-7"7"0,-1 1 0</inkml:trace>
  <inkml:trace contextRef="#ctx0" brushRef="#br0" timeOffset="33">21555 13747 7827,'-21'7'0,"4"-6"-80,-7 4 0,0-4-70,-4-1 1,4 0 519,0 0 1,7 0 12,-2 0 1,3 0 245,2 0-401,0 0 0,1 2 178,4 3-286,2-4 1,9 6-124,3-7 1,4 0 241,10 0 0,6-2 19,13-3 0,11-4-133,22-10 0,-30 8 1,2 0-390,11-3 1,1-1-1,3-2 1,1 0 260,6-2 0,3 0 0,8-2 0,3-1-273,-24 6 0,2 0 0,1 1 0,4 0 0,1 0 0,0 0 266,3 0 1,1-2 0,-1 2 0,-4 2 0,-1 0 0,-1 1-47,0 1 1,-2 0 0,0 0 0,21-4 0,-2 0-92,-9 1 0,-3 0 0,-5 2 0,-2 1-50,-7 2 0,-2-1 1,-6 3-1,-2-1-85,25-7 1,-11 3-134,-17 2 1,-9-1-157,-10 7 282,-10-1 1,-15 6-209,-13 4 0,-14 3 497,-10 6 0,-6 0 0,-8 1 0</inkml:trace>
  <inkml:trace contextRef="#ctx0" brushRef="#br0" timeOffset="34">21682 13719 7848,'-28'0'-111,"0"0"111,6 0 0,1 0 466,19 0-254,4 0 1,25-2 53,6-2 269,13-4-554,11-13 0,11 2 272,-29 5 1,2 0-422,2 1 1,1 0 0,12-7-1,2-1 223,3 2 1,1 0 0,4 1-1,1 0-446,3-1 1,2 0 0,-1 1 0,0 0 333,1-1 0,-2 0 1,-4 3-1,-2 2 62,-1 2 1,-3 0 0,-10 4-1,-4-1-180,-4-1 0,-3 1 0,23-2 96,-15 1 1,-8 7 12,-1-2 1,-17 4-437,-2 1 575,-13 0 0,-6 0-502,-9 0 0,-12 5-648,-7-1 1077,-13 14 0,-10-15 0,-6 10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121"/>
    </inkml:context>
    <inkml:brush xml:id="br0">
      <inkml:brushProperty name="height" value="0.053" units="cm"/>
      <inkml:brushProperty name="color" value="#FF0000"/>
    </inkml:brush>
  </inkml:definitions>
  <inkml:trace contextRef="#ctx0" brushRef="#br0">3313 7904 8132,'-8'-1'250,"4"-4"-1130,2 3 0,4-5 1195,2 2 1,15-3-144,10-6 1,13-1 159,1 1 1,15-6-146,4-4 1,6-8-374,3-1 0,-33 16 1,0 0 204,0 0 1,0 0-1,2 2 1,0 0 8,-2-1 0,0-1 1,35-11-106,-12 4 1,-2 3 173,-17 7 1,0 0-171,-9 0 0,-10 4 57,1 1 0,-11 6-192,-4-2 146,-6 3 400,4 2 0,-9 0-346,-3 0 1,2 0 280,-6 0 1,-1 0-265,-4 0 0,-5 0 9,0 0 1,-6 0 146,1 0 1,-1 0-83,1 0 1,-1-1 55,6-4 0,-5 4-75,5-4 1,-1 3 78,1 2 1,3 0 124,-3 0-9,3-6-123,2 4 0,5-4 213,-1 6-126,7 0 1,-3 0-415,6 0 215,6 0 1,-3 0-141,7 0 0,-6 0 16,6 0 1,-1 0 86,5 0 1,5 0-11,0 0 1,2-5 9,-2 0 1,1-1 50,4 1 1,3 4-46,-3-4 1,-2 2 45,1-2 0,1 4-21,5-4 0,-7 3-30,-3 2 42,3 0-22,0 0 0,-2 7 57,-5 2 1,-7 12 131,-8 7 0,-4 4-157,-5 10 1,-7-1 2,-12 12 0,-7 3-867,-3 6 0,-3 4 311,-2-4 513,7 6 0,-7-7 0,4 7 0,-2 0 0,1-1 0</inkml:trace>
  <inkml:trace contextRef="#ctx0" brushRef="#br0" timeOffset="1">14360 13619 8070,'-14'0'88,"0"0"1,4 0 300,1 0 83,6 0-282,-4 0 0,7-6-177,0-3 1,0 1 134,0-2 0,0 1-142,0-6 0,5-3 6,0-1 1,4-5 92,-4 5 0,5-6-110,-6 1 1,6-3 115,-5-1 0,4-1-29,-4 1 1,0-1 6,-5 1 0,0-2-8,0-3 1,0 1-47,0-6 1,0 5 3,0-5 1,-2 0-108,-3-4 0,2-1 84,-6 0 0,-1-4-100,-4 0 0,-2-1 114,-3 5 0,3 1-10,-3-1 0,2 5-21,-2 0 0,3 7-1,-3-2 1,-1 3 23,1 1 0,-2 5 0,2 1 1,4 5-57,-4-1 1,1 4 49,-1 0 1,2 0-93,-7-4 0,7 3 78,-2-3 0,3 3 9,2 2 1,-2-2-3,-3-3 0,3 8 1,-3-3 1,4 3 10,0-3 0,-4-1 14,0 1 1,-4 0 33,4 0 1,-5 0-47,5-1 0,-1 1 96,1 0 0,3 0-87,-3-1 1,-2 1-11,2 0 1,-1-5 87,1 0 0,3-1 8,-3 1 0,8 1-90,2-5 0,-1-1 5,-4-5 1,1 1-3,4 0 0,-4-1 24,4 1 1,1-7-166,-2-3 1,2 3 88,-1 2 1,-4-2 35,4 2 1,1-8 49,-2-2 1,2 1-9,-1-6 0,-4 3-108,4-3 1,-4-4 4,-1-10 0,5 4-48,-1-4 1,1 2 106,-6-1 1,1-1-135,0-9 1,-5 10 142,0-6 0,-5 9-32,5 6 1,-4-2-70,4 7 0,-7 1 49,3 8 0,-6 1-9,-4 4 0,-3 3-110,-7-3 0,0 3 24,1 2 0,4-1 79,0 1 0,0-2-56,-5-3 0,1 4 47,-1 1 0,5-1 80,0 6 0,0-6-25,-4-4 1,-2 8 19,-4-4 1,4 4-68,-4-3 0,3-1-2,-3 1 0,-1 1-145,-3 3-1,-3-1 155,3 6 0,-7-5 55,2 5 0,-4-4-249,4 4 0,0-2 106,-5 2 1,6 3 57,3-3 1,-2 8-2,3 2 0,-5 6-62,-4-2 0,-4 3 74,-6 2 0,1 2-46,4 3 0,-4 3 23,4 6 0,-7-2 234,2-2 0,3 3-147,11-4 0,1 5 65,-1 5 1,-3 3-90,3 7 1,-5 1-1,5 3 1,-6 3-187,28-15 1,-1 1-1,-5 2 1,0 1 179,-2 1 1,1 0 0,0 1-1,1 0 34,3-1 0,1 0 1,3 1-1,3 0-29,-26 20 1,3 4 56,12-9 0,1 4-80,7-8 1,3 0-29,-7 4 1,0 4 30,-5 11 1,-4 2-5,-1 2 1,1 2-45,4 4 0,23-30 1,-1 0 68,-17 34 1,4-1 48,5-4 1,-1 7-43,14-34 1,-1 2 0,0 3-1,-1 1 14,-1-1 0,0 2 0,1 1 0,2 0-7,1-2 1,1 0 0,3 0 0,0-1 69,1-4 0,1 0 1,4 4-1,2-1-74,3 38 0,3-40 1,4-2-14,16 32 0,4 1 25,-7-36 1,3-1 0,23 29-3,-19-32 0,3-2 0,26 22 164,1-4 1,7-6-89,2-4 1,2 2-82,-2-7 1,-3 5 32,-6-5 0,0-2 8,0-7 1,-2 3 55,-3-3 0,4-4-45,-4-1 1,3-5 18,2-4 0,9 1-8,1-6 0,5-1-66,-5-4 0,2 0 52,2 0 1,5 0-34,0 0 0,0 0 141,-5 0 1,-2 0-206,-2 0 1,-1 2 51,-9 3 1,-8 3 130,-11 6 1,-7 6-160,3 4 0,-4 0 302,-2 4 1,-4-3-298,-1 9 0,-4 0 155,5 0 1,-7 3-135,2-3 0,-8 4 262,-1-5 0,-5 6-197,4-1 1,-6 2-8,2-2 1,-2 1 6,2-6 1,-3 7-23,2-2 1,3 1-1,-3-1 0,3 1-45,-3-5 0,0 0 30,5 0 1,1-4-69,4 3 1,0-3 56,0-2 1,0 1-88,1-1 1,-1 0 52,0 1 1,0-2-12,1-4 0,-1 3 8,0-7 1,0 0 9,0-5 1,1 5 2,-1 0 1,5 1 0,0-1 0,4-3 5,-4 3 1,5-3-2,-5-2 1,6 0-17,-1 0 1,-2 1 15,2-1 0,-5 5-1,4 0 0,-4 1 17,5-1 0,-7-3 1,2 3 1,2 2 27,-2-2 0,1 4-41,-1-4 1,-3 5 81,3-5 0,-1 1-66,1-1 0,-2-3 57,7 3 0,-2 2-44,1-2 0,3 0 7,-7-5 1,8 0-30,1 0 1,-3-1-7,8-4 1,-6 4 19,6-4 1,-1 4 1,1 1 0,-3-4 12,3-1 0,-3-1-19,-1 2 0,-1 2-1,1-2 1,-6-2-1,1 1 0,-5-4 5,5 4 0,-5-4-12,4 5 0,0-6-3,0 6 0,2-6 80,-6 6 0,10-7-63,-5 2 1,6 1 29,-7-1 1,-1 4-22,2-4 1,0 0-61,4-5 0,-1 0 28,-3 0 1,1 0 0,-6 0 1,6-2-10,-1-2 1,-2 0-9,2-5 1,-2 4-86,2-4 0,6 6 98,-7-2 0,6 2 85,-10-2 1,6 3-88,-1-2 1,-2-3 33,2 3 0,-6-3 14,6 2 1,-5 2 88,5-6 1,-2 4 3,2-4 1,2 4-97,-2-5 0,-2 6 108,2-6 1,-2 1-86,2-6 0,3 6 139,-4 0 1,-1-3-67,2-6 1,0 2 115,4-3 0,-1-3-115,-3-2 1,3-8-28,-4-1 1,4-6 22,2 1 0,-1-10 18,1-4 0,-1-3-118,0-2 1,1-4 111,-1-1 0,-4 5-87,0 5 0,-2 6-39,2-1 0,1 4-18,-6 5 0,1-1 0,-1 6 0,5 1 0,3 2 0,1 1 0</inkml:trace>
  <inkml:trace contextRef="#ctx0" brushRef="#br0" timeOffset="2">15739 12809 7998,'2'-9'-243,"3"-1"0,4 2 333,10-1 1,5-6-7,9 1 1,5-2 46,9-7 0,6-1-2,8-4 0,4-2-388,6-4 0,-1 4 404,-4-3 1,-1-3-30,-4-2 1,-1 2 2,7-2 0,-7 0-141,1-5 0,-2 5 146,-2 0 0,-1 0 1,1-4 1,-5 1-22,1 3 1,-8-8-68,3 3 1,2-9 40,2 0 0,-3-3-10,-1-2 0,-4-1-119,-1-4 1,-2-3 139,-3-6 0,-5 0-396,-9 0 1,1 0 382,-6 0 0,-2-5-135,-7 0 0,1 2 40,-7 8 1,1 2-58,-5 7 1,-1-1 52,-4-4 1,-3 2 5,-6-6 1,-7 6-100,-2-2 1,-7 2 67,-8-1 1,-2 9-174,-12 0 0,0 1 106,-5 4 1,25 22-1,-1 1-12,-2 0 0,-1 0 1,1 2-1,-1 0 49,-2-2 1,0 1 0,2 0-1,0 1 25,0 1 1,0 0 0,-2-3-1,-1 0-2,-1 1 0,-1-1 1,2 0-1,0 1 72,-2 1 0,1 1 0,3 0 0,0-1-6,-1 1 1,0 0-1,-1 2 1,-1 1-41,-1 1 1,1 1 0,-32-12 92,1 4 1,3 3-48,-3 7 0,4 0 111,1 0 0,6 6-123,-2 3 0,4 4 86,1 1 0,-3 1-72,-7 4 1,7 3 0,-6 6 1,6 0-76,3 0 0,0 1 62,0-1 1,5 0-3,0 0 0,6 1-9,-1-1 1,6 2 308,-2 3 0,9-4-303,-9 4 1,5-3 102,0-2 1,-1 2-102,5 3 0,0-2 286,0 7 0,3-3-332,-7 7 1,0-3 41,-5 9 0,2-3-58,3 2 1,-3-3 43,3 3 1,-3 2 31,-1-2 0,5 1-19,4-6 1,3 0 119,2 1 1,1-1-107,3 1 1,-3-1 5,4 1 1,2-1 42,2 0 0,-1 1-53,1-1 0,-5 1 42,5-1 1,0 7-34,5 3 1,-5 1 4,0-1 0,1 3 13,9-3 1,-2 3 3,6 2 1,-4 0-20,4-1 1,0 1-1,5 0 0,0-6 18,0 1 1,5 3-16,0 2 1,11 3 74,-2-8 1,5 3-64,0 2 1,3 2-69,6-2 0,5-2 11,1-8 1,5-3-4,-1 3 0,8-3 17,1-1 0,7-5-191,-2-1 0,5-4 124,4 5 0,-2-2 62,3 2 0,-4 1-54,-1-6 0,-7 6 39,-2-1 1,-4 1 1,-1-1 1,-5 3 16,0-4 0,-5 4 2,5 2 0,-4-1 17,0 1 1,-1-1 3,-10 0 0,4 1 95,2-1 1,-6 1-105,1-1 1,-7-4 380,2 0 0,-7 4-282,-3 5 1,0 5 131,6-5 0,-1 5-227,0-5 1,0-1-119,1-8 0,4 1 34,-1-6 1,8 0-220,-3-5 0,6-1-3,4-4 0,2 4 168,3-4 0,3 4-344,-3 1 1,4 2-71,6 3 542,-4 3 0,5 6 0,-6 1 0</inkml:trace>
  <inkml:trace contextRef="#ctx0" brushRef="#br0" timeOffset="3">8815 14032 13823,'0'-15'-1562,"2"6"1511,3-1 1,11-4 695,12-5 0,8-6-288,12 1 1,12-4-348,-23 11 0,2 1 0,0-2 0,2 1-323,6-2 0,1 0 0,1-2 1,1 1 349,3 1 1,-1 0 0,-2 1 0,-1 0 80,-1-1 0,-1 0 1,-3 3-1,0 0 14,2 0 0,-1-1 0,-4 2 1,0 0-104,-1 1 0,0 0 1,34-13-76,2 3 1,-17 4-126,-12 5 1,-10 1 236,-14 0 0,-2 1-169,-7 4 355,-6 2-269,-2 7 1,-12-4 190,-4-1 0,-2 0-385,-2 5 0,-1-5 188,1 1 1,-5-1-131,0 5 1,-6 0 38,1 0 0,-1 0-78,1 0 0,-3 0 175,4 0 1,2 0-115,2 0 573,3 0 0,4-2-233,2-2-91,4 2-385,6-4 321,0 6 1,8-2 45,6-3 1,2 4 12,8-4 1,-1 4-200,6 1 0,-1 0 18,1 0 1,-1 1-10,0 4 0,-1 3-39,-3 6 0,1 2-363,-6 3 0,-5 3-352,-4 6 1,-7 7-101,2 3 871,-4 9 0,-1 4 0,0 6 0</inkml:trace>
  <inkml:trace contextRef="#ctx0" brushRef="#br0" timeOffset="4">13109 10364 8400,'-14'-21'-392,"0"5"35,0-3 1,4 2 124,1-2 0,-1 3 161,-4-3 1,0-1-114,-1 1 0,1-2 70,0 2 0,-2 2 272,-3-7 0,3 5-139,-2-4 1,2 4 3,1-5 1,0 2 21,-4-2 1,-2-3-10,-2 4 1,0 1 39,4-2 0,2 5-28,-7-5 1,5 2-156,-4-2 1,-1 2 139,-4 3 1,-1 2-142,1-7 1,-5 5 110,-1-4 1,1-1-1,5-4 0,-7-6-38,-3 1 1,-3 0-15,-2 5 0,1-1 67,-1 1 1,5-1-33,0 1 1,-4-1 25,-6 1 0,-1 1-11,2 3 1,1 2 38,-6 3 0,-5 4-28,-5-4 0,1 3-145,4 2 0,0 4 154,0 1 1,-4 5 2,-1 0 0,-1 2-53,1 2 1,-4 0 40,-10 0 0,10 0-19,-1 0 0,2 2 15,4 2 0,-4 0-24,-1 5 1,3 1 5,-13 4 1,6 2-255,-6 3 1,2-2 267,-2 7 0,4-2 1,-4 1 0,3 3 37,2-7 0,-2 1-40,-2-1 1,8-1-2,1 5 1,6 1 3,3 4 1,-6 2-5,-4 4 1,-2-3-2,-2 7 1,1 0-1,4 5 0,31-19 1,0 1-2,2 0 1,0 2 0,1-2-1,1 0-2,0 1 1,0 0 0,0 0 0,-1 0 27,1 3 0,1-1 0,-2 1 0,2-1-22,-27 29 0,8 0 11,6 0 0,2 0-5,8 0 0,-2 7-6,2 7 0,3-4-10,-3 4 0,-2 1 3,19-34 0,-1 0 0,0 0 0,1 0 2,-12 33 1,10-1-5,4-4 0,9 4-33,0-4 0,4 5 34,1 5 0,6-4-65,4 4 0,4-1 62,5 0 0,-8-35 0,2-1-15,3 4 1,1 0 0,-2-4 0,0 1 12,1-2 0,1-1 1,19 30-11,2-6 0,3-2-19,2-2 0,4-7 4,1-2 1,5-4 61,-1-1 1,10-1-49,4 1 1,-2-7 49,-3-3 0,-2-3-41,-2-1 0,3-1 45,6 1 1,-3-3-30,13-2 1,-5 3 0,-31-15 0,1 0 1,-1 0-1,0 1-10,3-1 1,0 0 0,-1 1 0,1-1-185,-1-2 0,1-1 1,0 0-1,1-1 165,1-2 0,0-2 0,-1-1 0,1 0 20,2-3 0,0 0 0,-5 2 0,0 1 10,1-1 0,-1 1 1,34 1-184,0-4 1,-5 5 197,-5 0 1,-4 4 35,-10-4 1,2 6 140,-7-1 1,5 2-144,-4 2 0,-1 1 11,-4-1 0,-1 2-83,1 3 0,5 3 45,-1 6 1,-4 1-77,-5-1 1,-2 7 67,2 3 1,0 3-163,-10 1 1,4 6 130,-9-1 0,0 5-9,0-4 1,-4 4-9,5-5 0,-2 1 6,2-6 0,3-1 62,-4-3 1,9-3 170,1-7 1,0 1-168,-4-1 0,1 5 321,3 1 1,-3 0-351,3-1 1,-1-2-25,1 2 0,-3-2-6,3 2 0,2-3-26,-2 4 1,5-4-15,-5-2 0,5 1 203,-5-1 1,7 0-172,-3 1 1,-2-2 36,-2-4 1,2 3-39,-2-7 0,0 4 49,-4-4 0,-1 2-30,1-2 0,-1-2 6,1 7 0,-6-2 1,1 2 1,-5-2 1,5-3 0,-5-5-78,4 0 1,1-1 64,4-9 1,3 1-35,2-5 1,-2 0 23,7 0 0,-1 0 17,0 0 1,0 0-9,-4 0 0,2 0-1,3 0 0,3 0 26,-3 0 1,-4 0-8,0 0 1,0-6-1,-1-4 1,7 1-9,-2-5 1,-2 3-12,2-8 0,-5-3 9,5-2 0,-1-3 117,0-1 0,3-1-2,-7 1 0,2-1-23,-2 1 1,-3-1-71,3 1 1,-3 1 9,-1 3 1,-1-2-59,1 2 1,-6-3 72,1-1 1,-5-2 35,5-4 0,-5 3-43,4-7 1,-5 0-5,1-5 0,-5 1 22,-5-1 1,4-6 10,-4-3 1,-2 1-37,-3-1 0,3-1-95,-2-9 0,1 2 109,-1-6 1,-4 6 5,4-2 0,-4 2-115,-1-2 0,-1 7 94,-4-7 1,0 12-229,-9-7 1,2 10 17,-12-1 1,-1-1 28,-9 2 0,0-5 60,-4 4 0,-2-1-88,7 2 1,-5-3 150,5-7 0,-5 0 28,5 0 0,-5-5 0,5 1 0,4 1 0,9 1 0,7 2 0</inkml:trace>
  <inkml:trace contextRef="#ctx0" brushRef="#br0" timeOffset="5">13621 11984 7519,'-43'-20'-1319,"1"4"1159,-1-3 0,7 2 252,3-2 0,-2 1 111,2-5 0,6-1-77,8-4 1,3-6-44,2 1 0,4-8 9,1-1 0,6-3-174,-2-7 0,3 0 56,2-5 0,7-1-40,2-4 1,2 4-88,-1-4 1,1 4 113,-6 1 1,-1 0 32,-4 0 0,0 7 0,0 2 0,-6 4 145,-4 1 0,-4 1-75,-5-1 1,2 0 102,-7 1 1,1-3-141,-6-2 1,-1 1 3,-3-6 1,1 5-178,-6-5 0,5 4 177,-5-4 0,0 3-41,-4-8 1,-1 8 50,0-8 1,5 10-23,1 0 1,-1 2 10,-5 3 0,-1 5 27,-4 4 1,1 8-31,-10 1 0,2 2 10,-12-2 1,6-2-59,-5 2 1,5 2 56,0-2 1,2 0 131,3-4 0,0 0-131,4-1 1,-3 1-35,3-1 1,-4 1 34,0-1 1,3 7-81,1 3 0,-1-1 45,-9 1 0,-1 5-9,-4 4 0,-2 7 16,3-2 0,-2 4-9,1 1 0,-1 4-12,7 1 0,-7 8 11,1 1 0,-2 2-24,-2 7 1,-5 0 28,0 0 0,0 4-310,5-3 1,2 3 349,2 1 1,1-1 2,9-3 0,5-4 193,14-6 1,2 1-224,3-1 0,-2 6-117,-3 4 1,-3 5 124,3 4 0,-5 3-277,-4 7 1,-2 4 203,-3 0 1,-2 1-34,7-6 1,-5 1 0,4 0 0,-2-1-18,7 1 0,-1-5 67,11 0 1,-1-2-2,6 2 1,0 3 121,-1-3 1,5 3-127,1 2 0,-3-1-33,-7 1 1,2 6 24,-7 3 0,6-1 258,-1 1 1,3-5-195,2 5 0,1-1 11,3 1 0,-1-1 54,6-4 0,5-1-90,4 6 0,2 0 20,-1 5 1,-2-5 2,6 0 1,0 0-19,5 5 1,0 0 12,0 0 1,2-5-19,2 0 0,11-1 29,8 1 1,4 3-4,2-3 1,1-1-26,3 1 1,-2-5 2,7 5 0,5 1-14,4 3 0,6-3-235,-6-1 0,13 0 235,-29-23 1,0-1 0,0-3 0,2-1-98,2-2 0,1-2 0,2 2 0,0-3 124,6-1 1,2-2 0,1-2 0,1 0 22,4-2 0,0 0 0,0-1 1,-1 1 76,3 2 0,1 1 0,2 2 0,1 1-374,4 0 0,0 1 0,2 7 0,0 2 287,2 2 1,0 2-1,-3 4 1,-1 4-475,3 1 0,-2 3 1,-1 4-1,-2 3 397,-20-14 1,-1 1 0,0 1-1,1 1 1,0 1 0,-1 1-111,-2 3 1,-1 2 0,0-1 160,-1-3 0,0 1 0,0 0 0,2 4 0,0 2 0,-2-1 0,-1-3 0,-1-1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127"/>
    </inkml:context>
    <inkml:brush xml:id="br0">
      <inkml:brushProperty name="height" value="0.053" units="cm"/>
      <inkml:brushProperty name="color" value="#FF0000"/>
    </inkml:brush>
  </inkml:definitions>
  <inkml:trace contextRef="#ctx0" brushRef="#br0">18284 5829 8540,'-9'-24'0,"-1"0"0,1 7 0,-5-2 0,4 8 0,1 1 0,6 7 0,-4-3 0,7 8 0,0 2 0,0 11 0,0 8 0,0 10 0,0 5 0,5 7 226,0 7 1,6 1-64,-2 14 0,-1 5-409,-3-32 1,0 1 0,-3 4-1,-1 2 247,1 2 1,1 1 0,-2-3-1,-1 1-109,0 2 1,0-1-1,1-6 1,0-2-1,1 0 1,1-1-1,-2 32-149,4-5 1,-4-17 163,-1-12 1,0-13-61,0-6 167,0-9 1,2-4-163,3-6 337,-4 0 591,6-6-471,-7 4-41,0-4-137,0 0-8,0 4 8,0-4-119,0 6-36,0 0 58,6 0 0,2 0-64,6 0 1,0 0 18,1 0 1,5 0-4,4 0 1,3 0-55,1 0 1,2 0-4,3 0 0,4 0 60,5 0 0,1 0-2,0 0 0,-1 4-25,1 1 0,4 1 14,1-1 0,4-3 119,-5 3 1,7 1-43,-2-1 1,8 4 152,2-4 0,4 0-358,-4-5 1,6 1 394,-2 4 1,8-4-148,2 4 0,-35-4 0,0-2-51,-1-1 0,1-1 0,0 3 1,1-1-72,1-1 1,0-1-1,-1 0 1,1 0 85,0 0 1,-1 1-1,37-3-162,-3 5 0,-3 0 51,-2 0 0,-2 5 40,-2 0 0,-4 0 38,-6-5 1,1 0 5,4 0 0,1 4-12,3 1 0,2 0-11,-6-5 0,6 5-14,-2-1 1,2 1 30,-1-5 0,2 5-26,-3-1 1,9 1 54,0-5 1,6 0-8,-5 0 1,0 0-33,-5 0 1,1 0 3,4 0 1,2 0-27,2 0 0,-2 0 32,-7 0 1,-5-1-152,0-4 1,-1 2 135,2-7 1,-4 6-140,-6-6 1,4 7 17,1-2 1,-2-1-129,-8 1 1,-3 0 104,-6 5 1,-7 0-24,-3 0 1,0 0-87,-4 0 0,-4 0 43,-11 0 45,0 0 390,1 0-187,-7 0 1,-7-1-120,-6-4 0,-6 2-205,2-7 0,1 2 137,-2-1 1,1-4-26,-5 4 0,1-5 83,4-5 0,-2 3-5,6-3 1,-5-3 83,6-2 0,-1-3 0,5-1 0,-2-7 0,-2-3 0,2-3 0,-3-1 0,4-7 0,1-4 0,0-3 36,0-6 0,0-8-208,0-5 1,0 32-1,0 0 306,0-37 1,0 36 0,0-1-90,-1 3 1,2-1-1,1 0 1,0-1 13,1-3 1,-1-1 0,1 6 0,-1 1-11,-2-2 0,0 0 1,0-31 222,0 3 1,0 6 14,0 8 0,-5 15 61,0 9 1,-1 10-26,1 14 36,4 3-562,-6 6 0,6 3 134,-4 6 0,2 7 316,-6 13 0,4 7-174,-5 6 1,7 14 76,-2 10 0,4-26 1,1 2-281,0 3 1,0 0 0,0 4 0,0 0 276,0 3 0,0 0 0,0 2 1,0 0-77,0 2 1,0 2 0,0 1 0,1 2-4,2 0 0,-1 1 0,-1-5 0,1 0-3,3-2 0,0-1 0,-3-7 0,-1-1 48,1-5 1,1-2 0,3 28 39,-1-15 0,-1-17-25,-4-2 0,0-13-148,0-1 1,5-8-187,0-1 0,0-5-891,-5 4-52,0-6 482,6 3 667,-4-6 0,10 0 0,-4 0 0</inkml:trace>
  <inkml:trace contextRef="#ctx0" brushRef="#br0" timeOffset="1">18526 5743 8561,'-22'0'-606,"-3"-1"-75,6-4 0,0 4 711,5-4 0,-1 3 54,1 2 0,0 0 302,0 0-191,0 0 250,-1 0-315,7 0 1,2 0-87,25 0 1,2-1-27,21-4 1,7 3-98,18-2 1,7-4-145,-30 3 0,2 0 0,8 0 0,2-1 215,5 2 0,2-1 0,5-2 1,3-1-375,1 1 1,3 0 0,-21 3 0,1-1 0,1 0 362,7-1 1,0-1 0,1 1 0,3 0 0,0 1-1,1 0 50,3 0 1,0 1-1,1-1 1,-2 0-1,1 1 1,-1-1-298,-2 0 0,0 0 0,0 1 0,-1-1 0,0 0 0,0 0 294,0 0 0,2 0 0,-2 1 0,1 1 0,-1 0 0,-1 1-18,-2 1 1,-1-1 0,0 1 0,-1-1 0,0-1 0,-2 1-272,22 0 0,-2-1 0,-3 0 0,0 0 288,-3 1 0,-1-1 0,-4 2 0,-2-1-88,-2-2 1,-2-1-1,-2 1 1,-2 0 76,-3 0 1,-3-2 0,-5 0 0,-1 0 440,-4 1 1,-1 0 0,33-3-373,-4-1 0,-13 6-54,-11-2 0,-5 3 917,-9 2 0,-6 0-816,-13 0 1773,-6 0-1742,-2 0 996,-6 0-1026,0 0-33,-6 0 0,3 0-119,-7 0 0,5 0-254,-4 0 229,-1 0 1,-4 0-337,0 0 392,0 0 0,-1 0-67,1 0 1,0 0 115,0 0 1,-2 0-98,-3 0 0,-3 0 77,-6 0 1,-2 0-66,-4 0 0,-2 0 13,-7 0 1,-7 0-18,-7 0 0,-2 2-24,-7 3 0,-13-4-322,35 1 1,-2 1 0,-9 1 0,-2 0 323,-6 1 0,-2-1 1,-6 0-1,-2 0-303,19 0 1,-2-1-1,0 0 1,1-1-1,0-1 1,-1 1 328,-2 0 1,0 2 0,-1-1 0,-1 0-1,0 0 1,0 1 24,-2 0 0,0 1 1,1 0-1,3-2 1,1 0-1,0 0 12,0 0 1,0 1 0,0-1 0,2 0 0,0 0 0,0 0 74,0 2 1,2 0-1,-1-1 1,-23 3-1,0-1-327,2-1 0,3 0 0,3 1 1,2 0 270,2-1 0,2 0 0,2 1 0,0 0-133,4 1 0,0 0 1,3 1-1,1-1 130,0 0 1,2 0 0,6-1 0,1 1-23,3-2 0,2-1 0,-29 2 372,6-6 0,10 0-434,5 0 0,2 0 24,3 0 1,-2 0-135,-4 0 0,4-1 957,-3-4 1,10 2-810,9-7 1,6 7 1696,7-2-1708,1-2 492,0-1 0,5-5-472,-1 4 1,7 1 50,-2 3 0,-3-1-35,-1-4 1,1 2 1,-2 4 0,6-3 52,-6-2 0,5-2-53,-4 6 0,1-6 21,-1 1 1,-3 2-23,8-1 300,-7 6-144,9-10-581,-4 12 283,6-6 0,0 9-108,0 3 1,1 9 226,4 10 0,-3 4-20,2 5 0,3 10 159,-3 9 1,3 10-134,-2 4 1,-4 10-164,2-36 1,-1 0 0,-1 5-1,-1 0 189,0 2 0,0 1 0,3 2 0,-1 0-42,1 2 1,-1 0 0,1-4 0,-1-1 4,-2 0 0,0 0 0,0-5 0,0-1-320,0 34 0,0-5 152,0-9 0,0-7 129,0-16 1,0-3-17,0-7 1,-5 1-10,0-1 1,-4-10 163,4-4 1,-1-8-249,1 4 800,3-7 0,-6 3-372,4-6-91,2 0 1,-6 2-151,3 2 20,4-2 9,-12 4 0,10-4 14,-6 3-11,5-4 0,-7 7-22,7-3 0,-3-4-125,3 4 18,2-3-224,-4 4 291,6-4 1,6 9 0,4-7 1,4 1-10,5-5 1,4 5-4,11 0 0,3-1 89,11-4 0,4 5-84,10 0 0,15 1-191,-33-3 1,2-1-1,8-1 1,3-1 327,3 3 1,3-1 0,8-1 0,3 0-402,6-1 1,1 0 0,-22-1 0,1 1 0,0-1 317,1 0 1,1-1 0,0 0 0,2 1 0,1 1 0,0-2-301,0-1 1,-1 0 0,1 0 0,3 1 0,0 2 0,0-1 344,1-1 1,1 0 0,0 1-1,1 0 1,1 1 0,-1-1-49,1 1 0,-1 0 1,0 0-1,-1 0 0,-1 0 1,0 0-63,-3 0 1,-2 0-1,1 0 1,0 0-1,-1 0 1,1 0-121,-3 0 1,-1 0-1,1 0 1,-1 0-1,1 0 1,-2 0 36,-4 0 0,-1 0 1,0 0-1,25 0 1,-2-1-7,-9-2 0,-1 1 0,-1 1 0,-1-1 52,-4-3 0,-1 0 1,-1 1-1,-1 0-85,-4 0 0,-1-1 0,-6-1 1,-2 1 7,-2 3 1,-2-1 0,26-6 292,-7 4-151,-9 0 0,-6 2 0,-3-3 0,-7-4 0,-4 1 0</inkml:trace>
  <inkml:trace contextRef="#ctx0" brushRef="#br0" timeOffset="2">22848 5416 8276,'0'-64'-1009,"0"1"693,-6 12 1,4 4 940,-2 9-282,8 3 0,0 10-394,5 6 0,1 0 31,4 9 0,0 4-7,0 1 78,0 4 0,1 7-68,-1 3 0,2 17 101,3 7 1,-4 14 205,4 10 0,-3 9-335,-8-26 1,-2 1-1,0 2 1,-2 2 198,1 7 1,-1 1 0,-2 1 0,0 1-397,0 3 0,0 2 0,-1 1 0,0 1 294,-1 4 0,0 1 0,-3 1 0,-2 2-179,-2 3 1,0 0 0,0-7 0,0-2 86,-3-1 1,1-3 0,1-10 0,1-2-51,2-6 0,1-3 1,-2 22 66,6-9 1,-5-18-420,0-11 0,-1-7 127,1-6 0,-3-4-42,-6-6 0,-2-2 388,-3-2 1,-5-4-350,-9-7 318,-16-5 0,-3-2 0,-11-7 0</inkml:trace>
  <inkml:trace contextRef="#ctx0" brushRef="#br0" timeOffset="3">18910 5687 7922,'-52'-15'-848,"0"1"0,6 0 622,-1 0 1,7 4 231,2 1 1,7 4 180,-3-4 0,6 4-149,4-5 0,4 6 593,6-6-373,-1 7 1,1-3 443,0 6-532,6 0 142,2 0-498,6 0 200,0 0-2,12 6 1,-1-3 73,13 7 1,8-6 100,10 6 0,17-7-107,17 2 0,-31-2 0,3 0-401,7 0 1,3-1 0,6 0 0,2 0 353,6-1 0,3-2 1,-19 1-1,2 0 0,2 0-374,6 1 1,2-1 0,2-1-1,6 0 1,3-1 0,1 1 330,-16 0 1,1 0 0,1 0-1,0-1 1,0 0 0,1-1-1,0 1 1,0 0-224,-3 0 0,0 1 0,0 0 0,-1 0 0,2-1 0,-1-1 1,0 0-1,-1 1 210,19 0 1,-2 1 0,0 0 0,-1-1-1,-1-1 1,-1 1 23,-5 0 0,-1 1 0,-1 0 0,-2 0 0,0 1 0,-2-1-169,-5 0 0,-1-1 0,-1 0 1,0 1-1,0 0 0,-1 0 152,-2-1 0,-1 1 0,0-1 0,22 2 0,-3-1 39,-6-2 1,-3 1-1,-4 1 1,-3 0-41,-10 1 1,-2 0 0,-3 0 0,-2 0 659,30 0 0,-14 0-600,-14 0 2167,-20 0-2101,-10 0 1,-19 0 834,-4 0 1,-15 0-937,-8 0 0,-15 0-29,-9 0 1,-10 0-100,-9 0 0,-2 0 280,2 0 0,-1 0-214,-4 0 0,35 0 0,-1 0-51,2 0 0,0 0 0,-2 0 1,-1 0 46,3 0 1,0 0 0,1 0 0,0 0-50,-3 0 0,-1 0 0,-5 0 0,-1 0-264,-5 0 1,-1 0 0,-2 2 0,-1 1 385,0-1 0,-2 1 0,-2 0 0,-1 0-41,-3-1 1,-1 1 0,-3 0-1,-1 2 7,-2 2 1,-1 0 0,0-2-1,0 0-293,6-1 0,0 1 0,-3-1 0,0 1 319,2 2 0,1 1 1,-3-1-1,0 0 72,3 0 1,-1 0 0,-1 0 0,-1 0-40,2 1 0,1-1 1,-1-2-1,1-1 86,1 1 1,2 0-1,1-3 1,0 0-217,4 3 0,2 0 0,9-4 1,4 1 541,-26 3 1,11-5 37,13-5 1,10 2-350,8-7 1,4 6 256,2-6 0,1 5-404,3-4 791,10 6-1134,8-4 582,19 7 0,15 7 0,16 1 0</inkml:trace>
  <inkml:trace contextRef="#ctx0" brushRef="#br0" timeOffset="4">11033 10819 16322,'-14'0'-156,"2"-2"-553,2-3-1022,-3 4 1739,12-6-719,-5 7 0,7 2-45,4 3 609,3-4 0,6 12 0,0-5 0</inkml:trace>
  <inkml:trace contextRef="#ctx0" brushRef="#br0" timeOffset="5">11375 11785 11527,'-21'0'-576,"4"0"-72,-7 0 0,7 0 1109,-2 0-249,9 0 0,4 2-306,6 3 1,1-2-589,4 6 596,3-5 0,13 8 0,1-4 0</inkml:trace>
  <inkml:trace contextRef="#ctx0" brushRef="#br0" timeOffset="6">10621 12923 14558,'-19'0'0,"0"0"0,0 0 0,5 6-2,0 4 379,6-4 1,-5 13 0,5-3 0</inkml:trace>
  <inkml:trace contextRef="#ctx0" brushRef="#br0" timeOffset="7">15356 13961 8577,'-35'0'-6,"6"1"-983,1 4 1,3 3 988,10 6 0,8-5 0,16 1 0,7 6 0,12 6 0</inkml:trace>
  <inkml:trace contextRef="#ctx0" brushRef="#br0" timeOffset="8">15612 9951 12354,'-15'8'499,"1"-1"0</inkml:trace>
  <inkml:trace contextRef="#ctx0" brushRef="#br0" timeOffset="9">18583 10492 8432,'-28'-7'0,"4"0"-1158,0-8 1119,7 1 683,-4 6 1,15 2-1174,6 6 1,8 0 195,11 0 1,3 1-199,6 4 531,7-3 0,1 17 0,7-3 0</inkml:trace>
  <inkml:trace contextRef="#ctx0" brushRef="#br0" timeOffset="10">20147 11259 8434,'0'-7'0,"6"-6"0,2 5 0</inkml:trace>
  <inkml:trace contextRef="#ctx0" brushRef="#br0" timeOffset="11">12384 17102 8342,'-28'2'-93,"-1"3"1,2-4 179,4 4 1,2 1 313,7-1 1,6 1-314,3-1 0,5-3-377,5 2 0,11-2 57,12-2 1,9-2-606,10-2 837,4-4 0,5-19 0,1-3 0</inkml:trace>
  <inkml:trace contextRef="#ctx0" brushRef="#br0" timeOffset="12">10593 15496 8086,'-7'14'-41,"-1"0"1,-4 1 26,2-1 1,2-6 6,4-4 366,2-2-572,-4-2 0,7-6 114,4-4 0,3-4 100,6-5 0,0-3 35,1-7 1,-1-4-100,0 0 1,0-2 68,1 2 1,-1 3-38,0-3 1,0 5 20,0 4 0,1-1 40,-1 6 1,-2-5-131,-2 5 1,3 0 110,-4 5 1,-1 0-390,1-1 161,1 1 0,-1 2-261,1 2 262,-7 4 216,10 6 0,-12 0 0,6 0 0</inkml:trace>
  <inkml:trace contextRef="#ctx0" brushRef="#br0" timeOffset="13">10735 15496 8086,'-2'22'-725,"-2"-3"0,0 2 362,-5-3 1,6 1 846,-2-4 1,-1-1 163,1 0-500,0 0 1,5-4-127,0-1 158,0-6-171,0 4 1,0-9 77,0-3 0,0 2-135,0-6 1,5 4 73,0-4 1,4-6-87,-4-4 1,6-6 53,-2 1 0,4-4-7,1-5 1,0 1 12,1-6 0,1 7-5,2-2 1,-2 3-16,3 1 0,-3 1 40,-2-1 0,-4 2-31,-1 4 0,-1 2 17,2 7 1,-3 4-232,-2 1 49,-3 6-56,4-4 1,-6 9-178,0 3 409,0-4 0,6 6 0,2-7 0</inkml:trace>
  <inkml:trace contextRef="#ctx0" brushRef="#br0" timeOffset="14">9341 13705 8513,'-14'-8'-2,"5"1"-933,-1 7 1,7-1 934,-2-4 0,4 4 0,1-12 0,0 5 0</inkml:trace>
  <inkml:trace contextRef="#ctx0" brushRef="#br0" timeOffset="15">9455 13719 8474,'-1'9'-327,"-4"1"0,3-5 280,-2 4 0,2-4-191,2 4 1,0-4 124,0 4 0,5 1-62,-1 4 0,8 0 42,-3 1 0,5-1-89,5 0 1,-1-1 221,5-4 0,-5 10 0,2-3 0</inkml:trace>
  <inkml:trace contextRef="#ctx0" brushRef="#br0" timeOffset="16">9853 14202 8336,'0'14'0,"0"-4"-1147,0-1 854,-6 1 0,4-1 178,-2 1 55,2-7 0,2 5-11,0-3 0,6-4 17,4 4 0,3-3-9,1-2 1,0 0 62,0 0 0,0-7 0,1-1 0</inkml:trace>
  <inkml:trace contextRef="#ctx0" brushRef="#br0" timeOffset="17">10109 14373 8336,'-6'14'0,"4"0"-256,-2 0 1,0-4 269,0-1-259,2 1 1,-4-1 77,6 1 1,6-5 58,4 4 1,-2-6 42,1 2 0,0-3-313,6-2 378,-1 0 0,0 6 0,0 2 0</inkml:trace>
  <inkml:trace contextRef="#ctx0" brushRef="#br0" timeOffset="18">10351 14728 8336,'0'14'-1605,"0"1"1422,0-1 0,0 0 154,0 0 0,2-4 206,2-1-208,4-6 0,6 8-112,1-6 1,4 0 40,0-5 102,-1 0 0,-3 0 0,-1 0 0</inkml:trace>
  <inkml:trace contextRef="#ctx0" brushRef="#br0" timeOffset="19">10664 15027 8336,'0'14'-492,"-7"-6"0,4 5 373,-6-4 1,6 4 642,-2 1-489,3-6-210,2 4 1,2-10-357,3 3 353,3 3 0,6-7 178,0 4 0,6-10 0,3-3 0</inkml:trace>
  <inkml:trace contextRef="#ctx0" brushRef="#br0" timeOffset="20">10920 15411 8286,'0'14'-845,"-5"0"779,0 0 1,0-4 718,5-1-904,-6-6 1,6 5 88,0-3 0,2-3-38,7 2 1,1-2 199,4-2 0,6 0 0,3 0 0</inkml:trace>
  <inkml:trace contextRef="#ctx0" brushRef="#br0" timeOffset="21">11275 15823 8286,'0'14'-47,"-5"5"59,1 0 1,-1 0-113,5-5 0,0 0 169,0 1 1,0-1-92,0 0 0,6-4 51,4-1 1,2-6-843,3 2 813,-1-4 0,6-1 0,2 0 0</inkml:trace>
  <inkml:trace contextRef="#ctx0" brushRef="#br0" timeOffset="22">11616 16207 8286,'0'22'-150,"0"-3"1,0 1-226,0-1 1,0 2 437,0-2 1,0-3-25,0 3 1,5-4-477,0 0 290,6-8 1,-3 4-137,6-6 283,0 0 0,7-5 0,1 0 0</inkml:trace>
  <inkml:trace contextRef="#ctx0" brushRef="#br0" timeOffset="23">11972 16605 8279,'-7'8'-438,"6"4"151,-5-4 321,6 6 1,0 1-181,0-1 0,6-5 79,3 1 1,4-5-93,1 4 1,5-1 158,0 1 0,6 4 0,-2-5 0</inkml:trace>
  <inkml:trace contextRef="#ctx0" brushRef="#br0" timeOffset="24">12256 16846 8178,'0'23'0,"0"-3"-161,0-6 0,0 1-563,0-1 440,0 0 0,2-5 35,2 1 30,-2-7 0,9 2 219,-6-10 0,0-3 0,-5-6 0</inkml:trace>
  <inkml:trace contextRef="#ctx0" brushRef="#br0" timeOffset="25">12157 16918 8178,'0'28'-933,"-2"0"946,-3 1 1,4-5 576,-4-1 1,8-4-360,2 5 0,6-7-296,-2 2 0,9-8-163,1-1 1,1-7 153,-1 2 1,-3-4-363,3-1 0,-2-1 71,2-4 365,-9-3 0,9-13 0,-11-1 0</inkml:trace>
  <inkml:trace contextRef="#ctx0" brushRef="#br0" timeOffset="26">9057 13562 8314,'0'15'0,"2"-6"0,2 1 0,4 5 0,7 8 0</inkml:trace>
  <inkml:trace contextRef="#ctx0" brushRef="#br0" timeOffset="27">9370 13719 8408,'-2'12'-474,"-2"-2"0,-3 3 237,-2-4 1,1-3 1393,3-1-671,4 3 0,-6-5-800,7 7 0,7-7 1,2 2 0,4 1-96,1-1 0,5 1-317,0-1 726,6-4 0,-3 12 0,7-5 0</inkml:trace>
  <inkml:trace contextRef="#ctx0" brushRef="#br0" timeOffset="28">9612 14003 8366,'-7'14'-876,"-1"1"437,-6-1 1024,6-6-19,2-2-709,6 0 1,6-4-52,4 3 1,2-4-74,3-1 1,4 0 266,0 0 0,6 7 0,-3 0 0</inkml:trace>
  <inkml:trace contextRef="#ctx0" brushRef="#br0" timeOffset="29">10024 14444 8408,'-6'22'-30,"2"-1"18,-5-7 1,4-5 345,-4 1-139,6-7-377,3 10 1,9-7-344,10 3 1,-2 2 309,7-6 1,-5 1 214,5-1 0,6 3 0,6 6 0</inkml:trace>
  <inkml:trace contextRef="#ctx0" brushRef="#br0" timeOffset="30">10507 15013 8423,'-6'14'0,"3"0"-266,-7 0-422,7 0 704,-3 1 0,12-3-63,4-2 1,4 2-219,5-2 1,1-4 76,4-1 0,3 1 188,-3-1 0,9 6 0,3-3 0</inkml:trace>
  <inkml:trace contextRef="#ctx0" brushRef="#br0" timeOffset="31">11119 15581 8434,'0'22'-262,"0"-1"0,0-7-399,0 0 1,0 0 614,0 1 0,1-3 0,4-2 0,3 1-323,6-6 369,7 6 0,1-3 0,6 6 0</inkml:trace>
  <inkml:trace contextRef="#ctx0" brushRef="#br0" timeOffset="32">11929 16235 8256,'-6'38'-1,"-4"0"1,4-8-1419,1-2 1419,4 1 0,7-7 0,2 6 0</inkml:trace>
  <inkml:trace contextRef="#ctx0" brushRef="#br0" timeOffset="33">9171 13164 15793,'-14'0'-2261,"6"-6"-125,-5 5 2321,5-6-967,0 7 1314,2 0 57,6 0-280,6 7-259,2-6 0,6 12 0,1-5 0</inkml:trace>
  <inkml:trace contextRef="#ctx0" brushRef="#br0" timeOffset="34">9356 12965 16259,'-15'0'-1139,"1"0"588,0-6-1192,6 4 1322,2-4 844,6 6 0,12-6 1,4-2-1</inkml:trace>
  <inkml:trace contextRef="#ctx0" brushRef="#br0" timeOffset="35">9541 12709 15093,'-15'0'-543,"1"0"-436,0-6-419,6 5 922,2-12 1,14 5 968,6-6-353,0 0 1,13-1-1,-5 1 1</inkml:trace>
  <inkml:trace contextRef="#ctx0" brushRef="#br0" timeOffset="36">9825 12354 18794,'-14'-6'-3724,"1"3"2733,4-7 1,2 5 1139,7-4 0,2 4 1050,3-4 1,2-1-737,8-4 1,5 0-324,4 0 0,8-5-30,1 0 1,6-7 0,-2 4 0</inkml:trace>
  <inkml:trace contextRef="#ctx0" brushRef="#br0" timeOffset="37">10209 11913 12351,'-14'-6'-3187,"6"3"3061,3-7 1,3 6 562,2-6 0,0 5-498,0-4 1,7 4 371,2-4-192,4-1 0,7-4 0,2 0 0</inkml:trace>
  <inkml:trace contextRef="#ctx0" brushRef="#br0" timeOffset="38">10507 11558 17480,'-14'-6'-2847,"6"4"2400,-4-11-507,4 12 1,0-7 442,3 3 1,10 4 1178,4-4 0,9 2-300,1-2 0,1-1-160,-1-4 1,3-2 0,7 4 0</inkml:trace>
  <inkml:trace contextRef="#ctx0" brushRef="#br0" timeOffset="39">10735 11288 14959,'-14'-6'-3927,"6"4"3402,1-11 0,7 10 1825,0-6-837,0 6-60,7-10 0,2 10-237,10-7 0,-3 1 0,4-5 1</inkml:trace>
  <inkml:trace contextRef="#ctx0" brushRef="#br0" timeOffset="40">10920 11004 16813,'-8'7'5144,"-5"0"-5075,12-7 1,-12 6 0,5 2 0</inkml:trace>
  <inkml:trace contextRef="#ctx0" brushRef="#br0" timeOffset="41">10792 11103 14899,'0'-14'0</inkml:trace>
  <inkml:trace contextRef="#ctx0" brushRef="#br0" timeOffset="42">11417 10648 15197,'-14'0'-668,"0"-5"-481,0 1 1,4-1 611,1 5 1027,6 0-621,-4 0 0,12 6-304,0 4 1,7-2 346,3 1 0,-1 1 0,6 4 0</inkml:trace>
  <inkml:trace contextRef="#ctx0" brushRef="#br0" timeOffset="43">12000 10591 14139,'-12'-9'-2585,"2"-1"1848,4 7 1,9-3 1278,6 6 0,2 0-710,13 0 0,-5-2 36,5-3 184,0 4 0,10-5 0,3 6 0</inkml:trace>
  <inkml:trace contextRef="#ctx0" brushRef="#br0" timeOffset="44">12768 10492 11344,'14'0'-257,"0"0"330,7 0 1,7-7 0,9 0-1</inkml:trace>
  <inkml:trace contextRef="#ctx0" brushRef="#br0" timeOffset="45">13522 10321 14207,'-8'-6'-2824,"0"4"2682,3-3-631,3 4 0,2 1 878,10 0 0,4 0-218,5 0 1,3 0 130,7 0 0,4 5-20,0-1 1,5 3-39,-5-3 1,13 4 0,-2 7-1</inkml:trace>
  <inkml:trace contextRef="#ctx0" brushRef="#br0" timeOffset="46">14104 10335 14207,'8'0'-2542,"-1"-6"3113,-1 4 0,2-9-316,6 7 1,0-1-448,1 5 0,5 0 122,4 0 1,3 0-1,1 0 1</inkml:trace>
  <inkml:trace contextRef="#ctx0" brushRef="#br0" timeOffset="47">14787 10250 12553,'8'-6'1572,"4"3"-1409,-2-7 1,7 5-234,2-4 0,11 4 26,-1-4 1,15-1 0,0-4-1</inkml:trace>
  <inkml:trace contextRef="#ctx0" brushRef="#br0" timeOffset="48">15498 10122 9025,'-29'-1'-423,"1"-4"-450,12 3 865,3-4 0,26 12 0,3 2 0</inkml:trace>
  <inkml:trace contextRef="#ctx0" brushRef="#br0" timeOffset="49">11631 11743 18496,'-7'-8'-3817,"4"-3"3549,-6 6-890,5 0 1,0 5 1197,8 0 0,4-4 438,7-1 0,0 0 10,4 5-346,3-6 0,7-2 1,-1-6-1</inkml:trace>
  <inkml:trace contextRef="#ctx0" brushRef="#br0" timeOffset="50">12256 11473 20734,'-14'0'-2053,"6"-7"649,2 6 0,7-6 1851,4 7-353,9 0 0,8-6 1,7-2-1</inkml:trace>
  <inkml:trace contextRef="#ctx0" brushRef="#br0" timeOffset="51">13280 11146 9954,'-14'0'0,"4"-5"-622,1 0 0,5-1 297,0 1 0,4 4 45,4-4 1,6 3 299,9 2 1,9-6-1,9-2 1</inkml:trace>
  <inkml:trace contextRef="#ctx0" brushRef="#br0" timeOffset="52">14303 10790 15505,'-4'-14'-2175,"-1"0"1,2 1 2210,8 4 1,4-2-100,10 6 0,8-5 336,6 6-249,7-7 0,-4 3 0,7-6 0</inkml:trace>
  <inkml:trace contextRef="#ctx0" brushRef="#br0" timeOffset="53">15626 10250 12997,'-14'0'0,"6"0"0,-5 0 0,5 0 0</inkml:trace>
  <inkml:trace contextRef="#ctx0" brushRef="#br0" timeOffset="54">15668 13719 8226,'-14'0'-839,"5"0"978,-1 0 1,5 0 104,-4 0 444,6 0-120,-3 0-797,6 0-140,0 0 0,4-2 72,1-2 1,6 0 296,-1-5 0,8-1 0,5-4 0</inkml:trace>
  <inkml:trace contextRef="#ctx0" brushRef="#br0" timeOffset="55">15924 13463 8226,'-8'-2'-864,"4"-2"546,2 2 242,2-4 0,2 4-27,2-3 1,4 2-109,7-6 0,0 4 211,4-4 0,3-7 0,7-6 0</inkml:trace>
  <inkml:trace contextRef="#ctx0" brushRef="#br0" timeOffset="56">16294 13164 7769,'-14'0'-686,"6"0"1,2-1 509,6-4 0,1 2 176,4-7 0,3 1 0,6-5 0</inkml:trace>
  <inkml:trace contextRef="#ctx0" brushRef="#br0" timeOffset="57">16678 12766 8226,'-14'0'-254,"-1"0"742,1 0-284,6-6 1,2 3-234,6-7 0,6 6-211,4-6 0,7-1 130,2-8 1,6 2-229,-1-7 1,3 0-94,1-4 431,7 0 0,-5-1 0,5 1 0</inkml:trace>
  <inkml:trace contextRef="#ctx0" brushRef="#br0" timeOffset="58">17175 12226 8226,'-22'0'418,"8"0"-334,1-6-685,12 4 356,-5-4 1,7 1 115,4 0 0,3-6-165,6 2 1,5-5 293,0-5 0,6-3 0,-3-7 0</inkml:trace>
  <inkml:trace contextRef="#ctx0" brushRef="#br0" timeOffset="59">17517 11871 8226,'-15'0'26,"1"0"74,0 0 1,5 0 121,-1 0-346,7 0 0,-3-2-63,6-3 1,1 2 165,4-6 1,3-1-266,6-4 1,5 0-85,0 0 370,6-1 0,-3-11 0,7-4 0</inkml:trace>
  <inkml:trace contextRef="#ctx0" brushRef="#br0" timeOffset="60">17886 11487 8255,'-14'0'0,"0"0"-482,0 0 134,6 0 142,1 0 0,7-2 188,0-2 0,7-3-226,2-2 1,9-4 18,1 4 225,6-4 0,3-8 0,9-1 0</inkml:trace>
  <inkml:trace contextRef="#ctx0" brushRef="#br0" timeOffset="61">18299 11089 8255,'-8'-8'-669,"-5"-5"243,12 5 76,-6 0 1,14-3 44,2 7 0,4-7 305,1 1 0,6-2 0,3-3 0</inkml:trace>
  <inkml:trace contextRef="#ctx0" brushRef="#br0" timeOffset="62">18711 10691 8255,'-28'0'0,"5"0"186,4 0 0,4 0 192,0 0-378,8-7 0,7 6 0,7-5 0</inkml:trace>
  <inkml:trace contextRef="#ctx0" brushRef="#br0" timeOffset="63">16024 13705 8245,'-14'0'0,"-1"0"-263,1 0 1,5 0 262,-1 0 0,1-7 0,-5-1 0</inkml:trace>
  <inkml:trace contextRef="#ctx0" brushRef="#br0" timeOffset="64">15768 13733 8245,'-14'0'-1082,"-1"0"1114,1 0 767,0 0-1087,6 0 1,8-2 60,10-2 0,2 2-323,2-3 550,7-2 0,1-1 0,7-7 0</inkml:trace>
  <inkml:trace contextRef="#ctx0" brushRef="#br0" timeOffset="65">16351 13435 8228,'-8'0'339,"-5"-7"1,7 4 46,-3-6-225,2 5-671,7-2 1,8 1 284,6 1 1,7-3-337,7 3 1,5-4 560,1-7 0,11 1 0,0 0 0</inkml:trace>
  <inkml:trace contextRef="#ctx0" brushRef="#br0" timeOffset="66">17133 13051 8228,'-21'0'446,"5"-5"60,-2 0 64,2-6-363,2 10-323,6-6 1,3 7-669,10 0 1,4 0 203,10 0 580,3 0 0,7-6 0,-1-2 0</inkml:trace>
  <inkml:trace contextRef="#ctx0" brushRef="#br0" timeOffset="67">17702 12738 8485,'-16'0'-27,"-3"0"1,3-5-2,-3 0 17,10-6 1,4 8 0,10-6 0,9 4 10,9-4 0,11-1 0,2-4 0</inkml:trace>
  <inkml:trace contextRef="#ctx0" brushRef="#br0" timeOffset="68">18341 12354 8343,'0'-9'-478,"0"-1"-127,0 1 605,7-6 0,13-5 0,10-2 0</inkml:trace>
  <inkml:trace contextRef="#ctx0" brushRef="#br0" timeOffset="69">19166 11828 8343,'0'-14'0,"0"4"-540,0 1 0,0-1 105,0-4 435,6 6 0,8-11 0,9 4 0</inkml:trace>
  <inkml:trace contextRef="#ctx0" brushRef="#br0" timeOffset="70">19763 11430 8323,'8'-6'0,"-3"-4"0,-4 2 323,-1-1-172,0-1-744,0 2 593,0 2 0,0 6 0,0 0 0</inkml:trace>
  <inkml:trace contextRef="#ctx0" brushRef="#br0" timeOffset="71">12754 17003 8309,'-14'0'-1051,"6"-2"534,3-2 455,3 2 1,9-9 65,2 6-4,4-6 0,7-3 0,2-8 0</inkml:trace>
  <inkml:trace contextRef="#ctx0" brushRef="#br0" timeOffset="72">13379 16491 8216,'8'-6'-505,"5"-2"0,1-6 0,8-1 0</inkml:trace>
  <inkml:trace contextRef="#ctx0" brushRef="#br0" timeOffset="73">14303 15766 8276,'-15'0'147,"-4"0"-66,3 0 0,2-2-174,9-2 1,5 2-131,5-3 0,4-3 223,10-1 0,10-10 0,7-3 0</inkml:trace>
  <inkml:trace contextRef="#ctx0" brushRef="#br0" timeOffset="74">15071 15197 8160,'-20'0'210,"4"0"422,-5-6-389,13-2 60,2 0-1042,12-4 467,9 4 272,7 0 0,13-11 0,1 3 0</inkml:trace>
  <inkml:trace contextRef="#ctx0" brushRef="#br0" timeOffset="75">15811 14657 8285,'-15'0'13,"6"-1"185,-1-4 0,7 2-4,-2-7 0,10 5-172,5-4 0,10-1-22,9-4 0,5-6 0,9-2 0</inkml:trace>
  <inkml:trace contextRef="#ctx0" brushRef="#br0" timeOffset="76">16834 13989 8199,'-8'-6'13,"-4"4"0,10-11 185,-3 4 1,5 1-882,5-1 683,9-1 0,15-10 0,7-3 0</inkml:trace>
  <inkml:trace contextRef="#ctx0" brushRef="#br0" timeOffset="77">17431 13506 8199,'-14'0'-137,"0"-7"1,4 4-213,1-6 0,7 4 72,2-5 1,8 4 167,11-8 109,3 9 0,13-20 0,1 9 0</inkml:trace>
  <inkml:trace contextRef="#ctx0" brushRef="#br0" timeOffset="78">18043 12994 8152,'-22'0'7,"1"0"362,7 0-222,0 0 29,6-7 0,8 4-1329,9-6 1153,10-1 0,10-4 0,7 0 0</inkml:trace>
  <inkml:trace contextRef="#ctx0" brushRef="#br0" timeOffset="79">18469 12596 8201,'-20'-7'0,"10"6"0,-9-12 0,18 12 0,-4-10 0,10 6 0,3-1 0,6 1 0,6 2 0,4-7 0,3 1-583,1-6 0,2 0 203,4-4 1,2 1 379,7-5 0,-1-1 0,1-4 0</inkml:trace>
  <inkml:trace contextRef="#ctx0" brushRef="#br0" timeOffset="80">19066 12112 8201,'15'-14'-134,"-6"-2"90,1-3 1,-1 4 141,5-4 0,-4 4-73,-1 6 1,1-4-288,4 4 0,5-4 144,0-1 1,6-2-14,-1-3 0,4 2 131,5-7 0,4 0 0,5-4 0</inkml:trace>
  <inkml:trace contextRef="#ctx0" brushRef="#br0" timeOffset="81">20104 11345 8378,'-20'-15'38,"4"1"-97,-5 0-248,14 6 307,0 8 0,7 14 0,0 8 0</inkml:trace>
  <inkml:trace contextRef="#ctx0" brushRef="#br0" timeOffset="82">16152 10151 6330,'-8'-8'-197,"8"1"251,9 7 1,6 0-88,4 0 0,3 0 33,6 0 0,1 0 0,-1 0 0</inkml:trace>
  <inkml:trace contextRef="#ctx0" brushRef="#br0" timeOffset="83">17119 10179 8314,'-15'-6'18,"7"4"334,2-4-1260,6 6 607,0 6 1,2-3-93,2 7 5,4-1 1,13 5 387,-5 1 0,17-1 0,-3 0 0</inkml:trace>
  <inkml:trace contextRef="#ctx0" brushRef="#br0" timeOffset="84">17986 10421 8496,'-10'0'-101,"1"0"551,6 0-985,9 0 0,10 6 535,12 3 0,1 10 0,-1 4 0</inkml:trace>
  <inkml:trace contextRef="#ctx0" brushRef="#br0" timeOffset="85">18555 10605 8496,'-23'-6'19,"3"3"166,6-7-1262,0 7 1077,6-3 0,14 6 0,10 0 0</inkml:trace>
  <inkml:trace contextRef="#ctx0" brushRef="#br0" timeOffset="86">18455 9866 8415,'-8'-6'-2246,"2"4"2246,12-4 0,8 6 0,2 6 0,17 2 0,-3 6 0</inkml:trace>
  <inkml:trace contextRef="#ctx0" brushRef="#br0" timeOffset="87">19308 10406 8415,'-14'-6'-622,"4"3"249,1-7 522,6 7 1,-2-3-188,10 6 0,7 6-175,7 4 1,2 2 82,-2 3 0,-2-1-203,7 0 1,-5 2 332,5 3 0,-1-3 0,6 4 0</inkml:trace>
  <inkml:trace contextRef="#ctx0" brushRef="#br0" timeOffset="88">20104 11089 8412,'-20'-2'-18,"6"-3"13,-1 4 5,14-5 0,7 18 0,10 4 0</inkml:trace>
  <inkml:trace contextRef="#ctx0" brushRef="#br0" timeOffset="89">11076 10776 6638,'0'8'1053,"0"-2"1,-2-6-262,-2 0-355,2 0 132,-4 0-344,6 0 0,-2 0-33,-2 0 328,2 0-495,-4 0 109,6 0-258,0 0 163,0-6-125,0-2 1,6-11 62,3 0 0,10-1-62,5 1 1,3-10 73,1-9 1,9-3-15,5-1 1,6-12-209,4-3 0,-24 27 1,-1 0 231,25-27 1,-24 26 0,0 1 5,0-1 1,0 0 0,1-2-1,-1 0-4,1 2 0,-1 0 0,1 0 0,-1 0 87,29-26 1,0 2-76,0 3 0,-2-2-180,-3 7 1,-4 0 206,-11 4 1,0 7 4,-4 2 0,-3 0-34,3 1 1,-8 4 12,-1 5 0,-5 5 18,5-4 1,-7 5 313,2-1 1,-5 4-364,-4 0 1,2 6 501,-2-1-562,-4 7-37,1-3-24,-7 6-78,0 0 1,-7 5 175,-2-1 1,1 8-10,-2-3 1,1 4-29,-5 1 0,-1 0 37,1 0 1,-2 0 2,-3 1 0,4 4 62,-4 0 0,-2 1-71,2-1 0,-4-2 81,4 7 1,-7-5-67,3 5 0,0 0 86,0 4 1,-2 0-71,-9 1 1,4-1 55,-3 1 0,2 1-44,-3 3 1,3-2 0,-7 7 0,5-6 16,-5 1 0,5-3-12,-5-1 0,5 1 53,-5 3 1,6-8-52,-1 3 1,3-2-16,1 2 1,-1 1 17,-3-1 0,3-4 29,-3-1 0,3 1 21,2 5 1,4-6 91,0 1 0,2-2-188,-2 2 0,2 1 69,3-6 1,3 6-106,-2-1 1,2-4 97,1-1 0,6-3-94,0-2 0,4-4 101,-5-1-131,7-5 1,-3 3-28,6-2 42,0-3 1,-5 6 19,0-4 0,1 0 25,4 5 1,-5-4 36,0 4 0,-1-4-62,1 4 123,4 1-90,-12 4 0,10-1 104,-7-4-73,7-2 1,-3-6 21,6 4-7,0-3-15,0 4-89,0-6 98,0 0-22,0-6 1,6-2 60,4-7 1,4 0-38,5-4 1,3-3 7,6-7 0,2-6 98,3-3 1,4 2-102,5-2 0,3-4-296,2-6 1,-1-6 303,6 2 1,0-3-82,5-2 0,-26 27 0,0 0 60,-1 2 0,1-1 0,0-1 0,0 0-37,26-22 0,-5-2-8,0 2 1,-1-1-108,1 5 1,-3 1 67,-7 4 0,-4 2 30,0 3 1,-6-1 0,1 6 1,-8 4 3,-1 5 0,-2 2 20,2-1 1,1-3 2,-6 7 1,0 0 1,-5 5 1,0 0 289,1 0 1,-1 1-261,0 4 0,-5-2 32,1 6-68,-7 0-250,3 5 239,-6 0-136,0 0 149,-6 6 1,0-2 6,-4 5 1,-2 1 97,2 4 0,-2 0-48,-3 0 1,0 0-45,-4 1 0,3 0 28,-3 4 0,-2-3-13,2 3 0,-1 2-14,1-2 1,1 4 12,-5-4 0,4 5 50,-5-5 1,0 6-36,-4-1 1,0 7 3,-1 3 0,-4 4-11,0-5 0,-7 6 4,2-1 0,-3 3-6,-1 2 1,-1-2 5,0-3 1,5 1 133,0-6 0,7 1-123,-2-6 0,4-1-41,6-3 1,0 2 24,4-2 1,2-3-4,-7-2 0,7 1-119,-2-1 1,-3 6 127,-2-1 0,2 1-131,-2-1 0,6 3 53,-6-3 1,5-2 37,-5 1 0,7-5-39,-2 1 1,-2-3 5,2-2 0,0 0-1,5 0 1,5-1-12,-1-4 81,1 4 0,-4-10-68,4 7 27,2-7-30,7 3-412,0-6 367,7-6 0,2-2 60,10-6 0,3-7-97,7-3 1,1-4 65,3-5 0,-2 1-75,7-6 0,5-1 51,4-9 0,5 4-192,-4-3 0,10-4 233,-1-1 0,-23 22 1,0-1 82,2-3 0,-1 1 1,-2 1-1,1 1-36,1 0 0,1 0 1,-5 2-1,-1 0 42,1 1 1,0-1 0,-2 1 0,0-1-38,28-28 0,-11 8-82,-3 7 0,-10 1 70,0 8 1,-3-1 12,-2 6 1,-1 6-55,-3 3 1,-3 0 39,-7 5 0,-5-4 17,1 9 0,-6 3 699,6 1-608,-7 3 264,3 2-130,-6 0 0,-1 0 90,-4 0-193,3 0-176,-4 0 224,6 0-263,-6 0 127,4 0 51,-4 0-66,6 0 922,0 0-822,0-6-67,0-2 0,0-2 229,0 1-195,0 6 95,0-10 1,0 10-49,0-6-265,0 5 179,0-2-519,0 6-434,0 0 831,0 6 1,0-2 12,0 5-23,0-6 1,2 8 149,2-6 0,-2 1 3,3-1 265,-4-3-47,5 4 314,-4-6-316,4 0-207,-6 0 0,0-2-43,0-2 204,0 2-336,0-11 61,0 6-118,0-8 119,-6 7-80,-2-4 0,-1 10-155,-1-3 154,7 4-2,-10 1 1,12 1 72,-4 4 0,4-2-100,1 7 1,0-5-19,0 4-31,0-6 163,0 10 17,6-5 90,2 0 0,6-2-73,0-6 1,-4 0 112,-1 0 1,-4-2-128,4-2 1,-4 0 252,5-5 1,-7 0 1,1-6 0,-2 6-103,-2-1 0,0 1-102,0-5 1,0 4 58,0 1-163,0-1 1,-5 1 77,1-1 0,-7 7-266,1-2 213,-3 4 1,-1 1-14,0 0 0,4 6-5,1 4 1,4-2-8,-4 1 1,6 0-17,-2 6 0,3-1-8,2 0 0,0-4-286,0-1 272,0 1 94,0 4 1,5-5-120,0 1 139,6-7 1,-3 3-10,6-6 0,-5-1 148,1-4 1,-2-3-72,1-6 1,2 4 195,-6 1 1,0-1 28,-5-4 0,0 0-97,0 0 1,0-1-76,0 1 0,0 5-6,0-1 1,-2 6-129,-2-6 0,0 7-30,-5-2 0,-1 4-485,-4 1 194,0 0 1,0 6-274,0 3 0,4 4-817,1 1 0,5 0 630,0 1 1,2-1 778,2 0 0,13 0 0,3 1 0</inkml:trace>
  <inkml:trace contextRef="#ctx0" brushRef="#br0" timeOffset="90">12427 9198 7864,'-7'8'-45,"6"5"0,-5-10 194,6 6-407,0-6 243,-7 10 0,6-10 283,-4 7-4,3-7 42,2 9-271,0-4 0,2 0 94,3-3 0,-2 1-148,6-1 0,-4 1 46,4-1 0,-4-3-9,5 2 223,-1-2-61,5-2 1,-1-2-7,-3-2 0,1 0-88,-7-5 1,1 4 48,-5-4 1,0-1-17,0-4 0,0 5-58,0-1 0,0 1 62,0-6 1,0 6-128,0 0 1,-2 4 61,-2-5 1,1 6-117,-7-6 1,5 7 34,-4-2 0,4 4 71,-4 1 1,4 0-127,-5 0 0,6 1 104,-6 4 0,5 3-197,-4 6 176,6 0 0,-3 0-105,6 1 1,0-1-112,0 0 135,0 0 0,4 1 24,1-1 15,6-6 0,-3-2 65,6-6 0,-4 0-68,-1 0 1,1 0 169,4 0 0,-5-6-88,1-4 1,-7 2 228,2-1 1,-4-1-21,-1-4 0,0 0-56,0 0 0,0-1-50,0 1 0,-1 2-9,-4 2 1,2-1-101,-7 6 1,6-4 97,-6 4 0,5 0-305,-4 5 196,-1 0-177,-4 0 1,2 2-45,2 3 1,4-2-47,6 6 1,-5 1-27,0 4 0,1-4 148,4-1 0,0 0-175,0 6 36,6-7 213,2 4 1,6-10-72,0 3 0,-4-4 270,-1-1 21,1 0 0,2-1 117,-2-4 1,1 2 137,-6-7 1,-1 1-164,-4-6 0,0 6 320,0 0-411,0-1 0,-1-3-91,-4 4 0,2-2 208,-7 6-403,1 0 0,-5 5-348,-1 0 122,1 0 0,2 2-308,2 3 1,-1-2 299,6 6 1,1 1-37,4 4 0,-5-4-3,0-1 1,0 0 57,5 6 1,2-6 103,3 1 0,-2-2 28,6 1 82,1 4 192,4-12 0,-1 7 183,-4-3 0,4-4-59,-4 4 28,-2-3 0,4-4-66,-7-3 0,1 2 842,-5-6-692,0-1 1,0-4 178,0 0 1,0 4 219,0 1-204,0-1-401,-6-4 85,-2 0-121,-6 6 63,-1 2-562,1 6 342,0 0 0,4 1-730,1 4 358,6 3 1,-3 6-908,6 0 583,0 1 1,6-3 284,3-2 1,-1 1 51,2-6 0,1 1 442,8-1 0,-3-4 0,4 6 0,-6-7 0</inkml:trace>
  <inkml:trace contextRef="#ctx0" brushRef="#br0" timeOffset="91">10379 9681 8172,'8'0'-702,"-1"0"1,-6 0 1623,4 0 1,-2 0-12,7 0 0,1 0-340,8 0 1,3 2-226,6 3 1,7-4-109,3 4 1,9-3 10,5-2 1,8 0-13,2 0 1,4 0-498,-4 0 1,4-2 163,-4-3 1,4 4-132,-4-4 1,-8-1-245,-12 1 0,-5 0 262,-9 5 0,-6 0-974,-3 0 506,-9 0-153,-4 0 93,-6 0 370,-6 0-21,-2 0 0,-7-1 3,1-4 1,0 2 384,0-7 0,-7 7 0,5-16 0,-4 3 0</inkml:trace>
  <inkml:trace contextRef="#ctx0" brushRef="#br0" timeOffset="92">11033 9454 8135,'0'-14'-344,"-6"-1"1,5 1 911,-4 0 27,-3 0 572,6 6-215,-10 2-784,10 6 1,-4 3 72,6 6 1,0 4 14,0 15 1,0-1-26,0 11 0,-5 5-15,0 4 0,-1 7-444,1-2 1,-1 3 200,-4 2 0,-1 0-1224,7 0 0,-3 0 361,3 0 743,2-1 1,-4 1-1,6 0 1</inkml:trace>
  <inkml:trace contextRef="#ctx0" brushRef="#br0" timeOffset="93">11232 8729 8047,'0'-21'0,"0"6"0,-4-6 352,-1 7 1,0 0-72,5-1 1,2 7-186,3 4 0,2 2 167,8 2 1,4 0-156,0 0 1,6 2 75,-1 2 0,4 4-168,5 7 1,-3 5 50,3 4 0,-3 3 115,-1 1 1,-2 1-415,-4-1 0,3 5 135,-7 0 0,0 2-600,-5-2 1,-5 2 72,1 3 624,-7 9 0,10-9 0,-6 11 0</inkml:trace>
  <inkml:trace contextRef="#ctx0" brushRef="#br0" timeOffset="94">11915 9425 8523,'0'8'1635,"0"-1"1,0-6-3068,0 4 1432,0-3 0,6 4 0,2-6 0</inkml:trace>
  <inkml:trace contextRef="#ctx0" brushRef="#br0" timeOffset="95">24839 9880 8089,'0'-14'320,"0"0"656,-6 0-643,4 0 0,-6 6 197,3 3-224,4 3 165,-12 2-24,5 0-252,-6 0 0,1 7 0,4 2 0,1-1-68,3 2 0,2-1 48,-6 5 0,5 5-208,0 0 1,2 0 68,2-5 0,0 5-135,0 0 1,0 2 45,0-2 1,0-4-59,0 4 1,6-3 24,4-2 1,3-4 46,1-1 1,2-5-31,3 0 1,-4-2 52,4-2 0,2 0 211,-2 0 1,0-6-64,-5-4 0,-1-3 105,-4-1 0,2-5-48,-6 0 0,0-1-185,-5 1 1,0 1 47,0-5 1,-2 5 0,-3-1 0,2 4-114,-6 0 1,-1 1 75,-4 0 0,-5 1-152,0 4 1,0 3 79,5 6 0,-5 0-52,0 0 0,0 1 82,5 4 1,0 3-57,-1 6 0,1 2 37,0 3 0,4-3-7,1 2 1,6 3-3,-2-2 1,3 5 14,2-5 0,0 0-74,0-5 0,5-5 66,0 1 0,6-2 64,-2 1 0,4-3-67,1-6 0,1 0 133,-1 0 0,0 0-26,0 0 0,-1-6 136,-4-3 0,4-4-2,-4-1 0,-1-5-152,2 0 1,-7 0 202,2 5 1,-4-2-80,-1-3 1,0 3-223,0-3 1,-1 3 162,-4 2 1,-1 5-166,-4-1 0,-2 7 15,2-2 1,-3 4-99,-1 1 1,0 1-55,0 4 185,0 3 1,1 11-192,3 0 0,-1 0 34,7-5 0,-3 0-29,3 0 0,2 1 60,-3-1 1,5-5 136,5 1 1,-2-5-49,7 4 1,-1-6 111,5 2 0,1-3-45,-1-2 1,0-2-68,0-3 1,0-1 213,1-4 0,-1-2-93,0 2 1,-6-2 193,-3-3 1,1 1 156,-1 0-23,-1 0-292,-4 0 0,-1 1 25,-4 4-124,-3 2 0,-11 7 98,0 0 0,0 0-190,5 0 0,0 7 80,0 2 1,4 4-372,1 1 211,-1 0 1,-2 5-5,2 0 1,2-2 40,4-7 1,2 2-127,-3-2 0,4 3-25,1 1 0,1-2-27,4-2 232,3 3 1,6-12-66,0 4 1,1-4 237,-1-1 0,0 0-192,0 0 331,0-6 1,1-2 31,-1-6 1,-6 0 14,-4 0 1,0 4 8,0 1 1,-2-1 114,3-4-244,-4 0 0,-2 1-15,-4 4 1,2 2-240,-7 7 87,1 0 0,-5 0-103,-1 0 1,1 0 83,0 0 1,4 7-156,1 2 0,1 4-463,-1 1 437,-4 0 0,10 0-82,-7 1 1,7-1 42,-2 0 0,4-5-375,1 1 0,1-5 175,4 4 0,3-6-1172,6 2 1613,1 3 0,5-6 0,2 4 0</inkml:trace>
  <inkml:trace contextRef="#ctx0" brushRef="#br0" timeOffset="96">27341 9625 8089,'-5'-15'0,"1"1"0,-7 0 0,7 0 0,-5-1 0,4 1 0,-4 0 0,1 5 0,-2-1 0,-2 7 0,2-2 0,-2-3 0,-3 7 2299,1-6-1112,6 7-732,-4 7 0,9 1-52,-7 6 0,5 0-153,-4 0 0,6 5-266,-2 0 0,-1 0 91,1-5 1,0 1-8,5-1 1,0 0 13,0 0 1,0-4-456,0-1 209,6 1 1,2-1 23,7 1 1,-6-7-17,1 1 0,-1-4 155,5-4 0,0 1 83,1-7 1,-1 1-90,0-6 1,-4 1 119,-1 0 1,-6 0-93,2 0 1,-3-1 13,-2 1 1,0 0 13,0 0 0,0 4 5,0 1 1,-2 1-95,-3-2 1,-3 4 77,-6 6 1,5 0-99,-1 0 1,1 0 88,-6 0-49,1 6 0,0 2 21,0 6 0,6 2-5,3 3 1,-1-3-24,1 3 0,0-3-3,5-2 1,0-5-273,0 1 169,7-1 99,1 6 1,6-3-1,0-2 1,0-4 56,0-6 0,-4-2-68,-1-2 1,1 1 26,4-7 0,-4 1 24,-1-6 1,-6 1 18,2 0 1,-3 4 6,-2 1 0,0 0-38,0-6 1,0 6-50,0-1 47,0 7 0,-2-8-192,-3 6 0,2 1 61,-6 4 1,4 0-234,-5 0 234,7 6 0,-8 2-176,6 6 1,1-4-438,4-1 243,-7 1 523,6 4-265,-6 0 561,14-6 0,-4-2 107,6-6 96,-5 0 20,8 0 354,-10 0-598,4-6 1,-6 3 340,0-7-683,0 7 1,-2-3 70,-2 6 0,-4 0-225,-6 0 0,4 0 27,1 0 0,-1 0-363,-4 0 1,1 1 138,4 4 0,-2-2-96,6 7 1,-1-6-417,1 6 1,3-5 303,-2 4 0,4-1 611,4 1 0,4 4 0,7-5 0</inkml:trace>
  <inkml:trace contextRef="#ctx0" brushRef="#br0" timeOffset="97">24867 10549 6617,'0'-8'-589,"-1"1"589,-4 7 0,3-6 0,-4 3 0,6-7 0,0 6 0,0-6 0,-2 5 0,-2-4 0,2 0 0,-3-6 0,4 1 0,1 0 0,-5 0 0,0-1 0,-1 1-52,1 0 0,-1 0 55,-3 0 1,-3-2 3,8-3 1,-7 3 53,1-3 1,4-1 3,1 1 0,2 0 70,-2 4 0,4 1-98,-4 0 1,3-2 123,2-3 1,0 8-57,0-3 0,0 3 290,0-3-221,0-1 1,2 6 318,3-1-127,-4 7 189,6-3-11,-7 6 2465,0 0-2955,0-6-147,0 4-69,0-4 1,0 4 0,0-3 72,0 4-150,0-5 13,0 6 141,0 0 197,0 6 1,0 2 232,0 6 0,4 7-101,1 2 0,4 6 143,-4 4 1,6 9-12,-1 11 1,4 8-179,5 6 0,-10-27 1,-1 2-373,4 2 1,0 2 0,-2 2-1,-1 2 308,3 1 0,0 2 1,-1 3-1,0 0-121,1 3 1,-1 1 0,0-4 0,-1 0 12,-2-4 0,-2 0 0,1-4 0,-1-1-48,-1-2 0,-1 0 1,2-3-1,-1-1 27,0 35 1,0-8 101,-5-16 0,1-4-20,4-10 0,-3 0 15,3-10 0,-4-3-116,-1-11 1,0 1 125,0-1 1,0-5-391,0 1 693,0-7-855,0 3 0,0-7 273,0-4 1,2 2-185,2-7 0,-2 1-479,3-5 576,3-1 0,-2 1 115,3 0-57,-2 0 1,-6 1 462,4 4 49,-3-4-11,4 12-166,-6-6 218,0 7-290,-6 0 1,2 0-40,-5 0 0,4 2-9,-4 3 1,1 2 1,-2 8 0,-1-1-46,7 0 1,-6 5 20,5 0 0,-4 0-7,4-5 0,0 5-29,5 0 1,0 0-206,0-5-90,7 0 1,1-1 101,6-3 0,2-4 214,3-6 1,-2 0-80,7 0 0,-5-8 84,4-6 1,-5-2-16,1-8 0,-4 5 142,0-4 1,-7 4-63,-4-5 1,-2 7 448,-2-2-256,0 3 0,-6 2-57,-4-1 1,-3 8 5,-1 2 0,-6 3-91,-4 2 1,2 7 134,-2 2 0,7 4-173,-2 1 0,-2 0-3,2 0 1,2 5-64,8 0 1,-3 2-182,8-2 1,-1-4-172,5 4 0,2 2 148,2-2 1,4-2-107,6-7 0,2 1 49,3-6 0,-1-1-3,5-4 1,-4-1 27,5-4 0,-5 0 24,5-9 1,-7 3 179,2-8 1,-8-2 201,-2 3 1,-5-3 313,0 2 0,-2 3-275,-2-3 1,-6 5 79,-4 5 1,-4-2-53,-5 6 0,2 0-124,-7 5 1,5 0-194,-5 0 0,7 2-302,-2 2 1,5 0-1189,4 5 1,4-4 203,6 4 1368,6-6 0,8 4 0,9-7 0</inkml:trace>
  <inkml:trace contextRef="#ctx0" brushRef="#br0" timeOffset="98">27199 9909 7876,'-8'-36'0,"-3"-4"4,6 7 0,-4 4 158,4 6 0,0 5 207,5-1 1,-1 5 144,-4 5 247,3-4-101,-4 11-412,6-4 0,0 8-119,0 2 0,2 6-102,2 9 1,4 8 256,7 6 0,-1 8-32,0 2 0,2 7-186,3 12 1,-2 4-312,7 10 0,-5-2 189,-7-34 0,-1 1 0,1 2 1,-1 1-3,0 2 0,1 2 0,1 6 0,0 0-62,-3 0 0,-1 1 1,0-1-1,-1-1 61,-3-5 0,-1-1 1,1-2-1,-2 0-51,0-4 1,-1-1-1,0 34-128,2-13 0,3-12 87,-3-15 1,3-4 64,-3-2 0,0-7-90,5-7-66,-6 0 192,4-12 1,-7 2 22,0-8 1,0-4 315,0-7 1,0-3-364,0-1 1,0-5 96,0 5 1,0 0-145,0 5 787,0 0-296,0-1-26,-7 7-238,-1 2 0,-6 8 63,0 2 1,0 4-38,-1 7 0,1-1 107,0 0 1,5 5-191,-1 0 1,5 5 59,-4-5 0,6 4-200,-2-4 0,3 5 47,2-5 0,2-2-79,3-7 74,3 2 1,6-5 11,0 2 0,0-3-29,0-6 1,1 0-15,-1 0 0,0-1 169,0-4 0,-1-3-92,-4-6 1,3 0 9,-8 0 1,6-2-1,-6-3 0,1 3 109,-5-3 1,0 8-11,0 2 1,-1-1 82,-4-4 1,2 6-140,-7 3 0,1 4 12,-5 1 0,4 0-167,1 0 177,-1 0 1,-4 1-231,0 4 1,6-2 64,3 7 0,2-1-199,-2 5 0,4 0-23,-4 1 0,5-1-6,5 0 1,-2-4 69,6-1 1,-4-1-42,4 1 0,1-1 210,4-3 0,0-3-127,1 2 0,-1-7 274,0-1 1,0-8-62,0 3 0,-1-5 382,-3-5 1,-3 3-85,-2-3 1,-3 3 374,2 2-555,-2 0 1,-8 0-244,-4-1 0,-2 8-126,-3 2 0,1 3 137,0 2 0,-2 0-787,-3 0 0,2 0 897,-7 0 0,0 7 0,-4 0 0</inkml:trace>
  <inkml:trace contextRef="#ctx0" brushRef="#br0" timeOffset="99">25095 11871 7771,'8'14'0,"-2"-5"-50,-6 1 78,0-7-53,0 10 0,0-10-36,0 6-106,0-6 272,0 4 4,0-1 60,0-4 501,0 4-46,0-6 1372,0 0-1784,6-6 0,-4 3 19,3-7 0,3 2-65,1-1 0,4-4 37,1 4 1,0-6-85,0-4 1,5-1 66,0-4 0,8-4 24,1-1 1,3-1 36,6-8 0,6-4-17,4-6 0,7-7-277,-2-2 1,4-1 185,-28 25 1,0-1 0,2 1 0,-1 0-89,2-2 0,0-1 0,-4 0 0,-1-1 33,3-1 1,-1 0 0,-1 2 0,0 0-63,1-2 0,1 0 0,1-1 0,0-1-29,-2 0 0,1-1 0,4 2 1,0-1-34,-2 0 0,0 0 1,3-3-1,1-1-264,3-3 0,0-1 0,0 2 0,1 1 239,1-1 1,1 2 0,0 0 0,0 1-10,-3 0 1,0 0 0,0 4 0,0-1-118,-2 2 1,-1 1-1,-5 5 1,0 2 520,27-27 0,-15 11-70,1 4 1,-10 5-51,0 9 1,-14 6 607,-5 3-883,-9 9 35,2 4-244,-7 6 1,-2 0-928,-3 0 0,2 2 329,-6 2 1,-6 6-323,-4 9 0,-6 3 166,1 6 1028,-9 7 0,-9 1 0,-9 7 0</inkml:trace>
  <inkml:trace contextRef="#ctx0" brushRef="#br0" timeOffset="100">24981 10236 7974,'-21'0'0,"6"0"-142,-4 0 1,3 0 179,2 0 1,4 0 611,1 0-412,-1 0 0,1 0-113,-1 0 0,6-5 326,-6 0 143,7 1-64,-10-3 35,12 6-45,-6-6-72,7 7-264,0 0 5,0-6 1,2 4 159,3-2 1,9 2-57,10 2 1,9-6-233,5-4 0,11-2 42,8-2 0,14-2-311,-30 6 1,3 1-1,5-2 1,1 0 202,6-3 0,2-1 1,6-1-1,2-1-426,6 1 1,3-1 0,0-2 0,1 0 432,-21 8 0,1 0 0,-1 0 0,-1-2 0,0 0 0,-1 1 21,26-5 0,-1 1 1,-4-1-1,-3 1-222,-8 1 0,-3 1 1,-4 3-1,-1 0 206,-7 2 1,-1-1-1,-5 0 1,-1 1-101,26-5 1,-17-2 49,-12 11 1,-13-4 172,-6 4 1,-8 0-1516,-1 5 1471,-7 0 0,3 2-2444,-6 3 2644,0 3 0,0 12 0,0 2 0</inkml:trace>
  <inkml:trace contextRef="#ctx0" brushRef="#br0" timeOffset="101">25251 11700 7841,'-22'6'0,"1"-4"0,7 9 48,0-6 0,0 4 162,0-4 1,6 1-199,3-1 0,-1-2 155,1 7-280,0-7 133,5 10 1,0-10 110,0 6 1,0-4 254,0 4-261,0-5 1,0 3 168,0-2-170,0-3 0,0 6 56,0-4 127,0-2-103,0 4 0,7-1 11,2 0 0,4-1 113,1-4 0,6 0-146,4 0 0,11-4-8,7-1 0,9-8-123,11-1 1,6 0-227,-29 5 1,2-1 0,3-1-1,2 0 121,8-1 0,1 0 1,1 1-1,0 0-19,8-1 0,0 0 1,-2 1-1,0 0-362,1 0 0,1-1 0,1-2 0,-2 1 375,-1 1 1,0 0 0,-2 1-1,1 0-43,1-1 0,0 0 0,-9 1 0,-1 0-69,1 0 1,-1-2-1,-6 0 1,-1 0 143,0 0 1,0 2 0,-2 0 0,0 0-8,-2-2 1,-2 2-1,26-2 32,-13-1 1,-12 8 1123,-7-4-1063,-10 7 695,-8-3-1166,-9 6 1,-8 0 191,-2 0 1,-4 0-554,-6 0 1,-2 0 848,-3 0 0,-10 0 1,-7 0-1</inkml:trace>
  <inkml:trace contextRef="#ctx0" brushRef="#br0" timeOffset="102">24768 10406 8007,'-14'-14'-428,"-1"0"0,1 0 253,0 0 1,0-1 249,-1 1 0,1 0 0,0 0 0,5-1 303,-1 1 0,7 0 22,-2 0 0,4 0 343,1-1 66,0 1-204,0 0-411,6 0 0,2 4 33,6 1 1,0 6-84,0-2 0,5 3 60,0 2 1,7 5-1,-3 0 0,6 6-6,4-2 1,3 9-54,7 1 0,6 6 17,3-1 1,6 7-503,9 2 0,1 8 296,-28-19 1,0-1 0,1 1 0,-1 0 43,2 4 1,1 0 0,3 1 0,0 0-3,1 4 0,1 0 0,0-2 1,0 0-269,-1 2 1,1 0 0,1-2-1,0-1 277,-2-2 1,0 0-1,0 1 1,0 1 0,0-2 0,0 0 1,-2 1-1,-1 0-8,1-1 1,0 0 0,-4-1 0,-1-1-108,-2-2 0,-1-1 0,31 21 146,-1 1 1,-9-7 106,-1-3 1,-6-3-93,-9-1 0,2-5-33,4-1 1,-9-5 130,4 1 0,-10-8 538,0-2 1,-3-4-575,-1 4 0,-7-5 1151,-3 0-1614,-3-2 288,-8-2-1098,-2 0 895,-6 0 0,-6 0-1134,-4 0 0,-3-6 452,-1-4 0,0 2 944,0-1 0,-7-7 0,-1-6 0</inkml:trace>
  <inkml:trace contextRef="#ctx0" brushRef="#br0" timeOffset="103">27341 9838 7900,'0'-29'-677,"0"1"0,0 6 476,0 3 0,0 3 448,0 2 0,0 0-175,0-1 1,0 6-4,0-1 0,-1 6-86,-4-6 0,2 7 58,-7-2 1,5-1 414,-4 1-310,0 1 1,-6 4 416,1 0-282,0 0 1,0 0 11,-1 0 1,1 0-90,0 0 0,5 1 24,-1 4 0,2-2 195,-1 6-212,-4 1 0,7 4-164,-4 0 0,4 1 261,6-1-329,0 0 0,0 0-1,0 0 1,0-4-73,0-1 1,5-4 128,-1 5 1,7-7 42,-1 2 1,-2-4 105,1-1 1,1 0-122,4 0 0,0-1-75,0-4 0,1-3 85,-1-6 0,-5-1-87,1 1 0,-5 0 52,4 0 1,-6 0-10,2-1 1,-3 6-46,-2-1-277,0 1 174,-7-5 1,-5 6 81,-7 3 0,-2 4-33,2 1 0,3 1 33,-3 4 1,4 1 49,0 4 1,1 2-12,0-2 1,1 2 7,4 3 0,2-6-4,7 1 1,-4-6 38,-1 6-30,0-7 0,12 8-10,2-6 1,4-1-5,1-4 0,2-4 1,3-1 0,-4-6 127,4 1 1,-3-7-47,-2-2 1,-4 0 155,-1 5 1,-5-5-258,0 0 0,-2-1-109,-2 1 1,-2 3-70,-2-3 0,-4 5 81,-7 4 1,1-1-694,0 6 1,-5 2 331,0 8 1,0 4-330,5 10 1,0 5 266,-1 9 1,8 5 537,2 9 0,10 10 0,2 8 0</inkml:trace>
  <inkml:trace contextRef="#ctx0" brushRef="#br0" timeOffset="104">27370 11416 7836,'0'14'0,"-2"-1"0,-3-4 0,2 4 604,-6-4 1,4 2-185,-5-1 1,3 2-65,-3-2 1,-1 3-121,6 1 0,-4-5 114,4 1-44,0-1-241,5-1 0,2 3-99,3-6 1,-2 0 23,6-5 1,2-5-70,8 0 0,-3-6 94,3 2 1,-3-4-162,-2-1 0,-4 0 114,-1-1 0,-1-4 98,1 0 1,-2 0-8,-7 5 0,0-5 89,0 0 0,0 0 15,0 5 1,-7 6-57,-2 3 0,-4-1 118,-1 1 1,-2 2-109,-3 8 0,3-2-206,-2 7 0,2 4-141,2 5 1,-1 1-324,1-1 0,6-3 32,3 3 1,4 2-447,1-2 1,1-2 966,4-8 0,3 4 0,6-5 0</inkml:trace>
  <inkml:trace contextRef="#ctx0" brushRef="#br0" timeOffset="105">25081 10037 7971,'-15'-10'-274,"1"1"0,3 1 106,-3-2 1,3-2 482,-8 2 1,3 2 103,2-1 0,0 6 121,-1-2 0,1 3-144,0 2 1,0 2-104,-1 3 1,6 3-45,0 6 1,5-5-12,0 1 0,-3-1-208,3 6 0,-1-1 69,5 0 1,0 0-29,0 0 1,1-4-144,4-1 0,-2-1-99,7 2 0,-5-4-7,4-6 1,0 0 55,6 0 1,-1 0-43,0 0 0,4-1 89,-4-4 0,3-3 72,-7-6 1,1-1-53,-2 1 143,4 0 0,-12 0-123,4 0 1,-5 1 5,-5 3 0,-3-1-22,-6 7 0,-2-1-108,-3 5 1,-3 0-76,-6 0 0,6 6 110,3 4 0,3 2-527,2 3 0,6 4 218,3-1 1,7 6-185,7-5 1,10 5 616,19-5 0,13 0 0,13-5 0</inkml:trace>
  <inkml:trace contextRef="#ctx0" brushRef="#br0" timeOffset="106">27199 9582 8084,'-8'0'-304,"2"0"1328,-1 0-356,6 0-187,-12 0-376,12 0 1,-6 1-356,7 4 1,-1-2-120,-4 7 0,3-5-126,-2 4 1,2-4-136,2 4 630,0 1 0,-6 10 0,-2 2 0</inkml:trace>
  <inkml:trace contextRef="#ctx0" brushRef="#br0" timeOffset="107">24896 10705 8012,'-15'-14'0,"1"0"0,5-1 179,-1 1-187,1 6 1,1 3-347,3 10 0,4 9 178,1 10 0,0 5-222,0 4 398,6 3 0,2 13 0,6 2 0</inkml:trace>
  <inkml:trace contextRef="#ctx0" brushRef="#br0" timeOffset="108">25280 12141 7930,'-8'14'-1373,"-3"0"1647,6 0 761,0-6 0,0 0-765,1-3-715,-1-3 0,11 4-79,4-6 0,4-2 117,5-2 407,3-11 0,13-7 0,1-6 0</inkml:trace>
  <inkml:trace contextRef="#ctx0" brushRef="#br0" timeOffset="109">29261 9511 7916,'0'-8'-897,"0"0"1064,0 3 113,0 4 0,0-7-18,0 3 543,0 3-215,0-10-253,0 10 1,-2-9 38,-3 6 1,4 1-179,-6-3 286,7 6-518,-6-6 59,4 7 0,-5 0-232,2 0 5,3 0 127,-4 0 1,4 7 122,-2 2 0,2-1 17,-3 2-114,4-1 0,1 5 120,0 1-77,0-1 1,0 0 42,0 0 1,1-4-192,4-1 144,-3 1 1,10-1-13,-2 1 1,-2-7 45,1 2 1,-4-4 18,4-1 164,1 0 1,4 0-116,0 0 1,-4-1 50,-1-4 1,-6 2-83,2-7 0,-3 5 18,-2-4 1,4 4 0,1-4-41,0-1 0,-5-4-33,0 0 1,-2 1-30,-2 4 1,2-4-54,-3 4 1,-1 1 100,1-2 0,-1 5-55,1-4 1,2 4 33,-7-4 0,6 6-334,-6-2 251,1-3 0,-5 6 41,-1-2 0,6 2 23,-1 2 7,1 0 1,-5 0-76,-1 0 1,6 0 16,0 0-107,5 6 118,-8 2-238,10 6 120,-4 1-27,6-1 0,0 0 80,0 0 0,0-4-95,0-1 1,1-4-49,4 5 1,-2-6 11,7 6 22,-1-7 0,5 8 78,1-6 1,-6-1 44,1-4 1,-6 5 12,6 0 0,-5 0 109,4-5 1,-4 0-99,4 0 0,-6-2 180,2-3-58,3 4 0,-6-12-173,2 4 348,-2 2-290,-2-5 170,0 4-76,0-6 0,-2 6 14,-2 3 1,1-1-259,-7 1-414,7 0-119,-10 5 758,12 0 0,-12 0 0,5 0 0</inkml:trace>
  <inkml:trace contextRef="#ctx0" brushRef="#br0" timeOffset="110">29275 9482 8308,'-8'0'-65,"-5"0"127,12 0 129,-12 0-38,11 0 38,-4 0 381,0 0 6,4 0-119,-10 0 0,10 0-532,-4 0 177,-1 0-203,6 7 6,-6-6 75,7 6 122,0-7-50,0 0 1,7 0-12,2 0 1,10-2 9,5-3 0,9 2-181,5-6 1,9-1 123,6-4 0,7 0 127,1-1 0,12 0-377,-2-4 1,-29 10-1,1 0 268,0-2 1,0-1-1,3 1 1,1 0-9,-2-1 0,0 0 0,0 1 1,0 1-2,-2 3 0,-1 0 1,-1-2-1,-1-1-48,0 1 1,0-1 0,35-9-201,0 5 1,-4-2 155,-4-3 0,-4 3 97,-6-2 1,-2 2-85,-3 2 0,-4-1 91,-10 1 1,-8 1 2,-7 4 0,-5-4 37,1 4 0,-8 3 1161,-2 1-739,-6 3 383,4 2-443,-7 0-125,-7 0-321,6 0 0,-12 2 116,4 3 1,1-2 43,-2 6 0,2-4-83,-1 4 0,1-1 35,3 2-429,4 2 112,-6-4 121,7 7 0,2-3 67,3-2 1,-2 1 2,6-7 0,1 1 68,4-5 1,0 0 129,0 0 1,1 0-135,-1 0 1,3-1 31,-3-4 0,4-1 196,-9-4 1,2-3 35,-1 4-152,2-4 0,-10-1 69,3 0-184,-4 0 0,-1-1 0,-6 3-159,-3 2 0,-4 4 147,-1 6 1,0 0-106,-1 0 0,-4 0-28,0 0 1,0 5 48,5-1 1,5 8-281,-1-3 134,1 4-39,-5 1 1,6 0 99,3 0 0,3-4 66,2-1 1,2-4 40,3 4 0,3-5-8,6 0 0,5-2 98,0-2 0,6 0-76,-1 0 0,-4-2 248,-1-2 0,2 0 79,-2-5 124,0 0 1,-7-6 187,-2 1-286,-4 0 1,-6 0-240,0-1 0,-6 6-154,-4-1 0,-2 6-753,-3-6 0,0 7 444,-4-2 1,3 5-2013,-3 5 2401,-3 3 0,0 13 0,-7 1 0</inkml:trace>
  <inkml:trace contextRef="#ctx0" brushRef="#br0" timeOffset="111">29161 9724 8097,'-5'-14'6,"1"0"0,-3-1 374,2 1 34,4 0 1,-5 0-296,6 0 0,0 4 117,0 1 1,0 4 436,0-5-200,0 7-442,0-3 1,0 7 111,0 4 1,1 9 62,4 10 0,3 5-22,6 4 0,0 8 26,0 6 1,5 12-182,0-3 1,7 11-186,-3-1 0,-7-28 1,0 2 136,0 2 1,1 1 0,3 4 0,0 2 26,-1 3 0,0 0 1,-2 1-1,0-1-135,0-2 0,-1-1 1,0-4-1,-2-1-25,1-1 0,-1-1 0,13 31-216,-4-7 1,-4-9 140,-9-14 0,1-6-20,-6 1 1,1-6 271,-1 1 1,-4-4-128,4-6 1,-3 2 63,-2-6 0,0-4-117,0-6 1078,0-6-908,0 4 284,0-7-200,0-7 278,0-1 284,-7-6-175,6 0-392,-12 0 0,10 4-8,-7 1-27,7 6 0,-5-4 69,4 7-203,2 0 0,-6 0 136,3 0-263,4 0 108,-12 7 1,12 1 56,-4 6 0,3-5-95,2 1 118,0-1-139,0 5 147,7 1 0,1-7 2,6-4 0,0-2 5,0-2 1,0 0 3,1 0 1,-6-2 132,1-2 0,-1-4-132,5-7 148,1 1 1,-6 0-76,0 0 0,-5 0 65,0-1 1,-2 6-97,-2-1 0,-2 2 6,-2-1 1,-4 3 25,-6 6 1,-1 0 0,1 0 0,0 1-102,0 4 0,-1 3 81,1 6 0,2-4-303,2-1 0,-1 1 84,6 4 1,1 0 21,4 0 0,0-4-1,0-1 0,1-1-136,4 2 1,3 1 131,6-7 1,2 1-135,3-5 1,3 0 125,6 0 0,-4-2 1,0-2 1,-5-4 342,4-6 0,-5-1 39,1 1 1,-8 0 3,-2 0 1,-6 4 110,2 1-62,-3-1 0,-9 2-270,-2 4 0,-5 2-368,-5 2-356,3 0 0,-5 0 25,7 0-360,6 0 0,4 0 1043,8 0 0,10-6 0,9-2 0</inkml:trace>
  <inkml:trace contextRef="#ctx0" brushRef="#br0" timeOffset="112">31066 9553 8259,'0'-14'-631,"0"-5"-80,0 0 1,-1-1 795,-4 1 0,3 1 18,-2-5 1,2-1-10,2-4 0,-2-1 38,-2 1 0,2-5 114,-3-1 0,4-5-89,1 1 1,1 2 7,4-2 1,-2 8 23,7 1 0,-6 2 91,6 9 1,-7 3 319,2 6-78,-4 6-464,6-4 0,-6 9 90,4 3 0,-3 3 98,-2 6 0,6 2-18,3 3 1,-1 3 0,2 6 0,-1 2-3,6 3 1,0 8-5,4 7 1,-3 5-10,3 0 1,2 2-153,-2 2 1,6 6-112,-2 3 0,0-1-175,0 1 0,-5-4 155,1 4 1,-4 1 102,0 4 1,-1-7 32,0-2 1,-4-3-290,-1-3 0,-4 0 137,4-4 0,-4-3-255,4-7 0,1-4 117,4 0 0,0-8-97,1-1 0,-1-7 362,0-8 1,0-5-116,0 1 402,-6-7-490,5 3 263,-11-6 153,4 0 781,-6 0-415,0 0 45,0-6-183,0-2-256,0-6-45,0 0-11,-6 0-185,-2 6 87,-7 1 0,1 7-258,0 0 0,5 5 72,-1 0 0,5 4-123,-4-4 1,6 6-78,-2-1 140,3 2 1,-2 2-35,-1 1 159,0-1 1,10 0-71,0 0 72,6-6 0,-3 3 223,6-6-217,0 0 1,0-5 213,0 0 1,-4 0-41,-1 0 0,-4-7 87,5-2 0,-6 1-75,6-1 1,-7 4 267,2-5-368,-4 1 56,-1-5 1,0 4-171,0 1 173,-6 6-258,-2-4 98,-6 7 1,0 0-61,-1 0 0,6 0 40,0 0 0,4 5-139,-5 0 0,7 6 123,-2-2 0,-1-1-108,1 2-31,1-1 1,4 5 78,0 1 0,1-6 65,4 0 1,-2-5 15,7 0 0,-1-2 140,5-2 0,0 0-22,1 0 0,4 0 223,0 0 1,0-6-12,-5-4 1,-2 2-101,-2-1 0,3-1 207,-4-4 0,-3 0 228,-1 0 44,-3-1-428,-2 1 1,-7 2-255,-2 2 1,-4 4 137,-1 6 0,0 0-169,0 0 0,-1 0-27,1 0 0,0 6-184,0 4 0,1-3-19,4 3 1,-2-1 58,6 6 0,-5-6-654,6 1 568,-1-1 0,5 5 11,0 1 1,5-6 214,-1 0 1,7-5 121,-1 0 0,7-2 102,2-2 1,0 0 325,-5 0 0,1-6 83,-1-4 1,-5 2-239,1-1 1,-7-1 482,2-4 1,-4 0-254,-1 0 1,-1-1-243,-4 1 0,-5 0-316,-9 0 0,4 4-331,-4 1 1,-2 6-1423,2-2-1638,0 3 3430,5 2 0,0 13 0,0 3 0</inkml:trace>
  <inkml:trace contextRef="#ctx0" brushRef="#br0" timeOffset="113">26630 13179 8074,'-14'0'0,"5"-5"855,-1 0-26,7 0-230,-10 5 16,5 0-169,-6 0 1,0 7-188,0 2 0,4 2-37,1-1 1,6 2-86,-2-2 0,-1-2 97,1 1 0,-1-1-307,1 2 180,3 2-383,-4-10 177,6 10 249,0-10-126,0 4-96,0-6 0,0-1 67,0-4 1,0 2 64,0-7 0,0 6-134,0-6 1,0 5 123,0-4 0,0 4-283,0-4 33,0 6-6,-6-4 0,-2 7 187,-7 0 0,6 2-1,-1 3 1,6-4-131,-6 4 0,6 3 52,-6 1-25,7-2-3,-3 5 170,6-4-12,0 0-2,0 5-10,0-12 93,6 6 1,0-9-52,4-3 1,-2 2-44,-4-6 0,-2 4 80,3-5 0,-4 6-29,-1-6 43,0 7-135,0-10 0,-6 12-131,-4-4 0,-2 3 143,-2 2 1,-2 2-13,-3 3 0,3 1-107,-3 4 0,3 1 106,2-7 1,5 7-93,-1-1 1,5-2 68,-4 1 0,6-4-229,-2 5 224,3-7 0,4 8-65,3-7 81,3 1 1,6-5-3,0 0 1,0 0 79,0 0 0,1-1-85,-1-4 0,-5 3 62,1-2 1,-5-3-45,4 3 1,-4-6 178,4 5-113,-6-6 1,4 8 68,-7-6-155,0 5 3,0-2 16,0 0 31,0 4-10,-7-4 0,4 6-4,-6 0-265,6 0 207,-4 0 1,6 0-270,-4 0 323,3 6-10,-4-4 133,6 4 1,2-6-79,2 0 312,-2 0-277,11 0 0,-10 0 286,6 0-184,-6 0 1,5 0 398,-3 0-374,-3 0 35,4-6-452,-6 4 0,-2-4 104,-2 6 1,-6 0-174,-9 0 1,-9 0 82,-10 0 0,-9 1 30,-6 4 1,-10 3 14,-8 6 1,30-4 0,-2-1-237,-4 1 0,0-1 0,-2 3 0,0 0 351,-1-3 1,0 1 0,3 2 0,1 0 51,1-2 0,0-1 0,3-2 0,0 0 66,-34 2 0,7-4 67,12 4 0,6-5 23,4 0 1,0-2-22,4-2 1,8 5 28,11-1 1,7 1-57,-2-5 0,8 5 1,2 0 901,5-1-921,-2-4 600,6 0-572,-6 7 84,4-6 0,-9 7-128,6-3 0,-4-2 18,4 7 1,-4-6 9,4 6-74,-6-1 1,8 5 4,-7 1 0,7-6-115,-2 1 0,4-6 2,1 6 154,0-7 341,0 3-235,0-6 862,0 0-1774,0-6 311,0 4-339,0-4 319,0 6 168,0 0 72,-6 0 334,4 0 151,-4 0-125,-1 0 284,6 0-51,-6 0-38,1 0-80,5 0-194,-6 0 0,6 0 56,-4 0-6,3 0-258,-4 0 156,6 0-410,0 0 115,-6 0 331,4 6 0,-4 7-21,6 6 1,1 8 131,4 1 1,0 10-143,9 14 1,-1 8 65,10 16 1,-10-34-1,0 1-363,3 4 0,1 1 0,-1 5 0,-1 0 304,4 4 0,0 0 0,-3 0 0,0 1-64,1 4 1,-1-1 0,-1-6-1,-1-1 51,-2-1 1,-1-1-1,0-6 1,-1-1-179,4 31 1,2-2-57,3-12 0,-8-12 14,3-7 0,-3-11 67,3-4 1,-1-6-355,-4-8 316,4 1-24,-11-7 1245,4-2-1155,-6-6 1,0-2 336,0-2 0,0 0-164,0-5 1,0 4 81,0-4 0,0 4-128,0-5 0,0 7 268,0-9-255,0 10 1,-5-6 9,0 3-22,1 4 1,2-5 26,-3 6-49,4 0-11,-6 0 28,1 0-8,5-7-2,-6 6 0,6-6 18,-4 7-384,3 0 125,-4 0-180,6 0-35,0 0 317,6 0 215,-4 0-118,11 0 1,-6-1 114,8-4 1,-7 2-97,-4-7 1,3 6 114,-3-6 1,6 5-34,-5-4 1,-1 4-35,-4-4 0,0 4-34,0-4-5,0 5 1,-1-2 44,-4 6 0,-1 2-23,-4 2 1,-2 4-6,2 6 0,-3 1 3,-1-1 0,2 5-64,2 0 1,-2 0-29,2-5 34,4 0 1,-5 0-88,6 1-30,0-7-21,5 4 83,0-10 232,0 4-128,0-6 147,0 0 0,5-1-49,0-4-128,-1 3-1,-4-4 54,0 6-10,0 0-103,7-6 1,1 4 19,6-3 0,0-1-133,0 1 1,8-6 41,7 2 1,7-1-101,12-4 0,10 1 135,13-10 1,-30 13 0,2 1-282,4-3 1,1 0-1,3 0 1,2 0 359,1-2 0,1 0 0,1 0 0,0-1-47,1 1 1,0 0 0,-2 0 0,0 0 94,-2-1 0,-1 1 0,-3 1 0,0-1-44,-6 2 1,-1 1 0,-2-1 0,-1 1 198,37-8 0,-12 4 95,-7-4 1,-9 8 8,-15 1 0,-2 5 49,-12-4 224,0 6-145,-4-3-98,-7 6 799,-2 0-962,-6 0 426,0 0-506,-6 0-70,4 0-279,-11 0 237,5 0 0,-1 4-32,-1 1 0,7 1 59,-1-1-345,-4-3 215,6 10 0,-6-9-106,3 7 233,4-7 22,-5 10 138,6-12-144,0 12 198,0-12-147,6 6-1,2-7 1,1-2 40,1-3 0,-6 2 9,6-6 1,-7-1-58,2-4 1,-2 0 36,2 0 121,-4 0 1,6-1-93,-7 1 0,-2 5-81,-3-1 48,4 7 1,-12-3-163,4 6-13,-4 0-59,-1 6 1,1 2 100,4 6 0,2-4-379,7-1 222,0 1 0,0 4-21,0 0 97,7-6 1,1-2 43,6-6 1,0 0-8,0 0 0,0 0 142,1 0 0,-6 0 220,1 0 1,-6-1 31,6-4 305,-7 3-1227,3-4 332,-6 6-70,0 0 0,-6 0-296,-4 0 1,3 2-1206,-3 2 1878,1-2 0,-6 10 0,1-4 0</inkml:trace>
  <inkml:trace contextRef="#ctx0" brushRef="#br0" timeOffset="114">25123 15268 7935,'-14'0'-245,"0"0"1424,0 0-429,-1 0-491,7 0 1,-3 2 368,7 3-188,-1-4-251,5 12 90,0-5-261,0 6 0,0-4-115,0-1-316,0-6 0,1 4-1262,4-7 927,3 0 748,13-7 0,-6-7 0,6-8 0</inkml:trace>
  <inkml:trace contextRef="#ctx0" brushRef="#br0" timeOffset="115">24640 13520 8080,'-8'-14'58,"-5"6"277,12-5-231,-6 11 248,1-4 0,4 6-384,-4 0 237,0 6 1,4 4-208,-3 9 33,-2-3 1,5 6 73,-3-3 1,4-3-105,1 3 0,0-4-109,0 0 1,4-1 53,1 0 1,6-5-96,-1 1 1,2-7 110,3 2 0,-1-4-26,0-1 0,0-6 129,0-3 1,-1-4 148,-3-1 1,1 0-142,-7-1 0,1 0-23,-5-4 0,-1 3-38,-4-3 0,-3 8 56,-6 1 0,-2 6-109,-3-6 1,3 7 98,-3-2 1,3 5-483,2 5 1,0 4-66,0 10 1,6 3 488,3 7 0,10-1 0,3 1 0</inkml:trace>
  <inkml:trace contextRef="#ctx0" brushRef="#br0" timeOffset="116">29445 12482 8116,'-26'0'0,"2"0"-650,-3 6 353,5-4 0,0 6 409,3-3 0,-2-2 623,2 6 0,5-1-440,5 2 1,5-3 30,0-2-159,2-3 1,4 4-18,2-6 1,6 0 193,9 0 0,11-1-123,13-4 0,7-3-3,12-6 1,6-2-320,-29 6 0,2 1 0,-1 0 0,1 1 177,3-4 1,2 0-1,-1 2 1,0 1 49,2-3 0,1 0 0,0 0 0,2 1 38,6-4 0,1 1 0,-7 2 1,0 0 2,2 0 1,0 1-1,-6 2 1,0 0 24,-1 0 1,0-1-1,-5 2 1,0 1-710,36-8 1,-16 1-611,-8 0 0,-7 1 1147,-8 4 1,-2-2 146,-6 6 0,-2-4 164,-4 4 1,-2 0-82,-7 5 1,0 0 207,0 0 505,1 0-587,-1 0-427,-6 0 55,-2 6 228,-6-4 114,0 4-13,0-6 18,0 0-301,0 7 1,0 0-55,0 8 1,0 5 118,0 4 0,2 4-65,2 6 0,4 5 105,7 13 1,3 13-117,-8-26 0,-1 2 0,4 5 1,1 0-184,1 3 0,-1 2 0,0 2 0,0 1 145,3 5 1,-1 0 0,-1-4 0,-1-2-73,-2-1 0,-1 0 1,0-4-1,-1-1-68,-3-4 1,0-1-1,7 32-106,1-2 0,-6-22 13,1-3 1,-6-7 44,6-2 1,-7 1 34,2-5 1,-2-3 23,2-7 0,-4 1-14,4-6 1,-2 0 865,2-5-901,-4-6 366,6-2-386,-7-6 1576,0 0-1515,-7 0 1,4 0-51,-6 0 0,-1 0 124,-4 0 1,0 0-154,0 0 1,-7 0 58,-3 0 0,-4 0 15,-5 0 1,-4 5 14,-5 0 0,-7 6-22,-3-2 1,-4 4 96,0 1 1,-6 1-101,0-1 0,1 5 143,4 0 0,-6 1-64,-4-1 1,4-3 79,2 3 1,0-3-58,0-2 1,2 0 74,-2 0 0,2-4-16,2-1 1,7-4 9,3 5 1,-1-3 9,6 3 0,2-2 13,12-3 0,1-2-381,3 6 215,3-6-162,14 4 484,0-7-396,7 0 120,0 0-23,7 0 0,-6 0 205,5 0 78,-6 0 925,0 0-1030,-6 0 1,3 0 61,-6 0-172,5 0 1,-8 0 79,2 0 0,2 4-7,-1 1 21,-1 6-284,-4-3 79,0 6 65,6 1-84,-5-1-28,12-6-109,-5 4 205,12-10 0,2 4-303,6-6 262,0-6 1,0-2 161,1-6 1,-3 0-55,-2-1 0,-2 1 3,-4 0 0,-2 4 98,3 1 1,-4 4 519,-1-4-250,0 6-240,0-4 0,-6 14-435,-4 2 0,-1 4 152,2 1 1,-4 0-1746,4 0 527,2 1 271,1-1 1126,6-6 0,0-2 0,0-6 0</inkml:trace>
  <inkml:trace contextRef="#ctx0" brushRef="#br0" timeOffset="117">29147 12582 7575,'-8'6'673,"-5"-5"1,10 6-170,-6-7-13,5 0 227,-8 0-372,10 0-371,-4 0 130,6 0 1,2-2-65,2-3 0,-1 2-570,7-6 433,-7 6 1,8-5-259,-6 3 285,0 3 1,-5-5-1247,0 2 654,6 3 661,-5-4 0,12 6 0,-5 0 0</inkml:trace>
  <inkml:trace contextRef="#ctx0" brushRef="#br0" timeOffset="118">31109 11942 8153,'0'8'-31,"0"0"90,0-4 248,0-2 1,-2 4 207,-2-6-509,2 0 162,-4 0-810,6 0 458,0 7 184,0-6 0,6 12 0,2-5 0</inkml:trace>
  <inkml:trace contextRef="#ctx0" brushRef="#br0" timeOffset="119">25877 16320 8051,'-14'0'0,"-1"0"0,6-4 732,-1-1 88,1-6-201,1 9-514,2-4 1,9 6-227,6 0 0,10 6 409,19 4 0,8 9-63,16 4 1,9 9-82,-32-16 1,2 1 0,7 3 0,2 1-418,4 0 1,1 1 0,8 2 0,2 1 272,8 3 1,1 1 0,0-1-1,1 1-271,-24-10 1,2 0-1,-1 0 1,0-1-1,-1 1 1,1-1 232,22 8 1,-1 0-1,-3-1 1,0-1 83,-2-2 0,-3-1 1,-9-4-1,-1 0-174,-5-2 1,-1-1-1,-7 0 1,-2-1 24,31 6 1,-3 4-71,-11-4 0,-5 0 378,-14-5 1,-5-4 459,-9-1 0,0 1-413,-10 4 1706,-3-6-1838,-11-2 834,0-6-475,0 0-144,-6 0 0,-7 0-169,-6 0 0,0-5-118,5 1 0,0-3 84,-1 3 0,-3 2 132,-1-3 0,1 2-166,9-2 0,-9 4-116,4-4 0,-3 4 95,3 1 0,1 1-30,3 4 0,-2-2-143,2 7 0,2-6 122,-1 6-209,6-7 0,-4 10-168,7-4 264,0-3 97,0 7 1,7-7 11,2 4 1,4-4-18,1-6 1,0 5 3,1 0 0,-1-1 20,0-4 0,0-1-19,0-4 0,-4 3 0,-1-2 0,-1-4 7,2-2 1,-2-2-9,-4-3 0,-2 6 34,3-1 4,-4 1 76,-1-5 14,0 0-364,0 6 203,-6 1 0,0 9-88,-4 3 0,-1-2-7,6 6 0,-4 1-112,4 4 1,0-5 110,5 1 1,-1-1-171,-4 6 1,3-6-15,-2 1 0,2-6-281,2 6 0,0-5-847,0 4 718,0-6 714,0 4 0,0-1 0,0 2 0</inkml:trace>
  <inkml:trace contextRef="#ctx0" brushRef="#br0" timeOffset="120">25863 16249 7977,'-10'-1'-1173,"1"-4"978,5 3 250,-8-4 0,9 5 71,-7-4-65,7 3 0,-5-4 361,3 6-290,4 0 1,-7 0 336,3 0-204,4 0 1,-11 2 163,8 2 1,-1-1 147,5 7-230,-6-1 1,3 6-227,-7-1 1,7-5-135,-2 1 0,4-6-178,1 6 0,-5-5 80,0 4 48,0-6 23,5 10 1,2-11 6,3 2 0,-2-2-11,6-2 1,1-2-121,4-2 0,-5-3 108,1-2 0,-1-4-2,6 4 0,-6-4 92,1-1 0,-6 4-50,6 1 1,-5 1 95,4-2 0,-6-2-43,2 2 0,-3 2 287,-2-1-316,0 6 1,-2-3 17,-3 6 0,-3 0 4,-6 0 1,0 1 25,0 4-47,-1-4 41,1 12-169,0-5 0,1 1-150,4 1-259,3-7 177,6 10 86,0-12 0,1 6 147,4-7 0,-2 0-141,7 0 344,-7 0 1,5-2-124,-4-3 0,-2 2 125,3-6-171,-4 5 1,-2-7-81,-4 7 0,2-1 47,-7 5 1,6 0-462,-6 0 578,7 0 0,-3 0 0,6 0 0</inkml:trace>
  <inkml:trace contextRef="#ctx0" brushRef="#br0" timeOffset="121">27384 15937 8012,'6'-29'0,"-4"2"0,2 4 414,4-4-64,-6 11 75,4 2-260,-6 7 1,0 14-19,0 2 1,-1 5 114,-4 5 1,-3 10-15,-6 9 0,-7 4-176,-2 6 1,-1 4 97,-5 10 0,4 2-464,-8 7 1,15-32 0,0 0 283,-1 1 1,0 0 0,-4 5-1,-2 0-30,0 2 0,-2 1 0,0 3 1,-1 1 40,0 0 1,-1 0-1,1 0 1,-1-1-295,1-3 0,-1-1 0,2-4 0,-1 0 279,2-2 0,0-1 0,-1-3 0,2-1 28,3-1 1,1 1-1,-18 27-87,10-11 1,2-5 74,4-9 1,-1 0-138,10-9 1,-2-4 99,11-11 1,0 0 254,5 1 0,-1-8-384,-4-2 937,4 3-896,-6-6 170,7 4 5,0-12 0,2 3-112,3-7 1,-4 5 377,4-4-7,-4 6-30,-1-10 1,0 10-190,0-7 1,-1 7 50,-4-1-125,4 2 1,-12 2 70,3 0 1,3 0-123,-3 0 0,1 0 160,-6 0 22,1 6 1,1 2-119,4 6 0,-4-4 1,4-1 0,1 1 77,-1 4-38,5 0 1,-2 0-69,6 1 1,-5-6-22,1 1-12,-1-7 89,5 9-145,0-10 0,1 4-29,4-6-27,-3 0 118,4 0-12,-6 0 247,0 0-232,6 0 408,-4 0-202,4 0-8,-6-6-62,0-2 1,0-1 142,0-1-195,0 7 3,0-3-362,0-1 260,0 6 1,-1-4 132,-4 10 0,2-2-71,-7 6 1,6-4 64,-6 5 0,5-2-98,-4 1 0,4 4-3,-4-4 1,5-1-36,0 1 15,-4-5-333,6 8 119,-4-10 88,6 4 1,2-6 46,2 0 0,4-6-254,6-4 0,-1 1 146,-3-5 1,2 3 158,-2-8 0,1 3 14,-2 2 0,2-1 142,-6 1 0,0 0 498,-5 0-255,0 0-193,0-1-78,0 7 0,-2 2-159,-3 6 0,2 2-57,-6 2 1,6 4-159,-2 7 0,-1-6-435,1 1 92,0-1 0,10 5-171,0 0 0,10-6 3,0-3 815,8-3 0,6-2 0,7 0 0</inkml:trace>
  <inkml:trace contextRef="#ctx0" brushRef="#br0" timeOffset="122">27498 15908 7996,'-10'-28'0,"1"-1"0,4 6-368,-5-1 0,6 7 278,-6-2 0,5 3 862,-4 2-59,6-1-537,-10 7 1,10 4 34,-6 8 1,1 4-15,-2 7 1,-1-1-9,6 0 1,-4 5-10,4 0 1,-4 5-244,4-5 0,0 0 78,5-5 0,0 0-243,0 0 155,0 0 1,5-4 225,0-1 0,1-5-76,-1 0 1,-2-2-13,6-2 1,-4-2 22,5-2 0,-3-4 33,3-7 1,1 0-16,-6-4 1,4 1 6,-4-5 0,0 4-42,-5-5 0,0 7 32,0-2 0,-2 3-482,-3 2 1,-3 6 41,-6 3 1,-6 7-448,-4 7 784,-3 7 0,-8 25 0,-1 3 0</inkml:trace>
  <inkml:trace contextRef="#ctx0" brushRef="#br0" timeOffset="123">25834 16235 8387,'-14'0'-311,"0"0"-779,-1 0 1102,1 0 760,0 0-621,0 0 0,4 0 211,1 0-387,6 0 0,-4 2 157,7 2 0,0 0-166,0 5 1,0-4 119,0 4 1,0-4 76,0 5-78,7-7-90,1 9 146,6-10-47,0 11 1,0-12-142,0 4 0,-4-5 110,-1-5 0,-1 2-131,2-7 0,1 6 113,-6-6 1,1 6-112,-1-6 1,-4 5 85,4-4-46,-3 6 1,-2-10 1,-7 11 6,-2-2 0,-4 2 31,-1 2 0,0 2-11,-1 2 0,1 3 47,0 2 1,0 4-42,0-4 0,1-1-12,3 2 10,-2-1 0,9 4 7,-7-4 80,7 4-43,-3-11 0,7 5 143,4-2-169,3-3 0,6 3-45,0-10 1,-1 2 57,-4-7 1,3 5 110,-8-4-93,7-1 1,-9-4-4,3 0 1,-4 5 92,-1-1-59,-6 1 1,-2-4 5,-6 3 1,-2-1-36,-3 7 0,2-1 118,-7 5 0,5 0-101,-5 0 0,2 5 29,-2-1 0,2 7-57,3-1 1,5 3-12,0 1 0,1 0-22,9 0 0,-1 0-247,5 1 195,0-1 1,6 0 56,4 0 1,4-4-76,5-1 0,3-6 54,6 2 0,1-3-139,-1-2 1,1 0 34,-1 0 0,1-7 44,-1-2 0,0-2 24,1 1 1,-5-2-21,-1 2 1,-10-2 102,1-3 1,-9 1-92,0 0 0,-4 0 166,-1 0-142,0-1 0,-6 3 30,-4 2 1,-2 2 4,-2 4 0,-1 2-4,1-3 1,-2 4-9,-3 1 1,8 1-6,-3 4 1,3-2 8,-3 7 0,0-2-12,-1 1 1,6 4 116,-1-4-105,1 4 0,1 1 2,3 0 0,-1 0-20,1 1 1,0-6-6,5 1 1,5-6 18,0 6 1,8-7-3,1 2 1,0-4-24,5-1 0,2 0 17,-3 0 0,6-1-33,-5-4 0,5-1 57,-5-4 0,-5-2 2,-5 2 1,-1-3-13,2-1 0,-4 0 13,-6 0-60,0 0 1,-6-1-2,-4 1 0,-2 5 20,-2-1 0,-5 7 15,0-2 0,-5 4 11,5 1 0,-5 0-16,5 0 1,0 4 50,5 1 0,-5 8-13,0 1 0,5 0 8,5 5 0,1 2-26,-2-2 1,4 0 9,6-5 1,0 0 22,0 0 1,5 1-26,-1-1 0,12-5 49,-2 1 1,5-7-42,0 2 1,-1-4 6,5-1 0,-4-1 0,5-4 1,-7-3-1,2-6 0,-3 4 41,-2 1 0,-4-1 4,-1-4 1,-6 0 32,2 0 1,-3-5-58,-2 0 0,0 0-100,0 5 0,-5 4 22,0 1 0,-6 1-9,2-2 1,-4-1-9,-1 6 4,-7 1 0,4 4 26,-7 0 0,7 1-11,-2 4 1,8 3 45,1 6 0,2 2-30,-1 3 0,1 1 164,3 4 1,4 1-123,-4-6 1,3 5 13,2-5 0,7 5-26,2-5 1,4 0 3,1-5 0,0-5 69,1 1 0,4-7 96,-1 2-113,1-4 1,-4-2-32,-1-4 0,0-5-103,0-8 0,-4 2 28,-1-3 0,-6-2-1,2 2 0,-3-4 12,-2 4 0,0-2-114,0 2 1,-7 3-24,-2-3 1,-4-1 76,-1 1 0,0 2 53,0 7 0,-1-1-34,1 6 0,0 1 10,0 4 1,0 0 9,-1 0 1,1 7 29,0 8 1,1 0-17,4 9 1,-2-7 9,6 2 1,0 2 15,5-2 0,0 0 9,0-5 1,2-4 71,3-1 1,2-6-101,8 2 0,4-3 72,0-2 1,4 0-52,-4 0 1,5-7 2,-5-2 0,1-4 42,-1-1 1,-8-2 5,4-3 0,-6 3-55,1-3 1,-4 4-5,-6 0 1,0 1-105,0 0 0,-6 4 112,-4 1 1,-7 6-319,-2-2 1,-2 4-70,2 1 1,2 0-80,-7 0 1,7 4 22,-2 1 0,3 6-166,2-1 0,6 2-78,3 2 683,4 1 0,7 5 0,2 2 0</inkml:trace>
  <inkml:trace contextRef="#ctx0" brushRef="#br0" timeOffset="124">28294 17117 8313,'-14'-15'-34,"6"7"1,-5-3 223,4 7 0,-4-3 50,-1 3 1,-1 2-21,1-3 1,0 5 16,0 5 0,0 3-33,-1 6 1,1 0 52,0 1 1,4-1-256,1 0 1,6-5 28,-2 1-63,3-1 129,2 6 1,2-3 184,3-2-304,3-4 1,11-6 123,0 0 1,0-1-198,-5-4 1,5-3 103,0-6 1,0 4-66,-5 1 0,-1-1 26,-4-4 0,2 0 23,-6 0 1,0-1-26,-5 1 20,0 0 0,-2 0 0,-3-1 0,-3 8 29,-6 2 1,-5 3-31,0 2 1,-6 2 23,1 3 0,-3 2 59,-1 8 1,-4 5-30,4 4 1,-2 3 4,11 1 0,0-4-52,5 0 0,4-1-5,1 6 0,6-7-28,-2-3 0,8-3-7,2-2 1,7-6-7,3-4 1,0-2 35,9-2 0,0 0-39,4 0 0,5-5-37,1 1 0,-1-8-9,-5 3 0,-4-4 98,0-1 0,-2-5 4,1 0 0,-4-1 37,-9 1 1,1 3-72,-6-3 0,-1 3 112,-4 2 1,-3 0-92,-6 0 0,-2 1 70,-13 3 1,5 4-13,-5 6 0,1 0 6,-6 0 1,1 2 25,-1 2 0,2 4 4,4 7 0,-2-1-35,6 0 0,0 0-7,4 0 1,3 1 26,2-1 0,4 0 32,6 0-132,0 1 0,6-1 77,4 0 1,2-6-9,3-3 0,5-4-28,4-1 1,3 0-9,1 0 1,-1-5-10,-3 1 1,3-7 30,-4 1 1,-1-2-59,2-3 1,-11-4 51,1 0 0,-5 0 139,1 5 0,1-5-155,-6 0 0,-1 0-1,-4 5 0,-6 0 4,-3 0 1,-4 1 0,-1 4 0,-5 1 9,0 3 0,-6 3 25,1-2 0,2 2 106,-2 2 0,5 6-125,-5 4 1,5 2 73,-4 3 0,5-1-82,-1 0 0,5 5 10,5 0 1,1 5-53,3-5 1,3 4-13,-2-4 0,4 0-5,4-4 1,3-1 58,2 0 0,9-1-35,-4-4 1,3 2 8,-3-6 1,5 0-57,0-5 0,5 0 67,-5 0 0,0-5 1,-5 0 1,5-6 53,0 2 1,-5 1 7,-4-2 1,-2 1 84,1-5 1,-2-1-126,-7 1 1,0 0-124,0 0 0,0-1 136,0 1 0,-5 0-63,0 0 1,-6 6 60,2 3 0,-6-1-6,-4 1 1,4 0 14,-4 5 0,-2 5-7,2 0 1,0 6-29,5-2 0,0 4 11,-1 1 0,1 0 30,0 1 1,6 4-14,3 0 1,-1 0-92,1-5 1,1 0 37,4 0 0,6-4-9,3-1 1,1-4 23,4 4 0,-3-6-10,8 2 1,2-3-5,-2-2 0,1-2 0,-1-3 1,-3 2 208,3-6-193,-3-1 1,-2-4 132,0 0 1,-6 0-113,-3 0 1,-4-1 10,-1 1 0,0-2-54,0-3 1,-1 4-113,-4-4 0,-1 3 130,-4 2 0,-2 4 10,2 1 0,-7 5-62,-2 0 1,0 4 38,5 4 1,-5 4-9,0 7 1,4-1-57,6 0 1,1 2-119,-1 3 1,-2-2 120,6 7 0,0-7-12,5 2 0,2-5 87,2-4 0,4 2-57,6-2 1,1-4 37,-1-1 1,2-3-41,3-2 0,1-2-6,4-3 1,1-3 82,-6-6 1,0 0 7,-5 0 1,1 0 16,-1-1 1,-2-4 9,-2 0 0,-4 0 8,-6 5 1,0 0-61,0 0 0,0 4 96,0 1 0,-6 6-69,-4-2 1,-2 3 52,-2 2 1,-5 0-23,0 0 0,0 7 16,4 2 0,1 4-93,0 1 1,0 0-134,0 0 0,6 1 4,3-1-342,-3 0 160,6 0 1,-4 1 88,6-1 1,2-6-247,2-4 1,0 3-92,5-3 584,1 1 0,10-5 0,2 0 0</inkml:trace>
  <inkml:trace contextRef="#ctx0" brushRef="#br0" timeOffset="125">27227 15553 16775,'-7'-14'-1767,"-6"6"0,7-5 1158,-4 4 1,-3 1 679,4-2 1,-2 5 103,1-4 1,3 6 398,2-2-89,3 3-86,-4 2-440,6 0 480,0 0 1,0 7-255,0 2 1,3 5-51,7 5 0,-1-1 35,10 6 1,5-6-100,4 6 0,2-5 175,8 5 0,0-1-231,5 6 1,4-1-143,0 1 1,6-6-59,-6 1 1,3 0 323,-7 4 1,-3-6 17,-12-3 0,-1-3 52,-3-2-556,-4 1 69,-6-1-7,-6 0-263,-8-6 1,-3-2 424,-6-6 1,1 2-336,-2 3 1,-2-4 190,2 4 1,2-4-956,-1-1 687,-1 0 0,-2-1 565,2-4 0,-1 2-87,6-6 1,1-7 0,4-6 0</inkml:trace>
  <inkml:trace contextRef="#ctx0" brushRef="#br0" timeOffset="126">27682 15567 12032,'-9'-14'-666,"-1"0"0,3 4 457,-3 1 655,-3-1-56,12 2-156,-12 2 1,7 17 249,-4 3 1,-7 10 8,3 0 0,-5 9-190,0 5 1,2 4-11,-7 6 1,0-4-155,-4 3 0,-1 2-36,1-1 1,-1-1 114,1-4 0,0-2-437,-1-3 0,2-4 143,4-5 0,4-7-2114,9-3 2150,4 3 0,12 0 0,2 7 0</inkml:trace>
  <inkml:trace contextRef="#ctx0" brushRef="#br0" timeOffset="127">26118 17671 8250,'-7'-14'0,"-6"0"-847,3-1 634,-2 1 1,-1 0 538,4 0 0,-2 4 430,6 1-48,0 6 76,5-4 675,0 7 270,0 0-1573,6 7-49,-4-6 1,6 12 32,-3-4 1,1-1-42,3 2 1,6-1-111,-1 5 1,2 2 144,7 3 1,1-3-234,5 3 1,-1 1 79,0-1 0,6 7-61,-1-3 0,6 3-16,-1-3 1,2 4-143,-2-3 0,-4-4 153,-5-1 0,-2 2 22,-4-2 0,-7-5 47,-6-4-37,-7-7 0,3 5-333,-6-4 70,0-2 195,0 4 1,-2-6-290,-2 0-434,2-6-67,-4 4-94,6-4 328,-6 6 0,4-2-316,-3-2 993,4 2 0,-6-11 0,-1 6 0</inkml:trace>
  <inkml:trace contextRef="#ctx0" brushRef="#br0" timeOffset="128">26417 17571 8250,'-14'-22'0,"0"3"0,4 4-142,1 0-56,-1 1 1389,2 6-387,2 2-369,6 6 1,-2 2-87,-2 2 1,0-1 78,-5 7 1,1 1-95,-1 8 1,-9 3 188,4 6 1,-5 3-145,0 2 0,2 0-67,-7 9 0,0-2-461,-4 7 1,-1-1 207,1 2 1,0-3-1213,-1 8 0,2-1 366,4 4 564,-4 8 0,5 0 0,-7 8 0</inkml:trace>
  <inkml:trace contextRef="#ctx0" brushRef="#br0" timeOffset="129">29758 10278 8950,'-8'-6'2328,"2"5"-1352,0-12-609,4 11 1,-4-6 118,6 4-34,0 2-102,0-4 0,1 7 0,4 4 1,3 1-105,6 4 0,0 3 30,1-4 1,0 5-250,4 5 0,-3-3 45,3 3 1,-3-3 25,-2-2 1,2 0 113,3 0 0,-5-4 77,0-1 0,1-4 59,-6 5 1,4-7 271,1 1 0,0-4-436,0-4 1,5-10 104,0-10 1,7-9-785,-3-5 0,9-5 352,1-4 1,2-1 134,-2-9 0,3 4-1286,7-9 0,-2 5-1957,-3 5 0,-3 0 1456,-7 9 1795,-6 4 0,5 10 0,-6 1 0,-4 0 0,-4-1 0</inkml:trace>
  <inkml:trace contextRef="#ctx0" brushRef="#br0" timeOffset="130">32005 9539 7881,'-8'0'-279,"1"0"634,7-6-47,0-2 1,0-6-147,0 0 0,0 4 165,0 1 0,0-1-148,0-4 1,0 0 14,0-1 0,0 1-18,0 0 0,-4 5-134,-1-1 0,-6 7-79,1-2 0,-2 4 106,-3 1 0,-3 1-98,-1 4 1,-2 3 64,2 6 1,3 7-26,-3 2 0,4 6 32,0 4 0,3-2 2,2 7 0,-1-4-22,6 3 0,2-3 3,8 4 0,-2-7-227,7 2 1,4-9 70,5-5 0,4-3-122,-4-2 0,7-5 127,-3 1 0,3-7-266,-3 2 1,4-5-43,-3-5 1,-2-3 29,2-6 0,-7 0 116,2 0 0,-3-5 23,-2 0 0,-1-7 262,-4 3 0,-2 1-149,-7-2 1,4 5 274,1-5 1,0 5-148,-5-4 0,0 0 188,0 0 1,-5 2 83,0 7 0,-1-3 42,1 2 1,2-2-108,-6 8 0,4 2 301,-5 2 57,7 4-420,-9 1 0,5 6 187,-2 4 0,-2 4-92,6 5 0,-5-2-68,6 7 1,-1-5-54,5 5 0,-5-7-210,1 2 1,-1-2 177,5 2-46,6-3 0,0 5-95,4-7 0,3-6 135,-4-4 0,4-2 64,1-2 1,0 0-106,0 0 1,5-6 28,0-4 1,-1-4-67,-9-5 0,2 3-8,-6-3 1,4-1-9,-4 1 0,0 0-155,-5 5 1,-2-5-554,-2 0 0,0 1 301,-5 9 0,-1-4-780,-4 4 1223,0-4 0,0-1 0,0 0 0</inkml:trace>
  <inkml:trace contextRef="#ctx0" brushRef="#br0" timeOffset="131">32388 9312 8492,'0'-10'-1134,"0"1"1272,0 6 776,-6-10-838,5 11 83,-6-4 386,1 6-404,-2 0 0,-5 6 0,4 4 0,-2 3 17,6 1 1,-6 0-18,2 0 0,2 5 51,3 0 0,2 0-37,2-5 1,0 0-66,0 1 0,0-1 452,0 0 1,6 0-688,4 1 1,2-1-1048,3 0 1,-1-5 1134,0 1 0,5-5 95,0 4 1,0-4 10,-5 4 1,0-5-62,1 0 0,-6 4 4,1 2 1,-7-2-121,1 1 0,-2-4 136,-2 4 1,-6-4-253,-4 4 1,-4-4 58,-5 5 1,3-6-94,-3 6 0,3-7-26,2 2 1,0-4-413,0-1 279,6 0 437,2 0 0,6-1 0,0-4 0,6-3 0,3-6 0,6-2 0,4-3 0,-4 2 0,4-7 0,-1 2 0,1-2 0,-4-3-86,4 4 0,-3-4-36,-2-2 0,-4 1 267,-1 0 1,-5 1 665,0 3 236,-2-3-284,-2 11-218,0-4-102,0 12-229,0 2 62,0 6-126,-6 6 0,4 2 125,-3 6 1,4 2 141,1 3 0,4-3-391,1 3 0,0 1 120,-5-1 1,5 6-8,-1-1 0,3-3 68,-3-2 1,-2-2-238,3 2 0,-2-3 34,2 3 0,-4-4-123,4 0 0,-2-6-8,2 1 0,-4-6-537,4 6-121,-3-1 0,2 1-37,1-1 184,0-6 0,-3 4 194,2-7 0,-1 0 444,7 0 0,-1 6 0,6 2 0</inkml:trace>
  <inkml:trace contextRef="#ctx0" brushRef="#br0" timeOffset="132">32559 9497 8492,'-14'0'-424,"0"0"1,4 0 891,1 0 1096,-1 0-1477,2 0 76,2 0-138,6 0 188,0 0-206,6-7 0,4 4-169,9-6 1,-2 5-291,7 0 1,-2-3 27,2 3 1,7-6 423,-2 5 0,2-6 0,-2 3 0</inkml:trace>
  <inkml:trace contextRef="#ctx0" brushRef="#br0" timeOffset="133">33085 9170 8492,'-1'-15'0,"-4"1"0,3 5 260,-3-1 1,-1 5 85,1-4 490,1 6-199,4-3 72,0 6-517,0 0 0,-5 1 4,0 4 1,0 4 19,5 10 0,0-1 74,0 5 0,0 1-80,0 4 0,0-4-201,0 0 1,0 0 30,0 4 1,0-4 54,0-1 0,0-1-152,0 2 0,5-2-327,0-3 0,6-3 245,-2 3 139,4-3 0,1-2 0,1 0 0</inkml:trace>
  <inkml:trace contextRef="#ctx0" brushRef="#br0" timeOffset="134">26374 14003 7972,'0'-14'-165,"0"0"0,0 4 318,0 1 0,0-1 269,0-4-33,-6 6 0,3-3-222,-7 6 1,6 1-51,-6 4 0,1 0-17,-6 0 1,0 1 45,-4 4 0,1 4 53,-5 10 0,5 4-61,-1 5 1,2 0-158,-2 1 1,3-1 7,-3 1 1,10-1-102,4 1 1,-1-3 15,1-2 0,0 3-148,5-3 1,5-4 95,0-1 1,7-8-50,3-1 0,-1-7-206,5 2 1,1-4 108,-1-1 0,5-1 52,-5-4 1,6-3 122,-1-6 0,-2-7 16,2-3 1,-2 2-25,1-1 1,3-3 105,-7-7 1,4 3-33,-4-3 1,0 3 151,-4 2 1,-6 1-23,0 3 1,-5 4-73,0 5 779,-2 7-520,-2 2 1,-2 6 6,-2 0 0,2 6-89,-3 4 1,-1 4 67,1 5 0,1-3-145,4 3 0,-2-3 44,-3-2 0,4 2-146,-4 3 1,3-8 211,2 3-296,7-3 0,1 2 2,6-4 1,-5-3-23,1-6 1,-1-1 79,5-4 0,1 2-25,-1-7 0,0-1 11,0-8 1,-4 4 31,-1-4 0,-6-2-1,2 2 0,-3-1 3,-2 1 0,-2 3-185,-3-3 1,2 3-24,-6 2 1,-1 4-132,-4 1 1,0 4 37,0-4 0,4 6-82,1-2 1,4 3-279,-5 2 662,7 0 0,-3-6 0,6-2 0</inkml:trace>
  <inkml:trace contextRef="#ctx0" brushRef="#br0" timeOffset="135">26829 13705 7972,'8'0'-1198,"-1"0"2201,-7 0 147,0 0-994,-7 0 0,-1 4-32,-6 1 1,5 5-137,-1-6 1,2 7 120,-1-1 0,-2-2-202,6 1 1,-5-4 39,6 4-14,-1 1 0,3 3 1,-2-4 1,2 4-97,-3-4 1,9-1 55,0 2 68,7-1 1,-3 4 146,6-4 1,1 4-81,-1-4 1,0-1 134,0 2 1,-4-2-7,-1 1-53,-6 4 0,8-5-114,-6 6 1,0-5-9,-5 1-81,0-7 1,-2 8-235,-2-6 1,0-1-784,-5-4 485,6 0 630,-10 0 0,12-6 0,-6-2 0</inkml:trace>
  <inkml:trace contextRef="#ctx0" brushRef="#br0" timeOffset="136">26943 13619 7972,'-6'-20'-672,"3"4"470,-7-3 1,5 2 400,-4-2 1,6 3 142,-2-3 0,3 8 308,2 1 0,-1 6 170,-4-6-302,4 7-453,-6-3 104,7 6 0,5 6 126,0 4 1,6 8-58,-2 6 0,-1 3-143,2 1 1,-1 1 49,5-1 0,0 6-150,1-1 0,-1 0 19,0-5 0,-4 1-214,-1-1 0,1-4-186,4 0 0,0-7 204,0 2 0,0-3-429,1-2 1,-1-1 285,0-4 1,0-3-511,1-6 0,-1-1 835,0-4 0,0-3 0,0-6 0</inkml:trace>
  <inkml:trace contextRef="#ctx0" brushRef="#br0" timeOffset="137">27057 13747 7972,'-14'8'0,"-1"-3"0,6-4 151,-1-1 369,1 0-943,1 0 180,2 0 153,18-6 1,-1 3 108,13-6 1,-5-1-290,5-4 1,4-2 0,5-3 1,1 3 268,-6-3 0,7-3 0,1 0 0</inkml:trace>
  <inkml:trace contextRef="#ctx0" brushRef="#br0" timeOffset="138">27313 13491 7972,'0'-9'-79,"0"-1"1,-2 3 176,-3-3 1,4-3 175,-4 4 1,2 1-51,-2-1 0,4 4-1,-4-5 1,3 6 81,2-6 0,0 5 143,0-4-421,7 6 0,1-5 240,6 3-248,0 4 0,0-6-54,0 7 0,1 7 129,-1 2 1,0 8-37,0 2 0,-1 7-5,-4-3 0,-2 9-111,-7 1 0,0 2 81,0-2 0,0-3 144,0 3 0,0-8-81,0-1 0,0-2 111,0 2 0,0-8-23,0-7-109,0-6 1,1 8-7,4-6 0,3-6 9,6-9 1,0-3-262,1-1 1,4-2 84,-1-2 1,1 2-426,-4-3 1,-3 8 196,-2 1 0,1 6-1214,-6-6 765,-1 7 785,-4-3 0,0 12 0,0 2 0</inkml:trace>
  <inkml:trace contextRef="#ctx0" brushRef="#br0" timeOffset="139">31791 12510 8087,'-6'-14'-860,"-3"0"472,-4 6 1,3-3 488,1 6 601,-1 1 1,-4 4-408,0 0 1,5 0-207,-1 0 0,2 7 150,-1 8 0,-2 0-121,6 9 0,-5-5-53,6 5 0,-1 0 8,5 4 0,0 0-76,0 1 0,0-2 43,0-4 1,0-1-183,0-3 0,6-3 38,4 3 0,2-5 124,3-4 1,-1-4-122,0-6 1,5 0 85,0 0 0,5-1-502,-5-4 1,6-3 21,-1-6 0,-2 0 495,1-1 0,1-5 0,4-2 0</inkml:trace>
  <inkml:trace contextRef="#ctx0" brushRef="#br0" timeOffset="140">32061 12439 8087,'-9'0'-148,"-1"0"-36,7 0 0,-9 0 472,2 0 1,4 2-33,1 3 1,-1-2-211,1 6 0,-1 2 62,1 8 1,3-3-107,-2 3 1,2-3 104,2-2 0,2 5-12,2 0 1,0-5-61,5-4 0,-1-6-7,1 6 1,4-7 89,-3 2 1,2-4-48,2-1 1,1-6 11,-1-3 0,0 1 1,0-2 1,-4 1-179,-1-5 102,-6-1 0,4 1-288,-7 0 71,0 0 1,-2 1-278,-3 4 1,-2-3-186,-8 8 1,1-1 52,0 5 618,-7 0 0,6 0 0,-6 0 0</inkml:trace>
  <inkml:trace contextRef="#ctx0" brushRef="#br0" timeOffset="141">32388 12255 8078,'-14'0'271,"0"0"-21,0 0 0,4 0-362,1 0 0,6 1 99,-2 4 1,-1-2 15,1 7 0,-5-1 53,6 5 1,-3-1 24,3-4 0,2 4-3,-3-4 0,4 4-134,1 1 0,1 1-16,4-1 1,-2-5 124,7 1 1,-1-1 94,5 5 0,1-4-83,-1-1 0,0-1 87,0 2 0,-4 2-125,-1-2-23,1 2 0,2 3 7,-2-1 0,-4-5-194,-6 1-171,0-1 0,-1 4 154,-4-4 0,-3-2-284,-6-7 0,-1 4 171,1 1 1,5 0-258,-1-5 570,1-6 0,-5-2 0,-1-6 0</inkml:trace>
  <inkml:trace contextRef="#ctx0" brushRef="#br0" timeOffset="142">32516 11999 7702,'0'14'698,"0"0"0,7 2-338,2 3 0,4 8 29,1 6 0,5 6-251,0-1 0,2 3 4,-3 2 0,-2-5-320,3 0 1,-5-7 167,-4 3 1,1-6-550,-6-4 0,4-4 4,-4-6-988,0 1 471,-5-7 1072,0-2 0,6-19 0,2-3 0</inkml:trace>
  <inkml:trace contextRef="#ctx0" brushRef="#br0" timeOffset="143">32531 12383 8087,'0'-8'-752,"0"0"1243,0 3 1,6 3-106,3-2 1,9-3-83,1 3 1,4-6-150,-4 5 1,5-4-3,-5 4 1,0-1-48,-5 1 0,0 4-176,1-4 1,-6 2-1169,1-2 681,-7 3-865,3-4 1422,0 0 0,-4-2 0,4-6 0</inkml:trace>
  <inkml:trace contextRef="#ctx0" brushRef="#br0" timeOffset="144">32858 12013 8087,'0'-14'21,"0"-1"0,0 1 177,0 0 0,0 5 73,0-1 0,1 5-6,4-4 0,-2 4-124,7-4 0,-1 5 94,5 0 0,-4 2-108,-1 2 1,5 0 65,5 0 1,0 0-74,-4 0 1,-1 6 62,0 4 1,0 3-168,0 1 0,1 2-132,-1 3 1,-5 1 98,1 4 1,-7 3-102,2-4 0,-4 4 44,-1 2 1,0-3-81,0-2 0,0 1 135,0-6 1,-4 0 205,-1-4 0,-5-1-98,6 0 42,-7-6-16,9-2 0,-6-6 2,3 0 436,4 0-370,7-6 1,7-2-12,15-6 0,-1-2-375,11-3 1,1-3-436,9-7 0,2 6 370,7-1-23,0 0 0,0-4 0,0 0 0</inkml:trace>
  <inkml:trace contextRef="#ctx0" brushRef="#br0" timeOffset="145">32715 12041 7976,'0'-14'-308,"0"0"308,0 0 266,0-1 1,5 1-67,0 0 0,6 1-44,-2 4 0,4-2-68,1 6 0,2 0-103,3 5 1,-2 0 104,7 0 1,-5 0 8,5 0 1,-2 8-87,2 6 0,-4 2 74,-6 8 1,1-5-205,-1 5 0,-5-2 100,1 1 1,-7 4-134,2-3 0,-4-2 15,-1 2 0,0-2-111,0 2 1,-4-2 122,-1-3 1,-6-5 34,1 0 1,2 0 368,-1-4-277,-1-4 1,1 5 187,-1-6-212,7 0-19,-3-5 0,8-5 62,2 0 0,9-6-15,6 2 0,6 1 48,-1-2 1,4 1 88,5-5 1,-3 1 101,4 3 1,-4 4-74,-2 6 0,1 0 31,-1 0 0,-1 6-121,-3 4 0,-9 3 17,-5 1 0,-7 6 95,2 4 0,-4 4-30,-1 6 1,-8-4-38,-6 3 1,-6 2 5,-9-2 1,1-2-284,-1-7 0,-4 1 82,0-6 0,-5-1-359,5-9 1,-5 2-97,5-6 0,0 0-932,4-5 1453,7 0 0,2-7 0,5-1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273"/>
    </inkml:context>
    <inkml:brush xml:id="br0">
      <inkml:brushProperty name="height" value="0.053" units="cm"/>
      <inkml:brushProperty name="color" value="#FF0000"/>
    </inkml:brush>
  </inkml:definitions>
  <inkml:trace contextRef="#ctx0" brushRef="#br0">5560 8089 13959,'-7'-8'-1345,"-1"-3"1,-6 5 648,0-2 547,0-2 0,1 1 132,4 0 1,-4 1 185,3-2 0,-1-2-35,2 2 0,-2 2 519,6-1-724,0 6 70,5-4 75,0 7 0,2 0 107,3 0 0,4 0 210,10 0 0,5 2-62,9 3 0,10-2 69,9 6 1,11 1-111,8 4 1,0 2-479,5 3 1,1-2 278,-1 7 0,-33-13 0,0 1-116,-3 3 0,0-1 0,1-2 0,-1-1 12,31 13 0,-8-6-96,-6 1 1,-5-4 63,-14 0 0,-2-6-376,-17 0 79,-6-5-146,-7 2 448,-6-6 1,-6 0 444,-4 0 1,-4-2-708,-5-2 1,-3 0 134,-6-5 1,-7 6-128,-3-2 1,-9-1 7,-6 1 1,-3 0-167,-6 5 0,2 0 247,-6 0 1,1-4 161,-2-1 0,4-1-2,6 1 1,0-3-85,1-6 1,5-1 289,4 1 1,6-5-128,7 0 1,6 5 172,9 5-166,10-1 280,-4 2-316,19 2 1,4 6-182,9 0 0,0 5 439,9-1 0,4 6-194,10-5 1,9 4 206,6-4 0,1 4-242,9-4 0,-6 1 96,5-1 0,-1-2 47,2 7 0,-3-2-57,-2 1 1,-8 2-82,3-6 1,-12 4 32,-2-4 1,-13 0 142,-11-5-46,-10 0 544,-2 0-447,-20 0 1,2-5-505,-13 0 0,1-4 264,-6 4 1,-10-1-196,-4 1 1,-9 2 25,0-7 1,-2 7-164,2-1 0,-2-3 156,7 3 0,-2-3 38,2 2 1,9 2 92,0-6 1,12 6-174,8-2-443,2 3 468,8 2 1,9 0 81,14 0 1,5 7 16,9 2 0,1 2 84,3-1 0,5 2 15,9-2 1,0 2 28,10 3 0,-3-6-64,8 1 0,-5-2 50,-5 1 1,1 2 77,-5-6 0,-2 4-123,-9-4 1,-3 1 136,-11-1 77,-2-3 26,-13 4-54,-2-6 1,-7-2-176,-4-2 24,3 2-76,-10-11-759,10 12-162,-4-5-186,6 6 757,0 0 1,8 0-41,6 0 1,6 1 478,9 4 0,6 3 0,1 6 0</inkml:trace>
  <inkml:trace contextRef="#ctx0" brushRef="#br0" timeOffset="1">10394 17543 11870,'-16'-8'-781,"-3"-6"1,-2 1 282,-2-1 0,2 1-84,7 9 1976,6-1-1015,2 5-433,18 0 1,-2 2 116,9 2 0,-3 4-247,-2 6 0,0 5 489,0 0 0,0 2-146,1-2 1,-1-3 84,0 3 1,0 1-124,0-1 1,-4-2 265,-1-7 0,-4 3-240,5-4 0,-7-1 368,2 1 0,-2-5-126,1 0 1,0-8 328,5-6 1,-3-15-794,9-8 0,4-15 347,14-9 1,9-1-601,-16 25 1,1 0 0,3-3 0,3 1 427,1-3 1,3 0-1,6-4 1,4 2 0,3 0-1,1 1 1</inkml:trace>
  <inkml:trace contextRef="#ctx0" brushRef="#br0" timeOffset="2">13934 13036 15927,'-29'-14'-1634,"7"-5"570,3 0 0,10 0 413,4 5 0,5 6 537,5 4 0,9 8 80,10 6 0,3 9 1,1 3-1</inkml:trace>
  <inkml:trace contextRef="#ctx0" brushRef="#br0" timeOffset="3">13934 15595 11379,'-29'0'-1074,"1"-6"1,6 0 385,3-4 597,9 4 0,6 6 211,8 0 1,11 5-216,8-1 1,10 6 84,5-5 0,3 6 0,2-3 0</inkml:trace>
  <inkml:trace contextRef="#ctx0" brushRef="#br0" timeOffset="4">17574 15297 8347,'-29'0'-1441,"1"-5"1080,-1 0 1,2-4 2086,4 4-1112,8-6 0,15 10-614,10-4 0,9 3 0,3 2 0</inkml:trace>
  <inkml:trace contextRef="#ctx0" brushRef="#br0" timeOffset="5">17574 12724 19015,'-23'0'-84,"-3"0"0,15 0-1624,-4 0 1501,11 6 1,4 8 0,7 8 0</inkml:trace>
  <inkml:trace contextRef="#ctx0" brushRef="#br0" timeOffset="6">13792 13278 17734,'6'-20'-295,"2"4"0,6-5 0,0 7 1</inkml:trace>
  <inkml:trace contextRef="#ctx0" brushRef="#br0" timeOffset="7">14346 15723 12867,'21'0'-128,"7"7"1,8 1 0</inkml:trace>
  <inkml:trace contextRef="#ctx0" brushRef="#br0" timeOffset="8">17375 15482 8253,'-42'-11'-971,"5"-4"111,2-2 181,13 9 679,7 2 0,15 12 0,15 2 0,7 6 0</inkml:trace>
  <inkml:trace contextRef="#ctx0" brushRef="#br0" timeOffset="9">17375 12709 16776,'-37'-20'-925,"2"-2"1,10 0-718,6 3 1468,7 9 0,24 4 0,4 6 1</inkml:trace>
  <inkml:trace contextRef="#ctx0" brushRef="#br0" timeOffset="10">18725 12809 21204,'-22'-21'-5345,"2"3"3492,5-1 769,7 0 1201,2 17 1,8-4 100,2 6 1,4 6-291,7 3 0,5 10 1,2 4-1</inkml:trace>
  <inkml:trace contextRef="#ctx0" brushRef="#br0" timeOffset="11">19138 15169 12658,'-21'0'-2439,"5"0"3147,-3 0 0,3 0 458,2 0-2093,6 0 761,2 0 1,25 6-1,5 2 1</inkml:trace>
  <inkml:trace contextRef="#ctx0" brushRef="#br0" timeOffset="12">22464 12724 16451,'-50'-27'-1782,"7"3"1265,10-9 0,11 9 15,8 5 1,7 11-182,12 8 1,9 7 234,10 7 436,9 6 0,4 3 1,5 5-1</inkml:trace>
  <inkml:trace contextRef="#ctx0" brushRef="#br0" timeOffset="13">22265 15354 8245,'-28'0'-308,"6"0"0,-3 0 427,6 0 301,6 0-1276,7 0 856,12 6 0,8 2 0,8 6 0</inkml:trace>
  <inkml:trace contextRef="#ctx0" brushRef="#br0" timeOffset="14">22180 13022 8512,'-43'-28'-276,"7"6"-370,3 3 720,16 9-50,4 4 0,38 25 1,7 5-1</inkml:trace>
  <inkml:trace contextRef="#ctx0" brushRef="#br0" timeOffset="15">22251 15169 8312,'-35'8'-227,"5"0"-132,-3-4 1,10-2 386,4 3 270,9 3 1,9 0-458,5 6 0,9 0 55,1 0 1,0-4-310,5-1 0,-1-1-121,1 2 534,-4-4 0,12-6 0,-5 0 0</inkml:trace>
  <inkml:trace contextRef="#ctx0" brushRef="#br0" timeOffset="16">22280 12951 8482,'-37'-36'0,"3"3"-1575,5 9 679,13 3 876,4 14 1,23 2 19,3 10 0,16 2 0,-6 14 0,10 1 0</inkml:trace>
  <inkml:trace contextRef="#ctx0" brushRef="#br0" timeOffset="17">18811 12653 23635,'-23'-15'-4201,"-3"1"3103,16 0 209,-3 6 1,15 3 715,3 10 1,9 9 0,8 8 0</inkml:trace>
  <inkml:trace contextRef="#ctx0" brushRef="#br0" timeOffset="18">18782 15467 8493,'-28'-4'-639,"-1"-1"557,7-6 1,6 9 144,7-2-861,6 2 798,3 2 0,14 6 0,8 2 0</inkml:trace>
  <inkml:trace contextRef="#ctx0" brushRef="#br0" timeOffset="19">13849 13065 19225,'-15'-29'-2342,"1"1"1,1 0 1987,4-1 0,3 7 224,6 3 1,8 10 891,6 4 0,8 5-699,11 5 1,3 3 0,7 6 0</inkml:trace>
  <inkml:trace contextRef="#ctx0" brushRef="#br0" timeOffset="20">14019 15467 17298,'-41'-14'-922,"3"0"1,3 1 125,7 4 346,6 3 479,14 6 1,16 0 0,14 0 0</inkml:trace>
  <inkml:trace contextRef="#ctx0" brushRef="#br0" timeOffset="21">13649 14216 22035,'-20'0'-1947,"3"0"973,-7 0 1468,6 0-310,-2 0 0,10 0-95,1 0 1,7 0-49,2 0 1,7-1 121,7-4 0,6 0 268,4-9 1,9 2 51,5-12 0,0 0 40,5-4 1,-2-2 76,11-3 0,-6 1-181,1-6 0,-3 5 240,-1-5 1,3 6-103,-3-1 0,1 9-429,-11 6 0,-1 2-170,-9 1-69,-2 8 0,-13 2-709,-4 10 0,-10 4 445,-8 10 0,-7 3 101,-7 7 274,-7-1 0,5 7 0,-5 1 0</inkml:trace>
  <inkml:trace contextRef="#ctx0" brushRef="#br0" timeOffset="22">13507 14458 22035,'-14'0'0,"0"0"-2058,0 0 1743,6 0 0,1-1-491,7-4 0,15-5 1872,8-9-1,11-3-575,8-6 1,7-7 38,3-3 1,8-3-152,2-2 0,-5 2 272,-5 3 1,-8-1 45,-1 6 0,-4 1-15,-10 8 0,-4 6 1827,-11 8-2768,-6 4 0,-2 9 71,-6 6 0,-12 7 0,-4 13 1</inkml:trace>
  <inkml:trace contextRef="#ctx0" brushRef="#br0" timeOffset="23">15128 15624 22095,'-14'0'-438,"0"0"0,-5 0-252,0 0 1,5 0-414,4 0 0,1 0 682,-6 0 1,1 0 472,0 0-56,6 0 1,-3-2-294,6-2 1,1 0-277,4-5 1,0 4 345,0-4 1,1-1 196,4-4 0,7-5 273,7 0 1,8-11 58,2 2 0,1-6 81,8 1 0,-5-1 7,5-4 0,-2-3 245,2 3 0,3 1 54,-3-1 0,1 7-301,-1-2 0,-3 4-118,-6 6 0,-7 7-305,-3 6-378,-10 7-68,4-3 0,-12 12-370,4 4 1,-3-1 629,-2 5 1,0 4 0,0 10-1</inkml:trace>
  <inkml:trace contextRef="#ctx0" brushRef="#br0" timeOffset="24">15000 15610 16439,'-24'0'-1796,"1"0"1347,5 0 0,3-2 153,5-3 23,7 4 1,-2-12 365,10 4 0,9-10 425,10-5 1,11-4-97,7-6 0,3-2 35,7-7 1,-5 1-193,5-1 0,0 0 106,5 1 1,-6 1-113,-4 3 1,-4 9 20,-5 10 1,3-3 0,-5 0-1</inkml:trace>
  <inkml:trace contextRef="#ctx0" brushRef="#br0" timeOffset="25">17005 14288 22150,'-14'0'-1641,"-1"0"1,1 0 1603,0 0 1,5 0-343,-1 0-344,7 0 111,-3 0 364,6 0 277,6 0 1,2-2-149,6-3 1,0-3 288,0-6 1,7 0-28,3 0 1,3-2 44,1-3 0,7-2 8,3-2 0,1-3 15,-1 7 0,3-4-125,-3 4 0,-3 0 163,-2 5 0,-8 1-373,-1 3-274,-13 4 28,8 6 0,-24 2 306,0 2 1,-7 4 7,-7 7 1,1 4-4,-5 0 0,-1 4 80,-4-4 1,-1 6 0,1-2 0</inkml:trace>
  <inkml:trace contextRef="#ctx0" brushRef="#br0" timeOffset="26">17033 14415 16749,'-14'8'1482,"0"3"-1837,0-6 0,-1 5 374,1-6 0,-5 3-57,0-3 0,5-2 294,5 3 0,5-5-585,0-5 1,2 2-3,2-7-1,8-5 455,6-9 0,8-3-125,12-1 1,3-6 85,11 1 0,2-5 3,7 5 1,2-5-396,2 5 1,3-5 409,2 5-193,3 0 0,-10 11 1,4 1-1</inkml:trace>
  <inkml:trace contextRef="#ctx0" brushRef="#br0" timeOffset="27">15157 18041 15871,'-15'0'-3163,"1"-5"2800,0 0 0,4-4-22,1 4 1,4-5-32,-4 6 211,6-7 1,-4 8 49,7-7 336,0 7-289,7-10 1,-4 12 178,6-4 1,-4 3 65,4 2 0,-4 0 473,5 0-526,-1 7 1,5-1 61,1 3 1,-6 4-121,1-3 1,-6-3-106,6 3 1,-6-5-49,6 4 0,-5-6 28,4 2 1,-4 1 149,4-1 1,-4 0 280,5-5 1,-6-8 8,6-6 1,1-8 40,8-12 0,5-10-249,9-13 1,6-6-87,-14 28 0,2-1 0,2-3 0,2 1-280,6-3 1,2 1 0,2 1 0,2 1 297,6-1 0,1 2 0,1 3 0,1 2 0,8 0 0,0 0 0</inkml:trace>
  <inkml:trace contextRef="#ctx0" brushRef="#br0" timeOffset="28">18469 14359 12547,'-22'0'-1131,"2"0"848,5 0 1,1 0 890,0 0-126,0 0-200,0 0-114,6 0 0,4-8-44,14-7 1,12 0 247,16-9 0,6-1-19,8-8 1,7-2-527,12-3 1,-2-2 457,-2 7 0,2 0-324,-2 5 1,5-1-35,-1 1 0,-3 6-6,-11 3 0,-13 9-20,-6 5 1,-8 4-412,-6 1 0,-10 3-54,-9 7 564,-10-1 0,-3 5 0,-6-7 0</inkml:trace>
  <inkml:trace contextRef="#ctx0" brushRef="#br0" timeOffset="29">18725 14387 13956,'-14'0'-1705,"0"0"1430,0 0 1,-1 0 832,1 0-55,0 0-327,6 0-109,2 0 0,7-2 148,4-2 1,4-4 46,10-6 1,4-5 35,5 0 1,0-7-117,1 3 0,6-4 125,3-2 1,4 1-185,6 0 0,-3 1-48,8 3 1,-8-1-144,3 6 0,1-5-5,-2 5 1,-6 2-215,-8 7 1,-4-1 217,-6 6 1,-2 1 0,-7 4 0</inkml:trace>
  <inkml:trace contextRef="#ctx0" brushRef="#br0" timeOffset="30">20346 12937 19452,'-14'0'0,"0"0"-1092,-1 0 0,1 0 643,0 0 1,0 5 761,0-1 1,4 3 59,1-3 0,5 0-414,0 5 1,0-6 194,0 2 1,2-2 363,-3 2 211,4-4-545,1-1 0,6-7 145,4-8 1,4 0-186,5-4 1,3 1-206,6-5 0,2-1 331,4-5 0,3 1-193,11 0 0,-2-6 276,6 1 1,-5 0-332,5 5 0,-6 1 67,2 3 1,-1-1 150,-4 6 1,-1 1-462,-13 9 1,-4 3-353,-11 6 19,0 0 0,-6 8-1423,-3 6 1813,-10 0 0,-9 13 0,-8-5 0</inkml:trace>
  <inkml:trace contextRef="#ctx0" brushRef="#br0" timeOffset="31">20460 13008 19374,'-14'0'-507,"-7"-6"0,7-2-448,0-6 0,1-2-6,8-3 0,2 3 1001,8-3 0,15-3 550,13-2 1,10-7 43,9-2 1,0-5-480,10 4 0,3 1-388,1 5 1,-28 13 0,0 1 175,2 0 0,1 0 0,30-8 338,-5 3 0,0 3 0,-1 2 0</inkml:trace>
  <inkml:trace contextRef="#ctx0" brushRef="#br0" timeOffset="32">21981 14216 12609,'-8'0'-429,"-4"0"59,2 0 0,-3-4 94,-1-1 1,6-1-11,4 1-158,-4 3 265,6-10 1,-3 5 241,10-2 0,0-4 68,9 4 0,3-4-96,12-1 0,1 0 97,3-1 0,3 0-54,7-4 1,4 1-54,1-5 0,-1 5 160,-4-1 0,0 8-14,-1 2-199,1 6 0,-7-10 0,-1 5 0</inkml:trace>
  <inkml:trace contextRef="#ctx0" brushRef="#br0" timeOffset="33">21995 14302 12681,'-34'0'-658,"4"0"-82,-4 0 1,11 0 867,4 0 0,9-7 494,5-2 0,7-4-558,8-1 0,7-2 180,16-3 1,11-3-305,13-6 1,6-1-14,8 1 1,2-1-226,-35 15 0,0 0 1,0 0-1,0 0 204,4-1 0,1 1-114,-2 0 1,0 0 0,5-1 0,0 1 0,-3 0 0,-1 0 0</inkml:trace>
  <inkml:trace contextRef="#ctx0" brushRef="#br0" timeOffset="34">20374 18169 8230,'-14'-7'-1198,"6"6"1100,-4-12 88,10 11 1,-9-5 193,6 2-90,1 3 0,4-6 167,0 4-10,0 2-184,0-4 156,0 6 426,0 0-371,6 0 20,-5 6-136,12-4 0,-10 9 510,7-7-141,-7 1-272,10-5 0,-6-1-139,8-4 0,-1-5-175,0-9 1,2-3-30,3-6 0,9-7-337,10-3 1,6-8 172,9-1-60,5-7 0,-20 29 0,1 0 0,1-4 0,-1 1 0</inkml:trace>
  <inkml:trace contextRef="#ctx0" brushRef="#br0" timeOffset="35">20261 18012 8475,'-7'-12'-469,"-2"2"1,1-1 168,-1 6 108,-1-6 265,-4 3 0,4 0-148,1 4 0,6 1-59,-2-2 288,3 3-411,2-4 227,0 6 418,0 0-184,7 6-85,-6-4 1,10 6-51,-6-4 1,1 4-47,-1 7 1,1-1 56,4 0 0,3 7-80,-4 2 0,10 4 0,3 2 0</inkml:trace>
  <inkml:trace contextRef="#ctx0" brushRef="#br0" timeOffset="36">24839 14856 8524,'-21'0'0,"6"-6"-1428,-6 4 1094,13-4 0,2 8 107,6 2 0,6-1 222,4 7 1,2-2-27,2 1 1,-4-2 117,-1-7 0,-4 4 412,5 1-179,-7 0-45,3-5-411,0 0 222,2 6 1,6-4-87,1 2 0,5-2 0,2-2 0</inkml:trace>
  <inkml:trace contextRef="#ctx0" brushRef="#br0" timeOffset="37">25919 14671 8516,'-14'-14'0,"0"0"-632,0 0-179,6 6 1,3 1 810,10 7 0,15 0 0,10 0 0,13 0 0</inkml:trace>
  <inkml:trace contextRef="#ctx0" brushRef="#br0" timeOffset="38">27057 14330 8527,'-14'-6'-97,"-1"-2"0,1-5-294,0 4 222,6 3 0,10 6-719,12 0 888,13 0 0,15-7 0,9-1 0</inkml:trace>
  <inkml:trace contextRef="#ctx0" brushRef="#br0" timeOffset="39">30782 12894 8327,'0'-42'0,"0"-1"-200,0 7 0,12 7 200,7 10 0,19 3 0,7 2 0</inkml:trace>
  <inkml:trace contextRef="#ctx0" brushRef="#br0" timeOffset="40">23318 13051 9956,'-7'-43'-1193,"4"0"891,-6 1-470,5-1 0,-2 0 731,6 1 0,0 1 122,0 3 1,-5 3-59,1 7 0,-7-1 111,1 1 0,-3-1-183,-1 1 0,-6-7 11,-4-3 1,-3-3 198,-1-1 0,-1-6-114,1 1 1,-1-7 135,1 2 0,-5-2-99,0 2 1,-5 3-132,5 6 0,-9 1 152,0-1 0,-1 2-10,-4 3 1,-2-3-136,1 3 0,-4 2 146,5-2 1,-7 0-183,2-5 0,-3 7 122,-2 3 1,-8 3-16,-6 1 1,-5 7-26,36 13 1,0-1 0,-38-10-310,7 1 0,0 0 315,0 5 0,0-1 2,0 1 0,4 0-46,1 0 0,6 0-49,-2-1 0,-1 8-23,2 2 1,-7 3 106,1 2 0,-2 0-219,-2 0 1,-5 5 215,0 0 0,2 6 3,7-2 1,-2 2 9,3-1 1,-9 2 5,0-2 1,34-4-1,1 0 49,-36 9 1,2-3-63,8-2 1,-2 2 80,6-2 0,-1 3-47,1 1 1,-3 2-10,-6 3 1,-3 1 50,3 4 0,-2 3 20,12-4 1,-2 4 35,1 2 0,3-1 7,-2 0 0,2 1 38,3-1 0,3-4-51,1 0 1,2 4 17,-2 5 1,3 0-81,6-4 0,-4 4-47,-1 0 1,-4 5-20,5-5 1,-1 2-31,6-2 0,-4-1-36,3 6 0,-6 4-34,11 6 1,-4-1 31,8-4 1,1 0-9,5-1 1,-5 4 39,-1-3 0,6 2-21,4-7 0,5 5-11,-4 4 0,5 4-25,-1 6 1,4-5-1,0 0 0,1 2-32,0 7 0,1-7-6,4 3 0,-2-5 48,6 0 1,-1 3-15,1-2 1,3 3 52,-2 6 0,2 3-36,2 6 0,0 2 64,0 2 1,0 4-71,0-36 1,0 0 0,2 0 0,1 1 62,-1 0 1,1 2 0,-1-2 0,0 2 14,-1 4 0,-2-1 0,1-6 1,-1-1-1,-2 4 0,1-2 0,1-2 0,0-1-43,-1-1 0,0 0 0,-2 2 0,1 0 50,1-2 1,0 0 0,-3 38-103,5-2 0,0-4 61,0-1 1,0 4-27,0 5 1,0-6 42,0 7 1,0-7-14,0-3 0,1 2 4,4 3 0,-3-8 2,2 3 1,-2 1 157,-2 4 1,0 2-149,0-2 0,0-5 73,0 0 0,2-2-47,2-7 1,0 1-77,5-1 0,-4-4 30,4 4 0,1-4-15,4-1 1,-5 0 35,1 0 1,-1 0-28,6-1 1,-1 1 66,0 0 0,0 2-104,0 2 0,2-7 117,3 3 0,-1-5 68,5 0 0,3-3-144,7-6 0,1-2-11,4-3 1,3 1-7,-3-6 1,3 7 86,2-2 1,0 3-21,-1 1 1,6-4 59,-1 0 0,8-1-41,2 0 0,0 3 136,5-7 1,1 0-107,-1-4 1,6 1-116,-2 3 0,-1-5 185,1 1 0,0-1-143,5-4 1,2 7 17,-35-14 1,0 0 0,35 14-16,2-7 1,-33-13 0,0-2 15,0-1 0,2-1 0,4-2 0,1-1-2,-1 1 1,-1 0 0,1-3 0,-1-1 6,-4 1 1,-1 1 0,3-2 0,0-1 10,0 0 0,0 0 0,2 2 1,0 1 3,-5-1 1,1 1 0,1-1 0,0-1-30,-3-3 0,-1-1 0,0 0 1,1-2 0,1-2 1,1 0-1,0 0 1,1 0 5,3 0 1,1-1 0,0 1 0,0 0-1,-3 0 0,0 0 0,1 0 1,0 0-40,-1 0 1,0 0 0,0 0 0,1 1 40,2 1 0,-1 0 1,-2 0-1,0-1-41,-4 4 0,-1 0 1,37-9 24,-6 1 0,5-7-2,0-2 1,-2-6 49,-8 1 1,2-3 9,-6-1 1,4-2 27,-4-4 1,-1-2 159,-4-7 1,-5-1-51,1-3 1,2-2-73,2-3 1,-4-4 188,-10 4 0,5-5-183,-1-4 1,-21 29-1,-2-1-61,-2-2 1,-1-1-1,2 1 1,0-1-5,15-35 1,-20 35 0,0-1-64,1 0 0,0-2 0,0-2 0,0-1 32,2-3 1,1 0 0,-1-3 0,0 1-226,1 2 0,-1 0 0,0-5 0,-1-1 168,-1 1 1,0 0 0,1-3 0,-1-1 42,-2 2 0,0-1 0,-1 1 0,1 0-102,-3 2 1,0 1-1,0-2 1,1 1 51,-1-2 1,0-1 0,0 1 0,-1-1-26,-1-2 1,0 1 0,1 3 0,-1 0 64,-3 4 0,1 0 1,2-1-1,0-1-2,-3-3 0,1 0 0,1 2 0,0-1 4,-4-1 0,0 0 0,1 2 1,0 0 3,-6 3 0,0-1 0,3-1 0,0 0-16,-2 2 0,-1 0 0,0-6 1,0 0 6,-1 1 0,-2 0 0,1-2 1,0 0-117,1 7 0,-2-1 0,-1 0 1,-2-1 7,0-1 1,-1 0-1,-1-1 1,-1-1-102,0 2 0,0 1 1,-2 0-1,-1 1 217,1 6 0,-1-1 0,-3-2 0,1 0-7,-1 0 1,2 0 0,0-2 0,0 1-43,-1 3 0,0 1 0,3 0 0,-1 1 246,-14-30 1,7 2 25,-2 3 0,-2-2-187,3 6 0,3 0 102,6 6 0,-1 0-120,-4 4 0,-5-3-106,0 3 1,-1 3 75,1 1 1,-3-2-144,-7-2 1,1-4 141,-1 0 0,-1-1-29,-3 0 0,2-6 96,-7-4 1,1 6-95,-1 4 1,-3 1 159,3 9 1,-7-5-57,-3 5 1,-1 1-29,2 8 1,3-2-51,-4 7 1,-2-2-2,-2 2 1,1 5-31,-1-1 0,4 3-160,-4 7 0,-1-2 47,-9 2 0,2 2 96,-6-7 1,-1 7 59,-4-2 0,-5-2-64,1 2 1,-1 0 340,5 5 0,-1 0-281,1 0 0,-8 4 14,37 5 1,-1 1 0,-36-4-36,39 3 1,0 0 0,-1 2-1,1 0-6,-41 3 1,39 0 0,-1 0 35,-2 0 0,0 0 1,2 0-1,1 2-14,-1 0 1,0 0 0,-36 0 114,8 3 1,7-4 209,2-1 0,10 0-159,4 0 1,4 0-103,2 0 0,-1 2 312,0 3 1,1-4-335,-1 4 1,5-2 168,0 2 0,5-2-262,-5 6 1,2 1 426,-2 4 1,-3 0-382,3 0 0,-5 1 56,-4-1 0,3 2 3,-4 3 0,4-4 45,1 4 0,4-1 115,-4 1 1,8-2-105,-7 7 0,7-5 7,-3 4 0,3 1-82,-7 5 0,7-6 72,-8 1 0,-1 4-27,-3 6 1,-2-1 1,1-5 1,6 1-27,-1-1 0,0 5-78,5 0 0,-4 7-17,-6-2 0,4-2-180,-3 2 1,-4 0 199,-1 5 1,1 1 33,-1 3 0,7-7-37,-3 2 1,10-2-34,5 3 0,-2-1 0,2 1 0,-2-1 8,2 1 0,-3 6 22,-7 3 0,-4 3 37,-1 2 0,3-1 41,7-4 1,-3 8-56,3-3 1,-2 7 47,2-2 1,4 0-64,5-6 0,2 1-135,4 0 1,-1 0 151,10 0 0,-4 0-7,9 0 0,-4 0-13,-1-1 0,1 4-12,4-3 1,1 3-6,3-8 1,4 8-4,-4 2 0,3 9 14,2-4 1,0 4-1,0-10 0,7 6 47,2-6 1,4 13-52,1 2 0,2 3-210,-7-36 0,1-1 0,-2 0 0,-1 0 224,3 5 1,-1 1-1,2 1 1,-1 0 1,-1 1 1,1-1-1,0 3 1,0-1 12,0-3 0,-1-1 0,-1 1 0,0 0 2,2 0 1,-1-1 0,-1 1 0,0-1-158,-1-4 0,0-1 0,0 2 0,0-1 166,8 33 0,-1 0-15,0-5 0,5-2-172,0-2 0,5-4 172,-5-6 0,4 1-7,-4 4 1,7 1-7,-3 3 0,3-1-13,-3-3 0,4 2-6,-3 7 1,3 5 21,-13-38 1,0 0-1,0 0 1,0 0-8,15 33 1,-1-2-25,1-2 1,1-1 23,3-9 1,-3 1-11,3-10 1,2 1-2,-2-2 1,5 2 5,-5 3 0,2-3 35,-2-6 0,-1 4-43,6 1 0,0 4 27,4-5 1,1 1-14,0-6 0,1 1-27,3 0 1,4 2 7,6-2 1,4-4-1,1-10 0,4-2 2,-4-4 1,9-4-12,-5-9 0,2 1 40,-6-6 0,4-1-2,10-4 1,-3 5 132,2 0 0,1 0-187,5-5 0,-40-1 1,2 0 116,6-1 1,1-1-1,-1-2 1,0-2-82,5-2 1,1-1-1,-3-3 1,0 0 39,3 1 0,-1 1 0,-1 0 0,0 0 4,4-1 0,0 0 0,-2-2 0,0-1-4,5 0 1,-1-3 0,-1-1 0,-1-1 5,0 1 1,0 0 0,1-1 0,-1-1-6,3 0 1,-1-1 0,-4 1 0,-1 0 15,1-1 1,-1 1-1,-3 2 1,-1 0-16,-2 0 0,-1 0 0,0-2 1,-1-2-86,-1-3 1,0 0-1,-2 1 1,-1 1 89,1 0 0,0 0 0,-3 2 0,-1 0 7,-4 1 0,1-1 1,30-15-36,0-1 1,-10 6 22,0-1 0,-7 3-30,4 1 0,-6 1 222,5 0 1,-6-1-36,1 1 0,-4-1-85,-5 1 1,1-1 633,-5 1 0,-1 0-488,-5-1 1,1-4 537,-1 0 1,0-5-562,1 5 0,-5-5 221,-1 5 0,-1-1-461,2 6 0,3 0 249,-3-1 0,-2-4-325,1 0 0,0-7 140,0 2 0,4-9-130,-3-5 1,1-3-192,-1-2 1,1-6 284,-6-4 1,0-4-3,-5-5 1,0 4 10,1-4 1,-6-2 63,1 3 0,-8 33 0,-1 0-7,1-1 1,0 1 0,0-2-1,-2-1-221,1-4 0,-2-1 0,-2-2 0,0-1 225,-2-5 0,0-2 0,-1-4 0,0-2-16,-1-4 0,-1-2 0,-1-2 0,-2 0-378,0-4 1,-2-1 0,3 25 0,-2 0 0,-1 0 353,0-1 1,-1-1-1,-1 1 1,-1-3-1,0-1 1,-1 0-7,-2-1 0,-1 0 1,2 0-1,2 3 0,1-1 1,0 1-5,0 0 1,1 0 0,0 1 0,3 1 0,1 0 0,0 0-123,0 1 0,0 1 0,1-1 0,-2-24 0,2 1 113,3 6 0,2 0 0,0 0 0,2 0 0,3 1 0,1 1 0</inkml:trace>
  <inkml:trace contextRef="#ctx0" brushRef="#br0" timeOffset="41">19919 12127 8186,'-14'0'-487,"0"-7"-169,0-2 0,1-4 625,4-1 1,-4 4-44,4 1 0,2 0 328,3-6 1,-3 6-101,2-1 0,-4-1 69,4-8 1,-4 8-139,4-3 0,0 3 354,5-3 0,-4 0-12,-1-1 1,-1 6 413,1-1-365,3 7-468,-4-3-34,6 6 0,1 0 191,4 0 1,3 6-155,6 4 1,-3 2 48,4 3 1,-4 4-39,8-1 0,-4 1 105,0-4 1,-1-1 0,0 0 1,0 0 90,0 1 1,1-6 228,-1 0 1,0-5-4,0 0 1,2-10-44,3-8 1,3-10-402,7-14 1,1-8-147,3-15 0,3-9-251,-15 33 0,1-1 0,1-3 0,0 1 140,-2 2 1,0 0-1,2 1 1,0 0-662,15-29 0,-3 9 128,-2 9 1,-5 6 788,-4 4 0,-2 3 0,-3 7 0,3-1 0</inkml:trace>
  <inkml:trace contextRef="#ctx0" brushRef="#br0" timeOffset="42">20289 11530 8417,'-5'14'5,"1"0"1,-6-5 5,5 1 0,1 4 173,4 5 1,6 6-17,4-1 1,2 3 81,2 1 0,2 1-161,3-1 0,-3-4 132,3 0 1,1-7 168,-1 2 1,0-8-21,-4-2 0,4-5 115,-1 0 1,3-8-134,-2-6 1,-2-9 53,7-5 1,0-9-360,4-5 0,1-9 90,-1-5 0,5-3-435,0-2 0,7 0 382,-2 0 0,11-6-756,-21 29 1,1 1 0,2 1 0,1 0 671,3-2 0,1 1 0,2 0 0,1-2 0,1-1 0,1 0 0,0 0 0,2 1 0,-1 1 0</inkml:trace>
  <inkml:trace contextRef="#ctx0" brushRef="#br0" timeOffset="43">23815 12183 8291,'-14'0'0,"0"0"0,0 0-831,-1 0 448,1 0 0,6 2 848,3 3 0,4 9-186,1 10 1,0 9 48,0 5 0,6 4-140,4 6 1,2-2 2,3 6 0,-1-5-140,0 5 1,5-6-4,0 1 1,0-9 77,-5-4 1,0-4-82,0-2-123,-6-6 0,0-8 199,-3-9 238,-3-3 0,2-4-124,-8-3 0,0-4-280,-5-10 1,-1-3 16,-4-7 0,0 1-116,0-1 0,0-4 108,-1 0 0,1-8-111,0-2 0,-2 1-164,-3-6 1,7 4 96,-7 2 0,11-3-7,-7-2 1,6 7 74,0-2 1,-3 13 190,8 1 1,-1 9-159,5 0 29,0 9 0,2 6 51,2 8 0,4 6 24,6 9 0,5 1 157,0 4 1,2 8-109,-2-4 0,-2 5 95,7 1 0,-2-6-87,2 0 0,-2 1-15,-3-5 1,-2-4-22,7-1 1,-7-5-1,2-4 0,-3-4 47,-2-6 0,0 0-16,1 0 1,-7-6 3,-4-4 1,3-4-26,-3-5 0,6-3-106,-5-6 1,-1-1 97,-4 1 0,5-1-85,0 1 1,0-7 30,-5-3 0,-2-3-107,-3-2 1,2 2 125,-6 3 0,4-1-15,-5 6 0,7 1 59,-2 8 1,-1 4-107,1 6 123,1 6-84,4 1 26,0 20 1,1-2 91,4 13 1,-2 1 143,7 8 1,-1-1-54,5 6 0,1 0 112,-1 4 0,2 1-41,2 0 1,-2-1-124,3 1 0,2 0-85,-2-1 1,4-1 111,-4-3 1,0 2-220,-4-7 1,-1 0-25,0-4 0,-1-7-170,-4-3 0,2-4-159,-6 0-330,0-7-52,1 4 515,-4-10 0,9 2-205,-7-8 1,6-4-77,-5-6 580,6-1 0,-3-5 0,6-2 0</inkml:trace>
  <inkml:trace contextRef="#ctx0" brushRef="#br0" timeOffset="44">24441 11856 8291,'-7'-14'12,"-7"0"0,-2 5 182,-3-1 105,4 7 1,0-3-12,1 6 0,5 0-411,-1 0 0,2 8 104,-1 6 0,-4 2 14,4 7 1,1 1 22,-2 4 0,6 1-68,-6-1 0,7 1 103,-2-1 1,4-1-162,1-3 0,0 1 78,0-6 1,6 5 54,3-5-98,4-1 0,3-5 79,3-3 0,-2-4-40,7-6 0,-5 0 30,5 0 1,-2 0 2,1 0 0,4-5 42,-3 0 0,3 1 4,1 4 1,-1 0 114,-3 0 1,1 0-135,-6 0 0,5 1-15,-5 4 0,-5 3 31,-5 6 1,-1 2-43,2 3 0,-4-2 88,-6 7 0,-1-5 3,-4 5 1,-8-5-29,-6 4 1,-5-5-1,6 1 1,-8-4-149,3 0 0,-3-1 83,3 0 1,-3-6-180,7-3 153,0-4-848,5-1 405,6 0 1,4-8-219,8-6 0,4-2 1,6-7 688,7-1 0,1-11 0,6-1 0</inkml:trace>
  <inkml:trace contextRef="#ctx0" brushRef="#br0" timeOffset="45">24611 11885 8259,'-9'-14'0,"-1"-1"-211,7 1 394,-9 0 359,10 0-89,-4 6-239,6-5 1,0 10-152,0-6 1,0 4 148,0-5 1,6 3-151,3-3 1,6-3 137,4 4 0,3-8-236,6-2 0,2-2 18,3 2 1,-1 2-86,6-7 0,-5 5-54,5-5 0,-6 7-267,1-2 0,-8 5-788,-1 4 490,-7-2-53,-3 10 495,-7 2 0,-14 8 260,-2 6 1,-5 1-9,-5-1 1,3 2 27,-3 2 0,-2-2 17,2 3 0,0-3-85,5-2 0,0 0 258,0 1 0,0-1-73,-1 0 0,3-4 160,2-1 1,-1-4-81,6 4 1,-4-4 237,4 5-87,1-7 22,4 9 0,1-4-53,4 6 1,3 2 145,6 3 1,0 3 214,0 7 1,5 5-222,0 4 0,0-1-286,-5 1 1,2 1 112,3 8 1,-3-2-233,3 2 1,-8-3-223,-1-1 1,-1 6-851,5 3 751,0 10 0,-6-4 0,-1 5 0</inkml:trace>
  <inkml:trace contextRef="#ctx0" brushRef="#br0" timeOffset="46">24299 13065 8246,'-15'0'0,"6"0"536,-1 0-205,1 0 1,-4-2 674,4-2-764,2 2 1,9-11-113,3 4 0,4-4-115,10-1 1,14-7 132,10-2 0,16-9-165,2-1 0,-25 14 1,1 0-119,1 2 1,0 1 0,0-3 0,-1 0-12,35-14 1,-1 0-139,0 4 0,-8 2-161,-6 4 0,-13 8 106,-11 11 0,-11 4-331,-7 4 670,-8 11 0,-19 19 0,-4 11 0</inkml:trace>
  <inkml:trace contextRef="#ctx0" brushRef="#br0" timeOffset="47">22976 14103 5282,'57'-38'0,"-1"0"0,0 0 0,3 1 0,0 1 0,2 2 0,2-1 0,2 2 0,0 1 0,1 1 0,0 1 0,1-1 0</inkml:trace>
  <inkml:trace contextRef="#ctx0" brushRef="#br0" timeOffset="48">24313 13235 8158,'-35'0'12,"0"-1"-40,-3-4 0,5 4 367,9-4 1,4 3 1972,6 2-2123,6 0 1,11-6 7,16-4 1,20-10-205,28-8 1,-25 8 0,4-2 51,12-3 1,3-2 0,-14 7 0,3-1 0,1-1-629,6-1 0,1-1 1,3 0-1,8-2 1,2-1-1,2-1 583,-13 5 0,2-1 0,0 0 0,0 1 0,2 0 0,-1 1 0,1 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322"/>
    </inkml:context>
    <inkml:brush xml:id="br0">
      <inkml:brushProperty name="height" value="0.053" units="cm"/>
      <inkml:brushProperty name="color" value="#FF0000"/>
    </inkml:brush>
  </inkml:definitions>
  <inkml:trace contextRef="#ctx0" brushRef="#br0">1324 11929 8229,'6'-8'-771,"-4"-5"0,4 10 782,-6-6 1,1-1 797,4-4 1,-2 0-355,7 0 0,-6 0-142,6 0 1,-1 0-308,5 0 1,0 0 81,0 0 1,0 4-248,1 1 1,-1 6 123,0-2 0,-2 5-37,-2 5 1,2 4 21,-2 10 1,0 3-172,0 6 1,1 2 34,-6 3 1,-1 3 162,-4 6 0,0 0 109,0 0 0,-1-4-101,-4-1 0,2-4 197,-7 5 0,6-7-21,-6 2 1,6-9-39,-6-6 1,7-2 47,-2-2 7,4-6 0,1-2 0,6-7-74,4-4 0,8-5-58,6-8 1,2-4 41,3-6 1,0 4-183,4 1 0,-3 1 88,3-2 1,-10 4-37,-4 6 0,-3 1-72,-2 4-350,0 3-197,-6 6 418,-2 0 1,-6 6-185,0 3 0,-6 4 120,-4 1 0,2 0-227,-1 0 1,4 0 533,-4 0 0,6 0 0,-10 0 0,5 1 0</inkml:trace>
  <inkml:trace contextRef="#ctx0" brushRef="#br0" timeOffset="1">2056 11886 8096,'-8'7'181,"2"-6"1,5 6-375,-4-7 208,3 0 433,-4 0-180,0 0 1,4 1-1,-3 4 0,2-4 149,-1 4 12,2-3-416,-4-2 129,6 0-108,0 0 11,6-7 1,7 0-126,5-8 0,12 0-64,-2-4 1,10-1-128,-1-4 0,4-2 33,1 2 0,1-2 81,-1-3 1,-1 3-48,-4 2 0,-2 4 31,-7 6 1,-6 0-391,-4 0 310,-8 6 349,-4 2 1,-8 6-60,-2 0 1,1-2 77,-7-3 0,6 4-1,-6-4 0,5-1-82,-4 1 1,6-1 345,-2 1-219,-3 4 0,5-7 440,-6 3-132,6 4 85,-10-6-45,12 1-67,-6 4-585,7-4 169,0 6 225,0 0-338,7 0 0,1 0-64,6 0 0,0 2-74,0 2 1,-5 0-73,1 5 37,-1 0 1,3 5-497,-2 1 0,-4 0 353,-6 4 1,0-2-288,0 7 0,-1-6 692,-4 6 0,-9-1 0,-8 6 0</inkml:trace>
  <inkml:trace contextRef="#ctx0" brushRef="#br0" timeOffset="2">3056 11126 7878,'-8'-22'-1340,"-3"-8"1072,7 7 0,-7-5 1409,1 9-147,4 0-335,-6 5-364,10 6-121,-4 2 1,7 6-121,4 0 0,3 11 87,6 3 1,0 9-49,0 1 0,5 7 44,0 2 1,4 6-234,-4-1 1,0 1-36,-5-2 0,5 4-75,-1-3 0,1-4-459,-5-1 1,2-2 327,3 2 1,-4-5-634,4 0 459,-3 1 511,-2-14 0,0-1 0,0-7 0</inkml:trace>
  <inkml:trace contextRef="#ctx0" brushRef="#br0" timeOffset="3">3380 11351 7878,'0'-22'-1315,"0"2"986,0 6 0,0 0 1096,0 0 1,0-5-181,0 0 0,2-1-135,2 1 1,0 2-166,5-7 1,-4 6-48,4-6 0,-6 2-132,2-1 0,1 1 135,-1 3 1,-1 3-153,-4-2 1,0 2 84,0 2 0,0 5-266,0-1-158,0 7 22,-6-3 0,0 7 104,-3 4 1,-4 4-103,4 10 1,1 3 114,-2 6 0,7 5 53,-1 0 0,-3 5-150,3-6 1,-1 6 126,5-5 0,2-5-167,2-5 1,2-1-5,4 2 0,2-1-124,-2-9 1,4 2 73,5-11 1,-2-1-126,6-4 0,-1-1 425,2-4 0,2-3 0,-4-18 0,6-4 0</inkml:trace>
  <inkml:trace contextRef="#ctx0" brushRef="#br0" timeOffset="4">3634 11070 7915,'0'-14'-252,"0"-1"1,0-3 268,0-1 1,0 0-4,0 5 1,0-5 144,0 0 1,0 1 55,0 4 0,4 0-27,1-1 1,1 6 148,-1 0 1,-2 4-123,7-4 1,-6 5-10,6 0 1,-6 2 158,6 2-320,-1 0 1,5 0-46,0 0 0,-1 6 131,-4 4 0,4-2-141,-4 1 0,4 0 70,1 6 1,-5-6-435,0 0-57,1 1 200,4 4 0,-5-2 158,1-2 1,-7-2-22,2-4 149,-4-2-98,-1 4 0,-6-1 17,-4-1 1,3 3 5,-3-3 1,2 0 72,-1 5 0,-4-1-41,4 1 1,-2 4 0,2-4 1,-2 4-10,6 1 0,-4 0-9,4 0 0,-4 0-25,4 0 26,0 0 0,5 0 57,0 0-53,0-6 0,0 0 357,0-3-217,7-4 1,0 4 93,7-10 0,-1 2-179,-4-6 0,4-1 9,-4-4 0,4-2-25,1-2 0,-2 0 49,-2-5 0,2 1-117,-2-1 1,2-4 87,2 4 0,-4-4-14,-1-1 0,-1-5-63,1 0 0,2 0-10,-6 5 1,1 0-62,-1 0 1,-4 0 127,4-1-39,-3 7 13,-2 8-76,0 2 0,0 12 61,0 0 0,0 1-133,0 9 1,-2-1 84,-3 5 1,4 2-88,-4 3 1,4-4 69,1 4 0,-5-3 3,0-2 0,1 0-124,4 0 0,4 0-78,1 0 318,6 0 1,-3 0-128,6 0 1,0-4 106,0-1 0,0-1-26,0 1 0,0 2 132,0-6 0,-4 6-64,-1-2 0,-1-1-68,1 2 1,2-1-135,-6 5 1,0 0 144,-5 0 0,0-4-302,0-1 0,-2 0 78,-3 6 0,-2-6-37,-8 0 0,6-6-337,0 2 181,-1 3 1,-2-8 89,2 0 0,-1-6 310,7-8 0,-6-2 0,6-3 0,-1-3 0,5-6 0,0-2 0,0-2 0,-2 0 0,-2-5 0,2-1 0,-3-4 0,4-5 0,1 0 0,-5-5 0,0 5 0,-1 0 34,2 5 1,2 6 140,-3 3 1,-1 10 395,1 4-111,1 10-322,4 2 1,0 9 2,0 3 0,6 4 176,3 10 1,4 3-11,1 6 1,5 2-88,-1 3 1,7-2-181,-1 6 1,-2-4 59,1 5 1,-1-5-360,2 4 1,-2-4 172,-4 5 0,-2-7-604,3 2 0,-4-5 357,0-5 0,-6-2 333,0-7 0,-6 0 0,4 0 0</inkml:trace>
  <inkml:trace contextRef="#ctx0" brushRef="#br0" timeOffset="5">4183 10858 7915,'-8'-6'634,"2"-2"1,6-6-590,0 0 0,11-2-722,3-2-1,14 0 678,0-5 0,10-7 0,-2-6 0</inkml:trace>
  <inkml:trace contextRef="#ctx0" brushRef="#br0" timeOffset="6">4817 10309 8077,'0'-8'568,"-2"2"-311,-3 6-181,4 0 1,-4 6 46,10 4 0,-2 2-82,6 2 0,1 5 6,4 0 0,-5 6-149,1-2 0,-1-2-9,5-3 1,0 3 106,0-2 0,0-1-69,1-4 0,-6-4 77,0-1 0,-4-6-215,4 2 140,-5-3 216,2-2-146,-6-7 1,1-5 8,4-7 0,-3 0-42,2 5 0,-2-5 35,-2 1 1,0-3-44,0 3 0,5 2 41,-1-3 0,3 5-145,-3 5 1,-1-2 66,7 6 1,-6 0-56,6 5 0,-1 0 116,5 0 1,0 2-1,0 3 0,1-2 84,-1 6 0,3 0-108,-3 6 1,3-6 151,-7 0 1,2-4-70,2 4 1,-4-5 815,-1 0-575,-6-2 0,3-4 108,-6-2 0,0-4-161,0-6 1,0 0-123,0-1 0,-4 0-498,-1-4 1,-6 2 240,2-7 0,1 6-693,-2-6 1,6 5 412,-6-4 1,7 6-119,-2-2 0,4 3 548,1 2 0,0 5 0,0-1 0,0 7 0,5-1 0,-1 8 0,7 4 0,-5 6 0,4 0 0,1-4-112,-6-1 462,5-6-35,-2 3 0,6-6 297,0 0-275,1 0 0,-1-6 10,0-3 0,-5-4-99,0-1 0,-4 0-151,5 0 1,-7 0 88,1 0 1,-2 0-173,-2 0 0,0 0 83,0-1 0,0 6 26,0 0-11,0 6 1,-2-4-325,-2 7 1,-3 2 23,-2 3 1,-2 9 16,6 9 1,-1-1-39,1 1 1,4-1 124,-4 2 0,4 2 37,1-2 1,4-4-12,1-1 0,6 1 2,-2-1 0,4-2 1,1-7 1,0 1 42,0-7 1,2 1 19,3-5 1,-4-1 5,4-4 0,-3-5 21,-2-8 1,0 0-57,0-5 1,-2 1 24,-2-1 1,1-4-19,-7 4 0,3-2 124,-3 1 1,-2-1-109,3 6 0,-4-1 87,-1 1-70,0 3 5,0-4-33,0 12 20,6 2 1,1 9-15,2 7 0,4-1 14,-4 10 1,2 1-208,-2-1 0,4 6-15,-4-2 0,4-2-27,1-3 0,-2-2-31,-2-2 0,2 0-687,-2 0 956,2-6 0,2-2 0,-6-6 0,-2 0 0</inkml:trace>
  <inkml:trace contextRef="#ctx0" brushRef="#br0" timeOffset="7">5605 9915 7921,'-14'-22'0,"5"2"0,0 5 0,-1 0 0,-4-4 0,2 3 0,2-2 0,-1 7 47,7 1 0,-1 6-357,5-6 0,1 5 182,4-4 0,3 6 180,6-2 1,6-1 43,4 1 0,2-4-6,3 4 0,-1-1-46,0 1 1,2 4-554,3-4 0,-5-1 156,0 1 0,-1 0 353,-9 5 0,1 0 104,-5 0 377,-6 0 0,-6 2-141,-7 3 0,-6-2-32,2 6 0,-2-4-68,1 4 1,-2 1-36,2 4 0,2 1-215,-1 4 1,4-3 99,-4 3 1,6-2-178,-2 2 1,4-4-107,1 4 0,-5-3-68,0-2 0,1 1 128,4 4 1,0-8-206,0 3-80,6-3 157,-5 3 318,12-6 1,-7-3-156,4-10 1,2-3 142,-3-6 0,4 0-110,1 0 0,0 0 158,0 0 1,0 0 8,0 0 0,0 6-28,1 3 0,3 4 80,1 1 1,6 1-74,-1 4 1,-2 7-67,1 7 1,-1 6 32,1-1 1,2 4-215,-6 5 1,-2-2 128,-7 6 1,1-4-65,-7 5 0,0-7 80,-9 2 1,-3-5-19,-6-4 0,0-4 126,0-6 1,-5-4-125,0-1 0,-4-6 196,4 2 0,0-5-95,5-5 0,0 0 157,0-9 1,0 3-33,0-7 1,4-4-144,1-2 1,6-7-9,-2-2 1,4-6-131,1 1 1,0-4-27,0-5 0,1-1 92,4-4 1,-2-3-151,6 4 1,-5-3 28,0 3 0,2-2 56,-1 6 0,0 0 41,-5 4 1,-5 3 97,0 2 1,-5 5 0,0 10 1,2 2 419,-1 7-135,0 7-287,-6 0 0,6 7-102,0 0 1,6 7 123,-2 2 0,3 5-228,2 5 1,2 3 120,3 6 0,2 2 127,7 2 1,1 0-33,-1 5 1,4-4 138,1 5 0,2-7-120,-3 2 0,0 1-41,5-1 1,-6-5-38,2-4 1,-3-2 87,-2 1 0,3-2-291,-3-7 78,3 0 66,-15-6 131,4-2 61,-6-12 1,0-2-134,0-6 0,0 0 14,0-1 0,-5 1-64,1 0 1,-1 0 105,5 0-209,0-6 0,0 4 58,0-3 0,0 8-63,0 2 0,0 4-56,0-4-250,6 6 253,2-3 0,6 6 73,0 0 0,0 6-28,0 3 0,5-1 24,0 1 1,0-1 15,-5 2 0,5-4-10,-1-6 0,1 0 122,-5 0 0,0 0 43,0 0 1,-1-6-53,-4-4 0,-1-4 153,-3-5 1,-4-1-74,4-3 1,-3-6 45,-2 1 0,-2-2-87,-3-7 1,-2-1 77,-8-4 0,0-2-53,-4-3 1,2 2-42,-7-7 1,2 9 73,-1 0 0,-2 3 78,6 7 0,0 6 148,5 8 1,5 5 124,0 5-444,5 3 1,0 13 91,8 8 0,1 0-184,9 9 1,-1 4 99,10 5 0,1 6 54,4-2 0,0-1-20,0 2 0,0-7-98,0 2 0,1-2-291,-1 2 0,0-3 152,0 3 0,-6-10 216,-3-4 0,3 3 0,0 0 0</inkml:trace>
  <inkml:trace contextRef="#ctx0" brushRef="#br0" timeOffset="8">6422 9563 7921,'-14'0'-260,"6"-7"74,-4 6 407,4-12 1,0 6-66,4-8 0,4 1-304,4 0 1,6-4-326,8-1 0,4-6 473,7 1 0,5-2 0,2-3 0</inkml:trace>
  <inkml:trace contextRef="#ctx0" brushRef="#br0" timeOffset="9">6690 9422 7921,'0'8'848,"0"-2"-738,6-6 0,-3-2-48,7-2 1,-6-4-90,6-6 0,-5-2 65,4-3 0,-1 2-95,1-6 1,-1 4 109,-3-5 1,-4 6-61,4-6 1,-3 7-81,-2-2 0,0 8 50,0 2 1,-7 6 0,-1-4-131,-6 7 1,2 7-17,2 2 1,-1 8 49,7 2 1,-6 5-52,6-6 1,-1 6 74,5-5 0,2 4-65,2-4 0,4 0 22,6-5 0,0 0-108,0 0 0,7-2 260,2-2 0,10-4 0,3-6 0</inkml:trace>
  <inkml:trace contextRef="#ctx0" brushRef="#br0" timeOffset="10">7056 9140 7921,'-20'14'0,"4"-4"-366,-3-1 0,4 5 263,1 5 0,-4 4 276,4-4 1,-1 5-164,10-6 0,0 3-1,5-2 1,2-4-114,3 4 0,-2-5 129,6-5 0,1 2-145,4-6 1,0 0 126,0-5 1,0 0-33,0 0 0,0-6 15,0-4 1,-1-2-15,-4-2 1,2-5 56,-6 0 0,-1-1 130,-4 1 1,0-1 64,0-4 0,0-3-52,0 4 0,-1-4-46,-4-1 0,-3-2-41,-6-2 1,0 0-72,0-5 1,-6-5 33,-4-5 0,-2-7-16,-3 3 0,1-2-25,0 1 1,0 3-147,0 7 1,6 8 75,3 6 0,8 12 59,2 11-47,-1 4 0,1 7 44,0 3 1,5 10 13,0 5 1,2-1 32,2 5 1,6-7 95,4 7 1,2 1-79,2 4 0,5 2 86,0-2 0,6-4 34,-2 4 1,4-2-64,1 2 0,0-3-61,1 3 1,3-3 38,1-2 0,0-2-185,-5-2 1,-4-4-8,-1-6 0,-5-6-397,0-3 360,-2 3 0,-7-7-285,1 4-561,-7-10 978,3-3 0,-6-12 0,0-2 0</inkml:trace>
  <inkml:trace contextRef="#ctx0" brushRef="#br0" timeOffset="11">7690 9042 7919,'-8'0'1050,"-4"-7"-989,10 0 1,-4-8 104,6 1 0,0-1-41,0-4 0,0 2 24,0-7 0,0 7-144,0-2 0,0-1 2,0 1 1,0-4 100,0 4-91,0 0 17,-6 5-203,-2 0 1,-2 6 32,1 3 0,1 5-155,-1 5 0,-2 5 24,6 8 1,0 0 36,5 5 0,0-1 150,0 1 1,2 4 10,3-4 1,3-1 68,6 2 1,0-7-98,0 2 0,1 0 70,4-5 0,-3 1-23,3-10 1,1 4-55,-1-4 0,4-2-31,-4-7 1,6-6-144,-1-9 0,-3-3 85,3-6 1,-7-1 192,2-4 0,-5 3 0,-5-3 0,-1-3 0,-3-1 0,-4 1 0,4-2 0,-10-6 0,-2-6 0</inkml:trace>
  <inkml:trace contextRef="#ctx0" brushRef="#br0" timeOffset="12">7845 8380 7919,'-14'-28'-266,"0"-1"0,4 7 274,1 4-135,0 2 222,-5 8 0,6 4-111,3 8 0,3 6 97,2 8 1,0 6 73,0 9 0,7-2 21,2 7 0,8-6 15,2 6 1,6 0-105,-1 4 0,-4-6-13,-1-3 0,1-4-91,-1 0 1,4-3 90,-4-2 0,0-4-250,-5-6 220,0 0-149,-6-6 75,-2-2 1,-7-10-20,-4-1 0,2-5 9,-7 6 1,-4-1-101,-5 5 1,1 0 132,4 0 1,-2 2-14,-3 2 1,4-1 35,-4 7 1,8-1-36,1 5 1,3 0 13,-3 0 1,4 1-127,6-1 64,0 0 1,6-5 85,4 0 1,2-5-37,2 0 0,7-4-78,2-4 0,-1-4 66,1-6 0,1 0-52,4 0 1,0-7 41,0-2 0,1 1 13,-1-2 1,-5 1 35,1-5 0,-7 0 3,2-1 0,1 1 8,-1 0 0,-7 0 10,-7 0 1,-3 0 55,-2-1 0,0 3-86,0 2 0,-7 9 119,-2 5 1,-4 7-54,-1-2 1,0 5-56,0 5 0,-2 3 9,-2 6 0,2 0 9,-3 0 1,4 5-108,1 0 1,4 4 100,1-4 1,6 0-166,-2-5 1,3 0 79,2 0 0,0 0-57,0 0 0,0-4 78,0-1 1,2-6 220,3 2-163,2-4 0,8-1 8,-1 0 1,-5 0 32,0 0-8,1-6 1,4 0-55,0-4 1,-2 3 29,-2 2 0,2 3-75,-2-2 1,7 4 61,2 4 0,4 1-99,-4 9 0,6-1 35,-1 10 1,7 2-11,2 8 1,0-2-7,-5 7 1,0 1-79,0 8 0,-8-5-67,-5 0 0,-3 1 90,-7-6 1,-2-4 121,-8-5 0,-4-1-95,-10-8 0,-1-2 212,-4-8 0,-2-2-73,2-7 0,2 0 38,-1 0 0,-1-2 135,-4-3 1,6 2-50,3-6 1,4-2-127,1-8 1,1 2 31,4-7 0,1 1-162,3-5 1,4-7 100,-4-2 1,10-4-248,4-1 1,4 0 21,1-1 0,1-4 38,4 0 1,1-6 67,4 2 0,1 2 8,-6 2 1,-1 10 130,-3 4 1,-3 0-119,-3 5 524,4 3-297,-11 11 0,-2 6 100,-10 3 0,2 3 11,-1 2 1,4 0-133,-4 0 0,6 7-61,-2 2 1,-1 4 49,1 1 0,-1 0-128,1 0 0,4 0 67,-4 0 0,3 5-83,2 0 0,2-1 77,3-4 1,-2 1-28,6-1 1,0 0-1,6 0 1,-1-5 3,0 1 0,0-7-28,0 1 0,0-2 44,0-2 1,2-2-359,3-2 1,-4-4 42,4-6 278,-3-7 0,4 0 0,2-8 0</inkml:trace>
  <inkml:trace contextRef="#ctx0" brushRef="#br0" timeOffset="13">2000 13323 7980,'8'0'-1404,"-1"5"843,-2-1 1139,-3 1 141,4-5-635,-6 6 177,0-4-212,0 4 20,-6-6 0,3 2 55,-7 2-7,7-2 0,-5 4 65,4-6 105,2 0-68,-4 0 88,-1 0-201,6 0 1,-7 0 269,3 0-138,4 0 6,-5 0-159,-1 0 138,6 0-314,-5 0 1,4 0 151,-3 0-326,4 0 208,-6 0-126,7 0-783,0 0 0,0 6 0,0 2 1</inkml:trace>
  <inkml:trace contextRef="#ctx0" brushRef="#br0" timeOffset="14">2605 13084 7895,'-7'7'-63,"-1"4"163,3-6 0,4 1-31,-4-1 177,-3-3-74,6 4 141,-10 0-215,10-4-157,-4 4 237,6-6-150,0 0-15,6 0 0,-2-2-35,5-2 0,2 0-1,8-5 0,-2 0-37,6-5 1,1 0 72,4-1 1,0 0-87,0-4 0,5 3 68,0-2 0,5-3-291,-6 2 1,8-4 47,-3 4 0,-2 0 67,-3 5 0,-3 0 13,-6 0 1,2 0-200,-6 0 314,0 6 1,-10-3-235,0 7 361,-5-1 0,0 5-57,-8 0 0,0 0 85,-5 0 0,0 0 2,-5 0 0,0 0 49,-1 0 1,1 0-44,0 0 0,0 0 88,0 0 68,0 0 1,0 0-45,0 0 0,1 1 252,4 4-302,-4-3 0,10 4 212,-6-6-300,6 0 1,-5 0-225,3 0 220,4 0 0,-4 5-39,10-1 1,3 1-74,6-5 1,0 0 95,0 0 0,6 2-165,4 2 1,-3-2 72,3 3 1,-2 2-239,1 3 0,2-2-112,-6 1 0,0 2-96,-5 8 1,-1-2 50,-4 6 1,-3 1 422,-6 4 0,-12 0 0,-4 0 0</inkml:trace>
  <inkml:trace contextRef="#ctx0" brushRef="#br0" timeOffset="15">3620 12309 7920,'-7'-22'-1366,"6"6"819,-4 7 1055,3 0 0,1-4 382,-4 4-815,4 2 107,-6 7-68,7 0 1,7 7 66,2 2 0,4 8 22,1 2 0,0 8 4,0 1 0,5 0-47,-1 5 0,6-2-61,-5 2 0,4-3 61,-4 3 1,0-5-213,-5-5 1,0 2-89,0-6 0,0 5-478,0-6-603,0 1 550,0-5 292,0 0 1,-4-6-49,-1-3 427,-6-4 0,4-7 0,-7-2 0</inkml:trace>
  <inkml:trace contextRef="#ctx0" brushRef="#br0" timeOffset="16">3958 12548 7920,'0'-7'212,"0"-1"-176,0 3 1,0 2 78,0-7 0,0 6 89,0-6 1,4 1-56,1-5 0,1 0 50,-1 0 1,-2 0-151,6 0 1,-4 0 76,5-1 0,-7 1-126,1 0 0,-2-1 13,-2-4 1,0 8-190,0-3 206,0 3 1,0 1-296,0 1 123,0 6 0,-2-3 92,-2 6 1,1 1-143,-7 4 0,5 3 28,-4 6 1,6 0 88,-2 0 0,4 0 30,1 0 0,0 5 3,0 0 0,0 0 90,0-5 0,0 0-96,0 0 0,4-5 73,1 1 0,6-7-38,-2 1 1,4 0-42,1 0 1,0-2 35,0 2 0,0-8-253,0-6 1,5-2 23,0-2 0,0-5 13,-5 0 1,0-4 229,0 4 1,-2-6-77,-2 1 0,1 3 161,-6-3 0,1 2-114,-2-1 1,-2-2 82,3 6 0,-2 0-37,2 5 1,-4 0 171,4 0 0,-2 0 149,2 0-51,-4 6-264,12 2 1,-10 6 87,6 0-36,-6 0 30,10 0-52,-5 0 0,1 4 23,0 1-67,-5 6 0,3-8 0,-2 6-4,-3-5 92,4 8-11,-6-4-4,0 6 1,0 0-12,0 0-7,0 0 1,0 0-13,0 0-56,0 1 1,0-1-20,0 0 0,0-5-43,0 0-47,0-5 129,0 8-58,0-10 37,6 4 1,0-8-7,4-2 1,2-4 4,-2-6 1,1-2 10,-2-3 1,4-1 16,-4-3 1,4-4 3,1 3 1,-5-1-6,0 2 1,-1-4 2,2 4 1,-3-2 14,-2 1 0,-3-1-25,2 7 1,0-1-24,0 5 38,-2 0-24,4 6 37,0-5-22,2 12 1,6-1 69,0 7 1,-1 6-73,-4-2 1,7 4 73,-7 1 1,12 0-62,-7 0 0,3 2-47,-3 2 1,-5-7 51,1 3 0,-2-3-44,1 3 1,2 1 1,-6-1 1,1-5-183,-1 0 145,-4 1 0,4 4 33,-10 0 8,-3-6 1,-6 3-41,0-7 83,0 1-58,0-5-61,0 0 0,6-6-1,3-4 1,4-2-138,1-2 0,0-2-22,0-3 1,6-2 111,3-8 0,2 1 109,-1 0 0,1-5-91,-7 0 1,6-6 150,-5 2 0,4 1-36,-4-2 0,-1 2 82,-4-1 0,0 2-53,0 7 1,-4 6 105,-1 3 0,-6 4 276,2 1-222,-4-1 155,-1 8-101,0 0-291,6 7 61,-4 0 0,10 7-157,-3 2 1,5 4 183,5 1 0,3 4-21,6 1 0,0 6 130,0-1 1,5 2-96,0 2 0,4 1 78,-4-1 0,1 0-91,-1 0 0,-3 0-132,2 0 0,3-4 153,-2-1 1,-1-4-401,-4 5 0,-4-12 44,-1 2 0,-4-8-470,4 4-118,-6-7 879,4 3 0,-14-12 0,0-2 0</inkml:trace>
  <inkml:trace contextRef="#ctx0" brushRef="#br0" timeOffset="17">4845 11929 7920,'0'-8'1138,"0"-5"-871,0 6-35,0-8 1,5 1-206,-1 0 0,7 5-257,-1-1 0,2 1-458,2-5 0,2 0-503,3 0 1191,-4 6 0,12-11 0,-5 4 0</inkml:trace>
  <inkml:trace contextRef="#ctx0" brushRef="#br0" timeOffset="18">5549 11436 7912,'-8'0'0,"1"-2"-538,2-2 530,3 2 764,-4-4-438,6 6 0,0 6-174,0 3 1,6 5 10,4 5 1,2 2-59,2 2 0,0 4-132,0-4 0,-4-3 95,-1-1 0,1 2-138,4-3 0,-2 1 11,-2-5 0,1-4-332,-7-1 165,7-6 230,-3 3 1,5-7-43,-4-4 0,-1-4 3,-4-10 0,-2 3 39,3-2 0,-4-3-30,-1 2 0,2-4 52,3 4 1,-4 0-34,4 5 0,-4 0 2,-1 0 1,0 0 45,0 0-47,7 6 1,-6 0 15,4 4-20,3 2-50,0-4 0,6 10 55,0 1 0,0 5-10,0-6 13,0 7 1,0-5-29,0 4 326,0 2-240,0-10 1,0 4-46,0-6 37,-6 0 4,-1-6 0,-3-2 34,1-6 1,0 5 52,-5-1 1,-2 1 23,-3-5 0,2 0 121,-6 0 0,4 1 93,-4 4 0,4-4-399,-4 4 1,1-4-1677,-2-1 0,3 5 1156,2-1 1,3 6 549,-2-6 0,2 7 0,-4-9 0,-2 4 0</inkml:trace>
  <inkml:trace contextRef="#ctx0" brushRef="#br0" timeOffset="19">6014 11281 7912,'8'-6'-21,"4"4"1,-9-9 217,7 6 0,-5-4 41,4 4 0,-6-6 49,2 2 0,1-4-56,-1-1 1,4-1-130,-4-4 1,4 3 72,-4-2 0,4 2-65,-4 2 1,0 0 14,-5 0 0,4 0-149,1-1 49,0 8 1,-7 0-351,-3 7-75,-2 0 0,-7 7 195,-1 2 0,1 8-43,0 2 0,5 4 80,0-4 0,5 5-27,0-6 1,-3 6 99,3-5 1,-1 4-10,5-4 0,2 0 22,2-5 0,4 0 124,6 0 0,0-5 48,0 1 1,2-7-97,3 2 1,-2-5 101,6-5 1,-4-4-73,5-10 1,-5 2 2,4-7 1,-1 1 9,1-6 0,-2 6 81,-7-1 0,-2 3-57,-2-3 1,1-1 89,-7 6 1,3 1 74,-3 3-112,-2 1-8,4 0 16,0 6-134,2 2 1,5 12 5,-4 4 1,4-1-11,-4 5 0,4-3-103,1 8 1,-5-3-203,0-2 1,-1 0-315,2 0 0,1 0 217,-7 0 1,6-5 417,-6 1 0,3-7 0,-3 2 0,-2-4 0,4-1 0</inkml:trace>
  <inkml:trace contextRef="#ctx0" brushRef="#br0" timeOffset="20">6436 10929 7912,'-26'-21'166,"2"-2"1,4 3 51,6 1 0,0-1 125,0 1 1,1 0-169,4 5 1,3 4-85,6 1 0,0 4-48,0-4 1,1 6-291,4-2 0,4-1-539,10 1 0,3-1 465,6 1 1,5 4 320,0-4 0,6-3 0,-3 0 0</inkml:trace>
  <inkml:trace contextRef="#ctx0" brushRef="#br0" timeOffset="21">6648 10647 7912,'-14'8'-1906,"0"3"2494,-1-6 0,1 6-90,0-2 0,5-1-294,0 1 0,1 2-100,-2 8 1,3-2-178,2 7 1,3-1 140,-2 5 0,4-1-93,4-4 1,4 2-190,6-6 0,-1 5 114,-4-6 1,7 1-176,-7-5 1,11-1 86,-5-4 1,-1 4 66,0-4 0,-3-3 85,7-1 1,0 1 107,0-1 1,0 1-95,5-1 1,-6-4 105,2 4 0,1 1 24,-1-1 0,0 4-43,-5-4 1,-1 6-35,-4-1 0,-3 2 11,-6 2 0,-1 6-29,-4 4 0,-4-2 56,-10 1 0,2-4 1,-7 5 1,2-7-48,-1 2 1,-2-4-2,6-1 1,-5-6-45,6-3 0,-1 1 56,5-1 1,1-2-34,4-8 0,1-3 28,3-6 1,4-6-190,-4-4 1,5-4 33,5-5 0,3-3-92,6-6 0,5-2 120,-1-3 0,6 4-13,-5-4 0,4-2 85,-4 2 0,4-6-64,-4 1 0,0-1 215,-5 2 1,-6 0-74,-4 5 0,-2 2 85,-2-3 1,-2 9-10,-2 5 0,-4 5 80,-6 5 0,-5 2-82,0 7 0,1 5 2,3 0 0,-3 5-29,-1 0 0,5 2-11,4 2 0,3 6-128,-3 4 1,-1 4 78,7 5 0,-1-2-107,5 6 1,0 1 103,0 4 0,1 2 39,4 3 1,8-2 13,5 6 1,6-5 12,-5 1 1,1-2-11,-1 2 0,1-4-38,4 4 1,1-5-99,-7-4 1,6-2 121,-5-3 1,-1-5-294,-3 0 52,-1 0-165,-7-13 289,0 6 0,-7-14 20,0-2 1,0-3-88,0-3 1,0 4 66,0-3 0,0 7 78,0-12 0,0 6-73,0-5 1,1 2 24,4 2 0,-2 0-56,6 0 1,-4 1-112,5 4 0,-1-2 98,5 6 1,0-4-95,0 4 1,2 0-30,3 5 0,-4 2 108,4 3 0,-2 2-168,2 7 1,-3 1 48,2-1 0,-2-2 212,-2-2 0,-4 0 3,-1-5 1,-4 0-4,4-5 0,-4 0 22,4 0 0,-6-8 56,2-6 1,-3 0 200,-2-5 1,4-3-78,1-1 1,-2-4-13,-8-1 1,2-5-46,-6 0 1,-1-4 33,-4 4 1,-4-6-104,-1 1 0,-6 2-60,1-1 0,-2-4 31,-2-1 1,1-2-146,3 11 0,-1 2 119,7 7 0,-1 5 28,5 10 16,6 3 1,2 7-39,6 4 0,6 9-123,3 10 0,5 2 53,5 2 0,3 5 35,6 0 1,5 5-74,0-5 0,0-1-156,-5-3 1,2-1-200,3 0 1,-4-2 61,4-2 374,-9 3 0,2-12 0,-4 6 0</inkml:trace>
  <inkml:trace contextRef="#ctx0" brushRef="#br0" timeOffset="22">7239 10577 7912,'-14'0'0,"0"0"54,0 0 1,0 0 326,0 0-86,0 0 0,4 0-24,1 0-280,6-7 1,-2 0-107,10-7 1,4-2-351,10-3 0,5 2 465,8-7 0,4-5 0,7-7 0</inkml:trace>
  <inkml:trace contextRef="#ctx0" brushRef="#br0" timeOffset="23">7563 10408 7820,'-8'0'-92,"-4"0"672,10 0 150,-4 0 1,6-7-318,0-2 1,0 0-153,0-5 1,5 3-252,-1-8 1,6 2 70,-5-2 0,4 3-118,-4-3 1,-1 4 78,-4 1 0,0 0-49,0 0-162,0 6-120,0 1 1,-1 7 57,-4 0 1,2 4-43,-6 5 1,4 2-116,-5 12 1,7-5 101,-1 0 1,2 4 0,2 2 1,0-4 46,0-1 0,6-3 0,4-2 0,2-2 8,2-2 0,0 0 48,1-5 0,5 0 182,3-5 0,4-6 0,1-2 0</inkml:trace>
  <inkml:trace contextRef="#ctx0" brushRef="#br0" timeOffset="24">7887 10084 7912,'-14'0'-349,"0"0"0,0 0 216,0 0 0,0 6 420,0 3 0,0 4-30,0 1 1,4 2-328,1 2 1,6 0 2,-2 5 1,-1-6-55,1 2 0,2 1 62,8-1 1,1-5-218,3-4 0,4-2 84,-4 1 0,4-3 139,1-6 0,0-1 14,0-4 1,-2-3-40,-2-6 1,1 0 234,-7 0 1,6-2-27,-6-3 0,1 2-6,-5-6 0,0 1-22,0-2 1,-1-2 111,-4 2 1,2-7-111,-7-2 0,-1-4-20,-7 4 0,0-6-73,-5 1 0,0-7 67,-6-2 1,6 4 33,-1 6 0,2 10-49,-1-1 1,3 11-6,6 3 0,4 6-40,1 8 0,6 6-73,-2 4 0,3 4-61,2 5 1,7 4 90,2 10 1,4-2 186,1 7 1,4-2-100,1 1 0,6 2-89,-1-6 1,-2 2 20,1-2 0,1-4 4,4 4 1,-2-9-178,-2-6 1,1-2-689,-6-2 865,6 0 0,-10-6 0,6-2 0</inkml:trace>
  <inkml:trace contextRef="#ctx0" brushRef="#br0" timeOffset="25">8394 9577 7982,'-8'-14'0,"-3"4"-367,7 1 1,-6 4-332,6-4 1223,-1 6 1,5-2-232,0 10 1,0 4-68,0 10 0,0-2-142,0 7 0,0 1 51,0 7 0,6-5-89,4 6 1,-3-8-3,3 3 1,-1-1-105,5-8 0,0 4 125,0-4 0,1-2-93,-1-8 1,-2-1 61,-2-3 1,2-5-17,-3 0 0,4-6 2,1-8 0,0-5-72,0 0 1,-4-6 23,-1 1 0,-1-2-6,1-2 0,2 0-22,-6-1 0,1 3-9,-1 2 1,-2-1-10,6 6 1,-5 1 42,0 4 1,2 0-244,-1-1 180,6 8-35,-3 0 1,6 9 107,0 3 1,0 2 0,0 8 1,0 3 71,0 1 0,-4 0-95,-1-5 1,1 0 55,4 0 0,-5 0-36,0 0 0,-4-4 123,5-1 1,-6-6-59,6 2 1,-6-4 109,6-1 1,-6-1-67,6-4 0,-5-4 13,4-10 0,-6 3 16,2-2 1,1-3-70,-1 2 1,-1-4-5,-4 4 1,-4-4 31,-1 4 0,-6 0-127,2 5 0,-4 0 59,-1 0 1,-2 6-308,-2 3 1,2 4-76,-3 1 0,-1 0-76,1 0 0,0 6-9,5 4 0,2 2 174,2 2 1,-1-4 285,7-1 0,-1 0 0,5 5 0,0 0 0</inkml:trace>
  <inkml:trace contextRef="#ctx0" brushRef="#br0" timeOffset="26">8817 9380 7982,'0'-14'285,"0"-1"-208,0 1 85,0 7 1,1 0-66,4 7 1,-2 0 18,7 0 1,-1 2-72,5 3 0,0 4-26,0 10 1,0-2 79,0 6 0,0-1-75,1 2 0,-6 1 131,0-6-185,1 6 1,2-10 199,-2 4-212,-4-3 264,-6-2-36,0-6 0,0-4-229,0-8 1,0-1 73,0-9 0,-5 3-161,0-8 0,-1-1 119,2 1 0,2-6-132,-3 1 0,4-2 96,1-2 0,0 0-195,0-1 1,0 1 28,0 0 1,1 6 110,4 3 1,-2 4 115,6 1 0,1 1-95,4 4 0,0 2 116,0 7 0,0 7-54,0 2 1,5 8-150,0 2 1,0 6 84,-5-1 1,0-2-164,0 1 1,0-6-22,0 2 1,0-3 266,0-2 0,0 0 0,0 0 0</inkml:trace>
  <inkml:trace contextRef="#ctx0" brushRef="#br0" timeOffset="27">9183 9070 7982,'8'6'-1650,"-2"-4"1947,-6 10 403,6-4 1,1 6-266,2 0 1,3 0-133,-2 0 0,2 5-308,2 0 0,5 4 124,0-4 0,0 5-121,-5-6 1,-5 6 108,1-5 0,-2-1-69,1-4 1,-3-4 79,-6-1 8,0-6 80,0 4-121,0-7 0,-5-7-113,1-2 1,-2-4 76,1-1 0,2-1-218,-7-4 1,7 2 78,-2-7 1,-1 2 6,2-1 0,-1-2-33,5 6 1,0-4-80,0 4 1,6-2 17,3 3 1,4 7 67,1-3 1,0 4-190,0 1 1,7-2 128,2 6 1,-1 1-263,1 4 1,-1 1 4,2 4 0,2 3 426,-2 6 0,-4 0 0,-1 0 0,-3 6 0,-2 2 0</inkml:trace>
  <inkml:trace contextRef="#ctx0" brushRef="#br0" timeOffset="28">9648 9154 7982,'0'10'0,"0"-1"0,0-4-1405,0 4 1124,0-6 0,0 5 470,0-3-59,0-4 0,0 4 94,0-10 1,4-2-49,1-8 0,5 1 53,-6 0 0,6-4 92,-6-1 0,7-5-125,-1 5 1,-3-6 114,3 2 0,-5 1-73,4-1 1,-6 1 19,2-2 0,-4-1-60,-1 6 0,0-4-41,0 4 0,0 0 109,0 5-127,-6 0 1,-2 2-305,-6 2 1,5 4 132,-1 6 1,1 6-202,-5 4 1,0 8 120,0 6 1,4 3-115,1 1 0,6 0 59,-2 0 1,4 0-75,1 0 0,4-1 31,1-4 0,8 2-43,1-6 1,1-2-34,9-7 1,-1 1-38,5-6 0,2-2-574,3-8 897,-3-3 0,10-12 0,-4-2 0</inkml:trace>
  <inkml:trace contextRef="#ctx0" brushRef="#br0" timeOffset="29">10098 8746 7982,'-21'-5'-13,"2"0"1,3-1 140,2 2 1,0 2 51,0-3 23,0 10 0,1 3-72,4 6 0,-2 0-33,6 0 0,1 5 119,4 0 0,0 4-265,0-4 0,1 0 72,4-5 0,3 0-239,6 0 1,4 0-19,1 0 1,5-6-86,-5-3 0,4-4 67,-4-1 1,4-6-24,-4-4 1,5-2 171,-6-2 1,1-2-36,-5-3 1,0 2 184,0-6 1,-4-1-105,-1-4 0,-6-2 195,2-2 0,-5 0 22,-5-5 0,-3-2 20,-6-8 0,-1 3-113,-4-3 1,2-3 0,-7-2 1,2-1-50,-1 1 1,-2 5 32,6 10 0,-4 2 109,4 7 1,0 8-110,5 6 0,4 6 34,1 8 1,6 8-80,-2 6 0,4 8-109,1 11 0,6 3 216,3 6 1,10 6 1,5 4 1,2-2-100,2 2 1,1-7 26,-1 2 0,-3-3-279,3-2 0,-8-1-65,8-4 168,-9 4 0,8-11 0,-5 4 0</inkml:trace>
  <inkml:trace contextRef="#ctx0" brushRef="#br0" timeOffset="30">10169 8633 7982,'-5'-14'-287,"1"0"0,-1 5 104,5-1 0,1 1 206,4-5 1,4 0-29,10 0 0,-2 0 5,7-1 0,-1 1 0,6 0 0</inkml:trace>
  <inkml:trace contextRef="#ctx0" brushRef="#br0" timeOffset="31">10451 8478 7967,'-8'-8'0,"-3"1"58,6 2 0,-1 3 316,1-2 9,4 2 0,1 8-79,9 4 1,4 7-287,1 2 1,4 6 93,1-2 1,1 2-162,-1-1 0,-3 1-155,3-6 0,-4 4-302,-1-4 0,1 0 303,-1-5 203,0-6 0,0 4 0,0-4 0</inkml:trace>
  <inkml:trace contextRef="#ctx0" brushRef="#br0" timeOffset="32">10535 8436 7967,'-23'-28'-70,"-1"0"0,7 0-21,-2-1 1,4 6 235,0-1 1,3 7 328,3-2-580,-4 4 149,11 1 0,-2 6-540,8 3 1,4 4 189,6 1 1,2 0 306,3 0 0,3 0 0,6 0 0</inkml:trace>
  <inkml:trace contextRef="#ctx0" brushRef="#br0" timeOffset="33">10676 8239 7967,'0'9'-256,"0"1"1,0-1 332,0 5 0,2 0 359,2 0 1,-1 0-242,7 0 1,-6 2-101,6 3 0,-2-3-123,1 2 0,4-2 73,-4-2 1,5-1-39,5-4 0,-4 2 99,4-6 0,-3-1-93,-2-4 26,0 0 0,0-1-19,0-4 1,-6-3 52,-3-6 1,1 0 9,-1 0 0,-1 0-77,-4 0 1,-4 0 66,-1 0 0,-6 1-254,2 4 1,-4-2 76,-1 6 0,0-4-181,0 4 0,0 0 17,0 5 1,0-4 40,0-1 0,4 0-1,1 5 91,-1 0 0,1-1-50,0-4 1,5 2 53,0-7 1,2 6 191,2-6 0,6 3-110,4-3 0,-2-2 205,1 2 0,0-2 35,6-2 0,-1 4 11,0 1 0,0 6-82,0-2 0,0-1-17,0 1 0,0 0 104,0 5 0,5 7-54,0 2 0,0 4-69,-5 1 1,4 4 31,1 1 0,0 5-173,-5-6 0,-1 3 38,-4-2 0,2-4-38,-6 4 1,4-8 108,-4-2 0,-1-4 41,-4 4 329,0-5 1,-1 0-174,-4-8 0,2-3-43,-6-2 1,4-8-59,-4 3 0,5-5-165,0 0 0,-3 2 96,3-7 1,-1 1-151,5-5 1,0 0 102,0-1 1,2 3-45,2 2 1,-1-1-37,7 6 1,-1-2 27,5 6 1,0 0 184,0 10 1,2 0-92,3 5 1,-2 8 248,7 6 0,-7 2-162,2 7 0,-4 1-280,-1 4 0,0-4-142,0-1 1,-1-6-430,-4 2 0,4-3-39,-4-2 0,-1-2 731,2-2 0,-1 2 0,5-4 0</inkml:trace>
  <inkml:trace contextRef="#ctx0" brushRef="#br0" timeOffset="34">8831 10056 7900,'-14'0'55,"0"0"1,4 0 161,1 0 1,6-2 126,-2-3 117,-3 4-401,7-5 1,-4 6 103,10 0 0,4-7 115,10-2 0,9-5-79,10-5 1,10-4-74,8-10 1,-21 14 0,1-1-367,5-6 0,2 0 0,6 0 0,1-1 249,5-5 0,3-2 0,4-2 0,2 0-271,-17 10 1,0-1 0,0 0 0,3-2 0,0 0 0,0 0 217,5-1 1,0 0 0,0 0-1,-5 1 1,0-1 0,0 0-36,0 2 0,0-1 0,0 2 0,-2 0 0,0 1 1,-1 0 23,19-11 1,-1-1 0,0 2 0,0-1-280,-3-1 0,-2 1 0,-6 6 0,-3 1 259,-6-1 1,-1 1 0,-2 5 0,-1 1-97,-5 0 0,-1 1 0,30-14-29,-13 4 1,-11 11 762,-13 8-1294,-6 6 1258,-15 8 0,-3 2-894,-14 2 0,-2 4 707,-16 6 0,-1 8-341,-13 6 0,3 0 0,-10 7 0</inkml:trace>
  <inkml:trace contextRef="#ctx0" brushRef="#br0" timeOffset="35">9465 9915 7900,'-49'22'56,"5"3"-28,-3-6 0,11-1-293,8-4 1,6-1-64,8-4 1442,6-2-412,2-1-424,6-5 1,2 4-114,2-10 0,7-2 94,13-8 0,7-6 105,16-8 0,11-7-252,-23 13 1,0-1 0,4 0 0,1-2-376,4-1 0,1-2 1,2-1-1,1-1 374,5 1 0,2-1 1,7-7-1,1-1-498,7 2 0,1-1 0,-20 9 0,1 0 1,0 0 406,0 2 0,0 0 0,-1 1 1,1-2-1,0 0 0,-1 1-85,-2 3 1,0 1 0,-1-1-1,17-11 1,-2 2-188,-10 6 0,-3 2 0,-7 1 0,-3 3-180,17-8 1,-14 7 125,-10 4 1,-9 4-87,-5 4 102,-10-2-153,-3 10 0,-7-4 948,-4 6 0,-3 12 1,-6 4-1</inkml:trace>
  <inkml:trace contextRef="#ctx0" brushRef="#br0" timeOffset="36">2591 10985 8213,'-14'-22'-462,"-4"-3"486,-1 6 0,0 2 158,5 8 376,6-4-544,2 12 0,7-4-21,4 10 0,4 4 108,10 10 0,3 9 33,6 10 0,7 4-5,2 5 1,2 4-486,-1 10 0,6-1 285,-7 6 0,7-5-373,-6 4 1,-18-30 0,0 1 371,2 1 0,-1 1 1,-1 2-1,0 0-90,-1-2 1,0-1-1,14 32-70,-10-8 1,-2-11 95,-7-8 0,0-9 52,0-14 1,-6-5 223,-4-10 533,-2-2-630,-2 4 0,0-7 963,0-4-868,0 3 397,0-4-395,0 6-62,0-6 1,2 0-1,2-4 0,4-2 1,6 2 1,5-2-142,0-2 1,4-5 110,-4 0 1,6-4-122,-2 4 0,9-5 109,1 6 1,10-7-131,0 1 0,2-2 66,-3-3 0,4 1-12,5 0 1,-4-2-200,10-2 0,-3 2 230,7-3 0,-1-3 234,6-2 1,-12 2-140,3-1 1,-1-1 121,0-4 0,9 4-89,-9 1 0,5 1-35,0-2 0,-5 4 46,1 6 0,-1 0 50,-4-1 0,-5 3-168,-5 2 0,0 2-308,-4 4 1,2 0 190,3-5 0,-6 4 75,1-4 0,1 4-30,8-4 0,-2-3 3,7-6 1,-7 2-107,2-3 0,2-1 145,-2 1 1,6-2-12,-2 2 1,-2 8 12,-2-3 1,-3 5 100,-2-1 0,0-1-118,1 6 1,-3 1-145,-2 4 1,-4 0 233,-6-1 1,5 1-112,0 0 1,2-4 117,-3-1 0,1-2-56,9 3 1,-1-4 12,11-6 0,-1-2-36,6-3 0,4 3-52,0-3 1,1-1 82,0 1 1,-6 0-16,0 5 1,-1 0-69,-8 0 0,6 0 55,-1-1 0,3 1 78,1 0 0,0 0-66,1 0 0,0-5 5,4 0 0,-1-1-10,6 1 0,-1 1-278,6-5 0,1 4 179,-34 14 1,-1 0-1,30-12 96,4-2 1,-10 4-30,0 0 0,4-5 13,6-4 1,-2 4 29,1 1 1,-33 16 0,0 0-31,28-16 0,-29 14 0,0-1-3,30-18 1,-8 4-152,-2 1 0,-7 3 171,3 2 0,-2-3 67,1 2 1,-7-2-58,-6 8 0,-5 1 215,4-2 0,-1 2 48,2-1 0,-6 3-208,-8 6 1,-2-1 280,-3 1 1,-5 0-285,0 0 1,-6 5 685,-8-1-659,0 1 0,0-5 295,0 0 1,-2 0-216,-3 0 1,-2 0 90,-8 0 0,-5-5-132,-3 0 0,-2-8 167,1-1 1,-7-2-81,3-7 1,-8-5-81,3-5 0,0-6-321,5 1 1,0-3 304,-1-1 1,-2-5-108,3 0 1,-2 0 64,11 4 1,1 4-114,4 6 0,4 3 62,1 16 1,6 3-167,-2 11-111,3 6-209,2 2-113,0 6 193,0 0 384,-6 6 0,3 1-187,-6 2 140,-1 3 0,-9-4-71,1 6 1,-3 0 173,3 1 1,0 0-72,-5 4 0,-2-2-27,-8 7 0,-3-1 59,-6 5 0,-2 0-58,-3 1 1,-9 3-226,-10 1 1,31-13-1,-1-1 252,-1 0 1,-1 0-1,-2 2 1,-1 0-41,-5 3 0,-2-1 0,-2 2 0,-2 0-336,-6 3 0,-1 1 1,-1-1-1,-1 0 306,-2 0 1,0 0 0,-1 1-1,-1-1 70,0 0 0,-1 0 0,0 0 0,-1 0 4,-1 1 0,0-1 1,1-2-1,1 1-3,2 1 1,1 0-1,-3-1 1,-1 1-20,-1 4 1,0 2 0,-1-2 0,0 0-3,1 1 1,0 0 0,-1-1 0,0 0-363,4-2 0,-1 1 1,-3 0-1,0 2 392,1 2 1,0 0 0,-1 0 0,0-1-15,1-1 0,0 0 0,2-1 0,1-2 83,3-1 0,2-1 1,-2 0-1,0 0-238,3 0 0,1 0 1,0 0-1,1-1 271,5-1 0,1 0 0,0-2 0,0 0-79,6-2 0,1-1 1,-1 0-1,1 0 14,1 0 1,1 0-1,3-2 1,0 0-29,2 0 1,-1-1 0,0-2 0,1 0 60,-34 16 0,-1-2 274,11-2 0,2 0-299,7 1 1,-7 0-245,3 4 1,-10 2 12,0 2 1,3 2 14,2-6 1,11-6 354,8-8 1,6 1 646,8-1 0,6-1-822,3-3 0,4-6 597,1 0 1,-1 1-664,1 4 447,7-6 1,-1-1-388,3-2 128,3-3 0,-10 10-447,3-2 0,-4 2 44,-1 2 1,-2 5 134,-3 0 1,9 4 82,-5-4 0,4 0-54,-3-5 0,0-5 92,0 1 1,0-1-98,0 5 1,0-4 142,0-1 0,0 0-57,0 5 1,0-4-15,0-1 1,-2 1-150,-3 4 0,2 1 78,-7 4 0,6-3 171,-6 2 1,7-7-137,-2-1 321,4-7-238,0 3 612,8-6-24,0 0 15,7 0-44,0 0-277,0-6-371,7 4 157,-6-4 1,7 8 21,-3 2 0,3 0-1,6 5 0,1 8 140,4 11 1,0 4-129,9 10 1,-3 9 4,8 15 0,3 5-366,-18-34 1,1 1 0,2 1 0,1 2 239,1 3 0,1 1 0,-2-2 0,1 0-104,3 1 0,0 1 0,-3-2 0,-1-2 48,2 0 0,-1-2 0,-4-1 1,0-2-122,13 25 1,-3-11 17,-6-13 0,-3-7 2,-5-2 1,-1-1 58,0-8 0,-2 0-23,-2-5 1,1-5 6,-7 0-74,1-5 1146,-5 2-990,0-6 674,0 0-600,0-6 0,5 2 64,-1-5 1,7 4-59,-1-4 1,4 4-44,5-4 0,-2-1 38,6-4 1,2-4-4,8-1 0,3-6 47,6 1 0,2-9 7,3-4 0,3 1-235,7-2 1,10-4 209,-32 19 0,0-1 1,4-2-1,1 0-225,-3 3 0,1 0 0,2-1 0,1 1 205,-1 1 1,0 1-1,1 0 1,-1 0 55,0 0 1,0 0 0,1 2 0,-1 0-53,-2 1 0,0-1 0,2 0 1,1 0 13,-1-1 0,0-2 1,3-1-1,1-1-20,1 1 1,0-1 0,-1-2 0,1 0-1,-3 3 1,0-1 0,3-4-1,-1-1-13,1 0 0,0 1 1,4-2-1,0 1 18,-2 0 1,0 1 0,3 0-1,-1 0-256,-4 0 1,-1 0 0,3 0 0,0-1 259,-3 1 1,1 0-1,2 0 1,0 1-135,-2 1 1,-1 1-1,-2 2 1,-1 2-92,-3 2 0,-1 0 1,-1 1-1,0 0 47,35-19 0,-36 16 1,0 1-20,35-17 0,1 1 123,-1-2 1,-34 19 0,0 0 14,2-1 1,-1-2-1,2 1 1,-1 0-5,2 0 1,0 0 0,-1 0 0,-1-1 61,-3 1 1,0 0 0,2 0 0,0 0-68,-2 0 0,0 0 1,3 0-1,-1 1 153,24-18 0,3 4-27,-12 6 1,1-2 85,-1-3 0,1 4-100,-6-4 1,5 3-56,-5 2 1,1-2-146,-1-3 1,2 2 97,2-7 0,4 4-26,-3-8 0,9 3 49,-29 15 1,1 1-1,1 0 1,0 2-89,31-21 0,-30 20 0,-1 1 35,32-21 0,-32 21 0,1 0 45,0-1 1,0 2 0,25-16-12,-4 3 1,-9 3 2,0 2 1,1 0 436,-1-1 0,0 3-358,-4 2 1,4-2 105,0 2 1,6-7-77,-2-2 0,3 0-172,-3 5 0,-2 5 123,-7-1 1,0 5 400,0-4 0,-10 7-370,-4 2 1,-14 2 393,0 7 1,-9-1 33,0 1 279,-4 3-31,-1-4-361,-6 6 1,-2-1-199,-6-4 5,0 3 1,-2-9-67,-3 7 0,4-7 70,-4 1 1,3-2-28,2-2 0,0-2 12,0-3 1,-5 2-50,1-6 1,-1-1-178,5-4 0,-2-6 130,-3-4 1,4-4-201,-4-5 1,-3 1 80,-2-5 0,2-1-175,-1-4 0,4 0-126,-4-1 0,6 7 122,-2 3 0,2 5 118,-2 4 1,8 6 14,-3 8 1,3 2-26,-3 3 0,0 7-59,0-7 55,-1 13 1,1-11 27,0 12 0,5 0 146,-1 5 0,6 0-177,-6 0 1,6 0-10,-6 0 1,6 5-72,-6 0 0,-1 6 107,-7-2 1,0 5-9,-5 5 1,-1-2-14,-4 6 0,-2-4 93,-2 5 1,-4-1-110,-7 5 0,-10 5 162,-3 0 0,-10 5-328,0-5 1,29-14-1,-2 1 317,-3-2 1,-1 1 0,-1 3 0,-1 2-20,-2-1 1,0 1 0,-2 2 0,-1 1-20,1-2 1,0 1 0,-1 2 0,0-1-280,-4 1 0,0 0 1,-2 2-1,1 0 276,-2-2 1,1 0 0,-2 2 0,0 0-301,4-4 1,0-1 0,-2 3 0,-1-1 295,-1 1 0,-1 0 0,0 3 1,1-1-10,-1 1 0,0 0 0,0-1 0,-1 1-6,4-3 0,0 0 0,0 1 0,-1 0-4,-2 1 1,1 1 0,0 0 0,1 0-86,1 2 1,0 0 0,0-1 0,-1-1 59,1-3 1,-1 0 0,3 0 0,0 0-18,0 0 0,0 1 0,1 1 0,0 1 33,-1-1 1,0 1 0,1-1 0,0-1 43,1-3 0,0 0 0,2 1 1,0 1-231,-1-3 0,-1 1 0,2 1 0,0 1 276,0 0 0,1 0 1,0 1-1,0-1-32,-1 0 0,1 0 0,-1 1 0,0 0 20,-2 1 1,1 1 0,-2 0 0,1 1-37,-2 0 0,0 1 0,0 1 0,1 0-4,1-4 0,1 1 1,4-1-1,0-1 42,0-3 1,0 0 0,4 0-1,0-1-35,3-3 0,0-1 0,4 1 0,0-1 228,-29 12 0,5 5-218,-1-5 0,9 0 432,5-5 0,10-5-509,4 1 0,3-6 634,2 6 0,-5-2-654,0 1 0,5-2 556,5-7 0,1 0-490,-2 0 1,-2 5 197,2-1 0,-1-3-173,2-6 1,2-1 43,7 1-54,0 4 8,6-12 27,2 5-105,6-6 0,2 0 62,2 0 0,6-6 27,9-3 1,7-5-33,7-5 0,11-3 130,-2-6 1,10-5-114,-1 0 0,9-6-299,1 1 0,0-1 229,-5 2 1,9-5 28,-31 20 0,2 1 1,2 0-1,2-2-55,4-2 1,1-1-1,7-3 1,1 0-354,5-3 1,2-2 0,7-4 0,3 0 399,-20 10 0,0-1 1,1 1-1,-2 0 0,1 0 1,-1 0-283,3-2 1,-1 0 0,1 0-1,0 0 1,0-1 0,1 0 310,0 0 1,0 0-1,0-1 1,2 0 0,1 0-1,-1-1-14,0 0 0,0 0 0,-1 1 1,2-1-1,-1 1 0,0 0-3,0 0 0,0 1 0,0 0 0,0 0 0,0 0 0,1 0 22,-3 1 0,0 0 0,0 1 0,2 1 0,1 2 0,-1-1 2,0-2 1,0 1 0,-1 0 0,-3 4 0,-1 1 0,0 0-164,-2-1 0,1 0 0,-1 1 0,22-8 0,-1 1 212,2 0 0,-1-1 1,-1 2-1,-2-1-102,2-1 1,-1 1 0,-6 4 0,-1 0 94,0 0 0,0 1 1,-1-1-1,-1 2 61,-2 0 1,-1 1 0,3-4 0,-1 0-67,-1 1 0,-1 1 0,-4 0 0,-1 1-35,4 1 0,-2-1 1,-6 2-1,0 0 7,2 1 1,1 0 0,-2 0-1,-1-2 137,3 0 1,-1-1 0,-3 3 0,0 0-197,-1 0 1,-1 0 0,-1 0 0,-1 1 21,-2 4 1,0-1 0,30-15 467,-9 3 0,-11 7-465,-8 4 1,-7 7 652,-12 1 1,-2 3-607,-7-3 1259,0-2-1434,-6 10 446,-2-4 0,-14 7-285,-6 4 0,-13 9 0,-9 8 0</inkml:trace>
  <inkml:trace contextRef="#ctx0" brushRef="#br0" timeOffset="37">2634 10887 8127,'-14'0'-783,"-1"0"1,1 0 782,0 0-299,0 0 399,0 0 0,6 3 147,4 6 1,2 2 8,2 12 0,8 12 6,6 7 0,13 16-184,10 3 0,-14-25 1,1 2-290,2 1 1,0 1-1,1 2 1,0 1 162,2 2 0,-1-1 0,1-1 0,0 0 89,1 2 0,1-1 0,-3 1 0,0 0-112,0-3 1,0 0 0,-3-4 0,-1-2-71,14 20 1,-4-12 50,-6-11 0,-6-10-48,-3-4 106,-4-10 0,-2-1-46,-4-3 46,-2-4 0,-6 6 1004,4-7-999,-4 0 190,6 6 1,-6-5-178,4 4 132,-3-3 1,10-2-67,-3 0 0,-1 0 9,2 0 1,4-7-40,5-2 1,4-3 5,-4-3 1,6-3-60,-2-1 0,10-6 66,5 1 1,-2-2-61,1-2 0,1-1 39,4 1 1,2-5 82,3 1 0,3-8-308,6 3 1,2-1 404,3-4 1,3 3-154,-29 16 0,1-1 0,-1 1 0,0 1 8,0-2 0,1 1 1,-1 1-1,0 0 51,0-1 1,0-1 0,3-1-1,1 0-49,1-1 0,0 0 1,-1 2-1,0 0-187,1 0 0,0 1 1,0-2-1,0 1 192,2 1 1,0-1 0,3-2 0,1-1-67,1 1 1,0 0 0,-1 2 0,0 0 4,1 1 0,0-1 1,-2-1-1,-1 0-44,3-1 0,0 0 0,1-1 1,1 0 37,5-2 1,0 1-1,-3 0 1,-1 0-331,1 0 0,1 0 1,-2-1-1,0 1 267,-3 0 0,0 0 0,2 0 0,0 0 66,3-1 1,0 1-1,-3 0 1,0 0-16,1 0 1,-1 0 0,0 0-1,-1 1-24,-3 1 0,-1 0 1,4-1-1,0-1-74,-1 3 0,-1-1 0,0-1 0,-1 1 25,0 0 1,-1 0 0,2-1 0,-1 1-128,0 2 1,-1 1 0,2-2 0,-1 1 176,0 1 1,-1-1-1,-3 3 1,0 0 3,1 0 0,0 0 0,-1-1 1,0 0 16,1 1 1,0 0 0,-2 0 0,0-1-24,0-1 1,0 0 0,-3 0 0,-1 2 64,2 0 0,-1-1 1,2-1-1,-1 0-37,0-1 0,-1 1 0,1-2 0,-1 1-16,-1 0 0,-1 1 1,29-16 7,-3-3 0,-3 3-1,-2-4 0,2 1 47,3 0 1,-3 4 142,3 1 0,2 5-148,-2 0 0,0 2 235,-5 2 0,-10 6-111,-4 3 1,-14 3 407,0 2 0,-9 5-352,0 0 1,-8 4 362,-2-5 1,-4 7-271,4-1 572,0-4-714,-1 6 641,-1-4-609,-7 0 1,0 3 324,0-7-313,-7 1 0,4-5 62,-6 0 1,6 0-146,-2-1 0,-1 1 31,1 0 1,-1 0-7,1 0 1,3 0-101,-2 0 0,-2-2 133,1-2 0,-6-3-39,1-2 1,3-4-99,-3 4 0,-1-10 94,-7-5 1,0-2-146,-5-3 0,4-5-4,-4-4 1,1-3-88,-2-1 0,-2 1-65,2 4 1,4 2-72,1 7 0,5 4-381,5 1 1,-4 7 299,4 2 1,2 6-789,3 8 291,2 0 44,2 6 0,0 3 786,0 10 0,-1 7 0,-4 7 0,-9 6 0,-8-3 0</inkml:trace>
  <inkml:trace contextRef="#ctx0" brushRef="#br0" timeOffset="38">2887 10577 8317,'-20'8'-137,"4"2"37,-3-5 1,4 5 142,1-6 0,0 7-155,-1-1 1,6-3 4,0 3 1,-1-2 166,-4 1 0,5 4-98,-1-4 1,6-1 140,-6 1 0,6-4-34,-6 4 0,6-4-1,-6 4 0,6-4 14,-6 4 0,1-5 1,-1 6 128,1-5-295,6 0 224,-3 1 86,6-4 0,3 2-153,6-8 1,7-1 135,12-9 0,13-5-80,6-14 1,18-9-80,-28 17 0,1-2 1,7-3-1,1-1-512,5-1 1,1-1 0,9-8-1,2-1 442,-14 11 1,1 0 0,1-1 0,6-4 0,0-1-1,3-1-314,-10 6 0,2 1 0,0-1 0,1 0 0,-2 0 0,1 1 0,0-1 1,1 0 352,2-1 1,2 0 0,0 0 0,-1 1 0,0-1-1,-1 1 1,1 0 0,-1 0 40,1 1 0,1-1 0,-1 0 0,1 1 0,1-1 0,0 0 1,1 0-1,0-1-32,2 0 1,0 0-1,1 0 1,-1 1 0,-2 1-1,0 0 1,0 0 0,0 0-240,2 0 0,0-1 0,0 0 0,0 1 0,-1 1 1,-1 0-1,0 1 0,1 0 215,0 0 1,0-1-1,0 1 1,-1 0 0,0 0-1,-1 1 1,0-1-1,0 1 7,0-1 0,0 1 0,0 0 0,-1 0 1,14-6-1,0 0 0,-1 0-188,-2 1 1,0 0 0,-2 1-1,-4 2 1,-1 1 0,-1 0 205,-4 1 0,-1-1 0,-1 2 0,-3 0 0,1 2 0,-2 0-60,19-9 1,-2 2 0,-9 5 0,-2 2-22,-5 4 0,-3 0 1,-5 5-1,-2-1 143,0 1 1,-2 0 0,-1 0 0,-1 2-283,3-1 1,0 2 0,32-9 190,-1 3 0,-2 6 0,-8-1 0,0-3 0</inkml:trace>
  <inkml:trace contextRef="#ctx0" brushRef="#br0" timeOffset="39">3620 13379 5892,'0'-14'0,"0"0"0</inkml:trace>
  <inkml:trace contextRef="#ctx0" brushRef="#br0" timeOffset="40">3662 13253 8159,'-14'0'396,"6"0"0,-3-2-77,6-3-311,1 4 133,4-6 1,4 9 83,1 3 0,11-2 166,-2 6 0,8-1-116,-4 1 0,7 4-132,-1-4 1,-2 4-23,1 1 1,-6 0-172,2 0 1,-3-1 247,-2-4 1,0 2-7,0-6 1,-4-1 420,-1-4-415,-6 0 1,8-6-28,-6-3 1,6-10 7,-2-5 1,-1-8-727,1-6 1,1-3-97,4-1 0,5-2-404,-1-3 1,6-3-236,-5-6 1282,6 0 0,-3-7 0,6-1 0</inkml:trace>
  <inkml:trace contextRef="#ctx0" brushRef="#br0" timeOffset="41">4014 13098 7996,'-6'14'337,"-2"0"0,0 0-49,3 0 1,4 0-35,1 0 1,6 0-214,3 0 0,5 0 123,5 0 1,-3 1-150,3-1 1,-4-5 77,-1 0 1,1-5 55,-1 0 1,0-1 371,0 2 0,-5-3-164,1 2 0,-6-8 251,6-6 1,-7-9-163,1-4 0,3-10-162,-3-4 1,6-6-59,-5-4 1,1-3-381,-2-6 1,4-7-578,6-2 1,2-4-275,3-2 0,3 3 634,6 2 371,6-3 0,4 2 0,-17 31 0,2 1 0,0 1 0,2 1 0,2-1 0,1-1 0,3-1 0</inkml:trace>
  <inkml:trace contextRef="#ctx0" brushRef="#br0" timeOffset="42">10000 7549 7843,'-8'-22'-1310,"-4"-3"983,2 6 0,-1 0 899,2 5 0,-2 5-108,6-1 0,-1 7-117,1-1-10,4 2-141,-6 2-191,7 0 0,2 6 45,3 4 0,-2 4 153,6 5 0,1 2-48,4 8 0,4 0-151,1 4 1,0-1 132,-5 5 0,5-6-424,0 2 1,-1-3-22,-4-2 0,1 0-165,-1 0 1,1 1 44,4-1 1,-8-6-3,3-4 430,-3-2 0,-3-2 0,-2 0 0</inkml:trace>
  <inkml:trace contextRef="#ctx0" brushRef="#br0" timeOffset="43">10127 7450 7845,'-8'-8'-809,"-5"2"0,10 6 554,-6 0 285,6 0 185,-4 0-154,1 0 405,5 0-51,-6 0 199,7 0 369,0 0-820,0 6 0,0 2-107,0 6 1,0 2 114,0 3 0,-1-2-244,-4 6 0,3-4-7,-2 5 0,2-7 16,2 2 1,0 1 91,0-1 0,0-5 44,0-5-86,0 1 1,2 2 36,2-2 0,0-4-71,5-6 1,0 0 71,5 0 0,2 0-135,3 0 0,-2-2-76,7-2 0,-1-3-182,5-2 0,0-4-84,1 4 1,-3-2 166,-2 2 1,1-2-6,-7 6 1,1-6 290,-5 2 0,-1 1 0,-4-2 0,-2 1 0,-7-5 0,0 5 0,0-1 0,0 1 36,0-5 0,-2-2 48,-3-3 0,-3 4 203,-6-4 1,0 3-111,0 2 0,0 0-1,0 0 1,0 0-44,0 0 0,0 0 391,0 0-9,6 6-348,-5-5-89,12 12 0,-6-4-124,7 10 0,7 4-11,2 10 0,5 3 101,5 6 1,-2 0-10,7 0 1,-2 0-4,1 1 1,2 3-149,-6 1 1,4 0 128,-4-5 0,0-6-131,-5-3 1,-1-3 64,-4-2 1,-1-2 0,-4-2 222,-2-4 1,3-6-63,-10 0 0,2-2-96,-7-2 1,1-4 12,-5-6 1,0 0 138,0 0 0,0-5-96,0 0 1,0-4-45,0 4 1,4-5-15,1 6 1,-1-7-15,-4 1 1,5-3-109,-1-1 0,7-5 82,-1 1 1,-3-3-103,3 2 1,-1 4 70,5-4 1,6 3-164,4 2 1,2 4 94,2 1 1,2 10-53,3-1 1,-4 10 30,4-1 0,-3 3-13,-2 2 0,-2 7 146,-2 2 1,1 8-89,-7 2 0,6 6 78,-6-2 1,1 4-59,-5 1 1,0-1 80,0-4 1,-5-1-74,1-3 0,-6-3 181,6 2 0,-7-4 140,1-4 23,-2 2 1,-2-5-34,0 2 0,0-3 12,0-6 1,4 0 258,1 0-188,6 0-296,-10 0 286,12 0-402,-6 0 0,15 2-13,6 3 0,2-2-14,7 6 0,1-1-57,4 1 1,2 4 66,3-4 1,-2-1-196,6 1 0,-5-1 82,1 2 1,-5-3 3,-5-2 1,2-3-96,-6 2-189,0-2 505,-11-2 0,4 0 0,-4 0 0</inkml:trace>
  <inkml:trace contextRef="#ctx0" brushRef="#br0" timeOffset="44">10676 7154 7900,'-8'0'-443,"-4"0"714,10 7 1,-4 1-83,6 6 0,11 4 108,3 1 0,5 6-258,-1-1 1,0 1 42,5-2 1,-1 4-136,1-4 1,2-2 91,-6-3 1,5-2 18,-5-2 1,4-6 13,-4-3 1,0-4 117,-5-1 1,0-6-33,0-3 0,-5-6 238,1-3 1,-7 0-120,1-5 0,-2 0-84,-2-6 0,-2 1-309,-2 0 0,-4 5 122,-6-1 1,0 2-569,0-1 0,-2-2 294,-3 6 0,4 0-686,-4 5-167,3 0-168,2 0 1289,0 6 0,6 2 0,2 6 0</inkml:trace>
  <inkml:trace contextRef="#ctx0" brushRef="#br0" timeOffset="45">11127 6845 7584,'-8'0'677,"0"0"-39,3 0-344,4 0-192,-12 0 1,5 6-23,-6 3 1,5 4-149,0 1 0,4 2 67,-5 2 0,7-2-113,-1 3 1,2-4 74,2-1 1,0 1-69,0-1 0,2 0 42,2 0 0,6 0-6,8 0 0,-2 0 32,3 0 0,1-4 2,-1-1 1,5-1 43,-6 1 1,3 4-28,-3-4 1,-2-1-24,3 1 1,-4-4 27,0 4 1,-6-4 50,0 4-50,-6 1 0,4 4 99,-7 0 1,0-5-85,0 1 0,-8-2 7,-6 1 0,0 3-85,-5-2 1,-1-2 79,1 1 0,0-6-217,5 2 1,0 1 60,0-1 1,4 0-537,1-5 213,6 0 476,-3 0 0,18-7 0,4-1 0</inkml:trace>
  <inkml:trace contextRef="#ctx0" brushRef="#br0" timeOffset="46">11338 6802 7900,'-6'-18'0,"-4"-1"0,-1 0 67,2 5 1,-2 0 442,6 0 252,1 6-436,4 2 107,0 6-688,0 0 258,0 6 1,4-3-164,1 6 1,6 1 97,-2 4 1,4 2 266,1 2 1,0 4-134,0 6 1,5 1-9,0-1 0,-1 0-72,-3 0 1,-1 5 75,0 0 1,0 0-221,0-5 0,0-5 102,0 1 1,-5-2-146,1 1-23,-7-2 28,3-7 228,-6-7 118,0 0 1,-1-20-154,-4-6 0,3 1-20,-2-1 1,1 2 48,-2-2 0,3 2-152,-2-7 1,0 5 82,0-4 1,2 4-17,-3-4 1,4 1-32,1-2 1,0 2-152,0 4 0,-5 2 54,1-3 0,-1 4 70,5 0 1,0 1 56,0 0 0,0 0-140,0 0 268,0 0 0,0 5-127,0-1 272,0 7-199,0-3-49,0 6 0,0 6 73,0 4 0,0 2-51,0 2 1,0 5 45,0 0 1,0 1-52,0-1 0,5 1 43,-1 4 1,1-4-41,-5-6 1,1 5 49,4 0 1,-2-1-34,7-4 1,-7-4 8,2-1 0,2-4-15,3 4 0,2-6 5,2 2 1,0-3-177,1-2 1,3-2 99,1-3 0,6 2-242,-1-6 1,-4 0 33,-1-6 0,-2 1-18,2 0 1,-8 0 294,3 0 0,-3-6 0,3-2 0</inkml:trace>
  <inkml:trace contextRef="#ctx0" brushRef="#br0" timeOffset="47">11803 6831 7900,'6'21'0,"-4"1"-55,2-3 1,-2-3 124,-2 3 0,0-4 385,0-1-353,6 7 1,-4-6 322,2 4-140,-2-10 111,-2 4 253,0-11-318,0 4 1,0-8 57,0-2 1,0 0-240,0-5 1,0 0-106,0-5 0,0-1-129,0 1 0,0 0 100,0 0 0,-2-1-206,-2-4 0,2 2 106,-3-7 0,-1 5-171,1-4 0,1 6-69,4-2 0,-5-1-69,0 1 1,1 0 91,4 5 1,-5 0-48,0 0 0,1 0 68,4 0 1,-2 4-103,-3 1 387,4 6-80,-6-10 328,7 12-14,0-6-20,0 7 404,0 0-532,0 7-443,0-6 118,0 5 45,0-6 548,0 0 271,0 7-15,0-6-145,0 5-208,0-6-540,0 0 1,7 0 371,2 0 0,0 7-102,6 2 1,-3 4-70,12 1 0,-6 1 51,6 4 0,-1-2-327,5 7 1,-1-5-45,-3 4 1,1-6-57,-7 2 0,-4-3-29,-4-2 482,-7-6 0,9 4 0,-4-4 0</inkml:trace>
  <inkml:trace contextRef="#ctx0" brushRef="#br0" timeOffset="48">11775 6915 7900,'0'-9'-579,"0"-1"806,0 7 0,1-9-105,4 2 0,-2 2-118,6-1 0,5 0-37,5-5 0,5 1-247,-6 4 280,7-4 0,-3-1 0,7-8 0</inkml:trace>
  <inkml:trace contextRef="#ctx0" brushRef="#br0" timeOffset="49">12155 6464 7807,'-10'-7'-190,"1"2"0,4-1 88,-4 1 1624,6 0-439,-10-1-915,12 4 1,-7-4 238,3 6-463,4 0-209,-6 0-187,7 0-1474,0 0 1,-4 2 1925,-1 2-87,0-2 0,5 6 304,0-4 161,0-2 795,-6 4-860,4-6 0,-5 0 448,2 0-131,3 0 411,-4 0-241,6 0-681,-6 0-41,4 0 1,-4 2 136,6 3 1,0 2-34,0 7 1,6 1-58,4-1 0,1 6-48,-2 3 1,8 4 64,-3 1 1,4-1-160,-4-4 1,0 4 104,0-4 0,0-2 99,0-3 1,0-2-62,0-2 1,0-1-19,0-4 0,-3-3-129,3-6 0,-3-1-107,8-4 0,3-4 122,1-10 1,3 2 6,-3-7 0,4 1 48,-4-5-49,-3 6 0,7-5 0,-5 5 0</inkml:trace>
  <inkml:trace contextRef="#ctx0" brushRef="#br0" timeOffset="50">11535 6873 7896,'0'-10'-1952,"0"1"1925,0 6 301,0-10 0,0 10-119,0-6 1,0 4 69,0-4 1,0 4-71,0-4 1,-1 4 163,-4-4 0,3 4 206,-2-4 160,2 5-521,-4-8 0,3 10 198,-7-2-326,7 2 1,-9 2 97,2 0 1,2 2-165,-1 2 0,4 10 109,-4 10 1,4 4 120,-4 5 0,6-2-140,-2 7 0,3-5-106,2 4 1,2-4-60,3 5 0,7-9 113,7-1 1,6-1-188,-2-8 0,4-7 70,1-7 1,5-3-151,0-2 1,5-7 57,-6-2 1,1-8-39,-5-2 0,-1-6-102,-3 1 1,-4 3-104,-6-3 1,-2 2 443,-2-1 0,2-4 0,-4 5 0</inkml:trace>
  <inkml:trace contextRef="#ctx0" brushRef="#br0" timeOffset="51">11958 7746 7900,'-14'-28'-183,"-7"0"0,6 1 73,-4 4 0,5 2 173,4 7 1,-1 5 168,7-1 0,-3 7 909,3-1-1168,2 2 42,-4 8 1,12 7 187,4 6 0,2 7-73,2 2 1,2 7 20,3 7 0,-2 2-18,6 3 1,-4-3-210,4 2 0,-4 0-206,5 1 1,-7-5-233,2 0 1,-4-1 103,-1-8 0,-1-2-700,-4-7 509,4-4 601,-12-12 0,6-8 0,-7-8 0</inkml:trace>
  <inkml:trace contextRef="#ctx0" brushRef="#br0" timeOffset="52">11901 7830 7901,'-22'-28'0,"-3"0"0,7 0 0,-1 4 0,5 1 0,6 10 0,3-1 0,4 3 0,1-3 0,1 0 0,4 0 0,4 5 0,10-1 0,3 3 414,6-3 1,2-1-75,3 7 1,-4-1-392,4 5 1,-3 0 97,-2 0 0,-1 1-116,-4 4 1,-2 5 105,-7 8 0,-6 0-114,-4 5 1,-4 0 99,-4 6 1,-6-6 30,-9 1 1,-3-3-152,-6 3 0,5 1 118,-1-6 1,2 0-429,-1-5 0,3-5 178,6 0 1,-1-4-895,1 4 1123,7-5 0,0-11 0,7-8 0</inkml:trace>
  <inkml:trace contextRef="#ctx0" brushRef="#br0" timeOffset="53">12253 7408 7901,'0'8'296,"0"-2"-180,0-6 1,0 6 213,0 4 0,2 8-60,3 6 0,2 4-95,8 5 1,3-2-98,1 7 1,5-2-131,-6 1 0,6 2-338,-5-6 0,4 5 238,-4-5 1,-5-7-446,-5-7 0,-1-3-94,2-2-96,-4-6 787,-6-2 0,0-12 0,0-2 0</inkml:trace>
  <inkml:trace contextRef="#ctx0" brushRef="#br0" timeOffset="54">12253 7436 7901,'-6'-28'-181,"3"0"-46,-6 0 1,6 1 329,-2 4 0,3 2 319,2 7 0,7 2-6,2 2 1,-1-1-169,1 7 1,0-1-328,6 5 0,0 0 104,4 0 0,-3 1-157,2 4 1,3 3 87,-2 6 0,-1 6-64,-4 4 0,1 2-13,-1 3 0,-7-3-16,-2-2 1,-3 2 62,-2-2 0,0 1 33,0-2 1,-2 2 143,-3-6 0,-2 0-81,-7-5 0,-1 0 138,1 0 0,2-4-72,2-1 0,-2-4 1,3 4-59,-4-6 1,0 5 46,4-3-178,3-4 0,6 7 64,0-3-20,6-4 0,3 6 51,10-7 0,-2 4-165,7 1 0,-2 0 82,1-5 1,9 0-256,-4 0 1,3-2 12,-3-3 0,0 2 38,1-6 0,-1-1 293,0-4 0,0-6 0,0-2 0</inkml:trace>
  <inkml:trace contextRef="#ctx0" brushRef="#br0" timeOffset="55">12732 7338 7901,'0'-8'645,"-6"1"-184,4 7-396,-4 0 184,6 0 190,0 0-304,0 7 0,6 1-109,4 6 0,2 0 1,2 0 0,-4 1 20,-1 4 1,1-2-397,4 7 1,0-7 177,0 2 1,0-2-311,0 2 1,0-5 201,0 0 1,-4 0-811,-1-4 495,0-4 594,5 6 0,1-10 0,-1 4 0</inkml:trace>
  <inkml:trace contextRef="#ctx0" brushRef="#br0" timeOffset="56">12901 7056 7901,'-6'-14'-330,"3"6"558,-6 3 734,5-3-439,-2 7-302,6 1 1,6 12-27,4 7 1,7 6-28,2-1 1,4 7-156,-4 2 1,5 0 87,-6-5 1,1 0-184,-5 0 0,5 0-34,0 1 0,-1-3-104,-3-2 1,-6-4 82,0-6-197,-6 0 444,10-6-138,-11-2 0,2-6-40,-8 0 0,-3-6 44,-2-3 0,-4-4-64,4-1 0,-4-5 16,-1 0 0,0-6-2,0 2 0,0-2-2,0 1 0,0-4-116,0 0 0,0 0 211,0-5 0,0 3-89,0 2 1,1 5 118,4-1 0,1 9-160,3 0 179,4 1 0,-4 13-98,10-4 0,-1 10 60,10 4 1,-3 5 24,8 5 1,1-2 9,-1 7 1,2-2-40,-3 1 0,-2-3-20,3-5 1,-4-1-6,-1 0 1,1-5 21,-1 0 285,0-5-268,0 2 0,-2-12-2,-2-4 1,-2-7-42,-4-2 1,-2-6 4,3 2 0,-4-4-70,-1-1 1,-1 0 90,-4 0 0,2-1-93,-7 1 1,7 0 69,-2 0 0,-1 6-109,2 3 1,-1 4 26,5 1-1,0 6 107,0 1 71,6 20 1,2 3 100,6 12 1,0 2-59,0 2 0,5 0-38,0 5 1,1-4-37,-1 5 0,-4-7-98,4 2 0,-2-3-18,2-2 1,-3-5-194,3 1 0,-4-7 31,-1 2 0,-1-8-225,-4-2 0,4-6-21,-4 2 0,-1-5 93,1-5 1,-4-4 366,5-10 0,-7 2 0,1-7 0,4-5 0,0-7 0</inkml:trace>
  <inkml:trace contextRef="#ctx0" brushRef="#br0" timeOffset="57">13408 6732 7901,'0'-14'120,"0"0"-203,0 6 258,0 2 1,0 7 62,0 4 1,7 7 66,2 7 0,10 11-55,4-2 0,-1 10-166,2-1 0,-2-1 116,1 2 1,2-2-188,-6 1 0,4-1-114,-4-3 1,0-5-259,-5 1 1,-5-8-282,1-6-443,-7-8 438,3 0 0,-6-9 645,0-3 0,-6-9 0,-2-8 0</inkml:trace>
  <inkml:trace contextRef="#ctx0" brushRef="#br0" timeOffset="58">13437 6788 7912,'0'-8'0,"-7"-4"0,-2 3-14,3-4 177,-1 5 1,3-4 163,-1 2 208,0 4-372,5-6 0,0 8-73,0-5 73,0 0 1,7-1-36,2 1 1,8 1-209,2-1 0,1-4-502,-1 4 1,1 1 370,4-1 0,-2 5-941,-3 0 1152,-4-4 0,12 6 0,-5-4 0</inkml:trace>
  <inkml:trace contextRef="#ctx0" brushRef="#br0" timeOffset="59">13563 6859 7664,'-8'0'723,"2"0"37,6 0-224,0 0-701,6 0 0,2-2 117,6-3 0,0 2-562,1-6 1,3 1 217,1-1 0,5-2 392,-6 6 0,7-6 0,-3 3 0</inkml:trace>
  <inkml:trace contextRef="#ctx0" brushRef="#br0" timeOffset="60">13732 7000 7912,'-8'20'-758,"-4"-4"568,3 2 1,2-2 838,3-2 1,2-5 423,2 1-556,0-7 1,2 3-150,2-6 1,4-1 39,6-4 0,5-3-382,0-6 0,6 0 155,-2 0 1,-1-5-696,2 0 0,-2 1 250,1 3 264,4 1 0,-5-6 0,6-2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383"/>
    </inkml:context>
    <inkml:brush xml:id="br0">
      <inkml:brushProperty name="height" value="0.053" units="cm"/>
      <inkml:brushProperty name="color" value="#FF0000"/>
    </inkml:brush>
  </inkml:definitions>
  <inkml:trace contextRef="#ctx0" brushRef="#br0">9214 3554 14821,'-29'-14'-2219,"7"-5"1608,3 0 0,10 0 778,4 5 1,11-5 446,8 0 0,13-11-32,11 1 1,10-4-230,4 0 0,9-3-309,6-7 1,-31 22 0,2-1-21,0 1 0,0 0 1,0 2-1,0 0 357,33-19 1,-8 13-422,-6 1 1,-8 13-48,-11 6 1,-16 12-1370,-13 7 1297,-6 13 1,-9 3 0,-2 4 0</inkml:trace>
  <inkml:trace contextRef="#ctx0" brushRef="#br0" timeOffset="1">9327 3910 14654,'-36'14'409,"3"0"1,9-6 273,5-3 19,10-4-595,-4-1 0,18-6 198,-1-4 0,20-9-298,9-4 1,8-10-56,7-5 1,7-5 127,7-4 0,-28 24 0,1 0-266,1-3 1,-1 0-1,1 2 1,-1 2 49,3-2 1,0 0-1,1 2 1,0 0-61,-1 0 0,-1 2 1,35-15 98,-6 6 97,-19 14 0,5 4 0,-18 6 0,-3 2 0,-1 1 0</inkml:trace>
  <inkml:trace contextRef="#ctx0" brushRef="#br0" timeOffset="2">9313 4151 17683,'-30'0'-12,"-2"0"-145,13 0 26,7 0 1,20-8 589,15-6 1,25-10-270,18-14 0,-27 16 0,1-1-239,7-7 1,1-2 0,4-1 0,2 0-383,9-5 0,2 0 0,3-1 0,1-1 338,-17 11 0,0 0 0,1 2 0,-4 2 0,0 1 0,0 2 93,19-10 0,1 2 0,-1 0 0,0 1 0,-4 3 0,0 0 0,3-1 0</inkml:trace>
  <inkml:trace contextRef="#ctx0" brushRef="#br0" timeOffset="3">2844 3995 13368,'-22'-37'-2284,"3"3"2501,9 5 0,-1 7 242,7 3 101,-1 10 132,-1 2 420,4 7-792,-4 0 0,6 7-218,0 2 1,0 17 383,0 7 0,0 12-44,0 8 1,4 8-274,1 6 1,1 2-595,-1 2 0,-3 5 150,3 0 1,-4 1-35,-1-1 1,0-8-486,0 3 0,0-16-52,0-3 0,0-6 369,0-3 1,-6-12-190,-4-2 0,2-10 239,-1 0 1,-1-10 295,-4-4 0,0 1 378,0-1 1,0-2 180,-1-7 1,-4 0-397,0-5 1,1-2-109,3-8 0,1 3 333,0-3 0,-4-1-308,4 1 0,-2 0 498,12 4 0,-6 6-433,5-1 185,1 7 418,4-3 227,6 6 0,4 6-182,9 4 0,-4 4-104,4 5 1,2-2-607,-2 7 1,4-5 167,-4 5 0,5-5-746,-5 4 1,2-5 492,-2 1 1,-4-4-403,4 0 1,2-3-313,-2-2 1,0-4-103,-5-6 0,5-1 550,0-4 0,0-9 112,-5-10 1,0-3 364,1-1 0,-6-7 210,0-3 1,-5 3-235,0 2 0,-2 3-225,-2 2 1,0 1 306,0 3 1,-5 4-264,0 5 1,-1 7 642,1 4 0,4 4-205,-4 4 0,2 12 79,-2 13 1,-1 5-957,-4 9 1,-2 11 520,2 3 1,2 4 44,-1 1 0,-1 3 0,-4 6 0</inkml:trace>
  <inkml:trace contextRef="#ctx0" brushRef="#br0" timeOffset="4">5688 4592 8228,'-23'0'0,"3"0"-188,6 0 1,4 0 8,1 0 1383,6 0-313,-10 0-865,11 0 1,-2 0 41,8 0 0,11-2 174,8-2 1,10-4-93,5-7 0,5 1 9,4 0 0,-1-5-33,6 0 0,-1-1-136,1 1 1,-3 3 132,-6-3 0,-2 5 8,-3 4 1,-5-1-812,-10 6 370,-2-6-508,-13 10 195,-2-6-161,-12 7 91,-2 0 0,0 2 693,3 3 0,4 3 0,1 6 0</inkml:trace>
  <inkml:trace contextRef="#ctx0" brushRef="#br0" timeOffset="5">8090 4578 8193,'-14'0'-1537,"0"0"1229,0 0 1,4 0 330,1 0 1,4 0 80,-4 0 0,4 0 0,-5 0 0,7 0-46,-10 0 1,10-5 45,-6 0-1,6 0 14,-10 5 248,11 0-769,-10 0 1,9 0 3095,-7 0-1149,7 0-930,-10 0-678,12 0 113,-5 0 0,7 0-112,4 0 0,4 0 95,10 0 1,10-1 48,9-4 0,3-3-142,1-6 1,6 0 40,-1 0 0,5-1-33,-4 1 1,-3 2 44,-7 2 1,-3-3 7,-6 4 0,-7-2-335,-3 1 234,-10 4-302,-3 0 85,-6 4-1061,0-4 1380,-6 6 0,-2 6 0,-6 2 0</inkml:trace>
  <inkml:trace contextRef="#ctx0" brushRef="#br0" timeOffset="6">19180 13420 8287,'-20'0'-499,"4"0"0,-9 0 401,6 0 1,-5 0 438,5 0 0,0 0-234,5 0 1,0 0 50,-1 0 98,1 0 26,0 7 119,0-6-145,6 12 99,1-12-286,1 12 0,5-10-135,-4 7 0,5-6 144,5 6 0,9-7-25,9 2 1,8 1-15,6-1 0,4 0-34,16-5 1,8 0-62,11 0 1,-34 0 0,0 0-177,0 0 1,1 0 0,3 0 0,1 1 203,5 2 1,0-1 0,5-1 0,0-1 88,4 3 0,1-1 1,1-1-1,1 0-263,0-1 0,0 0 0,0 0 1,1 1 290,1 2 1,1-1 0,3-1-1,1 0 57,2 1 0,1 0 0,2 0 0,1-2-91,-2 0 1,1 0 0,-22 0 0,0 0 0,1 0-256,1 0 0,1 0 0,1 0 0,3 0 0,1 0 0,0 0 182,1 0 1,0 0 0,0 0 0,1 0 0,0 0 0,-1 0-190,-4 0 1,-1 0 0,1 0-1,1 1 1,0 1 0,0 0 173,-2-1 1,1 1 0,-1 0-1,0-1 1,-1 1 0,0-1-18,24 0 0,-1-2 1,-2 1-1,-2 0-110,-7 0 1,-1 0 0,1 0 0,0 0 170,-5 0 1,-1 0-1,4 0 1,-2 0 94,-8 0 0,-1 0 0,-2 1 0,-2 0-126,-11 1 1,-1 1 0,31-2 576,-10 4 1,-10 1-756,-8-1 0,-13 0 1744,-11-5-2174,-10 0 0,-9 0 869,-9 0 0,-18 0-721,-11 0 1,-11 0 70,-13 0 1,-2 1 145,-8 4 1,0-3-169,-4 2 431,34-3 0,-1 0 0,-1-1 0,1 0 0,-4 0 0,1 0 0,-2 0 0,-1 0 0,-1 0 0,-1 0 0</inkml:trace>
  <inkml:trace contextRef="#ctx0" brushRef="#br0" timeOffset="7">19422 13676 8082,'-35'0'0,"10"5"-723,-4 0 0,9-1 360,-4-4 1,7 0 367,-2 0 1,8 2 140,1 3-56,7-4 1,-5 6 69,4-7 186,2 0-218,-4 0-65,6 0 1,1 0 31,4 0 0,-2 4-18,7 1 0,-6 0 126,6-5 1,6 0-82,7 0 1,10 0 99,5 0 1,7 0-79,7 0 1,13-5-70,-26 3 0,2-1 0,4 0 1,2 0-173,2 0 0,1 1 0,10 1 1,3 1 230,10-2 1,1-1 0,-20 1 0,1 0-1,1 0-372,6 0 0,1 0 0,1 1 0,1-1 0,-1 0 0,2 1 332,1 1 1,1 0-1,0 0 1,3 0-1,0 0 1,1 0-44,2 0 0,0 0 0,0 0 0,-2 0 0,-1 0 0,0 0-6,-2 0 1,1 0-1,-1 0 1,-3 0 0,0 0-1,0 0-40,-1 0 1,-1 0 0,1 0 0,-2 0 0,0 0 0,0 0 20,3 0 0,-1 0 0,-1 0 0,-7 0 0,-1 0 1,0 0-356,25 0 0,-1 0 0,-6 0 0,-1 0 353,-4 0 1,-1 0-1,0 0 1,-1 0-128,-3 0 0,0 0 1,-10 0-1,-1 0 188,-5 0 1,-1 0 0,27 0 348,-17 0 1,-13 0-437,-11 0 810,-15 0 0,-7 0-1195,-16 0 1,0-5 1640,-9 1-1254,-3-1 0,-12 5 0,1 0 0</inkml:trace>
  <inkml:trace contextRef="#ctx0" brushRef="#br0" timeOffset="8">21626 12724 8173,'-29'-35'0,"1"5"0,-1 0-29,1 6 0,-5 12 95,0-3 0,-5 6-145,4-1 1,-3 4 112,3 6 1,-5 2-151,1 2 0,-5 12 271,-4 13 0,-4 7-111,-6 11 0,26-18 0,-1 1-173,-1 4 0,0 3 0,-4 4 0,0 2 188,-2 3 0,2 2 0,1 1 1,2 0-200,3 1 0,1 0 1,1 2-1,2 2 242,3 0 1,1 1-1,0-1 1,3 1-32,7-3 1,3 0 0,0-3-1,4 0-222,6-6 0,5-1 0,15 36-24,13-7 0,18-10 82,6-13 1,-22-27-1,2-3 90,39 6 0,-32-14 1,1-1-70,1-3 1,3-3 0,4-2 0,3-2-215,0-2 1,1-3-1,2-6 1,-1-3 465,-1-3 0,0-2 0,2-3 0,0-1 58,1-4 0,-1-1 0,-1-2 0,-2 0 63,-5 1 0,-3-1 0,-5 0 1,-4-2 34,-8 3 0,-5-1 1,17-36-123,-28 30 0,-2-1 1,-1-1-1,-3-1-330,-2-3 1,-5 0 0,-6-2 0,-4 0 114,-4 0 1,-5 0 0,-7-5 0,-4-1-180,-4 1 1,-2 1 0,-6-3 0,-2 3 65,-4 0 1,-3 3 113,-5 2 0,-3 2 0,0 1 0,-3 2 0,-5 2 0,-2 3 0</inkml:trace>
  <inkml:trace contextRef="#ctx0" brushRef="#br0" timeOffset="9">2958 4180 8230,'-19'-19'208,"0"0"0,1-2 41,9 2 1,-2 8 639,6-3-160,-6 3 132,10 3-47,-6 2-231,7 6-657,0 0 182,7 0 1,-6 1 14,4 4 1,1 3 125,-1 6 1,1 0 121,-1 1 0,1 4-178,4-1 0,2 6 4,-2-5 0,-2 5-51,1-5 1,-4 0 70,4-5 0,-4 5 66,5 0 0,-6-2-2,6-7 1,-5 2 100,4-2 1,-4-4-110,4-1 1,-4 1 325,5-1 1,-1-4-242,5-10 0,7-4-305,2-15 1,6 0-107,4-15 0,3 3 136,7-7 1,1-2-1368,4 2 1,-4-2 761,3 1 0,-4 9-1377,-5-4 1,1 12 807,-5 2 1,-6 7-390,-4 8 0,-12 6 1480,3 3 0,-6 4 0</inkml:trace>
  <inkml:trace contextRef="#ctx0" brushRef="#br0" timeOffset="10">3342 4009 8136,'-8'0'1444,"-5"0"-1146,11-6 1,-5 4 575,2-3-456,3 4 0,-2 2-8,8 4 1,-1-2-66,7 7 0,-1-1-105,6 5 0,-6 5 227,1 0 1,-1 0-142,5-4 0,0 4-80,1-1 0,-3 1 9,-2-4 1,2 0-144,-2 4 0,1-8 40,-2 4 1,3-4 61,-8 3 1,6-5 487,-6 1-265,8-1 10,-5-1 1,8-1-140,-1-7 0,0-11 48,0-4 1,7-10-102,3-3 0,10-13-481,9-12 1,3-2-401,11-2 0,-28 28 0,2 0 65,3-2 1,3 0 0,4 1 0,1 0-26,3-3 0,1 0 1,-1 3-1,1 1 586,1 1 0,1 0 0,0 0 0,0 2 0,4 3 0,1 3 0,1 1 0,1 2 0,1 1 0</inkml:trace>
  <inkml:trace contextRef="#ctx0" brushRef="#br0" timeOffset="11">24910 2346 7857,'0'-37'-558,"-2"3"390,-2 5 1,0 2 370,-5 4 0,1 2-10,-1 7 0,-4 4-32,3 1 1,-2 6-112,-2-2 0,-1 3-93,1 2 1,-6 0 132,-4 0 0,2 2-17,-2 3 1,5 4-45,-5 10 1,6 3 43,-6 7 1,0 10-84,-4 4 0,1 11 35,3 2 0,-3 8-278,4 7 1,4-2 174,4-2 1,8-4 51,7-6 0,0-5-125,0 0 1,11-17 34,3-2 0,8-14-14,-3-5 1,5-5 37,-5-4 1,-1-3 123,-3 3 0,-1-5 15,0-5 1,-4-2 445,-1-2 0,-6-4-320,2 4 1,1-4-101,-1-1 0,0-2 83,-5-3 0,0 3-74,0-2 0,0-5-136,0 0 1,0-4 141,0-2 1,0 6-157,0-1 0,0 2 31,0-2 1,0 2-54,0 3 0,1 3-149,4-3 108,-3 4-58,10 0 0,-4 3 85,6 2 1,1 4 29,-1 6 1,0 0 0,0 0 0,5 0 138,0 0 1,0 0-90,-5 0 0,1 0 102,-1 0 1,0 0-48,0 0 46,-6 0 319,5 0-202,-12 0 38,6 0 0,-7 3-44,0 7 1,0-1 49,0 10 0,0 5-106,0 4 0,0 1-148,0 4 0,0 2 85,0-2 0,0 0-103,0-5 0,0 4-363,0-4 0,0 2 179,0-11 0,1 0-380,4-5 1,-2 1 213,7-1 1,-1-6-368,5-3 751,-6-4 0,11-1 0,-3 0 0</inkml:trace>
  <inkml:trace contextRef="#ctx0" brushRef="#br0" timeOffset="12">25066 2602 7857,'0'-15'0,"0"1"-523,0 6 212,0-4 238,0 10 125,7-11 427,1 12-351,6-5 0,0 12 162,0 3 0,0 6-47,1 3 1,-1 5-63,0 5 1,0 0-158,1 1 1,-6 4 16,0 0 1,-1 0-22,2-4 1,1-1 63,-6 1 1,-1-6-161,-4 1 0,0-7-55,0 2 542,0-9-199,0 3 1,-1-12 114,-4 4 1,2-4-171,-7-1 1,6-4-1,-6-1 0,5-6-107,-4 1 1,6-2 82,-2-2 0,-1-2-330,1-3 1,0 1 102,5-5 0,2-6-500,3-4 0,4-5 66,10 5 1,3-11-162,7 1 0,1 2 275,3 3 0,2 8 43,2 2 0,1 2 371,-9 12 0,1 3 0,-11 11 0,0 0 0,-5 0 0,0 7 0,0 0 0</inkml:trace>
  <inkml:trace contextRef="#ctx0" brushRef="#br0" timeOffset="13">25607 2488 7857,'14'0'0,"0"0"0,-4 0-536,-1 0 0,-4 0 464,4 0 700,-6 0-178,4 0 194,-7 0 1164,0 0-1433,-7 0-375,-1 0 93,-6 0 0,0 1-166,0 4 0,0 0 71,-1 9 1,1-3 4,0 8 0,0 3-36,0 2 1,-1 3-204,1 1 1,0-1-37,0-3 0,6 3-22,3-4 1,-1-2-12,1-2 0,0-3-153,5-2 459,0 0 1,7-4-134,2-1 1,-1-6 224,1 2 1,1-10-61,4-4 1,0-4 39,1-1 1,-1-5-1,0 0 0,0-2 112,0 2 0,-4 4 71,-1-4 1,-4 8 96,5 1-262,-7 1-7,3-6 1,-4 8-291,2 2 157,-2 3 0,4 4-91,-6 3 0,5 2-103,0 8 0,4-6-128,-4 1 1,6-2 109,-2 1 0,4 2-45,1-6 1,5 4 310,0-4 1,0 0-111,-5-5 0,5-2 278,0-3 0,0-2-80,-4-8 1,-3 1 87,-2 0 0,1-7 95,-7-2 0,6 1 78,-5-2 1,-1 0-31,-4-4 1,0-1-50,0 1 0,0 1 115,0 3 4,0 4-458,-6 6 222,4 6-230,-4 1 0,6 20 83,0 6 0,5 13 62,0 5 1,4 11-86,-4 4 0,4 10-2,-4 4 0,5 5-712,-6 5 1,1 1 578,-5 4 1,2-40-1,1 0-484,2 35 1,-1-7 179,-4-7 1,0-12-108,0-7 0,0-8 558,0-12 0,0-8 0,7-3 0,0-4 0</inkml:trace>
  <inkml:trace contextRef="#ctx0" brushRef="#br0" timeOffset="14">25948 2772 7857,'0'-42'-459,"0"0"321,0 5 1,0-1 375,0 9 1,6-1-44,4 11 1,2 0 65,2 5 1,2 5-165,3-1 0,-8 7-9,4-2 0,-4 4 246,3 1-213,6 6 1,-4 2 61,3 6 0,-3 5-41,-2 0 1,-1 6-202,-4-1 0,-2 3 102,-7 1 1,0-4-248,0 0 1,-2-2-17,-3 1 0,-3-2 0,-6-7 1,0 0 72,0 1 0,4-3 17,1-2-114,-1 2 1,-4-10 9,0 3 1,4-12-60,1-7 1,6-3 33,-2-12 0,3 3 113,2-12 1,5-2 43,0-7 0,7-4 102,3-6 0,0-6-287,9-3 1,-2-4 286,2-1 0,1 8 34,-6 6 0,0 7-139,-5 7 732,1 7-266,-7 7-78,-2 15 1,-6 9-29,0 10 0,0-2-122,0 7 1,0 1 376,0 8 0,1 0-332,4 9 1,-3-1 72,2 11 1,3 1-67,-2 9 0,4-4-59,-4 3 1,4-3 28,-4-1 0,1 0-209,-1-1 0,-3-5-56,2-4 1,-2-3-94,-2-2 1,5-4 118,-1 0 0,1-12-281,-5 3 108,0-11 136,0 3 185,0-20 1,0 7-132,0-13 1,5 6 147,0-6 0,1-3 1,-1-2 1,1-2 107,3-3 0,4 5-121,-3 1 0,2 1 5,2-2 1,-4 3-11,-1 7 1,-4 5 55,5-1-124,-1 7 1,5-2 56,1 10 0,-6 3 41,0 6 0,-1 5-98,2 0 0,1 6-108,-6-1 1,4-2 33,-4 2 1,4-7-187,-4 2 1,6-3 14,-1-2 1,-2 0 77,1 1 1,0-7-230,6-4 1,-1-2 40,0-2 0,5-2-424,0-2 783,0-4 0,-5-13 0,0-1 0</inkml:trace>
  <inkml:trace contextRef="#ctx0" brushRef="#br0" timeOffset="15">24810 3426 7913,'-14'0'916,"0"0"-360,6-6-649,-5 4 51,12-4 0,1 6 123,9 0 0,10 0 238,5 0 0,15-5-100,9 0 1,18-7-183,10-2 1,-29 5 0,1-1-228,3-2 1,2 0-1,9-4 1,2 0 117,2 2 0,1 0 0,4-2 0,0 0-327,-2 2 0,0 0 0,-3 2 0,-1 0 348,-3 0 0,-1 1 0,-2 2 0,-3 0 96,-7-1 1,-3 1-1,32 0-24,-21 4 0,-16 2-255,-3-2 65,-13 3-145,-11-4 1198,-8 6-899,-12 0 0,-2 0 473,-6 0 1,-5 0-1159,0 0 1,-6 2 699,1 2 0,-9-2 0,-4 4 0</inkml:trace>
  <inkml:trace contextRef="#ctx0" brushRef="#br0" timeOffset="16">15825 2758 8573,'8'-6'-146,"-2"3"-14,-6-7 0,0 5 67,0-4 1,5 4 214,-1-4 1,3 5-249,-2 0 252,-4-4-56,12 6 206,-12-4-358,6 6 261,-1 0 1,-4 1 140,2 4 0,3 6-152,-3 13 1,3 9 129,-3 19 1,-2 16-133,0-24 0,1 2 0,-2 8 0,-1 3-550,0 10 0,0 3 0,0 8 0,0 2 377,0-19 0,0 0 0,0 2 0,0 2 0,0 0 0,0 1 59,0 2 0,0 0 0,0 0 0,2-2 1,-1 1-1,1-1-132,-1-4 1,1 0 0,0-2 0,1-4 0,0-3-1,0 0 21,0 14 1,-1-2-1,3-6 1,-1-2-203,-1-7 1,-1-1 0,3-5 0,0-3 6,-1 30 0,6-7-44,-5-12 1,4-5-49,-4-9 0,1 2 134,-1-7 0,-3-6-484,2-8 2117,-2-4-2125,-2-7 782,-6-1-78,-9-7 0,-7-7 0,-6-1 0</inkml:trace>
  <inkml:trace contextRef="#ctx0" brushRef="#br0" timeOffset="17">15739 2914 8442,'-14'-20'0,"2"4"-466,2-3 0,-1 8 67,6 2 960,1 5-536,4-8 0,6 10-7,3-3 1,4 4-25,1 1 1,2-2 19,3-2 1,3 0-3,7-5 0,1 4 1,3-4 0,8 4-19,6-5 1,12 1-23,-2-5 0,15-7-297,4-2 1,-35 9-1,2 1 273,1-1 1,2-1 0,1-2-1,1 0 47,3-2 0,2 0 0,0-2 1,1-1 13,3-2 0,0 1 0,-3 1 0,-1-1-18,0 0 0,-1-1 1,-4 2-1,-2 1 63,0 2 0,-1 0 0,-5 2 0,0 0-65,-1 2 1,-2 1 0,26-13 171,-11 4 0,-6 7-57,-17 6 1,1 6-35,-12-6 0,-3 7-52,-6-2 6,-6 4 3,10 1 943,-11 0-704,4 0-189,-6 0-6,0 0-45,6 0 1,1 1 45,2 4 1,4 3 2,-4 6 1,4 7 225,1 2 0,0 12-92,0 8 1,2 9-94,3 14 0,-11-24 1,0 2-442,2 6 1,-1 4 0,-1 10 0,-2 3 348,-1 5 1,0 3 0,-2-21 0,1 2 0,0 1-300,-2 4 0,-1 1 0,0 0 0,1 2 0,0 1 0,-1 0 232,-1 2 0,0-1 0,0 0 0,0 0 0,0-1 0,0-1-6,0-4 0,0 0 0,0 0 0,0-3 0,1-1 0,0 0 7,1 23 0,0-2 0,0-4 0,0-2-208,2-8 1,1-3 0,-3-7 0,1-3 85,6 21 0,1-10-198,4-13 1,-1-4 91,-4-16 0,2 2 525,-6-11 0,4 5-514,-4-5 1,0 5 1724,-5-5-1561,0 0 0,-6-7 350,-4-2 0,-4-4-453,-5-6 1,-3 2 197,-7 2 0,-5 4 0,-3 7 0</inkml:trace>
  <inkml:trace contextRef="#ctx0" brushRef="#br0" timeOffset="18">15796 5687 8113,'-14'0'0,"1"-2"-238,4-3-56,3 4 0,6-7 489,0 3 0,12-3-59,7-6 0,13-2 99,6-3 1,11 0-90,8-9 0,12-4-300,-29 12 0,1-2 0,6-3 1,2-1 209,3-2 1,0-1 0,4 0 0,1 0-392,1-4 0,2-1 0,0 4 0,0 0 396,2-1 1,-1 1 0,1 1-1,-1 1-8,-3 1 0,-2 2 1,-1 2-1,-1 1-186,-6 3 1,-1 1-1,-1 4 1,0 1 168,-3-2 0,-1 1 1,29-3-444,-9 3 0,-12-1 226,-12 6 1,-5 3 56,-9 1-425,-3-3 1252,-14 6-920,0-4 0,-9 6 393,-3 0 1,-2 0-177,-8 0 0,1 0 0,0 0 0</inkml:trace>
  <inkml:trace contextRef="#ctx0" brushRef="#br0" timeOffset="19">15768 3511 8430,'-14'0'-749,"-7"0"528,12 0-4,-10 0 1,19 0 107,0 0 1,8 0 230,11 0 1,11-1-91,12-4 0,10-4 118,15-10 0,-29 8 0,3 0-406,5-3 1,3-1 0,5-4 0,2-3 288,3-1 0,1-1 1,8-3-1,3-2-278,-21 9 0,1-1 0,-1 1 1,24-9-1,-1-1 317,1 0 1,-1-1-1,-4 2 1,-2 1 22,-5 2 0,-1 0 1,-3 1-1,-2 1-178,-3 2 1,-2 1-1,-7 5 1,-1 1 85,-4-1 0,-2 3 0,21-1 114,-15 0 0,-8 7-829,-12-2 1022,-2 6-725,-13-4 0,-8 9 945,-10 3 1,-15 9-997,-8 10 474,-13 9 0,-4 9 0,-7 9 0</inkml:trace>
  <inkml:trace contextRef="#ctx0" brushRef="#br0" timeOffset="20">15853 3838 8284,'-14'5'199,"0"0"-817,0 0-199,6-5 0,8 0 1050,9 0 1,12-2-123,7-3 1,13-4 278,11-10 0,12 0-241,7-9 0,-32 14 1,2 1-375,6-5 0,1-2 0,6-2 0,3-2 319,8-4 1,2-1 0,4 0 0,2 0-352,-20 7 1,1-1 0,0 1 0,-3 2-1,-1 0 1,1 0 286,0 0 1,-1-1 0,0 1 0,22-7 0,-1 2 38,-4 0 1,-2 2 0,-4 4 0,-2 0-228,-5 2 1,-3 1 0,-10 4 0,-2 2 101,28-4 0,-15 6-506,-14 8 0,-5 0-52,-10 0 632,-8 0 0,-22 8-394,-12 6 1,-17 8 375,-7 11 0,-9 4 0,2 5 0</inkml:trace>
  <inkml:trace contextRef="#ctx0" brushRef="#br0" timeOffset="21">15640 4635 8274,'-28'7'-1234,"-1"0"1341,7-7 1,11 0-72,16 0 0,4 0 126,15 0 0,6-2-1,8-3 0,3 2 210,1-6 1,12-5-66,3-5 0,11-7-514,3 3 1,-32 7-1,1-1 243,4-2 0,2 0 0,3-2 0,0-1 30,3-2 1,0 1 0,6-2 0,0 1-63,-2-2 0,1-1 0,2 0 0,1-1-204,-1 2 0,0 0 0,-2 0 0,0 0 208,0 2 0,0 1 0,-4-1 0,0 2-3,-6 4 1,0 3 0,-1 0 0,0 3-85,-3 2 0,-1 1 0,34-7-556,-9 2 1,-11 1 357,-13 4 1,-2-4-161,-3 4 0,-5 1-139,-9-2 562,-10 7 1,-9-3 14,-10 6 0,-9 12 0,-8 4 0</inkml:trace>
  <inkml:trace contextRef="#ctx0" brushRef="#br0" timeOffset="22">16209 5132 8367,'23'-14'-713,"1"0"1,6-5 239,8 0 0,11-8 915,8-2 1,14-1-794,-29 12 1,1-1-1,5 0 1,2 0 362,4-3 0,1 1 0,-2 2 0,0 2-112,-1-1 1,0 3-1,-2 2 1,0 2 29,-3 1 0,1 1-49,-3 3 0,1 2 0,0 1 0,0 0 0,0 3 0,1 0 0</inkml:trace>
  <inkml:trace contextRef="#ctx0" brushRef="#br0" timeOffset="23">19991 3995 8119,'0'-14'0,"-2"-1"0,-3 1 0,4 0 0,-7 0 0,3 0 0,3-5 0,-2 0 0,1-2 0,-2 2 0,3 3 0,-2-3 0,-3 4 0,2 0-251,1 1 0,4 5 521,0-1 368,-7 7-637,6-3 25,-6 6 0,7 6 22,0 3 0,0 12-82,0 7 1,0 7 67,0 8 0,0 6-170,0 3 1,0 2 55,0-2 1,0 3-97,0-3 1,0-3 109,0-1 0,5-6-258,0-4 1,0 0-28,-5-10 0,0 2 351,0-11 0,0-6 0,0-7 0</inkml:trace>
  <inkml:trace contextRef="#ctx0" brushRef="#br0" timeOffset="24">19905 3924 8113,'-14'-10'156,"0"1"320,6 6-521,2-4-184,6 1-23,0 4 1,6-10 156,3 2 1,6 2 133,4-1 0,-2-1-180,7-4 1,-5 0 132,4 0 0,-4 0-245,5-1 0,-7 3 49,2 2 0,-3-1-166,-2 6 370,1-6 0,-1 3 0,0-6 0</inkml:trace>
  <inkml:trace contextRef="#ctx0" brushRef="#br0" timeOffset="25">19948 4109 8113,'-10'9'-305,"1"1"1,4-6 129,-4 6 1,6-6 277,-2 6 0,3-5-68,2 4 0,0-4-54,0 4 0,5-4 9,0 5 1,6-7-9,-2 1 1,4 3-118,1-2 1,5-1 88,0-4 1,0 0-409,-5 0 454,0 0 0,1-6 0,-1-2 0</inkml:trace>
  <inkml:trace contextRef="#ctx0" brushRef="#br0" timeOffset="26">19934 4407 8113,'-8'0'-604,"-5"0"39,12 0 300,-6 0 142,7 0 0,8 0 237,6 0 0,1 0-62,4 0 0,3 0-223,1 0 0,4-1 105,2-4 0,-1 2-138,1-7 0,-1 1 204,0-6 0,-1 1 0,-3 0 0,3 0 0,-5-7 0,6-1 0</inkml:trace>
  <inkml:trace contextRef="#ctx0" brushRef="#br0" timeOffset="27">20417 4165 8113,'6'-14'0,"1"0"0,2 0-846,-2 0 391,-1 6 526,-5 1 21,6 7 0,-9-4-44,-3-1 1,2 0 62,-6 5 0,4 0-114,-4 0 1,-1 0 104,-4 0 0,0 2-12,-1 2 1,1 4-45,0 7 0,-2-1-109,-3 0 0,8 5-17,-3 0 0,5 6 123,-1-1 1,-1-2-248,6 2 0,1-5 64,4 4 0,0-5-78,0 1 1,6-8 85,3-2 0,6-6 120,3 2 1,0-5-84,6-5 1,-5-9 139,4-10 0,-4-2 1,5-3 0,-7-1-23,2-3 0,-8-3 1,-1-7 1,-7 0-23,2 1 0,-4-3 86,-1-2 0,-6-3-82,-4-7 1,-1 5-89,2-1 1,-2 3 102,6-2 1,-4-2-2,4 7 1,-1 6 37,1 7 1,3 11 73,-3 4 130,4 9-240,1 4 0,0 8-18,0 2 1,0 6 29,0 9 0,0 3 133,0 6 0,0 7-56,0 3 0,0 9-164,0 5 0,1 2 23,4-2 1,-2 4-133,7-4 1,-1 1-7,6-1 1,-1-7 157,0-7 0,0-8-159,0-2 0,5-3 65,0-10 0,2 0-10,-2-10 0,-2-2 38,7-7 1,-7-9 93,2-6 0,2-6 29,-2 1 1,0-3-105,-5-1 1,-1-1 144,-4 1 0,2 4-69,-6 0 0,0 1 16,-5-6 0,0 2-35,0 4 0,-2-3 222,-3 8 1,-3 0-44,-6 9 0,5 2 111,-1 7 0,1 0-97,-6 0 1,1 7-190,0 2 0,0 5-99,0 5 0,-1-1 118,1 5 0,6-4-105,4 5 1,-3-7 66,2 2 0,1 2-463,4-2 238,0 0 1,6-7 30,4-2 1,2 1 176,2-6 0,1-1-11,-1-4 0,5-6 92,0-3 1,0-4-74,-5-1 0,0 0 49,0-1 1,1 3-48,-1 2 0,-6-2 285,-4 2-249,4 4 327,-6 0-219,4 6 0,-1 12 60,0 7 0,-1 13-116,-4 6 1,2 9 1,3 5 1,-2 5-59,6 5 1,-4-6 65,5 1 1,-6-1-131,6-9 1,-7 2 17,2-2 0,1-13-81,-1-1 0,0-13 96,-5-1 0,-5-8-14,0-1 1,-6-7 23,2 2 0,-4-4-1,-1-1 0,-1 0-62,1 0 0,0-1 61,0-4 0,0-3-107,-1-6 1,6-2 97,-1-3 0,7-5-142,-2-9 1,4-3 28,1-7 1,6-1-63,4-3 0,2 2 218,3-2 1,5-2-22,4 2 0,3-7 38,1 2 1,1 3-219,-1 1 1,4-1 242,-4 2 0,4-2-89,-9 2 1,-2 4 198,-2 0 0,-5 7-47,-5 8 1,-2-2 84,-7-4 0,0 11-61,0-1 1,0 7-81,0 2 0,0 6 356,0 0-339,-7 5 1,4-2 101,-6 6 1,4 2-168,-4 2 1,-1 4-173,-4 6 1,0 7 173,-1 3 1,1-2-109,0 1 0,1 1 15,4 5 1,-2-1 75,6 0 0,0 1-81,5-1 1,0-1 58,0-3 1,2-2-35,3-3 1,1-2 11,4 7 0,4-7-1,0 2 1,0-8-8,5-1 0,-2-7 20,2 2 1,-3 1-88,3-1 0,-3-2 37,-2-8-12,7-3 0,-5-6 45,3 0 0,-10-5-348,-4 0 390,3 0 0,-7-1 0,6-3 0</inkml:trace>
  <inkml:trace contextRef="#ctx0" brushRef="#br0" timeOffset="28">21697 2715 8078,'-13'15'-211,"8"-6"76,-9 1 1,3-6 171,-3 6 0,4 6 155,1 7 0,1 12-217,-1 8 0,1 18 57,3 15 1,4-32 0,0 2-294,-1 3 1,0 2 0,1 0 0,2 2 243,0 1 0,2 1 1,3-2-1,1 0-61,1-3 0,3-1 1,3-4-1,2-1-3,-3-1 1,2-1 0,23 27-419,0-2 1,3-20 246,2-9 1,0-8 251,-1-6 0,2-1 0,1-5 0,-3-1 0,-2 2 0</inkml:trace>
  <inkml:trace contextRef="#ctx0" brushRef="#br0" timeOffset="29">21896 3057 8078,'0'-15'-193,"0"1"1,0 5 82,0-1-65,0 7 0,0-5 152,0 3 131,0 4-177,0-6 106,0 7 1,0 2 164,0 3 0,0 3-117,0 6 1,5 8 81,-1 6 1,3 9-141,-3 10 1,3-1-99,2 6 0,4-5-86,-4 6 0,-1-8 77,2 3 0,-1-9-183,5-1 1,1-13 71,-1-1 1,2-6-67,2-4 0,-2-6 73,3-4 1,2-8 183,-2-6 0,0-7 0,-5-2 0,0-6 0,7-4 0,1-7 0</inkml:trace>
  <inkml:trace contextRef="#ctx0" brushRef="#br0" timeOffset="30">22265 3227 8078,'-4'-14'-155,"-1"0"1,-1 6 102,1 3 1,2 2-5,-7-2 138,7 4-162,-10-6 1,7 14 140,-3 2 0,-2 5 40,6 5 0,-5-1-131,6 5 1,-1-4 124,5 5 0,-5-5-167,0 5 0,1-7 43,4 2 1,1-2 35,4 2 0,-2-8-136,7 4 0,-1-6 93,5 0 0,1 3-39,-1-8 0,0 1 63,0-5 0,2 0 36,3 0 1,-3-6-47,3-4 1,-3-2 156,-2-3 1,-5-4-81,1 0 0,-7-4-29,2 4 1,-4-5-26,-1 5 0,0-1 33,0 1 0,-6 3-191,-4-3 1,-2 5 108,-2 4 0,-2 2-189,-3 4 1,3 2-124,-3-3 104,3 4 0,4 2 256,2 4 0,4-3 0,6 10 0,0-4 0</inkml:trace>
  <inkml:trace contextRef="#ctx0" brushRef="#br0" timeOffset="31">22592 3071 7318,'0'-8'448,"0"2"-481,0 6 203,0 0-342,-6 6 128,-2 2 0,-6 6-74,0 0 1,6-4-2,3-1 1,-1 1 138,1 4 0,0 0-153,5 0 0,-4-4-52,-1-1-102,0 1 169,5 4 95,6 0-30,2-6 1,7-2 15,-1-6 0,-5 0 40,1 0 0,-1-4-48,5-1 0,-4-5 131,-1 6-140,1-7 147,4 3-108,0 0 1,-4 1 203,-1 7 1,-4 7-53,4 2 0,-5 9-52,0 1 1,3 11-71,-3-2 1,6 8 38,-5-2 1,4 5-101,-4-1 1,0-3 94,-5-2 1,4-5-108,1-4 0,0 1 84,-5-6 0,0 0-116,0-5 1,0-4 79,0-1 0,-2-5 5,-2 0 0,0-2 0,-5-2 0,4 0-3,-4 0-138,-1 0 1,-4-6 131,0-4 0,4 1-144,1-6 1,1 3 121,-2-12 1,4 0-40,6-4 0,0-1 7,0 1 1,0-7 15,0-3 0,2-3 52,2-1 0,4-7 0,7-3 0,3 3 0,1 1 0,0 4 0,-4 1 0,0 5 0,4 0 0,-8 13 0,4 2 0,-9 7 70,3 6-3,-5 4 1,2 8 10,-6 2 1,-2-1-20,-2 7 0,2-1-2,-3 6 1,4-1 45,1 0 1,0 0-49,0 0 0,0 5 149,0 0 0,0 7-85,0-3 0,4-1-101,1 2 0,0 0 21,-5 4 0,5-1-87,-1-3 0,1-2-15,-5-3 1,2-3 66,2 3 0,-2-8-38,3-2 19,-4-6-113,-1 4 114,0-7 0,0-4-132,0-5 1,0-2 53,0-13 1,2 5 31,3-4 0,-4-1 88,4-5 0,1 6-68,-1-1 0,1 7 66,-1-2 0,-2 3-65,7 2 0,-6 1 116,6 4 0,-5-2-82,4 6 0,-4 0 192,4 5 0,-4 2-48,5 2 0,-6 4-43,6 7 0,-5-1-36,4 0 1,-4 6-5,4 4 1,-6-3-109,2-2 0,-2 1 184,2-1-368,-3 0 0,9-5 68,-7 1 1,3-8-331,-2-2 498,-4-3 0,12-2 0,-5 0 0</inkml:trace>
  <inkml:trace contextRef="#ctx0" brushRef="#br0" timeOffset="32">23175 2602 6321,'0'14'808,"2"3"-442,3 7 0,-2 3-35,6 15 1,1 1-365,4 14 1,0-3 99,0 7 1,1-4-290,-1-5 1,-5 0 126,1-9 0,-2 0-71,1-15 1,-1-4-85,-3-15-369,-4-2 619,6-7 0,-7-7 0,0-1 0</inkml:trace>
  <inkml:trace contextRef="#ctx0" brushRef="#br0" timeOffset="33">23204 2673 8078,'-2'-15'-156,"-3"1"160,4 6 216,-5-4-644,6 10 326,0-10 0,7 4 113,8-7 0,0 1-25,9 0 0,-5 4-146,5 1 0,-5 0-143,4-6 1,0 1-25,0 0 323,-2 6 0,-1-5 0,2 5 0</inkml:trace>
  <inkml:trace contextRef="#ctx0" brushRef="#br0" timeOffset="34">23161 2943 8078,'0'14'-63,"0"0"1,-5-4 275,1-1 17,-1-6-191,5 10-220,0-11 1,2 4-202,2-6 305,4 0 1,8 0-85,3 0 0,-3-2 134,3-2 1,1-4-293,-1-7 1,5 1 318,-5 0 0,6-7 0,-3-1 0</inkml:trace>
  <inkml:trace contextRef="#ctx0" brushRef="#br0" timeOffset="35">23246 3128 8078,'0'14'-620,"0"0"142,0 0 310,0-6 273,0 5 1,2-7-66,3 4 1,3-4-36,6-6 0,2 0 1,3 0 0,3-2-182,6-2 1,-4-4 103,0-7 1,4 0-195,5-4 1,2-2 265,-2-3 0,-3-9 0,5 3 0</inkml:trace>
  <inkml:trace contextRef="#ctx0" brushRef="#br0" timeOffset="36">23716 2829 8078,'-19'10'0,"0"-1"0,-5 1-220,5 4 0,0 0 193,5 0 1,-5 0 47,0 1 1,2 4 73,7-1 1,-1 8-148,6-3 0,-1 0 119,1 0 0,4-1-172,-4 2 1,5-3-5,5-7 0,-2-2-31,6-2 1,-4 1 40,5-6 1,-6-1 87,6-4 1,-1-7-35,5-8 0,-1 0 15,-3-9 0,2 0 55,-2-4 0,-2-2-55,1-3 1,-6-4 71,2-5 0,-2-6-112,2 1 1,-4-8-141,4-2 1,-3-7-121,-2-7 1,0 2 294,0 3 0,0-2-35,0 6 1,-7 2 15,-2 8 1,1 11 143,-1 12 0,4 9-136,-5 10 131,1 4 0,-4 12-69,4 4 1,1 7 12,3 2 0,4 11 248,-4-1 0,2 2-259,-2-2 1,3 5 123,-2 4 0,4 8-81,4 1 0,-1 1 109,7-5 0,-5 1-125,4 3 0,-1-3-1,2 4 0,2-4-45,-2-1 0,-2-2-129,1-3 0,-1-4-24,1-5 0,4-7 105,-3-3 1,-3-5 48,3-4 0,-1-4 0,6-6 0</inkml:trace>
  <inkml:trace contextRef="#ctx0" brushRef="#br0" timeOffset="37">23972 2673 8078,'-15'0'0,"1"-5"-146,0 0 1,0-1-406,-1 1 324,1 4 0,0-6 133,0 7 0,4 0 62,1 0 0,4 0 73,-4 0 1,5 2-199,0 3 134,2-4 0,-3 7-228,1-3 148,-1-4 103,11 6 0,2-1 0,6 2 0</inkml:trace>
  <inkml:trace contextRef="#ctx0" brushRef="#br0" timeOffset="38">23915 2658 8078,'8'-7'0,"3"-1"-1402,-7 3 879,1 3 608,-5-4-33,0 6 38,0 0 85,-6 0 1,3 0-126,-7 0 0,5 0 153,-4 0-87,-1 0 1,-4 2 17,0 2 0,0 4-43,0 6 0,-1 1-4,1-1 0,5 2-142,-1 3 0,2-2 97,-1 7 1,-2-5-177,6 4 1,0-4 49,5 5 1,0-5-27,0 5 0,0-7 7,0 2-72,7-3 1,1-8 133,6-4 1,0-2 1,0-2 1,0-6 106,1-4 1,-1-4-71,0-5 0,0-1 102,0-4 1,-4-3-64,-1 3 0,-5-3 4,0-1 1,3 0 31,-3-1 0,1 7 16,-5 3 1,0 8 8,0 2-27,0 5-269,0-2 223,0 19 1,0 4-65,0 16 1,0 4 52,0 5 0,0 2 88,0 4 0,2 2-26,2 7 0,3 0-127,2 0 0,2 0 123,-6 0 1,5-4 132,-6-5 0,6-2-182,-6-13 0,6 0 154,-5-5-398,-1-6 222,-4-1-173,0-13 162,-6-2 0,-2-6 117,-6 0 1,0-4-184,0-1 0,-1-6 21,1 1 1,0-2-139,0-3 0,1-5 99,4-4 1,-2-7-145,6-3 0,0-5 44,5 1 0,5-3-13,0-2 0,7-4 139,2-1 0,2-5-12,8 1 1,-5-4 97,5 0 0,-2 0-163,1 4 1,3-2 300,-7 7 0,0 6-128,-5 8 1,-6 9 496,-4 5-137,-2 10-163,-8 2 1,-2 12-131,-6 0 0,4 6-71,1-2 1,4 6 199,-5 3 1,1 5-126,-5 5 0,4 2-107,1 3 0,6-1 79,-2 6 0,-2-8-201,3-2 1,-1 1 90,5-6 1,0-1-187,0 2 1,2-8-229,2-2 221,4 0 1,8-12 132,3 3 0,-2-15-25,7-4 1,-5-11 123,5-4 0,-1-12 0,6-9 0</inkml:trace>
  <inkml:trace contextRef="#ctx0" brushRef="#br0" timeOffset="39">24227 1877 8078,'10'25'-111,"-1"3"1,-1 20 179,2 9 0,1 22 228,-8-29 1,-1 4 0,0 6-1,0 3-870,-1 9 1,-2 3 0,1 4 0,-1 1 600,0-20 0,-1 1 0,0-2 0,-2-2 0,0-2 0,-2 1-54,-1 1 1,-1 0-1,-1 0 1,1-4-1,-1 0 1,-1 0-146,-3 23 1,-2 0 0,-1-5 0,-1 0 33,1-4 0,-2-1 0,0-11 0,-1-1 137,2-6 0,0-2 0,-1-1 0,-2-1 0,4-4 0,-1 0 0,1 2 0,-1 0 0</inkml:trace>
  <inkml:trace contextRef="#ctx0" brushRef="#br0" timeOffset="40">19379 3099 7318,'-6'14'-411,"4"4"261,-2 5 0,2 12 204,2 22 0,6 20 111,-1-24 0,0 3 0,1 5 1,2 2-722,1 9 1,1 3-1,-2 2 1,1 2 619,-1-24 1,0 0 0,0 1 0,0 1 0,0 0 0,0 1-84,1 2 1,0 0 0,1 0-1,0-4 1,-1-1 0,1 0 29,-1 0 0,1 1 0,-1-1 0,5 24 0,0-2-123,1-5 0,-1-2 1,0-3-1,0-3 55,1-5 0,-1-4 1,-3-12-1,0-4 12,8 23 1,-5-21 119,-4-13 20,-4-12 1,-6-8 13,0-3 92,0-4 0,1 6 678,4-7 1,-2 0-833,7 0 0,1 0 190,8 0 1,3-2-244,6-3 0,7-2-47,3-8 1,5-5 13,4-4 1,10-4-382,9-6 0,5 3 433,-33 12 1,0 0-1,4 0 1,2 0-215,3-2 1,0-1-1,3-2 1,0-1 220,2-1 0,0 0 1,1 1-1,2 1-325,1 1 0,1-1 0,1-1 0,0-1 303,1 1 0,0-2 0,3 0 0,1-1 8,5 0 1,1-1-1,-3 1 1,-1-1-6,4 1 1,0-1 0,-1-1 0,0-1-300,-2 0 0,0 0 1,5 0-1,1 1 294,1 1 1,1 1 0,-7-1 0,0 1-16,4-1 0,0 1 1,-5 2-1,-1 0-6,4-1 1,0 2-1,-4 2 1,1 0 33,0-1 0,0 1 0,-6 3 1,-1 2-89,-2 1 0,0 0 0,-5 3 1,0 0 137,0 2 0,0 0 0,0-1 0,-1 1-9,-3 3 0,-1-1 1,-2-2-1,0 0-8,30-7 0,-2-6-24,3 2 0,-5 0 354,-5 0 1,-7 4-371,-7-5 1,0 7-8,5-2 0,-2 3 544,-3 2 1,-4 4-538,-10 1 0,-4 6 964,-5-2-993,-7 3 1255,-8 2-655,-7 0-21,-7 0 0,-2 0-317,-3 0 0,-1-6 112,-4-4 0,-2-2-275,2-2 1,-7-8 80,-2-7 1,-5-12-163,5-11 1,-6-16 37,1-8 0,13 35 0,0-2-319,-1-1 1,1-2-1,1-3 1,1-1 267,-3-4 1,0-1 0,1-5 0,0-2-34,-1 1 0,0-1 1,1-3-1,2 1-318,1 2 0,1 0 0,3-3 0,0-1 289,2 0 1,0 0 0,-1 0 0,-1 0-52,2 4 1,0 1 0,-1 7 0,2 1-108,4 4 0,-1 3 1,0-28 167,3 12 0,-4 13-106,-1 16 296,-6 6 283,-2 19 0,-2 2-466,1 6 1433,6 0-1407,-4 0 237,7 0 0,-1 0-218,-4 0 1,2 0 11,-6 0 0,-1 0-34,-4 0 0,-2 5-72,-3-1 1,-8 9 101,-6 1 0,-11 2 4,1 8 0,-11-1 18,-2 6 0,-4 4-216,-12 0 0,36-11 0,-2 0 160,-4 0 0,-1-1 0,-5 2 0,-2 0-324,-1-2 0,-2 1 0,-6 2 1,-2 1 323,-5 0 1,-1 2-1,-6 2 1,-3 0-278,22-10 0,-1 0 0,-1 0 0,-2 1 0,-1 1 1,0-2 367,0-1 0,-1-1 0,-1 0 0,-2 1 0,0 1 0,0-1 4,-2 1 0,0 0 0,0 0 0,0 0 0,0 0 0,-1 0 43,1 0 0,0 0 0,1 0 0,2-1 0,0-1 0,1 0-57,2 0 1,1 1 0,0-1 0,0 0 0,0 1 0,0-1-19,-1 2 1,0 0 0,2 0 0,3 0 0,2 0 0,0 0-225,1 0 1,0 0 0,1 0 0,-22 7 0,0-1 254,6-2 1,0 1 0,-1-1 0,1 0-146,1 1 1,2-1-1,8-4 1,3 0 135,3 0 0,3 0 0,4-3 0,2-2 553,-31 10 0,7 1-542,7-6 1,10-2-47,14-7 0,1-4 926,13-6 0,2 2-726,8 2 1219,2-2-1357,7 4 736,0-6-1443,0 0 653,7 0 1,-4 0-144,6 0 0,-4 7 291,4 2 1,1 10-112,4 5 0,-4 18-38,-1 15 0,-6 17-3,0-25 1,-1 2 0,-1 10 0,-1 3-433,1 12 1,-2 4 0,1-20-1,0 2 1,-1 1 417,-1 7 1,1 2-1,-1-1 1,2-1 0,0-1-1,0 1-333,0 2 1,-1 2 0,2-2-1,2-6 1,1 0 0,2-1 324,1-1 1,1 0 0,1-2 0,-1-6 0,2 0 0,0-2-3,6 21 0,1-4 0,-3-14 0,1-5 70,-1-10 0,0-3 0,8 19-55,-8-24 0,-1-8-39,-4-11 1,-2-1-52,-7 0 1,4-4 1791,1-1-1884,0 1 2488,-5-3-2266,0 0 192,0-7-583,0 0 1,6 0 243,4 0 0,4 0 99,5 0 0,5-8-7,9-6 0,5-2-106,9-8 1,7-1 60,12-8 1,-29 14 0,2 0-303,8-4 1,1-2 0,2 0-1,2-2 332,7-3 0,1-1 0,2-4 0,1-1-306,4-4 0,3-1 1,-18 10-1,2-1 0,0 0 292,3-1 0,2 0 1,0 0-1,4-3 0,1-1 1,0-1-902,-1 1 1,1-1 0,-1-1 947,2 0 0,0-1 0,1-1 0,1-1 0,0 0 0,1 0 0</inkml:trace>
  <inkml:trace contextRef="#ctx0" brushRef="#br0" timeOffset="41">19465 3511 8139,'-29'-56'-82,"5"2"1,2 0-41,2 0 143,1 2 1,5 16 180,-1 3 1,3 4-72,2 6 160,-2 2-396,10 13 87,-4 2 0,6 8-101,0 2 0,0 10 125,0 10 1,6 19-3,3 14 0,-1 14-1,-3-27 1,0 2-1,-1 6 1,1 2-330,2 4 0,1 2 1,-1 9-1,0 1 266,0 5 1,0 2-1,0 1 1,0 2-279,-2-24 1,0 1-1,-1 0 1,2 1 0,-1 0-1,0 0 302,1 3 0,1 1 0,-1 0 1,1-2-1,0-1 0,1 0-14,1 1 0,1-1 0,0-2 1,3 14-1,1-3-187,-3-7 1,1-4-1,1-15 1,0-3 170,6 18 1,-1-16 11,-3-8 1,-7-9 200,-4-5 1,-2-2 427,-2 2 1,0-3-282,0 3 1962,0-4-2092,0 0 577,0-7-674,0-2-54,0 0-33,0-4 1,2 4-63,2-6 0,-1 0 89,7 0 1,4 2 29,5 2 0,8-2-38,1 3 1,7-5 35,8-5 1,10-1-40,4-4 1,5-7 5,0 3 1,9-9-214,-32 14 0,2-1 0,4-4 0,0-2 189,3 2 0,-1 0 1,0-2-1,-1-1 13,1 0 1,1 1 0,2-2 0,0-1-256,1-2 1,2 0 0,6-3 0,2 0 221,-2 1 0,0-1 0,2-2 0,0 0-281,-4 2 0,0 0 0,2-2 1,2-1 315,0 1 1,1 0 0,5-2-1,2 0-13,-1 0 1,1-1 0,0 4 0,0 0-1,-5 1 0,0 1 1,2-2-1,0 1 14,0 0 0,1 0 1,3 0-1,1 1 2,-5 1 1,0 1-1,5 0 1,-1 1 16,-6 1 0,0 0 1,2-1-1,-1-1-23,-1 2 0,0 0 0,4-1 0,0-1 27,-2 0 1,1-1 0,0 1-1,0-2-20,-7 0 0,-2-1 0,2 2 0,-1 0-56,-2-2 1,0 0 0,0 2 0,1 0-131,-3 0 0,-1 1 1,-3 3-1,-3 0 97,-9 1 0,-2 1 0,38-9 191,-14 1 1,-1 2-269,-8-2 1,-7-1 8,-8 6 1,0-2-4,1 2 163,-4 4 0,-5-12 0,-1 6 0,1 4 0,-1 4 0</inkml:trace>
  <inkml:trace contextRef="#ctx0" brushRef="#br0" timeOffset="42">24284 1351 8046,'-6'-15'0,"4"1"-535,-2 0-822,-4 0 1344,6 6 0,-4 3-28,6 10 0,5 11 236,-1 12 1,7 13-82,-1 11 1,3 24 72,-6-32 0,0 2 1,0 9-1,-2 2-496,0 8 0,0 3 0,-1-15 1,0 2-1,-1 1 376,-1 7 1,-1 2-1,1 1 1,-1 4-1,1 1 1,-1 0-391,0 6 0,-2 2 0,1-3 0,2-6 0,0-1 0,1-1 357,-1-2 0,2-1 0,-1-1 1,1-9-1,0-1 0,1-2-115,2 16 1,0-4 0,0-7 0,0-3-39,0-6 1,1-1 0,-1-6 0,0-2-202,7 32 1,0-6 94,0-8 1,-1-2-487,-3-3 711,2-3 0,-6-9 0,4-1 0,-5 1 0,-4-2 0</inkml:trace>
  <inkml:trace contextRef="#ctx0" brushRef="#br0" timeOffset="43">19408 3241 7956,'-15'-14'-757,"6"6"379,-1 3 509,7-2 0,0 0-63,13-2 1,7-4 8,16 4 0,5-6 46,10-3 1,15-6-95,-26 8 1,2-1-1,8-2 1,2 0-386,4-4 0,3-2 0,11-3 1,3-1 375,-19 8 0,2-1 0,0-1 1,4 0-1,1-1 0,0 0-394,3-1 1,1 0-1,0-1 1,3 0-1,1 1 1,1-1 396,2-1 1,0 0-1,1 0 1,3 0 0,0 0-1,1 1-39,-2 1 1,1 2-1,0 0 1,1-2-1,0 1 1,-1 0 13,-3 3 0,-1 0 1,1 1-1,1 0 0,1 0 1,-1 0-7,1 2 0,-1 1 1,0 0-1,0 1 1,0-1-1,-2 1 5,-3 2 1,-2-1 0,1 2-1,-1 0 1,0 1 0,-1 0-238,-5 1 1,-2 0 0,0 0 0,1 1 0,-1 0 0,-1 0 175,24-4 1,-2 0 0,-3 0-1,-1-1-115,-3 1 0,-2 0 1,-6 0-1,-3 1 142,-6 1 0,-1 0 0,-2-1 0,-1-1 135,-1 3 0,-1-1 1,0-1-1,-1-1-262,-5-1 0,-1 1 0,34-8 164,-17 3 0,0 0 0,-4 2 0,-5 0 0,-7-2 0</inkml:trace>
  <inkml:trace contextRef="#ctx0" brushRef="#br0" timeOffset="44">9981 4037 8421,'-20'7'0,"4"1"0,-5 6-155,7 0 0,0 2 187,0 3 0,1 11-49,4 13 1,-4 10 42,4 18 0,2-27 0,1 2-492,-1 12 0,0 3 0,-3 6 1,1 2 512,-1 8 0,1 2 0,1-21 0,-1 0 0,0 1-267,1 4 1,0 0-1,1 1 1,-1 4-1,1 0 1,0 1 207,-1 1 1,-1-1 0,2 1 0,1-1 0,0 1 0,1-1-232,-2-2 1,0-1-1,2 0 1,0 0 0,2-1-1,0 0 201,-1-1 0,1-1 0,0 0 0,2-2 0,0 1 1,0-2 2,-2 22 1,1-3 0,1-5 0,1-4-252,0-12 0,0-2 0,0-4 1,0 0 161,0-7 0,0 0 0,0-2 1,0-1 244,0 25 1,4-7-479,1-18 0,0-7 1870,-5-7-1509,0-12 0,-6-3 0,-2-5 0</inkml:trace>
  <inkml:trace contextRef="#ctx0" brushRef="#br0" timeOffset="45">9441 6710 8260,'-8'6'-654,"2"-4"0,6 11 861,0-4 0,3 4-144,6 1 1,2 7-27,13 2 0,5 9-195,4 1 0,2 6 114,-2-1 1,-2 3-277,7 2 0,-6-2 320,1-3 0,3 3 0,1-4 0</inkml:trace>
  <inkml:trace contextRef="#ctx0" brushRef="#br0" timeOffset="46">10123 6611 8140,'-36'14'157,"-5"6"1,11 4 97,-3 9 1,-3 10-217,-2 9 0,3 14-492,2 5 1,15-30-1,1 1-66,1 0 1,-1 1 322,-3 2 0,0 2 0,-1 8 0,0 2 0,-5 0 0,1 1 0</inkml:trace>
  <inkml:trace contextRef="#ctx0" brushRef="#br0" timeOffset="47">10664 5018 8144,'0'-14'0,"-2"0"-202,-3 0 0,4 0 129,-4-1 1,2 7-264,-2 4 198,4 2 347,-6 2-105,7 0 1,0 6 12,0 4 1,2 9-14,3 5 1,-4 6 6,4 7 1,1 3-46,-1 12 1,1 0-90,-1 5 0,-2 0 45,7 0 1,-1 1-74,5 4 0,-1-8 392,-3 2 1,5-8-357,-5-1 0,9-7 21,-10-2 1,7-8-129,-6-2 1,2-6 122,2-8 1,-4-1-110,-1-4 1,1-2 96,4-7 0,0 0-5,0 0 0,2 0 58,3 0 0,-1-7-56,5-2 1,-4-8 93,5-2 1,-5-8-75,5-2 1,-5-1 150,4-8 0,-10-1-71,1-8 1,-8 1-37,4-6 1,-9 0-70,-1-5 1,-6-2-127,-8-2 0,-8 2-83,-7-2 1,1 4 81,-5 5 1,-2 4-70,2 10 0,-2 10 40,2 9 1,3 9-122,-3 6 0,7 10 36,3 8 1,5 13 8,-1 11 0,5 5 12,5 4 239,2 4 0,6 1 0,6 0 0,6 0 0</inkml:trace>
  <inkml:trace contextRef="#ctx0" brushRef="#br0" timeOffset="48">11318 4478 8173,'-19'-9'0,"0"-1"-921,0 1 218,5 1 1161,-1 2-253,1 6 1,2 7-24,2 8 1,-3 7-119,4 11 0,3 5 136,1 9 0,3 12-109,2 12 0,0-29 1,0 3-322,0 6 1,0 2 0,3 4-1,2 3 285,2 8 0,0 1 0,3 0 1,1 0 1,2 4 1,2 1-1,4-4 1,2-1-165,-1-4 1,3-3-1,1-7 1,4-5 37,-3-10 1,2-4-1,33 17-484,2-15 0,4-14 317,-5-10 0,1-8-197,-5-10 0,-5-12 117,0-13 0,-8-7 316,-1-11 0,-2-4 0,-8-6 0,1 0 0</inkml:trace>
  <inkml:trace contextRef="#ctx0" brushRef="#br0" timeOffset="49">11588 4791 8173,'-22'-5'-354,"3"0"330,3 1 1,2 4 142,0 0-194,6 0 100,1 0 0,7 6 50,0 4-62,0 2 1,2 9 150,3 2 0,3 12 16,6 8 0,0 6-138,0 8 0,2-1 98,3 1 0,-2 0-194,7 0 1,-5-2 17,5-3 1,-7-4-233,2-10 1,-3-8-350,-2-7-101,0-5 533,1-4 0,-8-9 40,-2-10 0,-8-4-13,-2-10 0,-6-5 42,2-9 0,-4-4 116,-1-5 0,0-2 0,-1-4 0,-4 4-15,1-3 1,-1 2 14,4 3 0,0-1 174,-4 0 0,8 5-46,-4 1 1,4 3 58,-3-4 1,5 7-3,-1-2 0,7 9-70,-2 5 0,4 3 57,1 2 0,1 0-68,4 0 0,4-2-141,10-3 0,3 2 81,7-7 0,-1 0-134,1-4 1,-1 1 28,1 3 0,-1-3-193,1 4 0,-1-3-6,0 3 0,-1 1 260,-3 3 0,3 3 0,-5-5 0</inkml:trace>
  <inkml:trace contextRef="#ctx0" brushRef="#br0" timeOffset="50">11616 5132 8173,'-14'14'-331,"5"-1"-43,-1-4 1,7-1 141,-2-3 243,4-3 0,2 4 71,4-6 0,-2 5-65,7-1 0,1 1 26,8-5 0,-2-1-23,7-4 1,6-5-152,8-9 0,3-3 52,1-6 79,7-7 0,2-1 0,6-7 0</inkml:trace>
  <inkml:trace contextRef="#ctx0" brushRef="#br0" timeOffset="51">11886 5530 6708,'0'8'-758,"8"-2"654,7-6 0,5-1 300,9-4 0,1-4-181,3-10 1,-3 1 50,3-5 1,-3-1-63,-2-5 0,4 1 13,-4 0 1,2-1-189,-11 1 0,0-1 171,-4 1 0,-1-7 0,0-1 0</inkml:trace>
  <inkml:trace contextRef="#ctx0" brushRef="#br0" timeOffset="52">11901 4180 8174,'0'-15'0,"0"1"-125,0 0 1,3 0-78,6 0 1,7 4 148,13 1 1,4 5 156,0 0 1,11 4 41,-1 4 1,3 12-12,-4 13 1,1 9-167,0 14 1,2 12 68,-22-24 1,-3 1 0,-2 4-1,-3 2-288,-4 2 1,-3 1 0,-2 5 0,-2 2 262,-1 4 1,-2 2 0,-2 1 0,-2 1-113,-1-1 1,-2 0 0,-2-4 0,-3-2-188,0-4 0,-1-3 0,1-6 0,-1-2 78,1-2 0,-1-1 208,-12 34 0,-4-5 0,-1-2 0,1-4 0</inkml:trace>
  <inkml:trace contextRef="#ctx0" brushRef="#br0" timeOffset="53">10948 7051 8320,'-8'0'-222,"2"0"140,19-6 1,10-8 390,20-10-195,18-9 0,-24 14 0,1-2-407,6-4 1,2-2-1,0 2 1,1-2 365,3-3 0,0-1 1,-1 1-1,-1 1 31,0 1 0,-1-1 0,2 1 0,0-1-35,-1 1 1,-1 0 0,-2 0 0,0 0-215,-2 2 1,-1 0-1,-2-1 1,-2-1 67,-5 2 1,0 0 0,1-2 0,0 0-359,-3 0 1,0 0 0,30-23 434,-4 4 0,-5 1 0,0 2 0,-1 1 0,-5 7 0,-5 4 0</inkml:trace>
  <inkml:trace contextRef="#ctx0" brushRef="#br0" timeOffset="54">11602 6923 8199,'-20'8'0,"4"5"-118,2-11 1,17 2 198,16-8 0,15-17-369,19-12 1,14-8 173,-29 17 1,0 0 0,4-1 0,2-2-462,2-3 1,2-1-1,6-4 1,3 0 531,9-3 1,1 0 0,-3 1 0,1 0-269,4 3 0,0 2 1,-6 0-1,-2 1 1,0 2-1,-1 1 1</inkml:trace>
  <inkml:trace contextRef="#ctx0" brushRef="#br0" timeOffset="55">14559 6667 7437,'-14'0'-395,"0"0"373,0 0 31,6 0 1,2 7 133,6 2 0,6 12-109,3 7 1,6 13 236,4 11 1,3 5-192,6 5 0,2-2-330,3 6 1,-3-6 218,3 2 1,-3-10-164,-1-5 1,-1-2-292,1-3 0,-2-7 485,-4-6 0,4-1 0,-5-6 0</inkml:trace>
  <inkml:trace contextRef="#ctx0" brushRef="#br0" timeOffset="56">14588 6795 8202,'-2'-19'-486,"-2"1"368,-4-1-275,0 11 581,1-5 0,14 5-114,2-6 0,5-2-60,5-3 0,3 2 0,7-7 0,-1 0-200,1-4 0,4 1 8,0 3 1,2-2-111,-2 2 0,-4 3 288,-1 2 0,0 4 0,-5 0 0</inkml:trace>
  <inkml:trace contextRef="#ctx0" brushRef="#br0" timeOffset="57">14673 7080 8199,'-6'14'0,"0"0"-183,-4 0 0,-1-4 225,6-1 1,2-5-133,8 0 0,4-2 36,10-2 0,-1 0-78,5 0 0,1 0 152,4 0 0,1 0-7,-1 0 0,1-6-236,-1-4 1,-4-3-43,0-1 265,-1 0 0,12-7 0,1-1 0</inkml:trace>
  <inkml:trace contextRef="#ctx0" brushRef="#br0" timeOffset="58">14872 7535 8199,'0'8'-1098,"0"-2"1253,0-6 1,8 0 103,6 0 1,7-6-220,7-4 0,7-9 6,3-5 1,3-4-272,2-5 1,4-3 87,0-7 0,1 0-297,-5 1 0,-7-1 169,-3 0 1,-3 2 264,-2 3 0,-5 4 0,-3 5 0</inkml:trace>
  <inkml:trace contextRef="#ctx0" brushRef="#br0" timeOffset="59">15384 6014 8199,'-27'-27'-139,"3"3"179,4 10 0,6 3 295,0 6-148,-1 0-2,7 5 0,2 2 11,6 3 1,0 4-69,0 10 0,2 5 8,2 9 31,4 10 0,8 7 30,3 7 0,3 6-258,7 3 0,4 2-109,0-1 1,6 1 124,-1-7 1,5-4-542,4-5 1,-7-11 276,3 2 1,-10-16-206,0-3 0,-3-7 130,-2-3 1,-6-6-52,-3-3 1,-3-10 230,-2-4 0,5-10 204,0-5 0,0-5 290,-4-4 0,2-3-290,-3-7 0,3-4 0,-7 0 0,-4-1 0,-1 5 0,-3 1 17,-2-1 1,-2-1 111,-3 6 1,-4 2 205,-10 17 0,1 1-5,-5 9 1,1-2-105,-2 6 1,-1 2 98,6 8 0,0 3-56,5 6 0,4 2-91,1 3 1,5 1 31,0 4 0,2 3-217,2-4 0,2 9 0,2 1 0,4-4-136,7-6 0,5-1-138,4 2 0,-2-3 122,2-7 1,4-6 53,5-4 0,0-2 25,-4-2 0,4-8-13,0-6 1,-4-7 16,-6-7 1,-7-5 89,-2 0 1,-1-2-4,-8 2 0,-1 3 23,-4-4 0,-11 4-25,-3 2 0,-10 0-16,1-1 0,-4 7-18,-2 3 1,3 10 20,2 4 0,-1-1-182,6 1 0,0 2 97,5 7 1,4 0-239,1 5 0,5-4 25,0 4 1,8-1 301,6 2 0,7-4 0,2-6 0,13 0 0,-2 0 0</inkml:trace>
  <inkml:trace contextRef="#ctx0" brushRef="#br0" timeOffset="60">16408 5786 8199,'-15'0'-412,"1"0"0,-2 0 205,-2 0 1,2 0 930,-3 0 1,3 6-188,2 4 0,0 3-358,-1 1 0,1 2-130,0 2 0,4 5-168,1 5 1,6 0-102,-2 1 0,5-1 151,5 1 1,7 1-79,7 3 0,7-3 45,-3 3 0,6-3-56,4-1 1,-1-6 50,5 1 0,1 0 11,5 4 1,-2-4 67,-3-1 0,3-5 5,-3 1 0,-2 1 89,2-1 1,-11 0-98,2-5 1,-6-4-6,1-1 0,-8-1 17,-7 2 0,-6-2 17,2-4-5,-3-2 1,-4 4 105,-3-6 1,-7 2-81,-7 3 1,-7-4 10,3 4 0,-6-2 173,-4 2 1,3-4-101,-3 4 0,-2-3 53,2-2 0,0 0-89,4 0 1,7-2-74,3-3 1,4-1 87,0-3 1,7-6-372,4 1 0,2-2-21,2-7 0,8-7-23,6-8 0,7-10-74,7-4 0,2-5 107,3-4 0,-1-4 8,6-6 1,-5-2 291,-14 35 0,0 0 0,6-26 0,-1 2 0,-8 5 0,-7 10 0,2-1 0,-6 6 0,-2-1 0,-8 1 0,-2 5 0,-8 4 0,-4-2 16,0 2 1,-6 6 28,1 8 1,-1 5 475,2 5 0,-4-2-407,3 6 0,3 0 417,2 5-371,4 0 1,5 0 186,1 0-297,6 0 0,-4 2 10,7 2 0,5 4-23,0 7 1,7 0 58,3 4 0,-1 3 189,5 7 0,3 6-122,2 2 1,2 0-86,3 1 0,-1 0 46,1 4 0,-1 1-135,1 0 0,-6-1-29,1 1 0,-2-7-228,2-3 0,1 1-212,-6-6 11,0-3 1,-10-17-706,1-3 580,-7-4 594,3-13 0,-6-4 0,0-12 0</inkml:trace>
  <inkml:trace contextRef="#ctx0" brushRef="#br0" timeOffset="61">16635 5260 8178,'-20'-14'0,"4"4"-326,-3 1 0,8 4 196,1-4 1,7 4 227,-2-5 0,5 1-77,5-5 0,3 0 14,6-1 0,7 1 19,3 0 1,2-5-18,3 0 1,4-5-245,0 5 0,0 0 86,-4 5 0,-1 2 121,1 2 0,-1-3 0,1 6 0</inkml:trace>
  <inkml:trace contextRef="#ctx0" brushRef="#br0" timeOffset="62">16678 5715 8178,'-14'14'-625,"6"-4"249,3-1 468,3-6-80,2 10 1,7-11 238,2 2 1,9-2-137,1-2 0,7-8-75,3-6 0,1-2-27,8-8 0,-5 1 0,5-6 1,0-1-517,4-3 0,-1 3 503,-3-3 0,3-4 0,-4 1 0</inkml:trace>
  <inkml:trace contextRef="#ctx0" brushRef="#br0" timeOffset="63">17005 5829 8178,'-14'16'208,"-1"2"1,8-2 35,2 3 1,3-8-162,2-1 0,7-5-41,2 4 1,10-6-213,5 2 0,3-11 73,1-9 0,2-5-252,3-9 1,-1-5 50,6-4 0,-7-10-1227,2-4 1525,-3-9 0,5-10 0,-17 31 0,1 1 0</inkml:trace>
  <inkml:trace contextRef="#ctx0" brushRef="#br0" timeOffset="64">17090 4123 8178,'14'-5'0,"1"0"0,5 1 58,4 4 0,14 12 253,4 7 0,12 21 17,3 12 0,-28-16 0,0 5-611,5 7 0,-1 4 0,-2 11 0,-2 5 426,-8-18 1,0 2 0,-2 2 0,1 5 0,-1 2 0,-1 1-276,1 3 1,-2 2 0,-1 0 0,0-1 0,-2 0 0,-1 1 230,-1 2 1,-1 1-1,-1-1 1,-1-1-1,-1-1 1,-1 1-256,0-2 1,-1 1 0,0-1 0,-2-4 0,-1 0 0,-1 0-197,1-1 0,-1-1 0,-2-1 0,-2 17 0,-4-3-184,-1-6 0,-5-2 1,-4-4-1,-6-2 30,-6-1 1,-5-2-1,-2 2 1,-3-1 117,-6 3 1,-2-1-1,-3-1 1,-1-1 387,-4 3 0,-1-1 0,-2-3 0,-2-2 0,19-17 0,-1-1 0,-1 0 0</inkml:trace>
  <inkml:trace contextRef="#ctx0" brushRef="#br0" timeOffset="65">14104 5800 8336,'-30'45'329,"7"2"1,12 21-161,7-25 0,3 4 0,6 17 0,3 6-880,-2-14 1,2 3 0,1 1 0,4 10 0,1 3-1,2 1 775,-2-13 1,1 2 0,1 1 0,1-1 0,1 1 0,1 1-1,1-1 1,2 1-37,1 1 1,1 1-1,1 0 1,2-2-1,0-3 1,1-1 0,0-2-1,3-1-39,9 13 1,2-4 0,4-1-1,1-4 1,4-1 0,2-6-280,3-7 1,3-5 0,2-1-1,2-1 1,1-2 0,3-2 163,-13-11 1,1-2 0,2-1-1,0-1 126,2-2 0,1-2 0,1-1 0,1 0 0,0 0 0,0-1 0,1-1 0</inkml:trace>
  <inkml:trace contextRef="#ctx0" brushRef="#br0" timeOffset="66">27907 3413 7891,'-19'0'-1252,"0"0"1287,-1 0 0,7 2 206,1 4 0,7-3-16,-3 5-7,8-8 25,0 0-95,8 0 1,5-6-46,13-1 1,-3-6-152,10 7 0,-1-9 91,6 2 1,1-4-72,0-2 1,-1-1-5,1 1 0,6 0-213,0 0 1,0-3 57,-7-4 0,-1 5-175,-5-5 1,2 5 361,-8 2 0,0-1 0,-7 1 0</inkml:trace>
  <inkml:trace contextRef="#ctx0" brushRef="#br0" timeOffset="67">28100 3046 7891,'-19'0'-401,"0"-8"0,6 6 1145,0-5-738,9 5 128,-5 2 1,9 9-1,0 4 0,0 12-109,0 7 0,6 13 76,1 7 0,8 12-368,-2 7 1,4 4 168,2 2 0,7-2-1665,0-4 1763,8-5 0,-4-17 0,8-2 0</inkml:trace>
  <inkml:trace contextRef="#ctx0" brushRef="#br0" timeOffset="68">28659 2815 6999,'-8'2'112,"8"5"0,4 6 193,15 12 0,-1 7-61,14 13 0,0-2-134,6 9 0,-3-1-124,3 7 0,-10-9 68,11-4 0,-14-11-84,1-1 0,-4-10 106,-3 3 53,0-13 33,0-5 11,-8-8 0,-2-8 7,-9-5 1,0-4-98,0-3 1,0-7-340,0-6 1,0-3 126,0-3 0,2-1-463,4-5 1,-4-5 175,5-7 0,1 5-262,-1 1 678,8-1 0,-4-14 0,8-3 0</inkml:trace>
  <inkml:trace contextRef="#ctx0" brushRef="#br0" timeOffset="69">29431 2352 8573,'0'22'631,"0"3"-502,0 5 55,8 18 0,-3 3-353,8 13 132,-1 5 0,8 2-98,-1-1 1,-6-1 144,0 1 1,-3-5-557,3-14 0,4-4 281,-4-8 1,-4-9-788,-3-4 488,5-14 564,-9-12 0,15-10 0,-6-10 0</inkml:trace>
  <inkml:trace contextRef="#ctx0" brushRef="#br0" timeOffset="70">29450 2545 7837,'-19'-19'0,"2"6"-39,4 0 354,-4 9-51,15-5 87,-7 9-567,9 0 224,0-8 1,9 6-52,3-5 0,8-1 101,5 1 0,3-8-152,4 2 0,5-4-89,-5-2 0,4 2-131,3 4 1,-7-4 57,0 4 1,-6-2-67,6 2 1,-8-2-159,1 9 480,-12-9 0,4 4 0,-6-8 0</inkml:trace>
  <inkml:trace contextRef="#ctx0" brushRef="#br0" timeOffset="71">29585 2507 7837,'-8'19'0,"-5"0"0,-2-6 0,2 0 0,-4 0-57,15 6 104,-7-8-69,9 6 0,2-15 109,5 4 0,3-3-9,10-3 0,-5 0-1,4 0 1,-4 0 9,11 0 1,-5 0 28,-2 0-116,9-9 0,-6-2 0,5-8 0</inkml:trace>
  <inkml:trace contextRef="#ctx0" brushRef="#br0" timeOffset="72">29469 3201 7405,'22'0'206,"4"0"1,-3-2-129,9-5 0,7-4-99,6-8 1,8-7 87,-1 1 0,1-7-674,-1 6 607,-5-8 0,0 4 0,2-9 0</inkml:trace>
  <inkml:trace contextRef="#ctx0" brushRef="#br0" timeOffset="73">29412 2429 7808,'-18'-12'-352,"6"-1"266,-6 0 0,14-4 702,-9 4-76,9 4-406,-5 9 38,9 0-82,0 0 1,3 9 157,3 4 1,-4 12-80,5 8 0,1 12 38,-1 6 0,5 7-65,-5 6 1,1 5-197,-1 8 1,-5 0 134,4 0 1,3 7-130,-3-1 0,7-8-117,-6-11 1,8-6-260,-2-6 1,2-7-368,-3-13 206,6-4 1,-8-18-385,10-3 969,-10-5 0,7-19 0,-6-5 0</inkml:trace>
  <inkml:trace contextRef="#ctx0" brushRef="#br0" timeOffset="74">29392 2487 7808,'-8'-10'0,"6"1"-334,-7 0-46,9 7 456,0-6 191,0-1 0,9 1-161,3-5 225,6-4-188,9 6 0,3-8-5,9-1-96,8 1 1,-6 0-221,4-1 1,-4 1 86,-3 0 0,-6 2-543,0 4 273,1-4-391,-3 15 752,-11-7 0,-2 9 0,-6 0 0</inkml:trace>
  <inkml:trace contextRef="#ctx0" brushRef="#br0" timeOffset="75">29392 2757 7808,'-10'0'-248,"1"0"380,9 0-74,0 0 0,11 0 89,8 0 0,9-2-79,10-4 0,1 1-103,0-7 0,-1-1 65,1-7 0,6 8-386,0-1 1,-7 2 20,-6-2 1,-6-2 334,6 9 0,-8-9 0,4 4 0</inkml:trace>
  <inkml:trace contextRef="#ctx0" brushRef="#br0" timeOffset="76">29469 3162 7808,'-6'13'-229,"0"0"1,-1-7 597,7 7 0,2-6-73,5 5 1,3-5-9,10 6 1,1-9-63,5 2 0,4-3-242,8-3 1,7-3-80,0-3 1,9-5-139,-3-8 1,-1-2-67,1-5 1,-8 2 195,2-8 1,-6 9-894,-7-3 996,-4 4 0,-9-5 0,0-3 0</inkml:trace>
  <inkml:trace contextRef="#ctx0" brushRef="#br0" timeOffset="77">24436 4763 7772,'-17'2'-159,"4"4"1,4 5 334,9 8 1,0 9-123,0 4 0,0 15 124,0 11 0,9 15-94,4 10 1,-3 10-740,3-3 1,0-5 396,6-1 0,3-7-466,3-6 724,-3-5 0,14-8 0,-6 0 0</inkml:trace>
  <inkml:trace contextRef="#ctx0" brushRef="#br0" timeOffset="78">24899 5032 7772,'-20'-10'510,"1"1"0,0 9-179,-1 0-337,10 9 54,1-7 1,3 15 308,-1-4-724,1 13 319,6-5 0,0 7-339,0-9 275,0 0 1,2 1-98,4-1 234,5 0 0,8-2-195,1-4 1,-1 2 21,0-8 1,1-1 347,-1-6-176,0 0 138,0-8 1,-8-3-78,-4-8 0,-5-1-167,-2 1 1,0 6-87,0 0 1,-9 3 130,-4-3 1,-4-2-264,-2 8 0,0-6-86,-1 7-274,1 0 660,8-3 0,-6-2 0,6-8 0</inkml:trace>
  <inkml:trace contextRef="#ctx0" brushRef="#br0" timeOffset="79">25361 4550 7772,'-19'3'13,"0"3"0,0-4 166,-1 5 0,-1 1 35,-5-1 0,5 8-10,-5-3 0,7 6-189,6 1 1,-4 2 76,4 5 1,4 4-246,3 9 0,4 1 110,2 5 0,6-2-36,1 8 0,14 1 95,-2 6 0,11-3 4,-4-3 1,8 6-81,-2 0 0,5-7 87,1 7 1,-1-11-115,-5 4 0,-2-6 122,-4 7 0,-11-9-252,4 2 1,-13-5 69,1-1 1,-5-7 71,-2 0 1,-9-8 93,-3 1 0,-6-5 135,-1-7 1,-2 2-113,-5-9 1,2 0 91,-8-6 1,7 0-68,-8 0 0,8-2-20,-7-4 0,8-7-154,-2-13 0,11-4 123,2-8 1,9-1-204,-2 1 1,4-7-23,2 0 1,8-7-24,5 7 1,6-8-68,7 1 0,-2-1 89,8 1 1,2-1 209,11 8 0,-2-7 0,8 7 0,-8-8 0,4 3 0</inkml:trace>
  <inkml:trace contextRef="#ctx0" brushRef="#br0" timeOffset="80">25959 4068 7760,'0'-10'801,"-8"1"1,6 18-569,-5 4 1,14 19 0,5 6 0,-1 20-134,2 0 1,0 13 59,6-1 1,0 3-314,1-2 1,-7-5 184,-1-8 0,1-4-1015,7-9 13,-1 0-325,0-24 745,-8-2 1,-3-19 549,-8-13 0,0-6 0,0-7 0,-17-12 0,-4-11 0</inkml:trace>
  <inkml:trace contextRef="#ctx0" brushRef="#br0" timeOffset="81">25979 4261 7760,'-9'-19'-72,"7"6"225,-5 0 0,-1 0-52,1-6 0,1 6 101,6 0 1,0 7-122,0-7 1,9 2 88,3-1 1,6-6-275,1 6 0,9-6-15,4-1 1,4 2-30,3 4 0,-1-4-41,1 4 0,-3 2-642,-3-1 831,3 7 0,-6-12 0,9 6 0</inkml:trace>
  <inkml:trace contextRef="#ctx0" brushRef="#br0" timeOffset="82">26114 4415 7958,'-11'11'542,"2"-2"-612,9-9 1,9 0-112,4 0 0,4 0 133,2 0 0,0 0-412,1 0 0,5 0 460,1 0 0,0-9 0,-7-2 0</inkml:trace>
  <inkml:trace contextRef="#ctx0" brushRef="#br0" timeOffset="83">26152 4955 7669,'0'13'-73,"0"0"0,2-9 122,5 3 0,-3-5 165,9-2 1,6 0-450,7 0 0,15-2-69,-3-5 304,22-3 0,0-27 0,17-4 0</inkml:trace>
  <inkml:trace contextRef="#ctx0" brushRef="#br0" timeOffset="84">27849 5380 9116,'13'6'47,"0"0"1,6 11 6,7 3 1,8 3 51,-1 16 0,3-3-100,3 16 0,6-7 62,0 6 1,0-8-47,-7 2 1,-1-13 79,-5-6 1,-4-5-26,-9-1 176,0-10 1,0-10-105,1-13 1,-7-6 170,-1-7 0,1-10-55,7-9 1,-1-11-510,0-2 0,-6-2-186,0-10 1,-2 5-443,1-5 1,3 1 871,-8-1 0,8-5 0,-4 6 0</inkml:trace>
  <inkml:trace contextRef="#ctx0" brushRef="#br0" timeOffset="85">28775 4705 6469,'0'-13'-490,"0"0"490,0 9 0,0-7 0,0 5 0,-8 3 0,5-5-71,-5 8 0,8-2 76,0-5 1,-2 5 180,-5-4-159,5 4-51,-6 2 5,8 0 0,0-3-22,0-3-26,0 4 67,0-7 0,0 9 0,0 0 0</inkml:trace>
  <inkml:trace contextRef="#ctx0" brushRef="#br0" timeOffset="86">28910 4666 7693,'0'-19'-24,"-8"0"1,-1-1 174,-4 1 0,-4 0 81,4-1 0,-4 1-121,-2 0 1,-3 0 84,-3-1 0,-5 1-166,-9 0 1,0 6 87,1 0 0,-7 9-269,0-3 1,-11 7 123,-2 7 0,-2 10-176,-10 9 1,-1 10 67,-6 3 0,0 8-206,-1 11 0,-3 2 369,4 4 0,-3-2-63,16 9 0,2-1 79,11 7 1,-1 7-63,14 0 1,3 8 64,16-2 0,8 12-39,7-47 1,2 0 0,4 1 0,2 1 40,1 2 0,3-2 0,18 48-57,6-9 0,15-1-73,11-12 1,11-1 9,-29-46 0,3-2 0,45 24 37,8-13 1,-44-25 0,2-1-62,0-2 1,1-2 0,52 4 41,-53-15 0,1-1 0,55-1-200,-53-1 1,1-2 0,1-6 0,0-3 213,3-2 0,-2-2 0,-4-6 0,-2-3 99,1-1 1,-1-3 0,-4-4 0,-2-3 8,-2 0 1,-2-2-1,1-1 1,-2-1-25,0-1 0,-2 0 0,30-31 190,-1-1 0,-16 7 90,-9-7 1,-15 0 417,-11-6 0,-10-8-285,-16-5 1,-12-7-303,-13-6 0,10 52 0,-1 0-52,-2-8 0,-2 2 0,-4 8 1,-2 1-358,-1-4 1,-3 2 0,-38-28-129,-2 8 0,-8 10-291,-5 8 0,4 10 315,2 16 357,5 0 0,-5 24 0,1-4 0,1 3 0,3 3 0</inkml:trace>
  <inkml:trace contextRef="#ctx0" brushRef="#br0" timeOffset="87">23298 4801 7800,'-9'-11'-1886,"7"3"1837,-15 8 1,15 2 296,-5 4 0,14 14-136,6 12 1,12 15-15,8 11 0,3 17-91,3 15 1,-16-39-1,1 3-193,1 3 1,1 1 0,3 5 0,0 1 201,3 6 0,0 1 0,-2 4 0,0 0-12,2 3 1,1-2 0,-4-5 0,2-2-18,-2-10 1,-1-3-1,-2-3 1,0-3 44,25 34 1,-8-5-32,2-21 0,-11-5 4,-1-14 0,-1-3 13,6-3 1,1 1-25,-1-9 1,1 8 9,0-8 1,8-8 13,4-10 0,5 1 7,2-1 0,2-9-12,4-11 1,-2-13-3,9-6 1,6-4-42,7-3 0,10-10 43,-46 20 0,0 0 0,5-1 0,1 0-16,7-5 1,1-1 0,3 1 0,0 0 4,3-4 0,-1 0 0,3 2 0,0-1 29,-6 3 1,0 0 0,2 1 0,1 1-30,0 4 0,1 1 0,2-4 1,-1 1 0,-1 2 0,-1 1 0,-2-3 0,-1 2 2,-9 6 0,-1 1 1,-1-1-1,-1 1-102,45-17 1,-3 0 121,-4 1 0,-11 6 8,-8 0 0,-15 8 7,1-2 1,-12 5-8,0 2 1,-12-1-59,-8 1 1,-10 2-115,-2 4 1,-9-4 123,3 4 1,-5-4 1174,-2-2 1,0-1-527,0 1 1,-6-11-235,-1-8 1,-8-3-203,2-11 0,-4-10-241,-2-15 1,-3-4 66,-3-16 0,1 1-219,8 39 1,0-2 0,3 2 0,0-1 165,-2-9 1,-2-1 0,1 2 0,0 1-308,-3-6 0,-1 1 0,4 2 0,0 1 244,0 1 1,0 3 0,1 7 0,0 3-42,-17-44 1,-2 24 245,8 9 0,-2 19-89,2 13 0,3 9 82,-9-3 0,8 0-101,-2 7 0,5-9 312,2 15 1,-7-10-323,0 3 0,1 7 486,5-6 1,-1 11-506,-5-5 0,5 8 31,-5-1 0,2 4-158,-1 2 1,-5 0 79,-9 0 0,-2 8-34,-4 5 1,-4 7 69,-9 5 0,-2 5-21,-4 9 1,-7-1 14,-12 1 0,-5 8-296,-9 5 0,44-24 0,-1 1 311,-3 3 1,-1 1 0,-6 1-1,-1 0 0,-8 4 0,-2 1 0,3 0 0,-2-1-216,-2 1 0,-2 0 0,1-1 0,0 1 291,3-1 1,0 1-1,-3 0 1,0 1-102,-4 2 1,1 0 0,3-4 0,0 1 49,-1-1 1,1 1 0,4-1 0,1-1-50,4-4 0,1-2 1,3-1-1,1-2-154,1-1 1,2-3 0,-38 13-2,14 1 0,15-14-341,18-5 1,4-2-32,8-10 578,9 8 0,2-4 0,9 8 0</inkml:trace>
  <inkml:trace contextRef="#ctx0" brushRef="#br0" timeOffset="88">23009 11068 8183,'-9'-20'-480,"7"1"-84,-5 0 0,5 6 603,2 0 0,11 0-38,8-6 0,9 0 61,11-1 0,6-5-49,0-1 1,10-8 109,3 1 0,2 3-96,11-2 1,-7 0 5,7-6 1,-7 5-47,7 1 0,-11 9-1,-2-3 1,-9 5-218,-10 1 1,-11 7-81,-9 1 122,-8 7 1,-16-3 188,-8 8 0,-8 8 0,-18 3 0</inkml:trace>
  <inkml:trace contextRef="#ctx0" brushRef="#br0" timeOffset="89">23356 10701 8183,'-41'19'-893,"-4"1"0,11-3 1145,-5-4 1,7 4 18,0-4 1,6-3-4,13 3-11,-4-8-280,15 3 1,2-8 29,13 0 0,4 0-85,2 0 0,9-8 95,4-5 0,13-4 54,7-3 1,-3 1-153,2 0 0,1-1 119,6 1 1,0-2-118,-1-5 0,-5 11-15,-1-4 0,-10 6-184,-2 0 0,-3-2-79,-10 9 357,-9-1 0,-26 24 0,-12 5 0</inkml:trace>
  <inkml:trace contextRef="#ctx0" brushRef="#br0" timeOffset="90">22912 11376 8128,'-19'0'-343,"6"6"413,0 1-215,9-1 1,-3-6 114,14 0 1,14-8 101,18-5 0,2-6 54,10-7 1,7 2-204,6-8 1,9 0 23,-2-7 1,10-1-181,3-5 0,-1 6 86,-6 1 1,-4 1 42,-8 12 0,-12 1-331,-21 11 340,-12-4 1,-14 15-12,-12-5 0,-7 14 26,-13 6 80,-4 12 0,-26 5 0,-4 9 0</inkml:trace>
  <inkml:trace contextRef="#ctx0" brushRef="#br0" timeOffset="91">23221 11395 8128,'-39'32'0,"1"1"0,1-10-349,5 3 1,6-5 199,13-1 270,-4-10 1,15 1-89,-4-5 1,12-3-162,7 3 0,6-4 234,7-2 1,4-8-40,9-5 0,6-4-100,0-3 1,8-1 101,-1-5 1,10-2-142,2-4 1,0-2 58,-6 8 0,0-6-126,0 6 1,-2 1-20,-5 5 1,-12 10-455,-14 3 396,-12 5 0,-9 6 132,-16 9 1,-18 9 80,-22 16 0,-4 7 3,-1 0 0,-6 7 48,6-7 0,-6 0-94,12-7 1,4-6 140,2 0 1,6-2 36,7 3 1,6-12 262,14-8 37,3-9-317,9 5 0,2-9-130,5 0 1,-1 0 99,13 0 1,-2-7-30,16 1 1,-1-9-27,6 2 1,1-11-4,-1-1 1,10-7-51,3 6 0,-2-6-9,3 6 1,-9-6-5,2 6 1,-7 0 54,-6 7 1,-10 6-126,-9 0 112,-9 9 0,-4-4-128,-13 8 1,-13 10 67,-6 10 1,-13 1 38,-6 11 0,1-6-6,-1 6 1,2-6-142,-3 6 0,3-6 150,4 6 1,11-9 16,-5 3 0,13-5-96,1-1 4,3-10 72,12 7 1,3-14 94,14 3 1,3-6 29,10-6 1,7-7-103,6-13 1,3 3-9,3-10 0,1-1 0,5-11 0,-2 2-161,9-8 1,-10 6 224,3-7 0,-4 7-61,-2-6 1,-3 8 154,-4-2 1,-12 4-67,-14 3 0,-4 6-30,-2 0 0,-8 15-14,-5-3 0,-13 14 4,-6-1 1,-7 5-150,-6 2 1,5 9 88,-5 4 1,2 4-115,-2 2 1,4 0 73,-4 1 0,11-1-255,2 0 227,8-8 1,3 0-3,8-5 0,11-6 46,2 0 0,8-15-3,11-11 1,7-8 121,0 2 1,6-11-118,-6-2 1,6 0 144,-6 7 1,-1-1-126,-5 0 1,-3 3 133,-4 4 1,2-2 143,-9 8-25,0 0 1,-8 9-186,-4 4 0,-5 5 7,-8 8 0,0 0-123,-1 0 0,-1 2 127,-5 4 0,3 5-159,-10 8 1,8 7 87,-7 0 0,8 6-95,-2-7 0,5 1 2,2-7 1,1 1-237,6-1 103,3 0 107,9 1 1,2-10 86,5-3 1,3-5-32,10-2 1,1-2 103,5-5 1,-5-1-98,5-5 0,-5-2 144,-1 8 0,-8 1 20,1 6 0,-6-6 130,6-1 0,-9 3-85,2 10 0,-4 5-29,-2 8 0,-8 9-86,-5 4 0,-4 13 43,-2 7 0,-7 1-76,0-1 1,-6 3 72,6-3 0,1-12-1,5-1 1,3-13-78,4-1-81,-4-3-186,15-3-20,2-8 1,11-3 212,8-8 1,0-6 37,1 0 0,-1-7 51,0 6 1,-6-6-63,0 7 0,-7-3 251,7 3 76,-9 4 301,5-7-488,-9 9 0,-2 2-40,-5 5 1,-3 4-34,-10 8 0,1 7 60,0-1 0,6 1-136,0-7 0,2 1 176,-1-1-567,-6 0 8,16 0 278,-6 1 0,10-10 142,4-3 0,5-14-2,8-5 0,3-8 34,3-5 0,-1-3 8,8-4 0,-8-5 38,1 5 0,3-2-67,-2 2 1,-2-3 193,-12 10 0,3 5 189,-8 7 159,-1 9-479,-6-4 1,-10 18-25,-10 10 1,-1 14-73,-11 11 0,8 6 77,-2-6 0,-1 7-54,1-7 0,2-2 58,11-11 1,-2-4-210,9-9 0,0 0-208,6 0 141,0-8 1,2-2 201,4-9 0,11-11-6,9-8 0,8-3 23,-2-10 1,-2-6-47,3-7 0,-3 0 72,2 6 0,2 3-53,-8 3 0,-7 1 177,-6 13 0,-7-5 206,7 12 8,-9 3 1,3 3-221,-14 12 1,-10 13-39,-8 13 1,-3 7-136,2 6 1,-2 2 136,-4 5 1,4-5-56,9-9 1,0-1 119,-1-5-407,10-4 162,-8-9 0,18-8-108,0-5 1,9-21 177,10-11 0,9-10 3,4-9 1,-2-4 36,2-9 1,-2 0-46,3 0 1,1 0 35,-8 0 1,-3 3-28,-10 3 1,2 7 506,-9 13-238,1 4 1,-16 18 37,-4 3 1,-10 16-255,-3 10 0,-10 17-84,-3 16 0,1 6-85,-7 6 1,10-6 72,3 0 0,9 0-90,-3-7 1,7-10 84,6-3 0,-2-18-337,8-1 244,1-13 1,14-1 37,5-18 1,7-4 88,5-22 0,-3 3 9,3-16 0,3 3 76,-2-3 0,-2-3-70,-12 3 0,6-3 72,-6-3 1,-3 2-82,-3 5 0,3-5-36,-3 5 0,1-5 45,-7-2 0,0 9-10,0 4 1,0 13 165,0 6 314,-9 13-323,-1 4 0,-10 12-99,1 3 1,0 5-101,-1 8 1,1 2 110,0 5 1,6-4-74,0 3 0,2-3 10,-1-3 1,1-6-153,4 0 1,5-7 13,-4 7-382,4-9 680,2 5-179,0-9 256,0 0-199,8-9 1,-6 5 64,5-9 1,-5 7 20,-2-7 284,0 9-303,0-14 4,0 16-146,0-6 1,-2 16 98,-5 5 0,-1 4-146,-5 3 1,-2 5 74,9 1 1,-7 2-117,6-2 0,1-5-46,6 5 59,0-5 29,0-2 71,0 1 1,8-12 101,5-8 1,4-15-116,3-10 1,5-16 223,1 2 1,0-6-120,-7 0 0,-6 2 163,0-8 1,-9 6 18,3-6 1,-5 14-109,-2-1 1,0 12 61,0 0 0,-9 5-15,-4 1 1,-10 10-232,-3 3 0,-8 16 132,2 10 0,-5 9-205,-1 11 1,-7 8 68,0 4 0,0 11-148,6 3 1,3-1 0,3-6 0,8-11 23,12-9 0,4-1-23,9-12 0,11 1-162,8-7 0,3-8 68,10-4 0,2-5 122,11-2 0,-4-9 253,4-4 1,-7-4-161,-5-2 1,3 0 210,-4-1 1,-4 1 139,-2 0-135,-5 0 0,-8 1 110,0 6 297,-9 3-230,5 9 0,-18 9-82,-4 3 1,-4 21-172,-2 5 1,-7 13 71,0 1 1,-1 10-201,1 2 1,4 3 45,-3-3 1,5-6 42,8 0 0,-6-3-84,6-10 0,3 0-203,3-6 1,3-9-91,3-4 0,9-11-126,4-3 265,4-7 0,2 3 93,1-8 0,-1-6 171,0-1 0,0-5 22,1 5 0,-7-6 175,-1 7 1,-7-3-50,1 3 173,-4 4 378,-2-7-491,0 9 1,0 9-81,0 4 1,-8 12-12,-5 7 1,2 7-456,-2 6 1,3-4-129,-3 4 0,-2-5-936,8-1 1355,1 0 0,-3 8 0,-1 2 0</inkml:trace>
  <inkml:trace contextRef="#ctx0" brushRef="#br0" timeOffset="92">28775 4338 7877,'-86'-38'-2,"-4"-1"1,5 9 161,1 4 1,11 11-39,3 3 1,5 7 48,-5-1 1,5 12 21,-5 7 1,-1 9-322,-6 10 1,4 4 100,-4 22 1,6 6-176,32-23 0,1 2 0,-1 5 0,3 2 288,3 7 1,1 2 0,-1 8 0,0 3-47,0 9 1,2 3-1,5 0 1,2 3-262,0 7 0,3 2 0,7-2 0,5 1 187,3 0 1,5 0 0,7-5 0,3 0-12,2-3 1,4-3-1,9-14 1,6-3-198,3-2 1,4-4 0,1-9 0,4-4 113,5-3 1,2-2 0,-1-1 0,1-1 26,8 0 0,1-1 0,-6-3 0,-1-1 36,4-1 0,-1-2 1,-3-5-1,-1-1-141,47 20 0,1-13 12,5-6 1,-2-15 291,8-11 1,-6-17 41,-48 3 1,-1-4 0,-2-7 0,-1-4-93,4-2 1,-1-2-1,-7-3 1,-1-1-32,-1-1 0,0-1 0,-4 0 0,-1 1 45,37-39 1,-6-1-23,0 1 1,-16 2-9,3 5 1,-21 1 652,-5 5 0,-11-5-600,-8-8 0,-7-2 44,-12-5 0,-13-12 135,4 42 1,-2-1 0,-6-7 0,-2-1 318,-3-4 0,-1-1 0,-1 1 0,0-1-632,-5-2 0,-1-1 0,0 2 0,-1 1 22,-4 0 1,-2 1 0,0 3-1,-1 2-193,-4-1 0,-1 3 0,1 6 1,0 1-132,0 3 0,-1 4 0,-1 8 0,-3 5 174,3 5 1,-2 5 0,-4 4-1,0 4 177,2 1 0,-1 2 0,-2 1 0,0 3 0,-1 2 0,1 3 0,-1 4 0,0 4 0,0 5 0,0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476"/>
    </inkml:context>
    <inkml:brush xml:id="br0">
      <inkml:brushProperty name="height" value="0.053" units="cm"/>
      <inkml:brushProperty name="color" value="#FF0000"/>
    </inkml:brush>
  </inkml:definitions>
  <inkml:trace contextRef="#ctx0" brushRef="#br0">24256 9696 8256,'0'-27'-127,"0"3"0,0 2-370,0 3 365,0 10 221,0-4-375,0 13 253,0 13 1,5 1 12,-1 9 0,3 6 43,-3-1 1,0 7 16,5 8 1,-4 1 10,4 3 1,-4 4-5,5 6 0,-6 1-253,6 4 1,-7 3 236,2 6 1,1 8-41,-4-37 0,1 1 0,0-1 0,0 1-147,0 2 1,-1 0-1,-1-1 1,-1-1 113,2 0 0,1-1 0,0-1 0,0-1 53,0 1 0,-1-1 0,8 29-196,-6 2 0,3-11 178,-3-3 1,-2 1-7,3-1 1,1-5 13,-1 5 0,4-8-26,-4 3 1,6 1 31,-1 3 0,7-5-9,2-4 0,1 2-45,-1-1 0,2-3 244,3-7 1,2-4-204,-2-11 1,-3 3 339,-2-8 1,1 6-344,-1-5 0,6 0 217,-1-5 0,1-1-180,-1-4 0,8 2 7,-4-6 1,4 0-34,-4-5 0,1 0 154,-1 0 1,5-6-138,0-4 1,5-2 106,-5-3 0,5-4-24,-4 0 1,3-4 143,-3 4 1,4-5-193,-5 5 1,0-5 27,-5 5 1,-1-6 155,-3 1 0,1 2-138,-6-1 0,-5 1 175,-4-2 0,-2-3-159,1 3 0,-1-3-8,-3-1 0,-4 0-15,4-1 0,-3 1-25,-2-1 1,-5 1-16,0-1 0,-1-1-141,1-3 1,2 2-11,-6-7 1,4 6 87,-5-1 0,2 3-113,-1 2 1,-4-6 43,4 1 0,-5 0 47,-5 5 1,1 1-24,-5 3 0,4-3 12,-5 3 1,2-1-27,-2 2 1,-1 0-19,6 4 1,-6-1 10,1-4 0,-1 4 33,1 5 1,-1-3-78,6-1 0,-5-5 67,5 5 1,0 0 110,5 5 0,0 0-87,-1-1 1,1 3 14,0 2 0,5-2 31,-1 2 1,2 2 6,-1-1 1,-2 4 63,6-5-84,-6 7 24,9-9 0,-6 5-27,4-2 143,2 3-133,-4 6 7,6 0 108,0 0-107,6 0-344,-4 0 260,4 0 1,-6 6 49,0 3 1,0 6 16,0 4 1,0 3-28,0 6 0,-2 1-69,-2-1 0,2-4 56,-3-1 1,4 1 64,1 4 0,-5-4-51,0 0 0,0-7 94,5 2 0,0-8-44,0-1 1,0-6 30,0 6 166,0-7 386,0 3-504,-6-18 0,5-4-22,-4-12 1,3 2-148,2-2 0,-1 3 140,-4-9 0,3 0-133,-2 0 1,2 0 6,2 1 0,0 3 19,0-4 0,0 6 28,0 4 0,0-1-19,0 6 13,0 0 17,0 11-97,6 2 1,2 6 84,6 0 1,2 6-108,3 4 0,3 2-127,7 3 1,7 0-300,7 4 0,7-1 537,12 5 0,9 7 0,-31-12 0,-1 1 0</inkml:trace>
  <inkml:trace contextRef="#ctx0" brushRef="#br0" timeOffset="1">25014 1677 7945,'-28'-12'307,"-4"-1"0,-2 8 100,2-1-186,4 12-166,9 5 41,8 17 1,-6 4 262,4 13-422,4 4 122,1 9 0,8 9-302,0 3 217,0 5 1,0 3 31,0-1 0,8-9-103,5-4 0,4-12-7,3-7 0,8-13-7,4-6 1,-2-13-50,2-7 0,0-6 21,7-6 1,-1-7 389,1-13 1,-1-10 6,1-9 1,-7-9 215,0 3 0,-10-12-170,-3-1 0,-8 0 87,-11 6 0,-3-6-443,-3 0 1,-13-1 53,-13 7 0,-7 9-116,-6 4 1,-4 11 79,-9 2 0,2 17-1002,5 2 1,4 13 1035,8 13 0,0 17 0,1 19 0</inkml:trace>
  <inkml:trace contextRef="#ctx0" brushRef="#br0" timeOffset="2">25246 2969 7838,'-2'-17'-281,"-5"4"-35,5-4 0,-13 6 868,9-8-34,-1 8 167,-1-6-228,5 15-39,-5-6 1,10 16-27,4 5 1,5 15-135,8 10 0,-1 10-190,-6 9 0,6 3-190,-6 5 0,6 1-1949,1 5 1843,-8 4 0,6-7 1,-7 9-1</inkml:trace>
  <inkml:trace contextRef="#ctx0" brushRef="#br0" timeOffset="3">25419 4396 7893,'-10'0'518,"1"0"0,7 0-173,-5 0-14,5 0-330,-6 0 109,-1 0-129,7 0 72,-7 0-183,9 0 134,0 0-42,9 0 0,-5-6-29,9-1 1,0-6 38,6 7 0,7-9 134,0 2 0,-1-2-85,-5 2 0,-1-4 117,0 4 1,1 3-53,-1-3 0,-2 6 398,-4-6-278,4 9 0,-13-4 195,9 8-236,-9 0 0,7 2 96,-4 4 0,-5 13-120,4 14 0,3 12 7,-3 6 1,7 13-117,-7 7 1,3 6 67,-3 7 0,-1-5-758,8 4 1,-3-3 429,3-3 1,-2-6-871,-5-1 1,3-23 235,4-2 0,-3-17-571,-3-2 1433,-5-13 0,7-13 0,-9-11 0</inkml:trace>
  <inkml:trace contextRef="#ctx0" brushRef="#br0" timeOffset="4">25631 4840 7955,'-19'0'33,"6"0"648,0 0-78,9-9-734,-4 7 0,16-7-4,5 9 0,13 0 7,6 0 1,6-2-490,7-4 0,7-7 56,12-13 561,-4-4 0,15-8 0,-6-1 0</inkml:trace>
  <inkml:trace contextRef="#ctx0" brushRef="#br0" timeOffset="5">26403 1311 7818,'-19'0'-299,"-1"0"324,1 0 0,2-2 258,4-4 162,-4 3 40,15-5-98,-7 8 1,9-9-383,0 7 133,0-15 0,9 6-137,4-8 1,4 2 82,2 4 0,7-4-111,-1 4 0,8 2 76,-8-2 1,1 9-130,-7-2 0,7 4 78,0 2-1,-1 2 25,-5 4 0,-3 13-89,-4 14 0,2 9 107,-9 3 0,1 15-137,-7-2 1,0 11 105,0-5 0,-3 0 54,-3-6 0,-5 0-56,-8 0 1,6-11 208,0-8 1,7-9 182,-7-11-198,9 0-197,-5-8 84,9-3 0,9-10-15,4-4 1,12-5 12,7-8 0,13-7-391,7 0 1,6-10 150,6-3 0,5 1-814,8-7 1,0 6 678,0 7 1,0-4 0,0 6-1</inkml:trace>
  <inkml:trace contextRef="#ctx0" brushRef="#br0" timeOffset="6">27541 2372 7902,'8'-20'-214,"-6"10"702,7-8-411,-9 16-305,0-15 0,-2 15 147,-5-4 212,5-5-168,-6 9 250,-1-7-206,7 9 143,-15 0-42,15 0-6,-15 0-56,6 0 1,-2 0 98,0 0-28,0 0-150,-6 0 1,0 2 93,-1 5 1,8-3-210,-1 9 226,0-9-93,-6 13 1,-1-8-1,1 4 1,6 2-38,0-9 59,9 9 1,-11-4-6,9 8 0,-3-6-108,3 0 107,3 0 1,-5 6-230,8 0 217,0 1 1,2-1-41,4 0 1,-1-6 32,8 0 0,-1-2-8,8 1 1,-1 3 11,0-8 1,1 6-17,-1-7 1,2 7 35,5-7 1,-2 3-27,8-3 0,-7-3 51,8 3 1,-1-2-36,6 3 1,-6-5 3,1 4 1,-3 5 1,2 2 1,-4 4 2,-9 2 1,0 1 116,0-1 0,-8 2-74,-4 5 1,-5-3 77,-2 10 0,0-8-90,0 7 0,-2-8 136,-5 2 0,-1-5-120,-5-2 1,-4 1 71,4-1 1,-4-2 6,-3-4 1,1 2 7,0-9 0,-1 9 31,1-2 1,0-4-73,0-3 0,-1-4 30,1-2 0,0 7-17,-1-1 1,8 1-3,-1-7 0,6 0 8,-6 0 1,9-2 123,-2-5-136,-5-4 0,9-10-22,-5-5 1,5 3-21,2-9 1,0-3 85,0-10 1,9 2 205,4-8 1,6-2-1142,7-12 0,-3 3-129,9-9 1,-6 1 354,6-7 1,0-1 559,7 1 0,0-8 0,-1-3 0</inkml:trace>
  <inkml:trace contextRef="#ctx0" brushRef="#br0" timeOffset="7">27869 3760 7781,'0'-41'-117,"0"-4"0,-7 13-98,1 0 1,-1 8 355,7 5 476,-8 8-471,6 3 20,-16 8 0,14 6-80,-9 1 1,7 14 60,-7-2 1,7 13-139,-7 1 0,8 12 50,-1 6 0,2 7 22,-3 6 1,5-2-15,-4 9 1,6-7-103,6 7 1,5-9-61,8 2 1,0-10 104,1-3 0,8-8-72,4 2 1,4-13 51,3-6 1,-1-13-131,1-7 1,6-6 26,0-6 1,0-13 72,-6-14 1,-7-5 60,0-7 1,-11 4 138,-1-4 0,-3 4 8,-11 3 1,1-1-40,-7 1 0,-3 1-48,-3 5 1,-5 7-5,-8 12 1,-9 4-52,-4 9 1,-4 0 56,-3 0 1,-2 11-2,-4 8 0,5 3-338,-5 10 1,6 6-1043,7 7 1298,4 0 0,0 2 0,-2 3 0</inkml:trace>
  <inkml:trace contextRef="#ctx0" brushRef="#br0" timeOffset="8">28794 2005 7816,'-10'0'257,"-7"0"351,14 0-111,-14 0-112,15 0 166,-6 0-269,8 0 74,0 0-374,0 9 177,0-7-240,0 15 1,8-13 32,5 9 1,4-6 9,2 6 0,3-7 50,4 7 1,4-7 26,8 7 0,1-2 132,-1 2 0,-3 4-129,3-4 0,-10 4 99,11 2 0,-7 3-78,0 3 1,-4 3-63,-9 4 0,-2 5 80,-4-5 0,-4 6-433,-9 7 0,-3-2 68,-3 9 1,-5-10-73,-8 3 0,0-6-105,-1-7 1,1-4 460,0-9 0,-9 1 0,-2-1 0</inkml:trace>
  <inkml:trace contextRef="#ctx0" brushRef="#br0" timeOffset="9">28814 1812 7816,'-20'-30'770,"10"-4"-578,3 8 1,5-1 484,2 1 0,13-6-228,13-13 1,23 2-1312,28-8 564,-32 21 0,4 0 0,16-5 0,3 1 1,6-5-1,0 1 0</inkml:trace>
  <inkml:trace contextRef="#ctx0" brushRef="#br0" timeOffset="10">6403 8715 8340,'-39'-32'0,"1"0"0,8 8 9,-7-4 52,7 18 0,-2-5-161,0 8 77,0 1 0,-2 6 41,-5 0 0,5 2 13,-11 5 1,2 3-58,-2 9 1,-4 3 118,-9 4 0,6 4 17,1 8 1,2 9-24,-3 5 1,-1-1-38,8 7 0,2-4-33,11 10 1,0-2 5,12 2 0,-1 5-30,14 8 1,3 0-165,11 0 1,12 0 102,13 0 0,13-6 97,6 0 1,5-11-37,2-2 1,8-11 9,5-15 1,0-4 36,6-9 1,-11-2 24,12-4 0,-12-4 12,5-9 0,2-3 26,10-3 0,-1-15 11,8-18 1,-15-4 80,2-15 0,-11-4-122,5-15 1,-20-2 268,-6-5 0,-13 3-63,-12-9-1,-10 4 302,-3-10 1,-16 12-166,-10-6 0,-13 9-107,-20 4 1,-10 6-305,22 34 0,-3 3 0,-47-19-404,39 25 1,-1 4 0,-2 9 0,-1 5-163,-6 1 0,-1 5 0,4 2 0,-1 4 302,-3 2 0,1 5 0,3 4 0,1 6-337,1 7 1,2 6 596,5 4 0,2 3 0,0 1 0,2 3 0,2 4 0,2 3 0,0 0 0,-1 0 0</inkml:trace>
  <inkml:trace contextRef="#ctx0" brushRef="#br0" timeOffset="11">8312 8619 8407,'-70'10'-1172,"-1"-3"692,9 4 1,-7-7 431,5 9 0,10 0 61,-3 6 0,12 7 560,0-1-364,4 10 1,-2-5-70,4 8 1,3 7-50,10 0 0,7 9 67,0-3 1,1 13-104,12 7 0,0 6-57,6 7 1,2-3-79,4 9 1,13 0 73,14 7 0,12-12 75,6-8 0,11-4-2,3-15 1,14 2-45,-2-15 0,7-9-6,-1-10 0,1-13 198,12-7 0,-12-16-159,6-16 1,-9-25-11,-41 11 0,-3-4 1,2-2-1,-1-2 110,2-12 0,-2-2 1,-4 5-1,-2 0 61,-2-6 0,-2-2 1,-3 1-1,-3 1 1,-5 2 0,-2 0 1,-1-4-1,-2-1-53,-4 2 1,-3 0-1,-5 5 1,-5 2-45,-5 2 0,-5 1 0,-35-43-127,14 54 1,-5 3 0,-5-2 0,-4 3-371,-7 4 1,-2 5 0,5 5-1,-1 3 232,-3 4 0,0 4 0,3 6 0,-1 5-440,-2 4 1,0 5 0,0 6-1,0 6 584,0 8 0,1 6 0,-2 0 0,2 2 0,-1 4 0,0 1 0,0 0 0,0-1 0</inkml:trace>
  <inkml:trace contextRef="#ctx0" brushRef="#br0" timeOffset="12">23452 1812 8870,'-28'-38'-200,"7"-1"1,-5 3-310,13 4 209,5 12 470,8 12-288,0 8 0,2 2 103,4 4 0,5 14 232,8 12 0,3 15-187,3 11 0,5 19 210,9 19 1,-19-39 0,-1 2-365,0 7 0,0 3 0,4 11 0,-1 3 192,1 8 0,-1 4 0,-4-21 1,0 2-1,0 1-438,-1 7 0,0 2 0,0 1 0,3 6 0,1 2 0,0 0 412,1 5 0,-1 1 0,1 0 0,-1 3 0,0 1 0,-1-1-43,-2-3 0,-1 0 1,-1-1-1,0-3 0,-1 0 1,-1-4-163,-3-10 1,0-1 0,-1-3-1,2-3 1,0-1 0,-1-1 90,1 34 0,1-3 0,3-13 1,0-2-162,-3-3 1,0-1 0,4-6-1,0-1 180,0-5 0,-1 0 0,-2-5 0,2-1 150,0-3 0,0-2 0,7 42-99,3-2 1,-5-19 938,-1-7 1,1-11-908,5-14 0,-5-8 670,5-11 0,2-6-675,-2-7 1,1-10 444,-1-3 0,4-5-513,9-2 1,8-9 231,4-3 1,7-8-330,6-5 0,5-5-126,8-9 0,11-6-37,8 0 0,-43 19 0,2 1 202,5 2 1,2 1 0,-3-4 0,2 0-140,3 3 1,0 1 0,-2-1 0,1-1 185,4 1 1,1 1 0,-1 1 0,1-1 112,9-3 1,0-1 0,-9 4 0,-1 1-30,4-2 0,-1 1 0,-4 4 0,-1 2 94,-1-1 1,1 2 0,-3 3-1,0 0-137,-4-1 1,0 0-1,47-8 175,-9 2 0,-10 6-69,-16 0 0,-3 9 8,-9-3 1,-15 5-88,-5 2 0,-12 0 358,0 0 0,-7 2-505,-6 5 598,4-5 0,-15 9-654,4-5 932,-3-4-421,-3 7 0,0-11-27,0-5 0,-9-12 228,-4-13 1,-4-15 9,-2-11 1,-3-17-243,-3-15 0,13 34 0,0-2-428,-4-5 0,0-2 0,-1-5 1,0-2 250,-6-4 0,1-2 1,0-4-1,1-1-543,-4-3 1,-2-1 0,-2-9 0,-2-1 300,8 27 1,0-1 0,-1 0 0,-1-2 0,0 0 0,0 0-456,-1-2 0,1 0 0,-2 0 0,0-2 0,-2 0 0,0 0 415,-1 0 1,1-1 0,-2 1-1,-3 0 1,0-1 0,-1 0-77,-1-4 0,-1 1 1,1 0-1,1 4 1,-1 2-1,2 0 137,-1-1 1,1 1 0,0 1 0,-1 2 0,1 0 0,0 1 1,1 2 1,1 1-1,0 0 1,-14-29 0,0 1-126,6 5 1,3 2 0,6 13 0,2 4 115,3 6 0,1 4 1,-12-39 814,5 24 0,11 12-396,1 20 1,8 9 1579,5 17-1505,5-1 1678,-7 10-2969,9 1 1300,0 9 1,9 0-655,4 0 1,8 0 11,11 0 1,13-2 82,26-4 1,17-12 105,-34 7 1,1-3-1,7-4 1,1-1-307,3 0 0,3 0 0,10-4 1,4-1 305,9-5 0,3 0 0,7-3 0,2 0-219,-32 10 1,1 1 0,0-1-1,0-1 1,0-1 0,0 1 299,-2 1 1,-1 1-1,1-1 1,0 1-1,-1-1 1,1 1-25,0 1 1,0 1-1,-1 0 1,31-10-1,-2 0-249,-5 1 1,-2-1-1,-4 0 1,-2 0 234,-8 0 0,-2 0 1,-7 1-1,-1 0 25,-3 2 1,-1 1-1,-6-2 1,-1 2 71,-5 5 1,-10 5-14</inkml:trace>
  <inkml:trace contextRef="#ctx0" brushRef="#br0" timeOffset="13">29965 0 7646,'12'9'57,"14"27"-117,6 9 0,-8 15 89,1-2 0,-3 13-7,-3-1 0,0 16-154,1 10 0,-8-39 0,1 2 303,0 8 1,0 1-1,4 4 1,0 2-375,-1 5 1,1 2-1,1 7 1,2 2 302,2 9 1,1 1 0,-5-29 0,0 1 0,2 0-14,1 2 0,0 1 0,1 1 0,1 1 0,1 0 0,0 0-280,-3-6 0,0 0 0,1-1 0,2 2 0,1 0 0,-1 0 219,-1-1 1,0 0-1,2 0 1,1 0-1,1 1 1,1-1-62,0-2 1,-1-1 0,2 0-1,13 32 1,1-2-398,0-11 0,-2-1 0,-4-3 0,-1-1 316,3-1 1,-1-1 0,-6-5 0,-2 0-82,0-7 0,-2-1 1,-6-6-1,-3-2-59,6 31 1,-3-9 566,-3-17 1,-8-10-120,-5-22 1,-4-4 1542,-2-9-1567,-8 0 0,-5-1 818,-13-6 0,1 3-666,-14-8 1,-6-1-125,-19-6 1,-16 7-122,-16-1 1,40 1-1,-2 1-173,-5-2 1,-2 1 0,-10 2 0,-2 1 121,-6 2 1,-1 2 0,-10 1 0,-1 2-443,-7 4 1,-2 3 0,28-6 0,-1 2-1,-1 0 436,-5 2 1,0 2 0,-2 1-1,-3 2 1,-1 1 0,-2 0-42,-8 2 1,-3-1 0,1 2 0,4 2 0,0 1 0,0 0-331,19-9 1,-1 1 0,0-1 0,0 2 0,0 0 0,0 1-1,1 0 1,-1 0 206,-1 0 1,-1-1 0,1 0 0,-1 0 0,1 0-1,-1 0 1,0 0 0,0-1-4,-3 2 0,0-1 1,0 1-1,1-1 1,-20 6-1,0 0 1,1-1 148,23-7 0,0-1 0,0 0 0,1 0 0,-24 6 0,2-1 0,0-1 0</inkml:trace>
  <inkml:trace contextRef="#ctx0" brushRef="#br0" timeOffset="14">22507 2140 8471,'-34'-15'-27,"8"-4"843,9-13-398,25 10 1,35-16-171,34-1 1,-13 15 0,7-1-135,22-6 1,7-2 0,-14 6 0,4 0 0,4-1-1241,-12 4 0,3-2 0,1 0 0,2-1 1115,6-1 0,2 0 0,2-1 0,2-1-131,-9 2 1,3-1-1,1 0 1,0 0-1,-1 0 1,-2 2-1,-1-1 1,-1 1 0,2 0-1,0-1-67,3 0 0,2-1 0,0 1 0,-1 0 1,1 0-1,-2 0 0,-1 1 0,1-1 0,-1 1 1,1 0 208,2 0 0,-1 0 0,1 0 0,-1 0 0,1 0 0,-2-1 0</inkml:trace>
  <inkml:trace contextRef="#ctx0" brushRef="#br0" timeOffset="15">21909 10643 7850,'-26'7'0,"1"-1"0,-1 1 427,7-7 132,8 0-215,-6 8-343,15-6 158,-7 7 0,11-9 158,5 0-252,3-9 93,18-1 1,11-10-91,12 1-38,14-9 1,5-2-216,14-8 0,4-3 296,8-4 1,1 4-500,-1-4 0,-45 21 0,1-1 347,-1-1 0,1 1 1,2 1-1,-1 0-129,43-21 0,-6 7 40,-19 6 1,-13 6-268,-13 13 0,-6-2-255,-7 9-74,-13-1 636,-10 7 1,-18 0-227,-4 0 1,-4 9 711,-2 4 1,-9 6-397,-4 7 0,-13 4 0,-5 8 0</inkml:trace>
  <inkml:trace contextRef="#ctx0" brushRef="#br0" timeOffset="16">22449 10046 7855,'-26'0'-51,"1"0"0,-3 0 51,2 0 0,11 0-120,-4 0 89,12 0 1233,-1 0-370,8 0-318,0 0 0,8 0-339,5 0 1,4 0 40,3 0 1,8 0-2,4 0 1,4 6-241,3 0 1,8 1 42,4-7 0,5 0-138,2 0 1,0 0-7,0 0 1,0-7 3,-1 1 0,-5-7 69,-1 7 1,-8-7 62,2 6 1,-13-1 299,-6 1-168,-5 5-2,-10-6 1,-2 10-46,-9 4 1,-9 7 145,-4 13 1,-6 4-152,-7 8 0,-4 12-37,-8 8 0,-3 8-355,-4 11 0,6-2 4,1-4 1,1 4-2030,12-5 2327,-1 14 0,4 2 0,1 4 0,2-7 0,4-3 0</inkml:trace>
  <inkml:trace contextRef="#ctx0" brushRef="#br0" timeOffset="17">22083 13458 7771,'-32'20'0,"-1"-1"0,10 0 0,-3-6 289,13 0 30,-4-9 409,15 5-86,-7-9-481,9 0 0,9-2 28,4-5 1,10-3 104,3-10 1,15-8-85,-3-4 0,16-4 13,4-3 1,2-8-152,11-4 0,1 1 144,12-1 1,-3 0-329,9-7 1,-8 2 353,1 5 1,-10 4-27,-2 8 1,-19 9 190,-7 4 26,-13 13-217,-22 5 1,-3 8-1582,-14 0 1,-3 6-730,-10 1 0,-7 8 1115,-6-2 1,3 2 1276,-2-3 1,0 3-299,-6-8 0,-1 1 0,0-1 0,3-5 0,4 4 0,-3-3-143,10-3 0,-7 0 82,6 0 914,0 0-182,7 0 17,8-9 117,3 7-490,8-15 1,2 15-12,4-5 0,-2 5-77,9 2 1,0 0-123,6 0 0,7 0 30,0 0 1,6-6-153,-6-1 1,8 1 103,-2 6 0,-2 0-52,2 0 0,-6 0-128,6 0 0,-8 8 51,2 5 0,-5 13-278,-2 6 1,-8 7 26,-5 5 293,-3 14 0,-21 11 0,-3 8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494"/>
    </inkml:context>
    <inkml:brush xml:id="br0">
      <inkml:brushProperty name="height" value="0.053" units="cm"/>
      <inkml:brushProperty name="color" value="#FF0000"/>
    </inkml:brush>
  </inkml:definitions>
  <inkml:trace contextRef="#ctx0" brushRef="#br0">21658 3394 7955,'-8'-20'0,"-1"1"0,-6 2 0,2 4 0,9-4 0,-4 15 0,8-15 0,0 14 0,8-5 0,-6 8-276,15 0 1,-12 2 776,8 4 0,-7 14-86,7 12 1,0 6-205,6 7 0,0 11-132,1 8 0,-1 11-166,0 2 0,0 1-231,1 5 1,-1-1 284,0 1 1,1-4-289,-1 5 0,0-13 112,0-7 1,-1-13-263,-6-6 0,3-13-29,-8-6 500,8-4 0,-4-12 0,8-1 0</inkml:trace>
  <inkml:trace contextRef="#ctx0" brushRef="#br0" timeOffset="1">21716 3509 7955,'-8'-28'0,"-3"7"0,-8-5 395,8-4-147,2 9 43,9-7 0,9 9-66,4-1 1,4 3-122,2 4 0,1-4-54,-1 4 0,7-4-126,-1-2 1,10-2-15,-3-5 1,4 4 110,3-3 0,1 3-436,5 3 0,-10 0 179,3-1 0,-6 8-427,1-1 0,-6 8 663,-7-1 0,-1 4 0,0 2 0</inkml:trace>
  <inkml:trace contextRef="#ctx0" brushRef="#br0" timeOffset="2">21793 3818 8102,'0'10'458,"0"-1"-350,0-9 0,9-2-60,4-5 1,4 3-142,2-9 1,7 7 6,0-7 0,6 7-248,-6-7 1,1 2 333,-1-2 0,4-4 0,9 6 0</inkml:trace>
  <inkml:trace contextRef="#ctx0" brushRef="#br0" timeOffset="3">21986 4531 8030,'20'0'-12,"-1"0"69,0 0 1,3-6 78,3-1 0,12-8-115,8 2 1,8-6-461,-1-7 1,3 3 240,3-9 0,-6 0 198,-1-7 0,1-8 0,5-2 0</inkml:trace>
  <inkml:trace contextRef="#ctx0" brushRef="#br0" timeOffset="4">22951 2796 7913,'-20'-11'-210,"8"-4"-313,-1 9 807,0-9-59,2 13-65,3-7 1,8 13-74,0 9 1,8 2 119,5 17 1,-2 3-103,2 9 1,-1-1-26,8 9 1,5-1-45,1 7 1,0 0-136,-7 0 0,0 0-183,1-1 0,-1 6 139,0-6 1,1 5-301,-1-10 1,7 1 0,-1-1 442,10 4 0,-5-16 0,8 7 0</inkml:trace>
  <inkml:trace contextRef="#ctx0" brushRef="#br0" timeOffset="5">23645 2969 7944,'-19'-6'0,"-1"-1"0,1-5-69,0 5 0,6 1 210,0 6 149,9 0-192,-13 0 1,15 8-5,-5 5 0,-1 6-43,1 7 1,-1 4 71,1 9 1,5 1-180,-4 5 1,3-4 108,3 4 1,0-4-224,0-3 1,3 1 8,3 0 0,3-9 21,3-5 0,6-3 122,-6-3 1,6-8-21,1-5 1,0-4 80,0-2 0,1-2-79,-1-4 1,0-7 110,1-13 0,-3 3-80,-4-10 0,2 8 134,-9-7 1,7-1-61,-7-5 0,1-1-44,-7 1 0,-7-1-205,1 1 0,-9-1 129,2 0 1,-6 1-196,-7-1 1,5 9-101,-5 5 346,-4 3 0,0 11 0,-9 3 0</inkml:trace>
  <inkml:trace contextRef="#ctx0" brushRef="#br0" timeOffset="6">24301 2834 8003,'0'-19'0,"-7"0"-43,1 0 1,-3 6-87,3 0 1,4 0 359,-5-6 1,5 6 20,2 0 148,-8 0-278,-3-6 0,-8 8 75,-1 5 1,1 4-89,0 2 1,-1 0-189,1 0 0,0 8 46,0 5 1,-1 6-82,1 7 0,0-2-72,-1 8 1,10 0 80,3 6 0,-1-6-31,1 1 0,1-3 73,6 2 1,8-2-136,5-5 1,4-3 81,3 4 1,-1-7 116,0-6 1,7-5-10,0-8 0,6-2 171,-6-4 0,6-5-134,-7-8 1,1-7 166,-7 0 0,5-8-61,-5 2 1,5-7-57,-11-6 1,-5 5-2,-1-5 0,-5-2-1,-2 2 0,0 6-7,0 7 1,0 8 159,0-1-16,0 3-716,-9 11 365,7 3 0,-6 12 34,8 9 1,2 4 56,4 22 1,7 4 10,13 14 1,2 10-20,4 4 1,4 6 0,-4 6 0,5 7-112,-18-39 1,0 1 0,3 0 0,1 1 155,0 2 0,-1-1 0,1-2 1,-1-1-16,17 39 0,-9-4-34,-4-9 0,-1-4-103,-5-9 0,1-2 74,-15-17 0,1 0-43,-7-6 1,-2-3 64,-5-4 1,-6-10 70,-12-10 1,1-5 275,-8 6 0,-4-9-154,-3 2 1,-10-3-63,10-3 1,-6-9 126,0-4 0,4-6-112,-4-7 0,7 3-48,6-9 1,-3-1-44,10-5 0,1-9 49,11-5 1,5 3-8,8-2 0,0-1 1,0-6 1,2 0-13,4 1 0,5 5 8,8 1 1,7 8-6,0-2 0,8 4-427,-2 3 0,-2 6 63,2-1 340,-8 10 0,12-14 0,-6 7 0</inkml:trace>
  <inkml:trace contextRef="#ctx0" brushRef="#br0" timeOffset="7">25439 1890 7985,'-11'-9'56,"0"7"122,5-5 1,4 3 64,-5-2 2,5 4-199,2-7 1,0 11 128,0 5 0,2 5-53,5 14 0,5-2-98,14 8 1,-2 9 106,8 10 1,-6 5-208,6 2 1,-9 2 10,3 4 0,2-2-176,-2 9 0,-1-9-44,-5 2 1,-8-4-161,1-2 1,-8-11 59,1-8 0,-4-3-150,-2-10 535,0-9 0,9-9 0,1-8 0</inkml:trace>
  <inkml:trace contextRef="#ctx0" brushRef="#br0" timeOffset="8">25574 2005 7985,'-18'-25'0,"6"-1"0,-6 9 468,16 0-208,-6 6 1,8-2-99,0 0-15,0 9 0,8-11-39,5 8 1,4-8 65,3 3 1,1 1-162,5-2 0,-5 0 105,5-6 1,2 6-370,-3 0 1,3 7 167,-2-7 0,-5 6-332,5-5 1,2 7-5,-2-1 1,-1 4-172,-5 2 1,-1 0-93,0 0 682,-8 0 0,6 8 0,-6 3 0</inkml:trace>
  <inkml:trace contextRef="#ctx0" brushRef="#br0" timeOffset="9">25593 2314 7985,'-11'8'-446,"0"-6"178,5 5 789,4-5-56,-7-2-104,9 0 0,2 0-211,5 0 0,4 0 5,8 0 1,2-9-168,5-3 0,-2 1 104,8-2 1,-7 0-558,8-6 1,-3 0 152,2-1 1,4 8-716,-4-1 1027,-4 8 0,9-12 0,-7 7 0</inkml:trace>
  <inkml:trace contextRef="#ctx0" brushRef="#br0" timeOffset="10">25766 2777 7985,'0'10'257,"0"7"-95,0-14 1,9 5-109,4-8 1,13-2 105,6-4 1,4-1-309,3-12 0,10-3 110,9-10 1,2-4-647,11 4 684,-9-5 0,13-10 0,-7-2 0</inkml:trace>
  <inkml:trace contextRef="#ctx0" brushRef="#br0" timeOffset="11">26654 2102 7538,'0'-11'-392,"8"-6"311,5 4 1,13-4 8,6-2 1,6-1 0,7 1 0,-2 0-10,9-1 1,-3 1 8,2 0 1,-6 0 0,-12-1 0,1 1-10,-8 0 1,-7 6 80,-6 0 0,-9 0 0,5-6 0</inkml:trace>
  <inkml:trace contextRef="#ctx0" brushRef="#br0" timeOffset="12">26692 1697 7588,'-11'0'470,"3"8"-162,8 5 1,0 4-55,0 3 1,8 1-213,5 5 1,4 4 57,3 8 0,-1 7-363,0 0 1,3 0 178,3-6 0,-3 6-142,4 0 0,1-7-82,-1-5 0,6-10-585,-6 3 893,0-13 0,2 4 0,2-7 0</inkml:trace>
  <inkml:trace contextRef="#ctx0" brushRef="#br0" timeOffset="13">27271 1465 7386,'19'3'509,"0"3"1,9 7-375,4 13 1,-2-3 72,2 9 0,1-6-73,5 6 0,-1 0-70,-5 7 0,4-1 72,-4 1 1,-2-9-124,2-4 0,-8-1 83,2-5 0,-11 1 119,-2-15 89,-1 1 1,-1-9-62,-4-5 0,-5-6-2,-2-12 1,0-1-85,0-13 0,0 3-269,0-15 0,0 3 112,0-9 0,0 10-659,0-11 0,0 4 181,0-4 1,2 7-49,4-1 0,5 10 525,8-3 0,1 4 0,-1 2 0</inkml:trace>
  <inkml:trace contextRef="#ctx0" brushRef="#br0" timeOffset="14">28158 983 7984,'-9'-19'0,"-3"0"0,1 0 204,-2-1 0,9 7 21,-3 1 1,5 5 181,2-6 48,0 9-242,0-13 1,0 13 194,0-9-330,0 8 0,2-3 115,5 8 285,-5 0-541,6 0 127,-8 0-112,0 0 60,9 0 1,-5 0-9,9 0 0,-6 0-15,5 0 214,1 0 0,7 0-111,-1 0 0,-6-7-79,0 1 83,-1 0-138,8 6 0,-1 6 125,0 0 1,-6 16-8,0-3 0,6 24 54,7 8 0,2 18-104,-2 21 1,-11-35 0,2 3-474,5 9 0,1 1 0,0 7 0,1 0 355,1 3 0,1-1 0,5-2 0,0 0-287,-2-1 0,0-1 0,2-3 0,0-2-22,-2-12 0,0-3 1,29 39-378,0-28 0,0-15 138,0-10 640,0-9 0,-5-13 0,5-4 0,4-4 0</inkml:trace>
  <inkml:trace contextRef="#ctx0" brushRef="#br0" timeOffset="15">24783 1485 6010,'-11'0'0,"3"0"0</inkml:trace>
  <inkml:trace contextRef="#ctx0" brushRef="#br0" timeOffset="16">20771 3181 7998,'-28'20'-818,"7"1"614,-5 5 0,3-3 122,-3 10 1,5-1 117,-5 6 1,4 9 107,3 5 1,8 6-31,5 6 0,-3 11-66,3 8 0,8 3-375,11-2 1,13 10 356,6 9 1,-11-45 0,3 2-117,1-2 0,1-1 0,5 3 0,0 0-182,1-2 1,1 0 0,4 1-1,1 0 268,0 2 0,1 0 0,-1 1 0,1 0 0,3 3 0,0-1 0,-3-3 0,1 0 0,-2-2 0</inkml:trace>
  <inkml:trace contextRef="#ctx0" brushRef="#br0" timeOffset="17">24667 1774 7973,'-13'-17'-580,"0"4"0,7-2 673,-7 8-45,9 1 256,-5-3-199,9 7 91,0-6 0,9 16-30,4 5 1,6 9 154,7 10 1,-3 8-172,9 18 1,1 13-24,5 13 0,1 10-517,-20-34 1,0 2 0,1-1 0,-1 2 342,0 10 1,0 2 0,4 2 0,-1 0-261,1 3 0,-1 1 0,1-1 0,-1-2 307,-2-3 0,-1-2 0,0-4 0,1-3 0,-1-4 0,0 1 0</inkml:trace>
  <inkml:trace contextRef="#ctx0" brushRef="#br0" timeOffset="18">28254 964 7935,'-12'-38'-565,"-1"-1"388,0 9 1,0-4 302,0 8 1,7-6 491,-7 6 1,9 0-304,-3 7 0,5 6-162,2 0-78,0 1 194,0 1-82,0-6-294,9 15 1,1-7 58,10 9 1,-1 2 122,0 5 0,0 5 35,1 14 0,1 6-57,5 13 0,-3 13 0,10 13 1,-8 12-364,7 7 0,-6 7 313,6 6 0,-19-50 1,-2 1-6,2 3 1,0 1-1,-2-1 1,-1 0-102,0-2 1,-1-1 0,11 43 33,-1-14 1,-6-21 86,0-10-55,-9-18-34,4-15 377,-8-19 0,-2-10-29,-4-10 1,-5-8-152,-8-4 1,0-6 56,-1-7 1,-5-5-229,-1-7 0,-2-8-104,2 1 0,5-9 57,-5 3 0,5-3-25,1 2 0,-3-4 23,4 4 1,-5-6-55,11-6 1,-2 12 101,2 0 1,-2 18 94,9 8 0,-1 13-85,7 6 135,0 13 1,0 7-325,0 12 0,3 5 75,3 8 1,0 11 170,14 9 0,-5 10-68,10 15 0,5 7 268,3 12 1,-3 5-371,2 9 1,0-1 175,6 0 0,-5 3-17,-1 4 0,-2-7 21,2 1 1,-2-18 69,-4-15 0,-11-21-7,4-11-27,-13-17 0,3-8-51,-9-14 1,-9-6 399,-4-12 0,-12-5-263,-7-9 0,-5-8-236,-1-5 0,-3-12 17,-4-7 1,11 5-1,-5 2 0,7-5-625,0-1 0,2-1 346,4-6 1,13 12-219,0-5 1,9 10 156,4 8 0,0 7 62,0 13 0,9 13 344,3 12 0,-3 16 0,-3 10 0,5 9 0,0 11 0</inkml:trace>
  <inkml:trace contextRef="#ctx0" brushRef="#br0" timeOffset="19">24841 1986 8007,'-11'-21'-301,"-6"-5"1,13 17-130,-9-4 702,8 5-149,-3 8 1,10 15-32,4 4 0,5 15 60,8 5 1,7 10 206,0 16 1,6 10-32,-6 8 1,6 18-500,-6 2 0,-10-48 0,2 1 137,-2 2 1,0 0 0,1-1 0,0-1 75,-1-1 1,0-1 0,1 1 0,-1-2-150,3 37 1,2-18-20,-14-27 161,-1-12 0,-6-16 62,0-17 1,-8-9 165,-5-10 0,-4-9-366,-3-4 1,-5-20 31,-1-5 1,-6-12-110,6 5 1,-6-18 380,6-1 0,-6-9-386,6-5 1,1 1-293,5-1 1,1 1 355,0 0 0,-1 1 21,1 5 0,8 15 117,5 18 254,4 16-183,2 22 1,0 12-235,0 14 1,2 12 262,4 13 0,3 9 54,4 10 0,6 5-8,0 21 1,1 0-6,5 19 0,-3-3-101,-3 9 0,0-9 16,1-3 1,-1 0-102,0 6 1,1-10 75,-1-9 1,-2-17-94,-4-15 1,-2-20 104,-5-5 0,-4-16 60,5-4 1,-7-9-163,-7-10 1,3-2-106,-9-5 0,2-6 59,-2-13 0,-4-4 109,4-9 1,-2-9-644,3-3 0,-3-3 253,8 2 0,-6-2-307,7 9 558,-1-9 0,7 5 1,0-10-1</inkml:trace>
  <inkml:trace contextRef="#ctx0" brushRef="#br0" timeOffset="20">28814 193 7969,'0'-19'0,"8"-1"38,-6 10 9,24 1 0,-4 22 288,16 13 202,9 21-728,11 38 0,-24-27 1,-1 4 614,3 13 0,-2 5-657,2 11 0,-5 6 0,-15-21 1,-3 3-1,-2 2 295,2 7 1,-2 2 0,-2 2 0,-3 5-1,-1 1 1,-1 2-324,-1 6 1,-1 2 0,-1 0-1,-2-26 1,-1 0 0,-2 0-1,0 0 204,-3 25 0,-1 0 0,-2 0 0,-2-3 0,0 0 0,-3-1 73,-2-8 0,-3-1 0,-1-1 0,0-3 0,-2-2 0,-1-2-335,-1-5 0,0-2 0,-3-1 0,-1-3 0,-2-1 0,-3-3-77,-18 22 0,-5-6 396,-7-1 0,-3-5 0,3-12 0,-3-5 0,-6 1 0,-1-1 0</inkml:trace>
  <inkml:trace contextRef="#ctx0" brushRef="#br0" timeOffset="21">22391 2584 7945,'0'-20'0,"0"1"0,-6 6-217,-1 0 181,1 9 0,8 6 216,5 18 1,5 14 54,14 24 0,4 8 58,9 31 1,-16-42 0,1 3-575,2 11 1,-1 3 0,4 14-1,0 4 310,-7-21 1,-1 3 0,0-1 0,1 2 0,1-1 0,-1 2-544,1 3 0,1 0 0,0 0 0,0-3 0,0-1 0,1-1 366,6 29 1,2-3-1,2-7 1,1-2 147,-5-11 0,2-2 0,3 2 0,1-2 0,-3-3 0,0 0 0</inkml:trace>
  <inkml:trace contextRef="#ctx0" brushRef="#br0" timeOffset="22">20598 3336 7903,'-30'-30'0,"4"4"0,5 5-57,1 1 140,10 10-1,1 1 183,9 9-125,0 0-206,0 9 125,9 1 1,3 20 121,14 9 0,-2 12 137,8 20 1,0 8-301,7 18 1,-20-41-1,0 3-233,0 4 0,1 3 0,2 11 0,1 4 94,-1 8 1,1 2 0,0 3-1,1 1-325,-1 1 1,-1 1 0,-2 1 0,1 1 103,1-2 0,1-1 1,0-3-1,1-2 342,-2-10 0,1-1 0,-1-4 0,1-3 0,-4-7 0,0-3 0,1-1 0,-1 0 0</inkml:trace>
  <inkml:trace contextRef="#ctx0" brushRef="#br0" timeOffset="23">22931 2121 7695,'-19'13'-543,"0"0"0,6-7 385,0 7 1,0-7 157,-6 7 0,6-6 271,0 6-210,0-9 255,-6 13-212,8-15 25,3 7-55,8-9 329,0 0-310,0 8 0,0 3-28,0 8 0,0 9 63,0 4 0,2 15-29,4 11 1,1 19-20,12 20 0,-8-38 1,2 4-564,4 6 1,4 3 0,6 11 0,2 3 426,2 7 1,2 1 0,7 2 0,4 1-284,-14-29 1,2 1 0,2-1 0,4 0 0,2-2 0,2 0 233,2-1 1,1 0-1,1-3 105,0-3 0,0-1 0,2-3 0,22 19 0,3-3 0,1 0 0,0 0 0</inkml:trace>
  <inkml:trace contextRef="#ctx0" brushRef="#br0" timeOffset="24">22237 16563 9045,'-11'0'-15,"20"0"0,6 8 127,17 5 0,0 13-299,7 6 1,-1 11 107,1 2 0,2 17 74,4 2 0,-3 18-391,10 8 1,-7 2 440,6-2 0,-8 0-80,2-13 1,0-6 216,-6-20 1,2-19-6,-16-13 0,1-12-114,-7-1 1,-2-6 112,-4-6 1,-4-5-90,-9-8 0,6-9 190,1-4 0,1-13-114,-1-7 0,-5-14 9,4-11 1,3-2 61,-3-11 1,9-7-171,-2-6 0,-8 49 0,1-1-149,7-48 1,-7 0 136,7 7 0,-9 6-225,3 13 1,1 15-56,-1 30-526,-1 12 169,-6 12 1,0 23 584,0 4 0,9 22 0,1-1 0</inkml:trace>
  <inkml:trace contextRef="#ctx0" brushRef="#br0" timeOffset="25">25381 14442 8083,'-5'-62'13,"-7"4"0,-3 13 146,-18 19 0,8 13-121,-7 7 1,2 12 54,-3 7 1,-3 15-114,4 10 0,2 12 147,-2 14 1,2 13-150,-2 13 1,14-38 0,1 1-208,4 4 0,1 2 0,-5 8 0,1 3 277,3 9 0,1 3 0,-1 10 0,2 4-430,4 9 0,1 2 1,3-29-1,1 1 1,1 0 343,2 2 0,1 0 1,1 1-1,2 1 0,2-1 1,1 2-64,1 1 0,1 1 0,3 0 0,0-4 1,3 0-1,0-2 23,0-4 1,0 0-1,3-3 1,12 27-1,5-5-249,1-19 0,3-4 1,-1-8-1,3-4 223,5-10 1,3-4 0,-5-2-1,2-4-147,4-6 1,1-4 0,38 24 151,-7-22 0,-6-4-23,-6-9 0,-5-6 372,-8 0 0,-11-9-250,-8 2 0,-9-6 0,-11-6 0,-8-5 0,-2-8 0</inkml:trace>
  <inkml:trace contextRef="#ctx0" brushRef="#br0" timeOffset="26">25709 15290 8068,'-11'-8'-1392,"2"5"1095,1-14 304,6 15 93,-16-15 0,16 13-51,-4-9 105,4 9 0,2-7 8,0 4 132,0 5-111,0-15-83,0 15 0,0-9 144,0 5-4,0 4-291,0-7 102,0 9 0,0 2 126,0 5 0,6 6-99,1 12 0,-1 7-87,-6 13 1,6 5 60,1 8 0,1 2-2,-1 4 0,-3 4-129,9 9 0,-2-6 130,2 0 1,4-15-154,-4 1 0,-3-9 81,3 3 0,-2-15-163,2 3 1,2-20 40,-9 1 1,7-12-490,-7 5 312,9-9 1,-4 5-101,8-9 420,-8-9 0,15-10 0,-5-11 0</inkml:trace>
  <inkml:trace contextRef="#ctx0" brushRef="#br0" timeOffset="27">26519 15232 8067,'-20'0'-890,"1"0"1071,0 0 14,-1 0 0,1 9-77,0 4 0,0 12 36,-1 8 1,1 12-31,0 6 1,-1 7-172,1 6 0,2-2 11,4 9 0,5-15-79,8 1 0,2-12-95,4 0 191,5-12 1,8-8-81,0-12 1,1-4 77,-1-9 0,0-2 85,1-5 1,5-4-94,1-8 1,0-2 151,-7-5 1,0-2-96,1-4 0,-1-7 10,0 1 1,0-1-27,1-6 1,-10 2 25,-3-1 0,1 3-73,-1-4 0,-1 4 55,-6 3 1,-8 1-61,-5 5 0,2 4 33,-2 9 0,0-5-3,-6 5 1,0-2-72,0 14 39,-1 1 0,1 6-171,0 0 0,6 0 121,0 0 0,9 2 92,-3 4 0,-3 5 0,-1 8 0</inkml:trace>
  <inkml:trace contextRef="#ctx0" brushRef="#br0" timeOffset="28">27078 15097 8055,'0'-19'0,"0"8"-47,0 3 66,0-1 0,0 5 200,0-9-187,0 9 60,0-5 1,-9 9-142,-4 0 27,-4 0 0,-2 2 59,0 5 0,-7 3-111,0 10 0,-8 14 61,2 5 1,-5 10 68,-1-4 0,8 8-141,4-1 1,5-5 53,1-2 0,10-6-273,3-7 0,14-7 50,6-12 1,10 2 143,3-8 0,8-3 177,-2-10 0,5-12-96,1-7 1,-1-10 109,-5 3 1,2-4-85,-8-3 1,0 1 191,-7-1 1,-6 3-18,0 4 1,-7-3 173,7 10-276,-9-1-9,5 7-205,-9 8 1,0 4 110,0 14 0,8 14 51,5 18 0,4 10-16,3 15 0,7 7 20,6 13 1,-3 16-296,-14-40 0,0 2 0,-4 2 1,-1 1 279,2 9 1,0 0 0,-2-4 0,-1-1-31,1 2 1,-2-1-1,-3-5 1,-2-1-216,0-2 0,-1-2 1,-1 41 208,-2-11 1,-15-24-15,-4-8 0,-5-19 106,5-1 0,-7-12-91,0 0 1,-1-14 107,1-5 1,4-5 459,-3-2 1,3-4-510,3-9 0,2-4 159,4-22 0,-2 3-364,9-16 0,-1-8 51,7-10 0,0-7 43,0-7 1,11-6-560,8-13 0,3-4 535,-7 50 1,2-2-1,-1-2 1,2-2 60,4-1 0,1 0 0,1-7 0,1 0 43,4-3 0,0 0 0,0 3 0,0-1 0,1-4 0,0 0 0,0 2 0,0 0 0,-1-2 0,0 0 0</inkml:trace>
  <inkml:trace contextRef="#ctx0" brushRef="#br0" timeOffset="29">27772 14172 8036,'-21'-7'0,"-5"1"0,5 0-264,-5 6 1,4 2 130,3 4 0,2 7 343,4 13 1,-4 14-63,4 18 1,2 11-37,-1 14 1,7 14-237,2-43 0,0 1 0,1 2 0,2 0 139,-1 1 0,2-1 1,3-2-1,2-1-17,3 2 1,2-2 0,17 38-137,10-2 1,16-11-390,4-8 1,4-13 312,-4-13 1,-1-13-61,1-7 1,5-3 35,-6-3 0,-3-8 238,-15-5 0,-1-4 0,1-2 0,-1 0 0</inkml:trace>
  <inkml:trace contextRef="#ctx0" brushRef="#br0" timeOffset="30">28293 14635 8036,'-19'-11'-115,"8"2"387,-6 9-620,15 0 280,-7 0 1,9 9 191,0 4-216,9 12 60,1 5 1,16 9 243,0 0-133,8 8 0,-10-4 53,8 8 1,0-2-13,7 3 0,-7-5-84,0-9-1,-9-1 39,3-5 0,0-4 347,-7-9-194,5-8 132,-14-3 0,1-10-136,-4-4 0,-5-11-127,-2-9 0,-2-8 18,-5 1 1,3-5-153,-9-7 1,7 4-477,-7-4 0,8 5 273,-1 1 1,2-6-668,-3 0 1,5-9 907,-4 3 0,12-5 0,5-2 0</inkml:trace>
  <inkml:trace contextRef="#ctx0" brushRef="#br0" timeOffset="31">28833 13670 6307,'19'0'401,"3"18"348,3 7 0,8 22-293,12 18 0,4 23-265,-20-32 1,0 3-1,0 7 1,0 3-484,1 7 1,-3 2 0,-4 7-1,-3 2 135,1 6 1,-3 0-1,-8-9 1,-3-3 10,0-2 0,-1-4 0,-4-9 1,-2-3-146,-2-8 1,-2-1-1,-7 49 200,-8-19 1,-1-18-186,1-14 1,0-12-180,-1-8 0,1-4 455,0-9 0,0 1 0,-1-1 0</inkml:trace>
  <inkml:trace contextRef="#ctx0" brushRef="#br0" timeOffset="32">29952 14422 7973,'-20'0'967,"10"-8"1,-1 6-341,4-5-151,5 5 357,-6 2-24,8 0 1399,0 0-2081,0 9 242,0 1-495,0 10 0,0-1-79,0 0 1,0-6-122,0 0 1,6-7-56,1 7 55,-1-8 275,-6 12 0,0-13-88,0 9 290,0-9-218,0 5 0,0-7 543,0 4-27,0-4-229,0 7 1,0-7-211,0 5-10,-9-5 0,-1 6-57,-10-8 1,1 7 126,0-1 1,-3 3-160,-3-3 1,3-4 41,-3 5 1,3-3-68,3 2 0,6-3-1,0 3 0,7-4-467,-7-2 253,9 0-197,-14 0 22,16 0 161,-6 0 78,8 0 746,0 0-790,8 0 188,-6 0-199,7 0 180,-9 0-1343,0 0 1490,0-8 5,0 5-8,0-5-1,0 8-245,0 0 218,-9 0 52,7 0-40,-6 0 73,8 0-43,0 0-28,-9 0 10,7 0-10,-7 0-4,9 0-3,0 0-46,-8 0 28,6 0 1,-9 0 20,5 0-14,3 8 10,-5-5 0,6 5-8,-5-8 15,5 0 12,-6 0 6,-1 0-19,7 0 8,-7 0 1,7 0 7,-4 0-15,4 9 48,-7-7-39,9 6 1,-2-8 73,-5 0-33,5 0-17,-6 0 1,6 0-11,-5 0 5,5 0-27,-7 0 0,7 0 31,-4 0-27,4 0 11,-7 9 1,7-7-31,-4 5-63,3-5-200,-5-2 179,8 0-19,0 0 1,8 0 85,5 0 0,13-7 96,6 1 1,5-9-126,1 2 0,9-4-89,5-2 1,-3-3 76,2-4 0,-1 5-124,1-5 1,-6 11-249,-13 2 300,5 1 1,-18-1-248,0 0 220,-8 9 182,-20-5 0,-10 18 0,-11 1 0</inkml:trace>
  <inkml:trace contextRef="#ctx0" brushRef="#br0" timeOffset="33">29547 14326 7785,'-7'-13'-260,"1"0"371,-9 1-48,13-8 128,-16 1-60,16 8-41,-6 3-235,8 8 90,0 0 101,0 8 1,6 5 11,1 13 1,8 4-217,-3 8 1,-1 7 132,2 0 0,0 11-159,6 2 0,0 0-110,1 6 1,1-4 293,5-2 0,4 0 0,8 0 0</inkml:trace>
  <inkml:trace contextRef="#ctx0" brushRef="#br0" timeOffset="34">27560 17122 6585,'19'36'550,"1"9"1,1 28-446,5 17 0,4 15-525,-11-45 0,0 2 0,1 1 0,-1 1 332,1 3 0,-2 1 0,-2-10 1,-2-1 11,12 46 1,-7-22 81,-6-16 0,-2-14-261,-5-6 1,-3-19 280,3-7-171,-4-12 1,-4-1 144,-4-12 0,-5-14 0,-8-10 0</inkml:trace>
  <inkml:trace contextRef="#ctx0" brushRef="#br0" timeOffset="35">27618 17353 8007,'-9'-38'-410,"7"8"0,-13 2 306,9 9 0,-1-1 304,7 1 0,0 6-55,0 0 1,9 7 36,4-7 0,10 0-53,3-6 1,8 0-17,-2-1 1,1 1-81,5 0 1,-4-5-21,11 5 0,-4-5-153,-2 11 0,-1-4 38,1-2 1,0 6-187,-1 0 0,-8 9-157,-4-2 1,-11 3 163,-2 3 1,-9 3 280,2 3 0,-3 5 0,-3 8 0,0 0 0</inkml:trace>
  <inkml:trace contextRef="#ctx0" brushRef="#br0" timeOffset="36">27907 17353 8007,'-13'26'-392,"0"0"0,7-3 272,-7-10 1,9 4 313,-3-4 1,5-2 54,2 2-129,0-9 1,2 4-4,5-8 1,4 0-105,8 0 0,9-2-1,4-4 1,4 2 110,3-9 0,6-2-360,0-11 0,2 5 108,-2-5 1,-4 5-347,4 1 0,-7 3 475,-5 4 0,3-4 0,-6 6 0</inkml:trace>
  <inkml:trace contextRef="#ctx0" brushRef="#br0" timeOffset="37">28042 18182 7982,'-10'9'-2,"-5"2"-247,8 8-46,1 0 1,14-8 195,5-5 1,13-4 123,6-2 1,7-8 26,6-5 0,4-13-24,9-6 1,0-13-302,-1-6 1,8-5-1237,-1-2 1509,0 0 0,-6-17 0,0-4 0</inkml:trace>
  <inkml:trace contextRef="#ctx0" brushRef="#br0" timeOffset="38">28814 16543 7968,'-20'0'38,"1"0"75,0 9 1,2 2 81,4 8 1,-2 5 0,8 8 0,3 8-142,11 18 1,3 17 126,10 9 0,1 16-492,-9-45 1,2 0 0,14 48 44,4-7 1,4-4-129,-4-15 0,5-2 202,1-11 192,1-12 0,-1 4 0,1-18 0</inkml:trace>
  <inkml:trace contextRef="#ctx0" brushRef="#br0" timeOffset="39">29238 16833 7968,'-21'25'-322,"-5"1"0,4 8 63,-3-2 1,10 13 782,2 7 0,6 6-208,-5 6 1,7-4-195,-1 4 0,6-6-209,6-6 0,5-7 96,8-13 1,1-5-174,-1-7 1,7-10 75,-1-3 1,7-7-52,-6-7 1,6-5 88,-6-14 0,6 2 27,-6-8 0,0-6 28,-7-7 0,0 0 170,0 6 0,-8-6-99,-4 0 0,-5 0-62,-2 7 1,-2 5 15,-5 1 1,-10 9 16,-9-3 1,-2 5-283,3 1 1,1 7-111,-8 1 0,6 7 345,-6-1 0,0 4 0,-7 2 0</inkml:trace>
  <inkml:trace contextRef="#ctx0" brushRef="#br0" timeOffset="40">30009 16293 7968,'-19'-11'141,"-9"-6"0,7 15 82,-5-5 1,5 14-99,1 6 1,1 4-80,0 2 0,0 11-176,-1 9 1,1 1 47,0 12 1,-1-1 158,1 7 1,2 0-261,4 0 1,5-3 106,8-3 1,2-7-240,4-13 1,7-4 47,13-9 0,4-8-15,8-5 1,1-12 210,-1-7 0,-1-13 46,-5-6 0,2-4 109,-8-3 0,6 1-96,-6-1 1,0 0 102,-7 1 1,-6-1-66,0 1 1,-3 6 166,3-1 1,2 10 18,-8-3 0,-1 11 282,-6 2-432,0 9 0,0-2 12,0 12 1,0 7-51,0 13 1,9 6 57,3 13 0,6 6-99,1 13 1,7 7 81,-1 13 1,3 10-358,-2 9 1,-16-48 0,-1 1 251,1-1 1,-1-1 0,1 4 0,-2 0-104,-4 3 0,-2 0 0,1-6 0,-2-1-67,-3 2 0,-2-2 0,-7 36-88,-8-13 1,-7-11 246,0-14 0,-1-14-47,1-12 0,2-13 111,-8-7 1,9-4-90,-3-2 1,-2-10 536,2-10 0,1-7-441,5-12 0,1-2 254,0-4 1,6-6-214,0-13 1,9-5-34,-3-8 0,7-2-218,7-5 0,3-4-241,10-8 1,8-9 380,-13 50 0,2 1 0,1-3 1,2 0 26,2-1 0,1 0 1,0 2-1,1 1 10,2 3 0,0 1 0,-2 0 0,-1 1-45,16-33 0,-3 8-6,-4 11 0,-6 12 52,-13 7 0,-5 13 104,-8 6 1,0 3 339,0-3-123,0 13 348,0-12 542,-8 22-753,6-5-315,-7 8 1,9 8-21,0 5 0,2 13 17,5 6 0,3 5 1,10 1 0,5 9-121,1 5 0,6-5 104,-6-2 1,6-5-129,-6-1 1,6-7 61,-6 0 1,-1-8-50,-5 2 1,-3-11 63,-4-3-40,4-7 0,-15 1 70,4-12 1,-4 1 83,-2-7 0,0-8-239,0-5 0,7-10 124,-1 3 0,1-6-469,-7-7 0,2 2 199,4-9 0,-1 9-179,7-2 1,-5-2-96,6 2 0,0-6 484,6 6 0,9 0 0,2 6 0</inkml:trace>
  <inkml:trace contextRef="#ctx0" brushRef="#br0" timeOffset="41">31340 15020 7947,'19'0'-430,"-4"0"-53,5 0 1,-5 2 948,10 5 1,5 10-69,3 21 1,-3 18-127,2 34 0,-16-32 1,0 4-661,3 13 0,0 4 0,1 8 0,-1 2 471,1 13 1,-1 2 0,-4 1 0,0 2-10,-6-33 0,-1 2 1,0-1-1,3 34 1,-2-2-58,-2-6 1,-2-3 0,0-1 0,-3-3 138,-4-7 0,-3 0-156,-3 0 0,-3-1 0,3-2 0,-1-1 0,-3-5 0,-2-2 0,1-5 0,1 0 0</inkml:trace>
  <inkml:trace contextRef="#ctx0" brushRef="#br0" timeOffset="42">14831 16235 8135,'-11'-19'-487,"-6"8"0,17 2 307,0 9 1,9 2 349,10 5 1,9 6-74,4 12 1,11 5 125,2 9 1,6 0 6,-6-1 0,9 7-187,-3 0 1,3 0 84,-3-6 0,-1 6 0,-5 0 0,-7-9 28,1-10 0,-9-11-2,-11-2 1,0-9 104,1 2 1,-10-6 14,-3-6 0,-5-7-75,-2-13 0,0-4-46,0-8 1,-2-1 18,-5 1 1,3-7-338,-9 0 0,9-9-184,-2 3 0,-3 4-262,3 2 0,-1 4 119,7 2 0,2 1-917,5-1 1409,3 1 0,18 8 0,2 2 0</inkml:trace>
  <inkml:trace contextRef="#ctx0" brushRef="#br0" timeOffset="43">16393 15213 8253,'-19'-9'20,"0"-3"-20,-1 3 0,10 0 68,1 9-60,9 0 0,2 5 128,5 8-122,12 8 1,5 26 27,8 5 1,-7 5 2,8 8 1,-3 3-261,2 9 1,4 7-74,-4-1 0,0 12 3,7 1 1,-5-6-76,11 7 0,5-14 1,-1 3-1</inkml:trace>
  <inkml:trace contextRef="#ctx0" brushRef="#br0" timeOffset="44">17223 15367 8253,'-28'0'-100,"-4"0"73,-5 9 0,5 4 146,0 12 272,8-3-160,-4 23 1,9-11-14,0 17-457,8 1 173,-6 6 1,15-9-163,-5-4 147,5-4 1,17-5 80,5-4 1,12-6-124,0-13 1,11-7 167,2-12 0,6-7-39,-6-13 0,9 1 19,-3-14 1,-4 5-39,-2-11 0,-10 2 183,-3-2 1,-9 4-162,3-4 1,-13 5 9,-7 1 1,-4 3-104,-2 3 0,-8-1-208,-5 8 1,-13 9-242,-6 11 0,-4 4 215,-3 2 0,1 2 318,-1 4 0,0 5 0,1 8 0</inkml:trace>
  <inkml:trace contextRef="#ctx0" brushRef="#br0" timeOffset="45">18071 14827 8106,'-45'7'-313,"0"-1"0,2 3 258,11-3 0,-4 5 55,4 8 0,-3 9 0,3 4 0,-2-2 0,8 2 0,3 3 217,10 10 1,4-11-184,9 4 0,2-10-75,5 4 1,6-8 65,12 2 1,5-11-2,9-2 0,0-9-16,-1 2 0,1-4-67,-1-2 1,1-8-20,-1-5 1,-8-6 41,-4-7 0,-2-2-37,1-4 0,-10-4-12,5 3 0,-14-3 217,1-3 0,-5 1 8,-2-1 1,-2 7 44,-5 0 1,3 9 197,-9-3-224,0 4-509,-6 12 271,8 1 1,3 26 10,8 9 0,2 10 107,4 9 0,7 13-3,13 13 1,4 6-15,8 7 1,3 3-173,4 10 0,-25-45 0,1 1 236,1 1 0,1 1 1,-3-2-1,-2 1-55,-1 1 1,-2-1 0,11 45-266,-13-3 0,-4-16 265,-9-16 0,0-11-188,0-1 0,-9-18 80,-4-2 1,-4-17 39,-2-8 1,-3-5-4,-3-2 1,3-9 392,-4-4 1,3-12-415,-3-7 1,11-7 184,-4-6 0,6-4-306,0-9 0,5-2 144,8-4 0,0 2-286,0-9 0,8 9 23,5-3 0,11 3 48,1-2 1,10 4 252,-3-4 0,11 4 0,2 2 0,0 2 0,-7 5 0,1-13 0,-1 4 0</inkml:trace>
  <inkml:trace contextRef="#ctx0" brushRef="#br0" timeOffset="46">18843 14365 8204,'-20'0'-225,"1"-9"303,8 7 165,3-7-67,8 9 1,2 2-129,4 5 1,7 6 79,13 12 1,2 5-117,4 9 1,4 2 115,-3 4 1,3 2-113,3 4 0,-1-1 33,1-5 1,-7-5-75,0 5 0,-8-6 150,1-7 1,-5-11-8,-8-8 1,-1-9 327,-4 3 0,-5-14-134,4-5 1,3-20-293,-3-7 0,7-12 123,-7-1 0,9-10-603,-2-2 1,4-7-60,3 7 0,1-7-336,5 7 1,4-7 348,8 7 257,10 0 0,1 6 0,9 0 0</inkml:trace>
  <inkml:trace contextRef="#ctx0" brushRef="#br0" timeOffset="47">20019 13478 8204,'19'0'-334,"1"0"1,-1 0 381,0 0 1,5 4 599,8 9 1,2 4-353,18 22 1,-1 8-283,7 23 0,2 18-360,-27-35 1,-2 3-1,-5 5 1,-2 1 395,-1 1 1,-1 2 0,-3 1 0,-2 1-230,-6 0 1,-3 1-1,1-2 1,-3 1 107,-4-2 1,-4-2 0,-2-5 0,-2-2-316,-14 40 1,-10-17 21,-15-14 0,-4-5 364,-9-2 0,-4-3 0,4-3 0,5-5 0</inkml:trace>
  <inkml:trace contextRef="#ctx0" brushRef="#br0" timeOffset="48">18245 13921 8423,'-30'67'-17,"4"3"10,5 14 0,12 14-527,8-41 0,2 2 0,3 7 0,3 1 522,4 6 1,4 2 0,2 4-1,4 0-57,3 2 1,4-1-1,2 0 1,4-2 125,0-3 0,3-2-348,3 0 1,3-2 0,4-7-1,3-2 1,3 0 0,1 0 0</inkml:trace>
  <inkml:trace contextRef="#ctx0" brushRef="#br0" timeOffset="49">21292 14037 8485,'11'-19'307,"8"-1"1,2 1-182,12 0 0,7-3-226,12-3 1,-3-5 130,2-9 0,7 7-496,7 0 1,-3 6 37,-11-6 1,1 8 426,-14-1 0,5 3 0,-13 3 0</inkml:trace>
  <inkml:trace contextRef="#ctx0" brushRef="#br0" timeOffset="50">21620 13497 8163,'-30'-19'-43,"2"-1"296,9 1 535,-1 8-199,1 3-550,8 8 0,3 17 117,8 9 1,0 19-151,0 13 1,2 10 111,4 16 0,-1 8-553,0-38 1,3 1-1,1 0 1,1 1 434,2 8 0,2 1 0,6 7 0,2 2 0,-1 4 0,-1 0 0</inkml:trace>
  <inkml:trace contextRef="#ctx0" brushRef="#br0" timeOffset="51">16721 16756 8352,'-11'-11'-913,"-4"0"484,9 5 687,0 4 1,6-9 27,0 4 1,-3 5-110,-3-4 1,4 2 160,-5-3 26,5 5-346,2-7 141,0 1-66,0 6 165,0-7-271,0 9 832,0 0-816,0-8 4,0 5 3,0-5-12,0 8 284,0 0-280,0-9 2,0 7-1,0-6 20,0 8-9,0 0-6,-8 0-21,6 0 10,-7 0-4,9 0 4,0 0 3,0-9 0,0 7 0,0-7-42,0 9-4853,0 0 4895,0 9 0,0-7 0,0 7 0,2-9 0,5 0 0,-5 0 0,6 8 0,-8 3 0</inkml:trace>
  <inkml:trace contextRef="#ctx0" brushRef="#br0" timeOffset="52">15275 13285 8259,'-30'-11'-72,"2"-6"0,11 13 203,4-9-137,4 9-6,9-5 1,0 11 134,0 5 0,9-3-101,4 9 0,4 0 116,2 6 1,0 0-103,1 0 0,-1 1 167,0-1 1,1-2-139,-1-4 0,-2 4 113,-4-4 1,4 2 85,-4-2-114,4 4 1,0-13-26,-4 9 0,4-9-22,-4 3 1,-2-7-111,2-7 1,8-14 104,11-18 1,7-10-484,6-15 0,4-5-178,9-8 0,8-6 305,-31 41 0,1 0 0,1-4 0,1 0 0,1 2 0,-1 0 1</inkml:trace>
  <inkml:trace contextRef="#ctx0" brushRef="#br0" timeOffset="53">15853 13034 8124,'-19'0'0,"0"0"-414,-1 0 1,8 0-346,-1 0 955,8 0 1,-1 7-178,12-1 0,1 7 147,12-7 0,-4 9 69,11-2 0,-3 4 130,3 3 1,4-1-146,9 0 0,-7 3 47,0 3 0,-6-3 6,6 3 0,-2-10-72,2-2 0,2-8 173,-8 1 0,8-6-74,-2-6 0,7-18-244,6-21 1,4-13-121,9-19 0,-22 32 0,1-2-436,1-1 0,1 0 0,6-7 0,0 0 357,0 1 0,0-1 143,6-2 0,1 0 0,4-1 0,2 1 0,2-1 0,2 0 0,-2 0 0,0 0 0</inkml:trace>
  <inkml:trace contextRef="#ctx0" brushRef="#br0" timeOffset="54">22353 13111 8049,'-28'-10'0,"13"-5"618,-4 8-372,12 1 0,1 8-155,12 4 0,7 7 89,13 13 0,-3 10-149,9 9 1,-2 2-24,3-2 1,3 5-206,-4 8 0,5-7 209,1 0 1,7-8-68,0 2-1,0-6 234,-6-7 0,-1-6-97,1-14 0,-7-3 445,0-9 1,-8-11-195,2-8 1,-7-5-32,-6-14 1,4 4-279,-4-11 1,-5-2-260,-1 2 0,-3-7 363,2 7 0,-3-8 113,3 1 1,5 3-124,2-3 1,4 1-118,2-7 0,9-8 0,2-3 0</inkml:trace>
  <inkml:trace contextRef="#ctx0" brushRef="#br0" timeOffset="55">23549 12726 8037,'0'19'0,"0"0"-9,0 1 0,0 7 70,0 6 1,0-3 115,0 2 0,8 2-44,5 11 0,4-2 26,2 8 1,1-2-288,-1 3 1,-6-3 126,0-4 1,-3-4-504,3 4 1,-2-4 74,-5-3 429,-3-8 0,14-2 0,-7-9 0</inkml:trace>
  <inkml:trace contextRef="#ctx0" brushRef="#br0" timeOffset="56">23587 12629 7995,'2'-19'0,"5"0"0,-5-1 127,15 1 56,-6 0 1,17-3 184,4-3-464,4 3 143,11-6 1,-6 9 205,4 0-1198,4 0 671,-8-1 0,-2 10-293,-14 3 395,-3 5 0,-5 4 172,-4 5 0,4 12 0,-6 11 0</inkml:trace>
  <inkml:trace contextRef="#ctx0" brushRef="#br0" timeOffset="57">23722 12919 7968,'-19'10'0,"2"1"153,4-5 350,4-3-554,9 5 0,9-8 84,4 0 0,10-2-204,3-4 1,8-5-177,-2-8 0,5 6-196,1 0 1,1 0 91,0-6 451,-9 8 0,6-6 0,-6 6 0</inkml:trace>
  <inkml:trace contextRef="#ctx0" brushRef="#br0" timeOffset="58">23934 13343 8092,'-8'19'30,"6"0"0,2-8 683,12-5 1,8-3-231,5-3 0,8-9-494,12-4 0,4-4 36,9-2 1,2-7-26,4 0 0,13-8 0,11 4 0</inkml:trace>
  <inkml:trace contextRef="#ctx0" brushRef="#br0" timeOffset="59">24455 12089 8127,'-9'-19'275,"7"8"-203,-15 3 0,15 16 59,-4 5 1,6 22-49,6 10 0,3 10-78,3 10 1,6 3-41,-6 9 0,6 2-184,1 5 1,2-7-287,5 0 1,-5-2-192,5-10 559,4 7 1,9-12 0,10 7 0</inkml:trace>
  <inkml:trace contextRef="#ctx0" brushRef="#br0" timeOffset="60">25207 12128 8107,'-19'0'-79,"-7"6"196,0 1 0,-8 10 214,2 2 1,4 3-230,2 10 0,11 6 24,3 7 0,-1 3-243,-7-4 0,10-3 121,3 4 1,5-6-165,2-7 0,2 0 6,5-13 0,3 3-131,10-16 1,5 7 172,1-7 1,15-1-4,-3-12 0,5-6 72,-4-12 0,-1 1-67,1-8 0,-3 0 259,-3-7 0,-1 1-145,-13-1 1,2 1 142,-14-1 0,-1-6-80,-6 0 0,-8 2 96,-5 11 1,-4-2-5,-3 8 1,-5-4 55,-1 11 0,-6-3-19,6 16 0,0 0-44,7 6 1,6 2-358,0 4 1,9 7 109,-2 13 0,6 12-18,6 14 0,7 14 82,13 11 0,4 2-51,8 11 0,3 9-166,-19-45 1,1 1-1,0 2 1,1 0 220,1 1 1,2 0 0,0-5 0,-1 1-26,-3-3 0,-1 0 1,21 46-95,-11-7 1,-6-7-109,-13-12 0,-5-7 148,-8-12 1,-2-5-88,-4-9 1,-7-1 58,-13-5 1,3-6 262,-10-13 1,8-5-121,-7-8 0,2 0 501,-3 0 1,3-4-498,5-9 1,3-8 81,-3-18 0,5-8-243,7-4 0,-2-12 152,9-1 0,0-11-206,6-2 1,8-9-249,5-10 0,4-1 450,2 1 0,9-2 0,4-5 0,-14 48 0,1 0 0,0-1 0,0-1 0,1-1 0,-1 0 0</inkml:trace>
  <inkml:trace contextRef="#ctx0" brushRef="#br0" timeOffset="61">25458 11935 7982,'-19'0'-307,"8"0"82,2 0 373,9 0 99,0 0-112,9 9 0,4 4 179,12 12 1,5-1-184,9 8 0,2 0-12,4 7 0,-2-7-112,8 0 0,-8 0 101,2 7 0,-4-9-122,-3-5 0,-1-3 152,-5-3 0,-4-8 164,-9-5 0,-2-6-110,-4-6 0,4-16 163,-4-16 1,4-11-275,2-16 1,1-3 65,-1-9 1,0-3-710,0-3 0,7-3-1238,0-4 1800,8-4 0,-10 4 0,8-9 0,2 3 0,3 4 0</inkml:trace>
  <inkml:trace contextRef="#ctx0" brushRef="#br0" timeOffset="62">14195 15309 7800,'-11'0'-1101,"5"5"1127,12 8 1,13 19-56,13 26 0,16 25 95,-20-33 1,1 3 0,5 11-1,1 3-500,6 5 1,2 3 0,0 7-1,1 1 355,5 10 0,-1 1 0,-3-5 0,-2 2-244,-1 5 1,-1 1-1,-2-8 1,-1-1 256,-2-1 0,-1 0 1,-1-1-1,-1-1 21,-4-4 0,-1-1 1,-2-7-1,0-2-129,0-6 0,-1-2 0,-3-3 0,-1-2 217,1-3 0,1-1 1,24 45-218,-2-9 1,-2-20 452,-11-5 1,-4-23 379,-9-16 0,1-7-458,-1-6 0,7-6 757,-1-14 0,12-3-829,1-10 1,10-8-54,9-4 0,1-6-36,0-7 1,2 4 250,4-4 0,7 2-470,13-2 1,1 5-78,5-5 0,5 4 204,-5 2 1,6-6 87,-45 23 0,1-1 1,1-3-1,1 1-25,3 2 1,2 1-1,3-4 1,2 1-238,3 2 1,1 1 0,4-6-1,2 0 245,6-1 1,1 0-1,1 0 1,1 0-287,3-3 0,1 0 1,4 1-1,1 2 265,0 0 1,2 0 0,7-4 0,2 0 22,-31 9 1,1 0-1,0 1 1,31-11 0,0 1-278,-32 12 0,1 0 0,1-1 1,-2 0-1,1 0 0,0 0 252,2 1 1,0 0 0,0-1 0,2-3-1,0 0 1,1 0-17,1-1 0,0 0 0,0 0 0,-1 1 0,0-1 1,0 0 17,1-1 1,0-1 0,1 0-1,0-1 1,1-1 0,0 1-3,0-1 1,1 0 0,-1 0 0,3-2 0,-1 0 0,1 0-5,2-2 1,0-1 0,-1 1 0,-2 0 0,-1 1 0,0-1-188,1-2 0,1-1 0,-1 1 0,0 0 0,0-1 0,0 0 173,2-1 0,1 0 1,0-1-1,1 0 0,1-1 1,1 1 18,3-2 0,0 0 0,0 1 0,-4 1 1,0 0-1,0-1 40,0-1 1,-1 0 0,1 1-1,-1 1 1,1 0 0,-1 1-25,-1 2 0,-1-1 1,1 1-1,0-2 1,0 0-1,-1 0 20,-1 2 0,0-1 0,-1 1 0,-6 1 1,-2 0-1,0 0-106,-2 1 0,0-1 1,-1 1-1,-1 3 1,-2 0-1,1 1 96,1 0 0,0 0 0,0 0 0,29-13 0,-1-2 6,-5 0 0,-2 0 1,-3 3-1,-2 1 4,-6 5 1,-1 1 0,-3-2 0,0 1 205,1 4 0,-2 0 1,-7 1-1,-3 0-211,-7 4 0,-2 3 0,-3 2 0,-1 3 44,44-13 0,-16 15 784,-4-3 1,-21 7-806,-5 1 1,-10-3 775,-9 8 0,-4-1-929,-9 1 892,1 5 0,-10-9-873,-3 5 0,-5 2 466,-2-9 0,-2 0-387,-5-6 0,-10-3 127,-9-4 1,-6-10-81,7-9 0,-16-15 152,2 2 1,-1-15-50,7-4 0,-1-11-249,8-14 0,10 42 1,-2-3 123,2-3 1,0-3 0,1-5 0,0-2-338,-1 0 0,0-2 0,4-4 1,0-3 78,0-7 1,-1-2 0,-1-2 0,0-1 116,1-6 0,0 0 0,-4 1 0,0 1-98,0 1 0,2 1 1,0 3-1,0 1 76,-2 1 0,1 1 1,4 1-1,1 2 229,-2 12 1,0 2 0,2 7 0,1 5 77,-10-26 0,1 13 185,0 19 1,0 11-166,-1 9 1,7 16 45,1 16 0,5 4 291,-6 2 0,7 0-315,-7 0 1,0 8 219,-6 5 1,0 4-520,-1 2 1,-8 7-77,-4 0 1,2 8-24,-2-2 0,0-2 63,-7 2 1,-6 7 57,0 6 0,-8 0 4,1-6 1,-3 8 135,-3 4 1,-9 3-71,-3-3 1,-5 5-292,-2-5 0,-11 7 316,40-26 1,-1 0-1,-3 2 1,-3-1-53,-5 2 1,-2 0 0,-2 3 0,-1-1-330,-4-1 0,-3-1 1,-2 3-1,-2 1 338,-6 3 1,-3 0 0,-5 1 0,-2-1 4,-7 3 1,-2 0 0,32-14 0,-1 0 0,-1 0-289,1-3 0,-1-1 0,0 1 0,-2 2 0,0 2 0,-1-2 298,-3 0 0,0 0 0,-1 0 1,-1 1-1,0 0 0,-1-1-6,1 1 1,0-1 0,-1-1 0,1 1 0,0-1 0,-1 0 17,3-1 0,1 0 1,-2 0-1,-4 1 1,-1 0-1,-1 1-15,-1 1 0,-1 2 0,0-1 0,1 0 0,-1-1 0,0 0 30,1-1 1,-1 0-1,0 0 1,0 1-1,-1 1 1,1-1-4,0 0 0,1-1 1,-1-1-1,-3 1 0,-1-1 1,1 0 47,-1 1 1,-1 0-1,2 0 1,3 0-1,0-1 1,1 0-350,-3 1 0,-1 0 1,2 0-1,2 1 1,2 1-1,-2-1 272,-2 0 1,-2-2 0,2 1 0,0 1-1,1 1 1,-1 0-31,-3 0 1,0 0 0,0 0 0,6-2 0,1 0-1,0 0 30,-3 0 1,0 0-1,0 0 1,4-3 0,1 0-1,0 0-146,1 1 0,1 1 1,0-2-1,2-2 0,1-1 1,0 0 94,4 0 0,2 0 0,0-2 1,-28 6-1,1-2 29,3 0 1,1-1-1,8 0 1,1 0 27,3-3 1,1 1 0,5-1 0,0 1-99,1-3 1,0-2 0,8-1 0,0-2 32,-2 2 0,1-1 0,4-4 0,1-1-53,-2 2 1,0 0 0,4-2-1,0-1 335,-2 0 0,2 0 0,4-1 0,2 1-302,-49 9 0,7-6 1046,6 0 1,-2-7-893,8 7 0,3-7 51,10 7 1,-2-6-53,9 6 0,0-3 728,6 3 0,9 2-671,4-8 1104,4 8-1096,11-13 0,4 8 535,13-3-474,5-5 213,8 7-398,0-9 11,0 0-17,0 8 0,8 5 92,5 13 0,4 6 84,3 13 1,1 15-35,5 17 1,4 9-110,8 10 1,-17-39 0,-1 2-232,2 4 0,1 2 1,1 11-1,1 3 245,4 10 1,0 2 0,3 0 0,0 2-500,0 5 0,1 3 0,-10-31 1,1 1-1,-1 0 369,-1 2 1,-1-1 0,1 2 0,0 0 0,0 0 0,0 0-29,0 4 0,0-1 1,-2 0-1,7 27 1,0 0-15,2-1 0,0-1 0,-6-11 1,-1-4-219,1-9 1,-1-2 0,-4-5 0,-2-2 301,1-4 0,-2-2 1,9 31-156,2-10 1,-11-20 229,-3-12 1,-7-14 341,1-12 1,-4-5 159,-2-1 1635,0-10-1790,0-1 52,0-9 1,7-2-435,-1-5 0,9-3 138,-2-10 1,-2 1-113,2 0 0,-1 2-47,8 4 1,-1-2 12,0 8 0,1-5-27,-1 5 0,2 1 20,5 6 1,4-7-1,9 1 1,1-9-3,5 2 1,7-4-9,12-2 1,7-7-20,12 0 1,7-8-243,13 2 0,-50 11 0,1-1 283,3 0 1,2-1-1,7-7 1,1 0-6,3 1 1,1 0-1,5-3 1,0 0-333,4 0 0,1-1 0,6 0 0,2-2 373,6-3 0,3-1 0,-27 11 0,1-1 1,1 0 43,4-1 0,0 0 1,1 0-1,1-1 1,0 0-1,1-1-374,-1 0 1,0 0 0,0-1 0,4 1-1,0 0 1,0 0 309,2 0 1,1 0 0,0 0 0,4-2 0,1 0 0,0 1-82,-1 1 0,0 0 0,0 0 0,0-2 1,-1-1-1,0 1 29,-1 1 1,0 1 0,0 0 0,2 0 0,1-1 0,0 0 23,3-3 1,0-1-1,1 0 1,2 0-1,0-1 1,0 0 12,0 0 0,-1-1 1,0 0-1,2 0 1,0-1-1,0 1-289,-3 5 1,-1 0-1,0 0 1,1-3-1,1-1 1,0 1 290,0 1 1,1-1 0,-1 1-1,2-1 1,-1 0 0,0 0 26,-2 0 0,-1 1 0,0-1 0,-2 0 1,1 0-1,-2 0-157,-4 2 1,-2 1 0,0 0 0,0 0 0,0-1 0,0 1 145,3 2 1,0 0 0,0 0 0,-3 0 0,0 0 0,0-1-71,1 1 1,0 0 0,-1 0 0,-2 2 0,-1 0 0,-1 0 62,1 0 1,-1-1-1,1 2 1,-2 1 0,1 2-1,0-1-53,0-1 1,1 0-1,-1 0 1,-2 2-1,0 0 1,-1 1 76,-4 1 1,-2 0 0,0 1-1,33-10 1,-2 2-120,-8 5 0,-3 1 1,-6-2-1,-1 0 272,-7 4 1,-2 1 0,-7 0 0,-3 1-297,-7 5 0,-2 0 0,42-12 828,-16 9 0,-14 0-373,-11-1 962,-9 1 1,-19 6-903,-4 0 1793,-13 9-2046,-5-13 0,-16 6 321,-5-8 1,-4-7-326,-3 0 1,-8-8-94,-4 2 1,-4-6 5,-3-7 0,-1-5-12,-5-8 1,4-17-32,-4-8 1,-2-14 117,24 44 1,1-3 0,-2-4 0,1-2-411,-1-11 1,3-2-1,1 0 1,1-2 345,-1-9 1,1-1 0,0-2 0,2 0-422,4-7 1,0-1 0,-1-1 0,0-1 296,1-4 0,1 0 0,4 13 0,1 0-86,-3-1 1,0 2 0,4 11 0,0 2 85,0 4 0,-1 3 1,-2 7-1,1 2-122,1 0 1,1 4 0,-9-30 188,2 9 1,-6 15 190,-1 10 0,1 14-161,-7 12 1,3 5 539,-3 2 1,5 6-689,-5 0 1,-4 6 839,-2-5 1,2 7-933,-2-1 1,-3 4 206,-10 2 1,-4 0-290,-9 0 0,-2 8 267,-4 5 1,-13 13-103,-13 6 1,-5 6-83,-1 7 0,45-23 1,-1-1 214,1 5 0,-1 0 0,-4-3 0,-1 1 18,-1 4 0,0 2 0,-2-3 0,-2 1-16,-8 7 1,-2 1 0,5-4 0,-1 0-340,-8 4 1,-2-1 0,2-3-1,0 0 326,-4 3 0,-1 1 0,-7 3 0,-2 1-6,-8 5 0,-3 0 1,33-15-1,0-1 1,-2 0-330,-4 1 1,-1 1-1,-1-2 1,0-1-1,0 0 1,-1 0 322,-4 1 0,0 2 0,-1-1 1,-3 0-1,0 1 0,-2 0-7,-7 3 0,-1 0 0,1 1 0,2-2 0,0 0 0,-1 1-303,-3 2 0,0 1 0,-1 0 0,0-2 0,-1 1 0,-1 0 349,-1 0 0,-1 0 0,0 1 1,1 1-1,-1 0 0,0-1-13,-2 0 1,0 0 0,1-1 0,3-1 0,2 0 0,-1 0 15,0-1 0,-1 0 1,0 1-1,-1 0 1,0 0-1,0 0-15,2-1 1,-1 0-1,1 0 1,-4 4-1,0 0 1,-1 0 1,25-9 1,-1 0 0,0 0-1,0 0 1,-23 7 0,1 0-1,0 1-46,24-8 0,-1 0 0,1 0 0,0 0 1,-22 6-1,1-2 0,0 1 24,-1 1 1,0-1 0,1 0-1,0 1 1,1 0 0,0 0 47,0 0 1,0-1 0,2 0-1,6-2 1,1 0 0,1-2-142,3-1 1,0-2 0,2 1 0,4-2-1,1 1 1,0-1 109,2 0 0,0-1 0,0 1 0,4 0 0,1 0 0,-1-1-54,-2 1 0,0 0 1,1 0-1,-26 8 1,3 0-15,-2-1 0,1-2 0,8-1 0,2 0 138,2-1 1,1 0 0,4 0 0,0 0-220,-3 0 1,3 0 0,12-5 0,3-1 370,5-3 0,2-1 0,-43 17-467,10-10 0,6 6-891,13-6 1114,14-1 0,9-8 0,10-4 0,-1-4 0</inkml:trace>
  <inkml:trace contextRef="#ctx0" brushRef="#br0" timeOffset="63">14368 14982 8046,'-19'12'0,"0"1"0,2 2-188,4 11 0,4 13 87,9 12 0,17 22 157,9 10 0,-9-29 1,2 2-436,3 4 0,1 2 0,2 7 1,0 1 352,3 3 1,2 2 0,-1 2 0,2 2-217,0 4 1,2 1-1,1 3 1,0 2 230,5 7 1,0 1 0,-5-5 0,0 0-21,-1-2 0,-2 0 0,0-4 0,-2-1 30,1-4 1,-2-1 0,-2-3-1,0-2-111,-1-6 0,1-3 1,-5-11-1,1-3-74,23 38 1,-4-19 230,-3-20 0,-1-6-48,-5-12 0,2-8 119,-8-12 0,0 2 373,-7-8 0,0-1-347,0-6 0,7 0 748,0 0 0,10-6-729,3-1 0,4-8 47,15 2 0,-5-4-158,11-2 0,5 0-102,2-1 1,21-1-327,11-5 0,4 5 309,-49 8 0,0 0 0,-2-1 1,1 0 55,7 2 1,1-2 0,1-2 0,1-2-8,6 2 0,1 0 0,4-2 1,1 0-319,7-2 1,1 1 0,4-1 0,1-1 324,0-1 0,2-1 0,10-1 0,2-1 46,-31 6 0,0 0 0,0-1 1,0 1-1,0 0 0,0-1-316,4 1 1,0 0 0,1 0-1,-1-1 1,0 0 0,1 0 289,3-2 0,0 1 0,2-1 0,4 0 0,1-1 0,1 0-3,-2-2 0,1-1 0,1 0 1,2 0-1,1 0 0,-1 0-1,-3 1 1,0-1-1,0 0 1,5 0-1,1 0 1,0-1-213,4-1 0,1 0 0,1 1 1,-22 5-1,1 1 0,0 0 1,0-1 228,-1 0 0,1-1 0,-1 1 1,1-1-1,2-1 0,2 1 1,-1-1-1,0 1-161,-3 0 0,-1 1 0,0-1 0,0 1 0,1-2 0,-1 1 0,0-1 0,1 0 145,2 0 1,1 0 0,0 0 0,-1 0-1,-1 0 1,0 0 0,0 1 0,0 0-29,0 0 1,0 1 0,0-1-1,0 1 1,1-2 0,0 1 0,-1-1-1,0 0 32,22-6 0,-2 1 0,1-2 0,1 1 0,0-1 0,0 0-77,-1 1 1,0 0 0,0 0 0,0 0 0,0-1 0,0 0 65,-4 3 0,-1 0 1,0 1-1,0-1 0,0 0 1,-2 0-4,-7 2 0,-2 1 0,0-1 0,0 0 0,-1 1 0,1-1 2,-1 0 1,0 0 0,-1 1 0,-4 1 0,-1 1-1,-1-1 18,-4 0 1,0 0 0,0 1-1,-2 2 1,0 1 0,-1-1-4,29-11 1,-2 0 0,-6 2 0,-2 0 142,-4 1 1,-1 0 0,-3-2-1,-1 0-90,0 2 1,-3 0-1,-6-1 1,-2 0-57,-9 7 0,-2 1 0,-6 0 0,-1 1 808,44-11 1,-14-2-808,-19 8 1,-16 1 912,-23 5 0,-12 7-817,-6 1 0,-10 1 986,-9-2 0,-10-13-963,-16 1 0,-7-10 543,0-3 0,-9-7-523,3 0 0,1-17-55,-1-3 1,-3-16-143,22 37 0,0-2 1,1-9-1,0-1 113,-5-5 0,1-1 0,3-6 0,2-3-370,-3-2 1,2-2 0,1-8-1,2-3 329,2-3 1,0-2 0,-1-6 0,1-1-79,3-1 0,1-1 1,-1-3-1,1 0-14,2 4 0,1-1 0,3-1 1,2 1 69,1 0 1,0 0 0,0 2 0,-1-1-170,0 2 1,2 1 0,2 3 0,1 2 68,2 13 1,1 2 0,0 1 0,-1 2-109,-2 8 0,-1 2 0,1 3 0,0 2-5,-3-39 1,-6 25 82,6 33 1,-8 11-81,-5 15 0,-5 5 195,-9 8 1,-17 2-517,-8 4 1,-26 16 241,39-4 0,-1 2 288,-7 3 0,-2 1 0,-3 6 0,0 0 0,-7 2 0,0 1 0,-2 1 0,0 0 0</inkml:trace>
  <inkml:trace contextRef="#ctx0" brushRef="#br0" timeOffset="64">13520 14461 8202,'-28'0'-576,"15"0"0,-2 0 163,21 0 1,18 0 463,21 0 0,30-9-39,28-3 0,-38 3 1,3-2-468,7-1 1,4-1 0,12-6-1,4-1 528,-22 4 0,3-1 0,0-1 0,8-5 0,0-2 0,3 0-289,10-2 1,2-1-1,1-1 1,-20 6-1,0 0 1,1-1-1,2 0 231,5-2 1,3 1-1,-1-1 1,1 0-1,-2 1 1,0 0-1,0 0 1,2-1-226,4-1 1,1 0 0,1-1 0,0 1 0,0 1 0,-1 1 0,1 0 0,1 1 184,4-2 0,1 0 0,0 0 1,1 1-1,0-1 0,1 1 1,0 0-1,1 0-109,-19 4 1,0 0-1,1 0 1,0 1-1,-1 0 1,18-3 0,0 0-1,0 1 1,0 0 67,1-1 0,0 1 0,0-1 0,0 1 0,-1 1 0,-1 1 0,1 0 1,-1 0 65,-1 0 0,0 1 0,0 0 0,-1 0 0,0-1 0,-1 0 0,1 1 0,-2-2 0,1 1 0,-1-1 0,0 0 0,-2 0 0,-7 1 0,-1 1 0,-2-1 0,1 0 0,-2-1 0,1 0 0,-2 0 0,0 0 0,-4 0 0,0-1 0,-1 1 0,0-1 0,24-5 0,0-1 0,0 0 0,-2-2 0,-1-1 0,-1 0 0,-3 1 0,-2 0 0,-1 0 0,-6 1 0,-1 1 0,-1-1 0,0 0 0,-1 1 0,-2-1 0,-6 3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559"/>
    </inkml:context>
    <inkml:brush xml:id="br0">
      <inkml:brushProperty name="height" value="0.053" units="cm"/>
      <inkml:brushProperty name="color" value="#FF0000"/>
    </inkml:brush>
  </inkml:definitions>
  <inkml:trace contextRef="#ctx0" brushRef="#br0">17488 7947 8112,'-6'-14'0,"4"0"1,-4-2-55,0-3 206,4 3 1,-4-5 1,6 7 0,0 5 277,0-1-275,0 1 227,0 1-144,0 2 1,0 7-138,0 4 1,0 4 97,0 10 1,0 3-91,0 7 1,0 4-8,0 0 1,0 7-90,0-2 1,0 3 118,0 1 0,-5 6-114,0-1 0,1 1 84,4-6 1,0 1 17,0-1 1,0 6-56,0-1 1,0-1 34,0-8 1,0-2-105,0-3 1,0-3 3,0 4 0,0-11-156,0-4 1,0-1-310,0 1-91,0-4 1,0 6-1407,0-7 1961,0-6 0,6 11 0,2-3 0</inkml:trace>
  <inkml:trace contextRef="#ctx0" brushRef="#br0" timeOffset="1">16877 10648 7959,'0'-14'0,"0"0"107,0-1 1,0 6 393,0-1 203,0 7-478,0-9 1,-2 10 281,-2-3-328,2 4 1,-4 2-85,6 4 1,-5 3 72,0 6 0,-1 5 48,1 0 0,-1 8-143,-4 1 0,-2 2 127,2 8 0,-4 3-101,-5 2 1,3 4-31,-3-4 1,2 0-84,-2 4 0,2 2 31,-7-1 1,7-1-103,-2-4 0,-2-7-87,2-3 0,2-5-17,7-4-648,-2-3 1,12-13 14,0-4 821,6-2 0,14-15 0,3-3 0</inkml:trace>
  <inkml:trace contextRef="#ctx0" brushRef="#br0" timeOffset="2">16564 8075 7981,'-5'-22'126,"1"3"1,-7 3-132,1 2 0,2 1-133,-1 4 1528,6-4-386,-4 12-404,7-6-157,0 7-247,0 0 0,7 5-25,2 0 1,4 4 21,1-4 0,0 1-32,0-1 1,1-2-175,-1 7 0,0-7 65,0 1 0,0 3 11,1-2 1,-3 1 67,-2-1 1,2-4 210,-2 4 0,-2-4-151,1-1 0,-4-1 202,4-4 0,-4-3-226,5-6 0,-6-2-392,6-3 1,-5-9-1088,4-10 1,2-11 710,8-8 0,3-17-1976,-8 32 0,1-1 2577,2-7 0,0-2 0,1 2 0,1-1 0,2-5 0,0-1 0</inkml:trace>
  <inkml:trace contextRef="#ctx0" brushRef="#br0" timeOffset="3">16095 9710 8013,'-8'9'-1353,"3"1"1017,-3-7 409,7 3 1,-10-4 113,6 3 28,0-4 0,4 5 174,-4-6-185,3 7 143,-4-6-147,0 6 291,4-1-230,-10-4 30,10 4 66,-4 0-36,-1-4-300,6 4 287,-6-6-254,7 0 173,0 0-219,7 0 1,-4-6 81,6-4 0,1 2-35,4-1 1,2-1 48,3-4 1,-2-2-3,7-3 0,0 4-85,4-4 1,0-3 74,1-2 1,4 2-218,0-2 1,5 0 115,-5-4 0,5 4-148,-5 1 0,5 0 49,-5 0 0,1 2-17,-6 7 1,4 0 84,-4 0 0,7-4-12,-11 4 0,4-3 88,-9 7 1,0-2-84,-5-3 1,5 3 143,0 2 1,0-2-62,-5 2 0,2-3 78,3-1 1,-3 0-53,3 0 0,1 0-56,-1-1 1,2 1 12,-2 0 0,-3 1-2,2 4 0,3-4-112,-2 4 1,0-4 111,-5-1 1,7 0-121,2-1 1,-2 6 89,-2-1 1,3-1 15,2-8 0,3 4 16,1-4 0,-4 1 92,-1-1 1,1 2-70,5-7 1,-3 7 12,-2-2 1,3 2 102,-3-2 1,-2 3-109,1-3 1,-4-2-23,5 2 1,-5 0 33,5 5 0,-5-2-121,4-3 0,0 4 101,0-4 1,-1 3-110,-3 2 1,-1-5 85,5 0 0,-4 0-10,5 5 1,-5-2 1,5-3 0,-2 3-1,1-3 0,4 2 126,-3-2 1,-2 1-113,2-5 0,0 5 64,4-1 0,-1-1-47,-3 1 0,1 0-29,-6 5 1,4-2-21,-4-3 0,5 3-13,-5-3 0,0 3 15,-5 2 1,5-2 26,0-3 1,5 4-27,-5-4 0,5-2 10,-6 2 0,8-1 134,-3 1 1,3-2-127,-3-2 0,4-3 133,-3 7 0,3-1-102,1 1 0,-1 1-35,-3-5 1,3 5-6,-4-1 0,-1-1 50,2 1 0,-6 0-128,0 5 0,3-2 98,-2-3 0,0 3-73,-5-3 1,2 3 28,3 2 1,-3-5-2,3 0 1,3-1-27,1 1 0,-2 3-82,-2-3 1,-3 5 18,-2 4 1,-5-1 44,1 7-99,-7-1 105,3 5 1,-7 0-617,-4 0 1,-3 1 60,-6 4 0,-7 5-1288,-2 9 1902,-4 3 0,-14 12 0,-3 3 0</inkml:trace>
  <inkml:trace contextRef="#ctx0" brushRef="#br0" timeOffset="4">16294 9625 8066,'-6'14'0,"-2"3"-268,-6-3 37,-1 4 0,3-15 294,2 6 227,-2-6 189,10 4-302,-4-7 1,4 0-53,-3 0 28,4 0 1,-7 0-112,3 0 1,4 1 101,-4 4-16,-3-3 1,2 6-18,-4-4 0,2-2 117,3 3-225,4-4 212,-12 6-79,12-6-16,-6 5-212,1-6 158,4 0-215,-4 0 308,6 0 0,6-1-117,4-4 1,4-3 42,5-6 1,0-7-32,10-2 1,-3-6 117,12-4 1,0-3-31,5-7 1,9-7-347,-22 22 0,2-1 1,1-2-1,2-1 251,7-4 0,1 1 0,-2-1 1,2 0 4,4 1 0,0-1 0,-2 0 0,0 0-58,3-2 0,-1 0 0,-5 4 0,-2 2 50,1-2 0,-1 1 0,-1 3 0,1 0-35,-2 2 0,0-1 0,0 1 1,0-1-129,-3 1 0,1 0 0,-2 0 0,1 0 93,-2 2 1,0 0 0,0-1 0,-1-1 4,-1 2 1,0 0 0,30-25 14,-25 25 1,0 0-1,20-24-8,-25 23 0,0 1 1,29-24-16,2 2 0,-2 3-8,-8-7 0,0 10-68,-9 0 1,2 9 129,-7-1 1,-1 4-29,1 2 0,-7 0 5,2-1 1,-3 5 479,-1 1 1,-1 4-475,1-5 1,-2 8 275,-4 2 0,3 0-358,-8 4 0,6-2-152,-5-2-118,0 6-582,-11 1 261,-2 7 220,-6 0 0,-3 7-18,-6 2 0,-2 10 33,-13 5 1,-1 3 159,-9 1 0,0 1 96,-4-1 0,-5 7 174,0 3 0,-1-2-305,-8 2 0,0 0 0,-5 4 0</inkml:trace>
  <inkml:trace contextRef="#ctx0" brushRef="#br0" timeOffset="5">16166 9553 8066,'-22'7'0,"1"-4"-576,7 6 1,0-4 101,0 5 188,-1-7 457,1 3 36,6-6-34,-4 0-54,10 0 292,-4 0-340,6 0 1,0 2 365,0 2-79,-6-2-9,4 4-253,-4-6 0,4 0 41,-3 0 1,4 2 75,-4 3 42,3-4-236,2 6 47,0-7 1,2 0 213,3 0 0,3-7-99,6-2 1,2-5-60,3-5 1,9-4-40,10-5 1,0-2-62,5-3 0,-2-4-42,11-5 0,1-2-250,9-4 0,3 2 250,-30 21 0,1-2 0,2-1 0,0-1 20,0-1 1,0-1 0,0 0 0,1 0 27,-1 3 1,0-1 0,-2 1-1,0-1 17,3 1 0,-2 0 1,-2 0-1,-2 0 53,1 2 0,-1 0 1,-3-1-1,1 0-40,2 4 0,1-1 0,-4-2 0,1 0-61,2 2 1,0 1-1,28-25-72,0 6 1,-2-6 123,-3 1 1,-2 3-164,3 1 1,-10 8 55,6-8 0,-8 9-216,-2-4 1,1 6 69,4-1 1,-10 3 113,-1 2 1,0-1 72,-4 1 0,6-2 4,-1-3 0,-1 3 118,1-4 0,0 4-80,4 2 0,-4-2-20,0-3 1,-2 7 30,2-2 1,-1 4 70,-4 1 1,-3-3 126,3 7 1,2-4 191,-2 4 0,-2 0-361,-7 5 0,1-1 264,-6 1 0,-4 6-189,-6 4 90,-6 2-221,4 2 0,-9 0-53,-3 0 1,-4 6-4,-10 4 1,0 7 13,-10 2 1,3 8-3477,-12 1 3509,-7 1 0,-5 12 0,-7-5 0</inkml:trace>
  <inkml:trace contextRef="#ctx0" brushRef="#br0" timeOffset="6">16180 9411 8066,'-8'-8'-1664,"2"-4"1709,6 10 297,0-4-201,-6 6 0,4 1-71,-3 4 1,-1-2 295,1 7-322,1-1 0,-1 1 166,0-1 1,0-4 13,5 4-9,-6-5-12,4 2 0,2-6 124,10 0 1,4-8-17,5-6 0,10-11-84,8-9 1,12-11-18,8-3 1,-24 17 0,1-3-454,5-1 0,2-1 0,3-6 0,1-1 342,6 1 1,2-1-1,3-6 1,0 0-18,3 1 0,1 1 0,0-4 0,0 1-474,-1 2 0,0 1 0,2 0 1,0 1 404,3-1 0,0-1 0,-1-1 1,0-1-25,-22 15 1,0 0 0,0 0 0,22-14 0,-1 0 5,-3 4 1,1 0 0,1 2 0,1 1 56,-2 2 1,-2 0 0,-2 1 0,-3 2-80,-5 3 0,-1 1 0,-5 7 0,-2 0 108,22-16 1,-8 10-3,-17 4 1,-10 5 176,-12 9 396,-8 6 0,-7 0-532,0 4 1,-1 2 1831,-4-3-2996,4 4 1213,-12 1 0,5 0-1605,-6 0 1,-2 1 1435,-3 4 0,-3 9 0,-6 8 0</inkml:trace>
  <inkml:trace contextRef="#ctx0" brushRef="#br0" timeOffset="7">16138 9582 8001,'-15'6'-707,"1"-4"554,0 10 1,4-10 953,1 3-51,6-4-335,-4-1-220,7 0 0,2-1-4,3-4 0,3-3 81,6-6 0,2-7-79,3-2 0,9-6 116,10-4 0,11-11 82,8-13-626,-21 26 1,4-1 0,6-10 0,2-2 330,8-3 1,2 0 0,-14 12-1,1 0 1,1-1-1087,3-3 1,2-1 0,0 0 1001,2 0 1,1-1 0,0 1 0,4-2-1,2 1 1,-1 1 4,1-2 1,1 1 0,-2 0 0,-3 4 0,-1 0 0,0 1-268,-1-1 1,0 1 0,-1 0 0,-3 3-1,-1 1 1,-1 0 229,0 2 1,-1 0 0,0 0 0,-1 1 0,0-1 0,-2 1-108,16-12 0,-1 1 0,-4 3 1,-3 2 67,-11 8 1,-1 2 0,-2-2 0,-2 1 267,26-16 1,-10-1-1073,-19 15 1527,-6 2 1,-21 14-2016,-6 2 1351,-6 4 0,-15 6 0,-1 0 0</inkml:trace>
  <inkml:trace contextRef="#ctx0" brushRef="#br0" timeOffset="8">6498 8430 8179,'-19'0'-370,"0"0"0,-2 0 148,3 0 0,6 0 528,-2 0 0,8 0 192,-4 0 73,7 0-212,-3 0-216,6 0 1,2 0 152,2 0 1,4 0-144,6 0 1,7 0 61,3 0 0,9-4-33,5-1 0,9-6-120,5 1 0,16-4-213,8-5 0,-31 11 0,2-1 130,4-3 1,2 0 0,7 0 0,2-1-503,8-4 0,2 1 1,5 0-1,2 0 451,-23 4 0,2-1 1,-1 0-1,0 2 1,0 0-1,1 0-84,2-2 1,1 0-1,-2 1 1,19-3-1,-1 0 51,-3 1 1,-1 0 0,-10-1 0,-1 1-50,-7 2 1,-1 0-1,-4 2 1,-1-2 101,-5 0 1,-3 1 0,32-5 9,-7 2 0,-12-1 40,-6 6 0,-11 1 533,-3-1-736,-17 5 1023,-4-2 1,-17 6-996,-5 0 0,-2 0 462,-13 0 1,-6 5-477,-8 0 0,-3 4 58,-1-4 0,-6 6-155,1-2 1,-7 4 77,2 1 1,-5 0-166,-5 1 1,4-3-413,-4-2 787,4 2 0,-4-2 0,1 6 0,1-2 0,1-6 0,2-5 0</inkml:trace>
  <inkml:trace contextRef="#ctx0" brushRef="#br0" timeOffset="9">6882 8373 8179,'-65'8'-374,"2"5"0,14-7 76,6 4 0,2 2 439,8-2 1,0 3-56,4 1 1,6 0 29,-1 0 0,7-6 25,-2-3 1,-2 1 410,2-1-401,0 6 0,5-8 84,0 7 0,0-6-118,-1 6 0,1-5-9,0 4 1,4-6 57,1 2 64,-1 3-272,3-7 0,0 7 77,7-3 36,0-3-42,0 4-21,0-6 1,2 0 274,3 0 0,9 0-151,9 0 0,12-6 35,8-4 1,12-4-105,12-5 1,-27 10-1,3 1-387,4-4 1,1 0-1,5 0 1,1 0 357,7-2 1,2 0 0,6-3 0,2 1-394,6-1 1,3 0 0,-24 6-1,1 0 1,0 0 369,0 1 0,0 1 0,0 0 1,-1-1-1,-1 1 0,0-1-61,23-4 0,0 0 1,-2 0-1,-2 1-165,-7 1 1,-1 0-1,-4 0 1,-2-1 214,-12 4 0,-2-1 1,-3 1-1,-2-1-213,30-4 0,-3 0 210,-11 0 0,-10 4-399,-13 1 935,-4 5-880,-8-8 1070,-8 10 0,-16-4-1029,-12 6 1,-8 2 420,-11 2 1,-4-1-597,-5 7 0,-1-5 143,1 4 0,-6 1-159,1 4 497,6 0 0,-7 0 0,4 0 0</inkml:trace>
  <inkml:trace contextRef="#ctx0" brushRef="#br0" timeOffset="10">6455 8601 8179,'-28'5'0,"-1"-1"0,7 1-418,-5-5 401,12 6 1,-6-4-149,7 3 122,0-4 228,-1 6 70,1-6-5,0 6 1,5-7 115,-1 0 82,7 0-299,-3 0 0,7 0-95,4 0 1,4-2 115,10-3 1,10-3 36,9-6 1,15 0-69,9 0 1,15-7-405,-32 10 1,0-2 0,6 0-1,1 0 260,9-1 1,1-1-1,6-2 1,2-1-304,7-1 0,2 1 0,-23 5 0,1 1 0,1 0 298,3-1 1,1 1 0,0-1-1,-3 2 1,-1 0 0,0 0 31,-1-1 1,0-1 0,0 0 0,21-3 0,-2 1-22,-8-2 0,-3 0 1,-2 4-1,-1 1-103,-6 0 1,-3 0 0,-6 2 0,-2-2 232,30-11 0,-10-3-105,-13 7 1,-4 0 5,-10 5 1,-10 6 619,-9 4-688,-10 2 1441,-2 2-1484,-20-6 1,-3 4 11,-12-3 0,-7 4-355,-3 1 1,2 5-52,-2-1 1,2 7 67,-2-1 0,-3 2-226,3 3 631,-3-1 0,-2 0 0,0 0 0</inkml:trace>
  <inkml:trace contextRef="#ctx0" brushRef="#br0" timeOffset="11">6498 8487 8080,'-51'0'14,"4"0"0,11 0 245,7 0 66,13 0-388,4 0 138,10 0 1,-3 0 318,10 0-146,-3 0 0,6 0-75,-4 0 1,0 0-155,5 0 0,1 0 28,4 0 0,8-5 35,6 1 0,4-6 38,11 6 1,4-9-25,15-1 0,10-1-357,-30 6 1,2-1-1,5 0 1,3-2 310,6 1 0,2-1 1,10-2-1,2-1-395,-18 4 0,2 0 0,0 0 0,2 1 0,1-1 0,0 0 375,2-1 0,1-1 1,-1 1-1,-1 1 0,-1 0 1,-1 1-35,0-1 0,-1 0 0,-1 0 0,-3 0 0,0 0 0,-1 0-119,18-3 1,-3-1 0,-6-1-1,-5 1 285,-12 3 0,-2 0 0,35-10-154,-11-2 1,-6 7 67,-12-2 0,-14 8 499,-15 1-520,-9 7 1003,-4-3-1331,-6 6 1,-6 0 543,-4 0 0,-9 0 0,-3 0 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571"/>
    </inkml:context>
    <inkml:brush xml:id="br0">
      <inkml:brushProperty name="height" value="0.053" units="cm"/>
      <inkml:brushProperty name="color" value="#FF0000"/>
    </inkml:brush>
  </inkml:definitions>
  <inkml:trace contextRef="#ctx0" brushRef="#br0">16877 11046 8051,'0'-14'11,"0"0"0,1 0 161,4-1 1,-3 1 1,6 0 258,-4 0 0,0 1-18,5 4 1,-6-4 585,2 3-656,3 4 1,-7-2 520,4 3-273,-3 4-129,-2-5-15,0 6 79,0 0-428,0 6-175,0-5 1,0 7 34,0-3 0,-7 1-113,-2 4 0,-4 4-27,-1 0 0,0 2 90,0 8 0,-2-2-30,-3 2 0,2 4 89,-7 0 1,5 1-133,-5 4 1,5-3 86,-4-1 1,4-1-8,-5 0 0,7 1 27,-2-1 0,4-6-6,6-3 0,-4-1-32,4 1 0,2-8-24,3 3 0,-4-9-11,6 1 188,-4 0-130,6-4 13,0 4-140,0-6-12,0 0 22,-6 0 75,4 0 51,-4 0-88,6 0-1473,0 0 0,0 0 0</inkml:trace>
  <inkml:trace contextRef="#ctx0" brushRef="#br0" timeOffset="1">19379 8544 8051,'0'8'890,"0"-2"-416,0-6 514,0 0 0,-1 7-936,-4 2 0,-3-1 70,-6 1 0,-2 3-141,-3 6 0,2 0-28,-7 6 1,-1-2 107,-8 1 0,1 4 138,-6-3 1,0 3-92,-5 1 0,2-1-55,3-3 0,-1-2 53,6-3 0,1-3-210,8 3 0,4-8 165,6-2-597,0-6-331,-1 10 253,7-12 0,4 6-598,8-7 0,1 0 95,9 0 1117,-3 0 0,16-7 0,-5 0 0</inkml:trace>
  <inkml:trace contextRef="#ctx0" brushRef="#br0" timeOffset="2">21000 7023 8051,'6'-14'61,"-4"-1"0,9 1 123,-6 0 1,1 5 695,-1-1-220,-4 7-471,12-3 49,-11 6 1,4 1 28,-6 4 1,-6 4 5,-4 10 1,2 5-43,-1 9 1,-5-3-162,-5 3 0,0 4 80,4 1 1,-4-2-147,0 2 0,-4-5 117,4 5 0,-6-2-163,1 2 0,-5 3 64,-4-3 0,3-3 49,-3-2 0,5 2-253,4-2 1,-1-5 68,6-4 1,0-8-553,5-2 1,4 0 310,1-4 0,7-4-1892,2-1 2246,6-3 0,21-15 0,3-3 0</inkml:trace>
  <inkml:trace contextRef="#ctx0" brushRef="#br0" timeOffset="3">14289 9852 7816,'-6'-8'-2079,"4"2"2339,-4 6-118,6 0 1,-2-5 88,-2 0-127,2 1 108,-4 4-96,6 0 1,-2-5 188,-2 0-145,2 0 189,-4 5-114,6 0 2631,0 0-2630,6 0-136,-4 0-54,10 7 1,-10-4-69,2 6 109,4-6 0,-4 9-8,5-8 87,-6 1-57,10 1-45,-5-4-22,6 4 0,0-7-208,0-4 0,-4-3 72,-1-6 1,1 0-629,4-1 1,2-5 331,3-4 1,-3-4-568,3-6 1,-4-2 956,0-6 0,5-7 0,2-2 0</inkml:trace>
  <inkml:trace contextRef="#ctx0" brushRef="#br0" timeOffset="4">14446 9667 6172,'-8'6'1346,"1"-4"-1226,7 4 0,-1-6 168,-4 0 197,4 0-102,-6 0 51,7 0-20,0 0 4,0 7-282,0-6 0,2 6 242,3-7-264,-4 6 1,10-3 77,-6 7 0,4-6-184,-4 6 1,1-2 88,-1 1 0,-2 2-128,7-6 1,-5 4 111,4-4 1,-6 1 184,2-1-18,3-3 0,-5 4-85,6-6 1,1-1-72,4-4 0,0-5 38,1-9 1,4-6-273,0-13 1,11-1 104,-2-13 0,8-2-750,-3-8 1,9-3 196,-21 30 1,0-1 0,1 1-1,0-1 590,4 1 0,1-1 0,-4 1 0,-1-1 0,3 1 0,-1-1 0</inkml:trace>
  <inkml:trace contextRef="#ctx0" brushRef="#br0" timeOffset="5">16792 8544 7826,'-15'0'-1700,"3"-2"2124,2-2 1009,-2 2-937,4-4-78,0 6-195,2 0 171,6-6-98,0 4 1,6-4-73,3 6 1,6 1-15,3 4 1,5-3-60,5 2 0,2 4-68,3 2 1,2 2-153,3 3 0,1-1 91,-5 0 1,3 0-235,-3 0 1,4 1 118,-5-1 0,-2 0-293,-7 0 0,1-4-220,-6-1-104,0 1 371,-11 4 0,-2-5-109,-6 1 1,-1-7 16,-4 2 1,2-2 203,-7 2 1,1-4 226,-5 4 0,-2-3 0,-3-2 0,3 0 0,-3 0 0,-3-7 0,0-1 0</inkml:trace>
  <inkml:trace contextRef="#ctx0" brushRef="#br0" timeOffset="6">17119 8416 7826,'0'-14'-6,"0"0"1,-2 1 307,-3 4-116,4-4 0,-7 11 185,3-2 14,3 2 60,-4 2-175,6 0-61,0 0 0,0 8-173,0 6 0,-1 4 62,-4 10 0,-1-1-262,-4 11 0,-3 0 58,4 4 0,1 3-74,-1 2 1,-1-3-613,-4 4 1,6-6 82,3-4 709,-3 3 0,0-5 0,-6 7 0</inkml:trace>
  <inkml:trace contextRef="#ctx0" brushRef="#br0" timeOffset="7">16337 11146 7811,'0'-15'-44,"0"8"0,0-1 463,0 3-174,0 3 443,0-4-394,0 6 1,-2 0 147,-3 0-148,4 0 36,-6 0 224,7 0-177,0 0-64,7 0 0,-4 5-123,6 0 1,-4 6 119,5-2 1,-6 8-70,6 2 1,-2 0-64,1-4 1,4 3-23,-4 1 0,-1 0-78,2-4 1,-2 0-2,1 4 0,2-3 57,-6 3 1,6-5-100,-2-4 1,-1 2 51,2-2 0,-2-2-22,1 1 1,4-6 183,-4 2 0,4-5 181,1-5 1,2-9-211,3-9 0,5-11-9,9-4 0,5-15-523,9-9 1,-19 26 0,1-2-122,3-2 1,2-1 0,6-6 0,2 0-392,3-3 1,0 0-1,8-6 1,0 0 133,1 1 0,1 1 690,6 2 0,0 1 0,-7 3 0,1 0 0,4 2 0,0 2 0</inkml:trace>
  <inkml:trace contextRef="#ctx0" brushRef="#br0" timeOffset="8">18654 8800 7898,'-8'0'23,"2"0"0,6-2 21,0-2-50,-6 2 325,4-4 28,-4 6-234,6 0 695,0 0 1,4 6-636,1 4 1,5 2-26,-6 2 1,6 1-112,-5-1 0,4 5 146,-4 0 1,4 4-157,-4-4 0,1 2 71,-1-2 0,-3-3-67,2 3 1,3-2 22,-3 2 0,1-8 0,-5 3 0,2-3 31,3 4 0,-4-6-6,4 0 1,-4-4 138,-1 5-115,0-7 0,0 5-12,0-4 87,0-2-45,7 4 29,-6-6-59,6 0 22,-7 0-74,0 0 0,4-1 82,1-4 1,1 3-54,-1-2 1,3-4 82,6-2 1,5-4-80,0-5 0,13-5-188,1-9 0,13-5 109,6-9 0,-21 21 0,1 0-580,3-4 1,1-2 0,5-2-1,2-1 139,4-3 0,1 0 1,0-2-1,2-1-296,-1 3 0,1 1 0,-1 1 1,0 1 731,-1 1 0,-1 1 0,-1 3 0,0 0 0,-4-1 0,1 1 0,-1 0 0,1 1 0</inkml:trace>
  <inkml:trace contextRef="#ctx0" brushRef="#br0" timeOffset="9">20417 7776 6540,'-8'0'-269,"2"0"1,4 0 335,-2 0 57,2 0-103,-4-6-10,6 4 52,0-4-135,0 0 119,0 4-56,0-10 0,0 8 3,0-5-37,-7 6 21,6-10 25,-6 5 103,1-6 1,5 0-63,-4 0 0,-1 4 342,1 1-103,0-1 208,-1-4-253,4 0 1,-6 4 67,3 1-156,4 6 1,-5-5 154,6 3 147,0 3-290,0-4 1,1 8 111,4 2 1,-2 0-78,7 5 0,-1 2 7,5 8 0,-1-3-27,-4 3 0,4 1 9,-4-1 0,4 0-37,1-4 1,1 3 32,-1 1 0,-2 0-118,-2-4 0,3-1 206,-4 0-141,4 0 0,1 0 1,-5-6 138,1-3-145,-7-3 0,5-2 289,-3 0-82,-4 0 0,7-7-70,-3-2 1,1-8-178,4-2 0,7-13 120,-3-1 0,10-13-441,0-6 1,9-11 200,5-8 0,-15 31 0,3-1-707,1-6 1,3-1-1,3-2 1,1-1 386,4-6 1,0 0 0,3 5 0,2 2-366,-1-1 1,1 2 0,0 7 0,1 2-596,3 2 1,1 0 1316,-1 1 0,1 2 0,2 5 0,1 1 0,1-2 0,0 1 0,2 0 0,0 1 0</inkml:trace>
  <inkml:trace contextRef="#ctx0" brushRef="#br0" timeOffset="10">21739 6994 8002,'-6'-7'-640,"3"-4"256,-7 6-332,7 0 716,-3-1 0,6 4 0,0-4 0</inkml:trace>
  <inkml:trace contextRef="#ctx0" brushRef="#br0" timeOffset="11">20332 9809 8121,'-7'-8'376,"4"2"161,-6 6 1,4 0-975,-4 0 437,5 0 0,-2 0 0,6 0 0</inkml:trace>
  <inkml:trace contextRef="#ctx0" brushRef="#br0" timeOffset="12">17104 12084 8178,'-8'0'-318,"-4"0"1,4 0-1</inkml:trace>
  <inkml:trace contextRef="#ctx0" brushRef="#br0" timeOffset="13">21853 6895 7784,'6'-22'0,"-4"-5"0,6 10-366,-3-7 0,-4 5 320,4-5 1,-3 7 334,-2-2 1,0 3-126,0 2 1,0-5-29,0 0 0,0-2 8,0 3 1,-5 0-19,0-6 1,-6 6-12,2-6 1,-4 0 3,-1-4 0,-1 1 38,1 3 0,-5-3 18,0 4 0,-4 0-12,4 0 0,-7 5-79,3-1 0,-4 4-104,-2 0 1,-4 3-59,0 2 0,-6-1 114,1 7 0,-10-1-53,-4 5 0,3 1 72,2 4 0,3 3 22,1 6 1,5 2-94,0 3 0,2 3-12,-2 7 1,3 4 20,7 0 1,4 2 1,0-2 1,2 3-6,-2 7 0,5-1 32,10 1 0,-2 8 22,6 5 0,0 3-268,5 7 0,0 1 219,0 4 0,8 5-36,7-1 0,0-5-97,9-9 1,0-8 70,4-6 0,7-4-72,3-5 0,-2-4 144,2-5 1,0-7-45,5-3 0,-1-5 103,1-5 1,0-2-98,-1-7 0,3-3 121,2-7 1,-1-1 13,6-13 1,-11 2 169,2-1 0,-6-9 1,1 4 0,-3-4 108,-6 4 1,-7-1-19,-3 1 0,-4-1 183,0 1 0,-1-5-473,0-1 0,-6-5 186,-3 1 1,-4-3-143,-1-2 0,-1 1-69,-4-1 0,-4-1-156,-10-4 0,-2 4 23,-3-3 0,-7 3-233,2 1 0,-9 2-80,0 3 0,-7-2 54,-3 7 1,-5-5 89,0 5 0,4 5 138,2 4 0,3 11-98,1-1 1,1 5-11,-1-1 0,5 4-88,0 6 1,2 6 8,-2 4 0,-2 2-106,7 3 0,0 0-743,5 4 1152,5 3 0,-5 12 0,6-1 0,4 2 0,4 4 0,5 5 0</inkml:trace>
  <inkml:trace contextRef="#ctx0" brushRef="#br0" timeOffset="14">17588 11245 7713,'-21'-36'0,"5"-5"0,-15 8-298,2-1 1,-2 1 189,2 10 0,-5 2 341,-4 2 1,-8-1-149,-1 1 0,-1 0 9,5 4 1,-4 6 120,0-1 0,-7 7-86,2-1 0,3 10 40,1 8 0,0 7-50,0 7 0,-6 5-127,2 0 0,3 8-169,2 2 1,3 1 251,1 8 1,2 10-45,3 4 0,23-27 1,2 1-63,-6 36 0,11-35 0,1 0 14,2 2 0,1 0 0,1 2 1,1 0 32,4 0 0,1 0 0,1-1 0,1 0-37,4-3 0,1-1 1,1-1-1,2-1 47,20 33 0,5-4-103,10-11 0,2-3 5,7-20 0,1-6-105,4-8 0,1-5 216,4-5 1,-9-2-2,-6-7 0,-1-7 51,1-2 1,8-10 9,-3-5 0,-2-3 266,-3-1 1,-4-7-103,4-3 1,-6-1 187,1 1 1,-9-3-83,-5 3 1,-5-3 78,-4-2 0,1 0-193,-6 1 0,-1-2-52,-9-4 0,-2-2-89,-7-7 0,0-2 48,0-2 1,-4 1-275,-5-7 1,-2 6-56,-13-6 1,-6 3-24,-8-3 1,2 6-19,-2 9 0,-5 4-9,-4 10 1,-7 0-68,2 10 1,-5 3-170,-4 10 1,-4 8 10,-6 2 1,1 3 113,4 2 0,-4 13 136,4 6 0,-3 6-48,-3 4 1,9 4 194,6 0 0,2 6-6,8-1 0,-1 5 125,6 4 1,5-1-67,4 6 1,5 5 100,4 5 1,3 12-18,7 2 0,6 0-410,4-1 0,5 4 377,3-38 1,2-1-1,1 0 1,3-1-60,5 2 0,3-2 0,19 29 78,5-1 1,2-7-21,4-3 1,9 0 20,-25-29 1,2 0 0,0-2-1,2-1-51,-1-1 1,1-1 0,35 15 26,0-5 1,0-9-145,0-5 1,-2-9 125,-2-6 1,2-5 162,-2-9 1,-3-1-100,3-13 1,-7-4 567,1-5 0,-4-8-14,-5-2 0,2-1 165,-6-8 0,-3 4-194,-7-4 1,-5-6-236,-9-9 1,-10-5-366,-10 32 1,-3-1 0,-1-2 0,-1-2 14,-3-7 0,-2 0 0,-3-1 1,-4 0-290,-5-2 0,-2 1 0,-3-2 0,-1 1 269,-2 2 1,0 2-1,1 5 1,-1 3-671,0 7 0,0 1 0,-22-26 649,-4 18 0,5 2 0,-5 17 0,0 7 0</inkml:trace>
  <inkml:trace contextRef="#ctx0" brushRef="#br0" timeOffset="15">21626 6483 7777,'-15'-21'-267,"1"5"1,0-4 60,0 6 0,-2-1 621,-3 1 0,3 2-166,-3 2 1,-4-1-26,-6 6 0,1-4-109,-5 4 1,1 0 99,-1 5 1,-4 2-65,-5 3 0,4 3-42,0 6 0,-2 6-140,-7 4 1,1 4 114,-6 6 1,2-3-103,-3 7 0,4 0 103,7 5 1,-1 1-8,0 3 1,13-1 6,7 6 1,7-1-151,6 1 0,4 5 36,6 0 0,8-2-83,6 2 1,8-2 133,12-8 0,3 6-29,11-6 1,7 0 46,7-4 0,7-5-341,2 0 0,2-7 373,-33-14 0,1 0 0,27 11-56,-2-4 1,-1-4 224,-4-6 0,1-4-17,-5-1 0,-7-5 122,-2 0 1,-9-8-5,-1-6 1,-5-7-71,5-2 0,-11-7 539,1 3 0,-4-9-363,0-1 0,-2-11 192,-3 1 1,-5-9-248,0 0 1,-1-10-161,-8-4 0,-2-11-272,-5 34 0,-1 0 0,-1 0 0,-1-1-359,-4-3 1,-1 0 0,-3 2 0,-3 1 192,-2-1 0,-2 0 0,0 1 0,-1 1 144,1 0 0,-2 1 0,-1 5 0,-2 3-1253,-22-28 0,-1 16 69,6 13 1245,-1 10 0,-3 4 0,4 9 0,2 4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587"/>
    </inkml:context>
    <inkml:brush xml:id="br0">
      <inkml:brushProperty name="height" value="0.053" units="cm"/>
      <inkml:brushProperty name="color" value="#FF0000"/>
    </inkml:brush>
  </inkml:definitions>
  <inkml:trace contextRef="#ctx0" brushRef="#br0">21213 7592 8018,'-1'-10'0,"-4"1"433,3-1 0,-5 1 467,2-1-18,3 7-194,-4-3-109,6 6 110,0 0-203,6 0-54,2 6 1,6 2-122,1 6 0,-3-4 7,-2-1 1,2-1-88,-2 1 1,2 4 14,3-3 0,-6-4 63,1-1 0,-1 1-14,5-1 0,0-1 86,1-4 1,1-6-93,2-3 0,9-10-645,6-5 1,12-11 291,-3-7 0,17-9-2604,-29 21 0,1-2 2668,3 0 0,0 0 0,8-7 0,0 0 0,2 0 0,-1-1 0</inkml:trace>
  <inkml:trace contextRef="#ctx0" brushRef="#br0" timeOffset="1">16578 11131 8251,'-14'8'0,"0"-1"100,0-7 1,1 1 166,4 4 1,-4-3 467,3 2-217,4 4 32,0-6-284,6 4-15,0-6 1,6-1 170,4-4 1,9-3-104,4-6 0,6-2-217,4-3 1,3-3 114,7-7 1,1 1-291,3 0 0,-2-1-36,2 1 1,0-1 33,-4 1 1,3 6 24,-8 3 0,-10 4 115,-4 6-390,-7 3 172,-9 6 1,-3 0-127,-10 0 0,2 0 76,-6 0 1,-1 6-942,-4 3 0,0-1 1144,0 2 0,-7-1 0,-1 6 0</inkml:trace>
  <inkml:trace contextRef="#ctx0" brushRef="#br0" timeOffset="2">19194 8814 7733,'-6'-8'43,"3"-3"254,-7 6-245,1 1 1,-5 4 68,0 0 1,-1 0-38,1 0 1,5 0 148,-1 0 0,1 0-4,-6 0 0,6 1 530,-1 4-486,1-3 0,0 9 211,-1-7-84,7 1-309,-3-5-15,6 0 0,6 0 87,3 0 1,9 0-56,1 0 0,8-6-200,1-4 1,2-2-10,8-2 0,-6-1 72,1 1 1,1 0-33,0 0 1,-6-1 71,-4 1 1,-7 5-435,2-1 0,-8 7-441,-1-2-184,-7 4 1048,3-6 0,0 6 0,2-5 0</inkml:trace>
  <inkml:trace contextRef="#ctx0" brushRef="#br0" timeOffset="3">23303 8231 7708,'-14'0'-354,"0"0"1,4 0 218,1 0 1,-1 0 162,-4 0 0,0 0 107,0 0 0,4 0 189,1 0 1,-1 5 24,-4 0 0,0 1 120,0-1-174,-1-4 1,1 7 172,0-3-151,6-3-74,2 4-196,0-6 0,6 0 114,0 0 1,6 0-22,8 0 0,7 0-43,2 0 0,10-2 35,5-2 1,5-4-191,4-6 53,-2-1 41,10 1 1,-11 0-93,4 0 1,-4 4-44,-2 1 0,-7 4-148,-6-5 0,-2 7-390,-9-1-491,-5 2 1128,-7 2 0,1 0 0,1 0 0</inkml:trace>
  <inkml:trace contextRef="#ctx0" brushRef="#br0" timeOffset="4">24327 8203 7779,'0'-8'-948,"2"0"841,2 3 1,-2 2 252,3-6 1,-4 4 125,-1-5-106,0 7 1,0-5 297,0 4-338,0 2 0,0-6 238,0 3-97,7 4 116,-6-5-213,5-1 0,-4 6-6,3-4 1,-4 2 101,4-2 32,-3 3-138,-2-4-20,0 6 1,1 0-52,4 0 164,-3 0-87,4 0-5,-6 0-55,0 0 109,0-6 170,0 4-223,0-4-2,0 6-55,0 0-53,0 6 1,-5 4-101,0 9 1,-6-2 64,2 7 0,-9-5-22,0 4 0,-6 1 35,5 5 0,-5-1-121,5 0 0,-4 1 8,4-1 0,0-6-171,4-3 1,3-3-254,2-2 0,-1-4-620,6-1-336,1-6 1463,4 4 0,12-1 0,4 2 0</inkml:trace>
  <inkml:trace contextRef="#ctx0" brushRef="#br0" timeOffset="5">24924 7122 7761,'8'-14'0,"-2"0"-466,-6 0 1,0 0 83,0-1 955,0 7 528,0-4-445,0 10 211,0-4-533,0 6 1,0 1-30,0 4 0,0 3-70,0 6 1,-1 7 3,-4 3 1,-3 4-55,-6 5 0,0-1-1,-1 6 1,1 0-131,0 4 0,0-4-119,0 0 1,1-6-843,4 1 0,-3-8 907,8-1 0,-1-1 0,5 6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593"/>
    </inkml:context>
    <inkml:brush xml:id="br0">
      <inkml:brushProperty name="height" value="0.053" units="cm"/>
      <inkml:brushProperty name="color" value="#FF0000"/>
    </inkml:brush>
  </inkml:definitions>
  <inkml:trace contextRef="#ctx0" brushRef="#br0">16465 10648 7759,'6'-14'0,"-5"-7"-168,6 6 1,-2-1 67,-1 6 1,3 1 791,-3-5 1,-1 1 210,7 3-359,-7-2 0,5 6 346,-3-4-238,-4 4 154,6 6-458,-7 0 1,0 8 70,0 6 0,0 6-87,0 9 1,-8 6-221,-6 2 0,-2 6 5,-8 4 1,5-2-148,-5 2 0,2-3 65,-1-1 1,-4 3-62,3-4 1,4-2-1096,1-12 1,4-6-22,6-3 1142,3-3 0,18-14 0,4-4 0</inkml:trace>
  <inkml:trace contextRef="#ctx0" brushRef="#br0" timeOffset="1">19237 8530 7759,'-20'0'0,"2"0"67,-6 0 1,7 0 270,-2 0-122,10 0 287,-4 0 120,11 0-406,-4 0 0,8 0-2,2 0 1,0 0 12,5 0 0,2-5-13,8 0 1,-2-4 84,7 4 0,0-4-98,4 4 1,1-6-183,-1 1 0,-4 3-248,0-3 1,-2 5-352,1-4 1,4 6-1011,-3-2 1,3-1 1588,1 1 0,7-6 0,1 3 0</inkml:trace>
  <inkml:trace contextRef="#ctx0" brushRef="#br0" timeOffset="2">24227 7933 7799,'0'-8'0,"-4"0"439,-1 3 164,0 4-224,5-6 0,-1 7 368,-4 0-471,3 0 1,-10 2 23,2 3 1,-2 4-95,-3 10 1,-5 10-137,-4 8 0,-7 6 83,-3 4 0,0-2-548,0 2 1,4-1 219,-3 1 0,-3 4 0,0 6 0</inkml:trace>
  <inkml:trace contextRef="#ctx0" brushRef="#br0" timeOffset="3">24725 7236 7853,'0'-14'-294,"0"0"0,2 0 449,2-1 0,-2 6 103,3-1 365,3 1 0,-5-1 240,6 1-72,-6 6-255,10-4 146,-11 7-491,4 0 0,-6 2 0,0 3 1,-6 4-333,-4 10 0,-9 10 190,-4 9 0,-4 4-49,-2 6 0,1 8 0,-1 9 0</inkml:trace>
  <inkml:trace contextRef="#ctx0" brushRef="#br0" timeOffset="4">22607 10492 7897,'0'-14'83,"0"-1"323,0 7-215,0-4 0,1 5 202,4-2-170,-3-4 0,9 10-42,-7-6 1,3 6 42,-3-2-116,-2 3 1,9 9 103,-6 2 1,0 12-708,-5 7 495,0 13 0,0 10 0,0 5 0</inkml:trace>
  <inkml:trace contextRef="#ctx0" brushRef="#br0" timeOffset="5">23389 10932 7814,'-10'-4'145,"1"-1"0,4 0 423,-5 5 252,7-6 198,-9 4-302,10-4-327,-4 6 1,7 0-113,4 0 0,5-2-178,9-2 0,4 2 214,10-3-313,4-3 0,18 1 0,3-8 0</inkml:trace>
  <inkml:trace contextRef="#ctx0" brushRef="#br0" timeOffset="6">25905 10094 7840,'0'-10'1396,"0"1"-1042,0 6 0,0-5 289,0 3 332,0 3-286,0-4 46,0 6-400,0 0 1,2 5-57,2-1 0,0 6 20,5-5 1,-4 4-90,4-4 1,1 4 102,4-4 1,0 5-94,0-6 0,1 0-1,-1-9 1,6-5-81,4-9 0,9-9-173,5-10 1,5-14-948,4-5 0,-21 23 0,0 0 427,5-1 1,0-1-1,1-2 1,1-1 553,2-4 0,1 0 0,-1 1 0,1-1 0,0 0 0,-1 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600"/>
    </inkml:context>
    <inkml:brush xml:id="br0">
      <inkml:brushProperty name="height" value="0.053" units="cm"/>
      <inkml:brushProperty name="color" value="#FF0000"/>
    </inkml:brush>
  </inkml:definitions>
  <inkml:trace contextRef="#ctx0" brushRef="#br0">25265 13747 7826,'-4'10'0,"-1"-1"199,-6-6 0,8 4 23,-7-7 1,7 1 507,-2 4-181,4-3-142,-6 4 130,6-6 27,-6 0-283,7 0 1,0 2 105,0 2 0,2-1 410,3 7-516,-4-1 1,7 6-20,-3-1 0,-3 0-40,2 0 1,0 0-177,0 1 0,-2-1 8,3 0 1,1 0-72,-1 1 1,1-1 90,-1 0 0,-2-5-111,6 1 1,1-7 34,4 2 1,2-10 56,3-4 1,6-18 197,13-11 0,9-24-181,-15 23 0,3-2 0,3-9 0,3-1-808,5-5 0,2-2 0,-11 15 0,0-1 0,0 0 354,2-2 1,1 0 0,0 0 0,1 0 0,0 1 0,1-1 381,1 0 0,-1 0 0,1 0 0,2-1 0,-1 0 0,2 1 0,-1 1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601"/>
    </inkml:context>
    <inkml:brush xml:id="br0">
      <inkml:brushProperty name="height" value="0.053" units="cm"/>
      <inkml:brushProperty name="color" value="#FF0000"/>
    </inkml:brush>
  </inkml:definitions>
  <inkml:trace contextRef="#ctx0" brushRef="#br0">21043 13705 7741,'-10'-8'240,"1"3"0,6 2 32,-2-2 1,2 4 247,-2-4-153,3 3 60,-4 2-46,6 0 0,2 0 262,2 0-245,4 0 0,6 5-41,1 0 0,-1 1-87,0-1 1,0-2-87,1 6 0,-1-1 183,0 2-169,0 2 1,0-5 2,1 2 0,-1-1-16,0-3 1,-4-4 266,-1 4-124,1 3 0,4-6-132,0 2 0,5-8-110,0-6 0,8-9 47,1-5 1,7-9-105,8-5 0,6-9-913,3-5 0,-22 24 0,1 1 644,2-2 1,1 1 0,1 2-1,1 1-836,1 1 1,2 1 0,-3 3 0,0 2 1075,2 1 0,0 1 0,33-14 0,-5 4 0,-4 7 0,-3 7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602"/>
    </inkml:context>
    <inkml:brush xml:id="br0">
      <inkml:brushProperty name="height" value="0.053" units="cm"/>
      <inkml:brushProperty name="color" value="#FF0000"/>
    </inkml:brush>
  </inkml:definitions>
  <inkml:trace contextRef="#ctx0" brushRef="#br0">23858 11629 8128,'-10'-8'-275,"1"3"1451,-1 4-316,-4-6-15,0 6-145,6-5-100,2 6 441,6 0-618,0 0 0,6 4-11,4 1 1,-3 6-121,3-1 1,-1-2 120,6 1 1,-3-4-107,-2 4 1,2-4 67,-2 4 0,-2-5-45,1 0 0,-4 3 559,4-3-729,1 1 0,6-6-199,3-4 1,0-9-1423,9-10 0,4-9 823,10-5 1,15-11-193,-24 21 0,1-1 0,3-3 0,3-1 480,4-4 1,2-2-1,0 0 1,1-1 0,3-2-1,0-1 1</inkml:trace>
  <inkml:trace contextRef="#ctx0" brushRef="#br0" timeOffset="1">23275 10719 8128,'0'-8'-11,"0"-4"-53,-6 4 67,4-6 222,-11 6-67,12-5 175,-6 11-232,7-10 168,0 10 62,0-4 1,0 14-118,0 6 1,0 14 119,0 15 0,0 14-369,0 14 0,0-30 0,-1 2-191,-2 4 1,1 1 0,1 1 0,1 1 205,-3 2 0,1 0 0,1-1 0,0-1 44,1 3 0,0-1 0,0-3 0,0 0-228,0-4 0,0 0 0,0 32-72,0-15 1,0-10-182,0-5 1,5-9-6,0-5 0,1-9-168,-1-5 1,-4-3-143,4-2 772,-3 0 0,-4-6 233,-3-3 0,-3 3 0,-6 0 0</inkml:trace>
  <inkml:trace contextRef="#ctx0" brushRef="#br0" timeOffset="2">23246 10833 8128,'8'-43'0,"-3"2"-18,-10 3 1,-3 10 385,-6 9 157,6 9-271,2 4 0,6 8-555,0 2 181,0-2 0,0 11 39,0-4 0,5 4 335,-1 1 0,8 6-88,-3 4 0,-1 16 79,1 7-145,1 7-327,4 15 0,-4 4 252,-6-31 1,1 1-1,0 3 1,0 0 48,1 1 1,2 1 0,-1 1-1,0 1-145,0 2 0,0 0 0,0-5 1,0 0-65,1-2 0,-1 0 0,2 34-121,1-13 1,-7-11-49,1-12 0,-2-8 76,-2-12 0,0 3-179,0-7 1,0-5-235,0-5-65,0-6 706,0 4 313,-6-20 1,3 4-314,-7-10 0,1-3 0,-6-1 0</inkml:trace>
  <inkml:trace contextRef="#ctx0" brushRef="#br0" timeOffset="3">23431 10719 7961,'-9'0'-1001,"-1"0"981,7 0 332,-9 0 1,10 10-42,-3 9 0,4 12-108,1 21 0,4 16-50,-1-24 0,-1 2 1,3 6-1,0 1-353,-3 5 1,0 2 0,3 1-1,0 0 223,-3-4 0,1-1 0,1-1 1,1-1 59,-2-5 0,-1-3 1,0-3-1,0-2-136,-2 30 0,0-19-131,0-14 1,0-13-202,0-6 1,0-3-271,0-2-352,0-6 1047,0-2 0,-1-7 308,-4-4 0,4-3 0,-6-6 1</inkml:trace>
  <inkml:trace contextRef="#ctx0" brushRef="#br0" timeOffset="4">23531 10662 7951,'-2'-8'-445,"-3"4"1,4 5 660,-4 9 0,2 15 13,-2 22 0,4 24-231,-2-25 0,1 3 1,1 11-1,0 3-528,1 8 0,0 1 0,3 0 1,1 1 45,0 1 0,1-1 232,4-4 1,1-1 0,-2-3 0,0-2 0,2-3 0,0 0 0</inkml:trace>
  <inkml:trace contextRef="#ctx0" brushRef="#br0" timeOffset="5">24697 9681 7933,'-37'0'-244,"-2"0"-70,6 0 1,-2 0 296,2 0 0,3 8 206,-3 6 1,4 13-99,5 11 0,-1 16-58,6 8 1,8-23 0,0 2-204,3 3 0,2 2 0,-3 5 1,2 2 198,4 3 0,1 2 0,0 7 1,0 3-374,1 4 1,2 3 0,0 3 0,1 2 353,0-27 1,1 1 0,1 0 0,3 26 0,4-1-34,4-2 1,3-2 0,0-4 0,2-1 18,2-5 0,3-2 0,4-4 1,2-2-74,1-5 1,2-4-1,2-5 1,0-4-75,-6-9 1,1-3 0,31 16 167,-5-15 1,-2-7 150,-3-12 1,-9-3-109,-10-6 1,-9-8 518,-5-6 1,-4-2-460,0-7 0,-8-3 762,-2-7 1,1-5-1017,-1-9 0,0-4-311,-5-5 1,0-1-712,0 0 1156,0 0 0,0-3 0,0-3 0,0-4 0,0 1 0</inkml:trace>
  <inkml:trace contextRef="#ctx0" brushRef="#br0" timeOffset="6">24896 10918 7933,'-8'0'-35,"-5"0"351,12 0-205,-6 0 1,7 7 45,0 2 0,2 5-36,3 5 0,-4-1-201,4 5 0,1 1 120,-1 4 1,4-4-61,-4 0 0,0-2 48,-5 2 0,0 1-219,0-6 139,0 0-56,0-5 149,0-6-40,0-2 0,-2-7 24,-2-4 1,0-8-15,-5-6 0,1-6 220,-1 1 0,-2-3-24,6-1 1,-5 0-9,6-1 1,-6 7-26,5 3 1,1 3 168,4 2-451,0 0 1,3 6-8,6 3 1,7 5-388,12 5 1,14 3 141,5 6 360,13 7 0,17 1 0,-33-8 0,-1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609"/>
    </inkml:context>
    <inkml:brush xml:id="br0">
      <inkml:brushProperty name="height" value="0.053" units="cm"/>
      <inkml:brushProperty name="color" value="#FF0000"/>
    </inkml:brush>
  </inkml:definitions>
  <inkml:trace contextRef="#ctx0" brushRef="#br0">21071 11828 7857,'-8'-6'-48,"2"4"0,1-10 7,0 2 1,-1 2 408,1-1 100,4 6-303,-6-10 0,6 11 286,-4-2 18,4-4-44,-6 6-31,7-4-92,0 6 1,5 1 103,0 4 0,4-2 209,-4 7-266,6-1 1,-3 5-60,6 1 1,-4-6-64,-1 1 1,-4-6 604,4 6-279,1-7-327,4 3 0,0-6 0,0 0 1,2-6-15,3-4 1,-1-10 13,5-8 1,3-9-1,7-10 0,3-10-84,7-9 0,-21 28 0,0 0-208,1-2 0,1-1 0,1-1 0,1 0 179,2-1 0,1 1 0,-4 6 0,0 1-3630,23-26 1,-12 12 3516,-8 15 0,-2 4 0,-12 16 0,-6 6 0</inkml:trace>
  <inkml:trace contextRef="#ctx0" brushRef="#br0" timeOffset="1">21412 11402 9774,'-8'0'1989,"2"0"-1529,12 6 1,2-3 37,7 7 1,-1-1-146,0 5 0,-1-4 54,-4-1 1,4-1-28,-4 2 1,9 1 159,1-7 0,0 1-137,-5-5 0,6-8-110,4-6 1,8-7-310,1-7 1,6-13 96,-1-6 1,10-10-852,-23 24 1,2-1-1,1-1 1,1-1 769,1-3 0,1-2 0,1-4 0,1 0 0,2 1 0,1 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611"/>
    </inkml:context>
    <inkml:brush xml:id="br0">
      <inkml:brushProperty name="height" value="0.053" units="cm"/>
      <inkml:brushProperty name="color" value="#FF0000"/>
    </inkml:brush>
  </inkml:definitions>
  <inkml:trace contextRef="#ctx0" brushRef="#br0">16905 12311 7917,'-1'-9'430,"-4"-1"-174,3 7 118,-4-9 92,6 10-74,0-4 0,2 7 135,2 4 0,0 3 207,5 6-393,1 0 0,4 1-55,0-1 1,0-6 156,0-4 0,7-2-90,3-2 0,4-14-124,5-10 1,11-17-212,13-16 0,-25 25 1,1-2-472,4-6 1,2-1-1,4 1 1,1-2 452,5-5 0,1-1 0,6 1 0,1 0 0,3-3 0,1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612"/>
    </inkml:context>
    <inkml:brush xml:id="br0">
      <inkml:brushProperty name="height" value="0.053" units="cm"/>
      <inkml:brushProperty name="color" value="#FF0000"/>
    </inkml:brush>
  </inkml:definitions>
  <inkml:trace contextRef="#ctx0" brushRef="#br0">29588 8715 8078,'-15'0'-195,"6"0"-195,-1 0 195,1 0 217,-5 0 1,1 1 49,4 4 0,-2-2 143,6 7 1,0-6-37,5 6 1,-5-5 224,1 4 0,-3-4-61,3 4 1,0-1-152,-5 2 0,-1 2 303,-4-2 0,5 2 323,-1 3 85,1-1-408,-5 0-457,-1 0 0,7-4 137,4-1 1,8-6 38,6 2 1,15-11-125,8-8 1,13-7 48,6-7 0,10-2-615,4-4 1,4 3 388,1-7 0,0 5-336,0-5 0,-5 6 43,1-1 0,-10 8-138,-5 1 1,-11 8-31,-18 2 0,-7 5-272,-6 4 1,-9 3-384,-1-2 1203,-6 2 0,-15 15 0,-1 2 0</inkml:trace>
  <inkml:trace contextRef="#ctx0" brushRef="#br0" timeOffset="1">29516 8899 8078,'4'-14'666,"5"0"0,16-6-181,23-4 1,10-3-346,-21 13 0,2 0 0,1-3 0,1 0-450,3 1 1,2-1 0,0 0 0,1 1 255,3 1 0,-1 2 1,-7 1-1,-3 1 54,32-7 0,-9 2 0,-5 2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8T13:19:40.614"/>
    </inkml:context>
    <inkml:brush xml:id="br0">
      <inkml:brushProperty name="height" value="0.053" units="cm"/>
      <inkml:brushProperty name="color" value="#FF0000"/>
    </inkml:brush>
  </inkml:definitions>
  <inkml:trace contextRef="#ctx0" brushRef="#br0">4948 11046 8116,'-8'-6'-870,"-4"3"652,2-7 1,2 7 460,-1-2 0,4 4 201,-4 1-169,5 0 1,-3-5 199,2 0-91,3 1-27,-4 4-38,6 0 17,0 0 1,1 4 24,4 1-294,-3 0 1,6-5 148,-4 0 1,0 0-81,5 0 0,-4 0 83,4 0 0,1 0-96,4 0 0,0 0-80,0 0 0,5-2 30,0-3 0,7 4-19,-3-4 0,9-1-30,1 1 1,7-1-151,-3 1 1,6 3-75,5-2 1,-1-3 139,10 3 1,-2-6-34,11 5 0,6-4-168,3 4 0,-34 0 0,1 1 280,-2 1 0,0 1 0,2-3 0,0 0-21,0 3 1,1 0-1,0-3 1,-1 0 7,1 3 0,0 0 0,-3-4 0,0 0 32,1 2 1,-1-1 0,0 1-1,0 0-34,3-1 1,0 1 0,-3 1 0,0 1 26,1-3 1,-1 0 0,0 1 0,0 0-20,3 0 1,0-1-1,2-1 1,0 1-55,0 2 0,0 1 1,0-3-1,0 1 51,-2 1 0,-1 1 0,1-1 0,1 1 53,1 2 1,0 0 0,0 0 0,0 0-84,0 0 0,0 0 0,0 0 0,-1 0-26,31 0 1,1 0-267,-5 0 1,5 0 305,0 0 1,-5 0-30,-4 0 1,-1-4 7,5-1 0,-2-5 95,-2 6 0,1-3-88,-7 3 1,3 2-116,-3-3 1,-2-1 21,2 1 0,-7-1 108,-2 1 1,-11 3 11,2-2 1,-5-3-9,0 3 0,-5-1 358,-10 5 0,4-5-391,-3 0 0,-2 1 225,2 4 0,-12 0-204,3 0 1,-4 0 187,3 0-168,-6 0 4,5 0-29,-12 0 6,5 0 54,-6 0-49,0 0 0,-4-2-541,-1-3 366,-6 4 1,3-5-173,-6 6 1,0-2 37,-1-3 1,-4 4 139,0-4 1,-1 2 48,1-2 1,-3 3 158,-7-2 0,1-3-48,-1 3 0,-1-3-82,-3 3 1,2 0 428,-7-5 1,6 6-142,-1-2 0,1-1 276,-1 1 0,3-1-104,-3 1 0,8 3 83,1-2 0,7 2 321,-2 2-272,3-6-229,8 4 253,2-4-629,6 6 0,1 0 87,4 0 0,3 0-126,6 0 1,0 0 7,1 0 1,4 5 33,0-1 1,7 3 33,3-3 1,-1-2 72,5 3 0,-3 1-32,-1-1 1,1-1 30,3-4 1,-3 5 7,3 0 0,-1 0 6,1-5 1,-3 1-3,3 4 0,-4-3 43,-6 2 0,3-2 6,-7-2 0,1 0 102,-1 0 1,-5 1-83,1 4 0,-1-3 97,-5 3-114,-2-4 0,0-1 313,-2 0-195,-3 0-72,4 0 120,-6 0 4,0 0-124,-6 0-1,4 0-203,-4 0 151,6 0-17,0 0 65,-6 0-161,4 6 0,-4-2 19,6 5 5,-7 1 0,-1 5 38,-6 4 0,-6-1-1,-4 5 0,-4 6 5,-6 4 1,-4 8-2,-9 2 1,-10 7-1091,25-19 1,-2 0 1083,-7 1 0,0 1 0,1 0 0,1 2 0,-7 0 0,0 1 0,-1 2 0,1 1 0,-1 2 0</inkml:trace>
</inkml:ink>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1/28/22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1/28/22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t>1/28/22</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1/28/22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1/28/22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t>1/28/22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1/28/22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smtClean="0"/>
              <a:t>1/28/22</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smtClean="0"/>
              <a:t>1/28/22</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smtClean="0"/>
              <a:t>1/28/22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1/28/22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t>1/28/22</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customXml" Target="../ink/ink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20.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customXml" Target="../ink/ink10.xml"/></Relationships>
</file>

<file path=ppt/slides/_rels/slide28.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28.jp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2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customXml" Target="../ink/ink2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customXml" Target="../ink/ink2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customXml" Target="../ink/ink2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ustomXml" Target="../ink/ink2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customXml" Target="../ink/ink2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0A9CA-B21C-C247-A4C1-99BC01F37DBE}"/>
              </a:ext>
            </a:extLst>
          </p:cNvPr>
          <p:cNvSpPr>
            <a:spLocks noGrp="1"/>
          </p:cNvSpPr>
          <p:nvPr>
            <p:ph type="ctrTitle"/>
          </p:nvPr>
        </p:nvSpPr>
        <p:spPr/>
        <p:txBody>
          <a:bodyPr/>
          <a:lstStyle/>
          <a:p>
            <a:r>
              <a:rPr lang="en-US" dirty="0"/>
              <a:t>Greedy Algorithms</a:t>
            </a:r>
          </a:p>
        </p:txBody>
      </p:sp>
      <p:sp>
        <p:nvSpPr>
          <p:cNvPr id="3" name="Subtitle 2">
            <a:extLst>
              <a:ext uri="{FF2B5EF4-FFF2-40B4-BE49-F238E27FC236}">
                <a16:creationId xmlns:a16="http://schemas.microsoft.com/office/drawing/2014/main" id="{D05E5DC5-C5A3-644D-AD2E-346A381B5D5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0221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F5291-91F0-0D4A-B9C5-3943EBC70522}"/>
              </a:ext>
            </a:extLst>
          </p:cNvPr>
          <p:cNvSpPr>
            <a:spLocks noGrp="1"/>
          </p:cNvSpPr>
          <p:nvPr>
            <p:ph type="title"/>
          </p:nvPr>
        </p:nvSpPr>
        <p:spPr/>
        <p:txBody>
          <a:bodyPr/>
          <a:lstStyle/>
          <a:p>
            <a:r>
              <a:rPr lang="en-US"/>
              <a:t>Greedy</a:t>
            </a:r>
            <a:endParaRPr lang="en-US" dirty="0"/>
          </a:p>
        </p:txBody>
      </p:sp>
      <p:sp>
        <p:nvSpPr>
          <p:cNvPr id="3" name="Content Placeholder 2">
            <a:extLst>
              <a:ext uri="{FF2B5EF4-FFF2-40B4-BE49-F238E27FC236}">
                <a16:creationId xmlns:a16="http://schemas.microsoft.com/office/drawing/2014/main" id="{CB618962-6CE0-A640-8B67-E1E6F8ADA1A9}"/>
              </a:ext>
            </a:extLst>
          </p:cNvPr>
          <p:cNvSpPr>
            <a:spLocks noGrp="1"/>
          </p:cNvSpPr>
          <p:nvPr>
            <p:ph idx="1"/>
          </p:nvPr>
        </p:nvSpPr>
        <p:spPr>
          <a:xfrm>
            <a:off x="1069848" y="2121408"/>
            <a:ext cx="7964822" cy="4050792"/>
          </a:xfrm>
        </p:spPr>
        <p:txBody>
          <a:bodyPr/>
          <a:lstStyle/>
          <a:p>
            <a:r>
              <a:rPr lang="en-US" dirty="0"/>
              <a:t>A </a:t>
            </a:r>
            <a:r>
              <a:rPr lang="en-US" dirty="0">
                <a:solidFill>
                  <a:srgbClr val="FF0000"/>
                </a:solidFill>
              </a:rPr>
              <a:t>greedy algorithm </a:t>
            </a:r>
            <a:r>
              <a:rPr lang="en-US" dirty="0"/>
              <a:t>always makes the choice that looks best at the moment</a:t>
            </a:r>
          </a:p>
          <a:p>
            <a:r>
              <a:rPr lang="en-US" dirty="0"/>
              <a:t>The algorithm is usually an iterative algorithm </a:t>
            </a:r>
          </a:p>
          <a:p>
            <a:r>
              <a:rPr lang="en-US" dirty="0"/>
              <a:t>The solution usually composed of elements. For example, a path which composed of edges, a set which composed of elements, etc. </a:t>
            </a:r>
          </a:p>
          <a:p>
            <a:r>
              <a:rPr lang="en-US" dirty="0"/>
              <a:t>In each iteration or step, the algorithm adds one component/element to the solution set. After final step, the solution set will be complete solution of the problem. </a:t>
            </a:r>
          </a:p>
          <a:p>
            <a:endParaRPr lang="en-US" dirty="0"/>
          </a:p>
        </p:txBody>
      </p:sp>
      <p:pic>
        <p:nvPicPr>
          <p:cNvPr id="24" name="Picture 4">
            <a:extLst>
              <a:ext uri="{FF2B5EF4-FFF2-40B4-BE49-F238E27FC236}">
                <a16:creationId xmlns:a16="http://schemas.microsoft.com/office/drawing/2014/main" id="{15FDEE82-061A-5744-82B6-C9D27E9C2431}"/>
              </a:ext>
            </a:extLst>
          </p:cNvPr>
          <p:cNvPicPr>
            <a:picLocks noChangeAspect="1" noChangeArrowheads="1"/>
          </p:cNvPicPr>
          <p:nvPr/>
        </p:nvPicPr>
        <p:blipFill>
          <a:blip r:embed="rId2" cstate="print"/>
          <a:srcRect/>
          <a:stretch>
            <a:fillRect/>
          </a:stretch>
        </p:blipFill>
        <p:spPr bwMode="auto">
          <a:xfrm>
            <a:off x="9231382" y="2449100"/>
            <a:ext cx="2314575" cy="2686050"/>
          </a:xfrm>
          <a:prstGeom prst="rect">
            <a:avLst/>
          </a:prstGeom>
          <a:noFill/>
          <a:ln w="9525">
            <a:noFill/>
            <a:miter lim="800000"/>
            <a:headEnd/>
            <a:tailEnd/>
          </a:ln>
        </p:spPr>
      </p:pic>
    </p:spTree>
    <p:extLst>
      <p:ext uri="{BB962C8B-B14F-4D97-AF65-F5344CB8AC3E}">
        <p14:creationId xmlns:p14="http://schemas.microsoft.com/office/powerpoint/2010/main" val="2208864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51A36-FAFE-3F4A-B62E-B0D5538CF6FE}"/>
              </a:ext>
            </a:extLst>
          </p:cNvPr>
          <p:cNvSpPr>
            <a:spLocks noGrp="1"/>
          </p:cNvSpPr>
          <p:nvPr>
            <p:ph type="title"/>
          </p:nvPr>
        </p:nvSpPr>
        <p:spPr/>
        <p:txBody>
          <a:bodyPr/>
          <a:lstStyle/>
          <a:p>
            <a:r>
              <a:rPr lang="en-US" dirty="0"/>
              <a:t>Greedy Algorithm: Principles</a:t>
            </a:r>
          </a:p>
        </p:txBody>
      </p:sp>
      <p:sp>
        <p:nvSpPr>
          <p:cNvPr id="3" name="Content Placeholder 2">
            <a:extLst>
              <a:ext uri="{FF2B5EF4-FFF2-40B4-BE49-F238E27FC236}">
                <a16:creationId xmlns:a16="http://schemas.microsoft.com/office/drawing/2014/main" id="{3613FB5E-22B3-C24E-A673-5A6F1C49E7B1}"/>
              </a:ext>
            </a:extLst>
          </p:cNvPr>
          <p:cNvSpPr>
            <a:spLocks noGrp="1"/>
          </p:cNvSpPr>
          <p:nvPr>
            <p:ph idx="1"/>
          </p:nvPr>
        </p:nvSpPr>
        <p:spPr/>
        <p:txBody>
          <a:bodyPr>
            <a:normAutofit/>
          </a:bodyPr>
          <a:lstStyle/>
          <a:p>
            <a:pPr>
              <a:defRPr/>
            </a:pPr>
            <a:r>
              <a:rPr lang="en-US" sz="2400" dirty="0">
                <a:solidFill>
                  <a:srgbClr val="000000"/>
                </a:solidFill>
                <a:sym typeface="Symbol" pitchFamily="18" charset="2"/>
              </a:rPr>
              <a:t>A greedy algorithm works in phases. At each phase:</a:t>
            </a:r>
          </a:p>
          <a:p>
            <a:pPr lvl="1">
              <a:defRPr/>
            </a:pPr>
            <a:r>
              <a:rPr lang="en-US" sz="2200" dirty="0">
                <a:solidFill>
                  <a:srgbClr val="000000"/>
                </a:solidFill>
                <a:sym typeface="Symbol" pitchFamily="18" charset="2"/>
              </a:rPr>
              <a:t>The algorithm chooses the </a:t>
            </a:r>
            <a:r>
              <a:rPr lang="en-US" sz="2200" dirty="0">
                <a:solidFill>
                  <a:srgbClr val="FF0000"/>
                </a:solidFill>
                <a:sym typeface="Symbol" pitchFamily="18" charset="2"/>
              </a:rPr>
              <a:t>best you can get right now</a:t>
            </a:r>
            <a:r>
              <a:rPr lang="en-US" sz="2200" dirty="0">
                <a:solidFill>
                  <a:srgbClr val="000000"/>
                </a:solidFill>
                <a:sym typeface="Symbol" pitchFamily="18" charset="2"/>
              </a:rPr>
              <a:t>, without regard for future consequences</a:t>
            </a:r>
          </a:p>
          <a:p>
            <a:pPr lvl="1">
              <a:defRPr/>
            </a:pPr>
            <a:r>
              <a:rPr lang="en-US" sz="2200" dirty="0">
                <a:solidFill>
                  <a:srgbClr val="000000"/>
                </a:solidFill>
                <a:sym typeface="Symbol" pitchFamily="18" charset="2"/>
              </a:rPr>
              <a:t>The algorithm hopes that by choosing a local optimum at each step, it will end up at a global optimum</a:t>
            </a:r>
          </a:p>
          <a:p>
            <a:pPr lvl="1">
              <a:defRPr/>
            </a:pPr>
            <a:r>
              <a:rPr lang="en-US" sz="2200" dirty="0">
                <a:solidFill>
                  <a:srgbClr val="000000"/>
                </a:solidFill>
                <a:sym typeface="Symbol" pitchFamily="18" charset="2"/>
              </a:rPr>
              <a:t>For some problems, the global optimum can be achieved</a:t>
            </a:r>
          </a:p>
        </p:txBody>
      </p:sp>
    </p:spTree>
    <p:extLst>
      <p:ext uri="{BB962C8B-B14F-4D97-AF65-F5344CB8AC3E}">
        <p14:creationId xmlns:p14="http://schemas.microsoft.com/office/powerpoint/2010/main" val="2176334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F93DE-32C3-8440-81CD-1AB259FFEF43}"/>
              </a:ext>
            </a:extLst>
          </p:cNvPr>
          <p:cNvSpPr>
            <a:spLocks noGrp="1"/>
          </p:cNvSpPr>
          <p:nvPr>
            <p:ph type="title"/>
          </p:nvPr>
        </p:nvSpPr>
        <p:spPr/>
        <p:txBody>
          <a:bodyPr/>
          <a:lstStyle/>
          <a:p>
            <a:r>
              <a:rPr lang="en-US" dirty="0"/>
              <a:t>Activity Scheduling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C676F9-08F7-3D49-93DF-2EF9B6A9945A}"/>
                  </a:ext>
                </a:extLst>
              </p:cNvPr>
              <p:cNvSpPr>
                <a:spLocks noGrp="1"/>
              </p:cNvSpPr>
              <p:nvPr>
                <p:ph idx="1"/>
              </p:nvPr>
            </p:nvSpPr>
            <p:spPr/>
            <p:txBody>
              <a:bodyPr>
                <a:normAutofit/>
              </a:bodyPr>
              <a:lstStyle/>
              <a:p>
                <a:r>
                  <a:rPr lang="en-US" dirty="0"/>
                  <a:t>Input: A set of activities,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 = {</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𝑛</m:t>
                        </m:r>
                      </m:sub>
                    </m:sSub>
                    <m:r>
                      <a:rPr lang="en-US" i="1" dirty="0" smtClean="0">
                        <a:latin typeface="Cambria Math" panose="02040503050406030204" pitchFamily="18" charset="0"/>
                      </a:rPr>
                      <m:t>}</m:t>
                    </m:r>
                  </m:oMath>
                </a14:m>
                <a:endParaRPr lang="en-US" dirty="0"/>
              </a:p>
              <a:p>
                <a:pPr lvl="1">
                  <a:buFont typeface="Courier New" panose="02070309020205020404" pitchFamily="49" charset="0"/>
                  <a:buChar char="o"/>
                </a:pPr>
                <a:r>
                  <a:rPr lang="en-US" dirty="0"/>
                  <a:t>Each activity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b="0" i="1" dirty="0" smtClean="0">
                            <a:latin typeface="Cambria Math" panose="02040503050406030204" pitchFamily="18" charset="0"/>
                          </a:rPr>
                          <m:t>𝑖</m:t>
                        </m:r>
                      </m:sub>
                    </m:sSub>
                  </m:oMath>
                </a14:m>
                <a:r>
                  <a:rPr lang="en-US" dirty="0"/>
                  <a:t> has a start time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𝑖</m:t>
                        </m:r>
                      </m:sub>
                    </m:sSub>
                  </m:oMath>
                </a14:m>
                <a:r>
                  <a:rPr lang="en-US" dirty="0"/>
                  <a:t> and a finish time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𝑖</m:t>
                        </m:r>
                      </m:sub>
                    </m:sSub>
                  </m:oMath>
                </a14:m>
                <a:r>
                  <a:rPr lang="en-US" dirty="0"/>
                  <a:t> where </a:t>
                </a:r>
                <a14:m>
                  <m:oMath xmlns:m="http://schemas.openxmlformats.org/officeDocument/2006/math">
                    <m:r>
                      <a:rPr lang="en-US" b="0" i="0" dirty="0" smtClean="0">
                        <a:latin typeface="Cambria Math" panose="02040503050406030204" pitchFamily="18" charset="0"/>
                      </a:rPr>
                      <m:t>0</m:t>
                    </m:r>
                    <m:sSub>
                      <m:sSubPr>
                        <m:ctrlPr>
                          <a:rPr lang="en-US" i="1" dirty="0">
                            <a:latin typeface="Cambria Math" panose="02040503050406030204" pitchFamily="18" charset="0"/>
                          </a:rPr>
                        </m:ctrlPr>
                      </m:sSubPr>
                      <m:e>
                        <m:r>
                          <a:rPr lang="en-US" b="0" i="1" dirty="0" smtClean="0">
                            <a:latin typeface="Cambria Math" panose="02040503050406030204" pitchFamily="18" charset="0"/>
                          </a:rPr>
                          <m:t>≤</m:t>
                        </m:r>
                        <m:r>
                          <a:rPr lang="en-US" b="0" i="1" dirty="0" smtClean="0">
                            <a:latin typeface="Cambria Math" panose="02040503050406030204" pitchFamily="18" charset="0"/>
                          </a:rPr>
                          <m:t>𝑠</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&lt;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&lt;</m:t>
                    </m:r>
                    <m:r>
                      <a:rPr lang="en-US" b="0" i="1" dirty="0" smtClean="0">
                        <a:latin typeface="Cambria Math" panose="02040503050406030204" pitchFamily="18" charset="0"/>
                        <a:ea typeface="Cambria Math" panose="02040503050406030204" pitchFamily="18" charset="0"/>
                      </a:rPr>
                      <m:t>∞</m:t>
                    </m:r>
                  </m:oMath>
                </a14:m>
                <a:endParaRPr lang="en-US" dirty="0"/>
              </a:p>
              <a:p>
                <a:pPr lvl="1">
                  <a:buFont typeface="Courier New" panose="02070309020205020404" pitchFamily="49" charset="0"/>
                  <a:buChar char="o"/>
                </a:pPr>
                <a:r>
                  <a:rPr lang="en-US" dirty="0"/>
                  <a:t>By doing each job, you will get a constant amount of reward</a:t>
                </a:r>
              </a:p>
              <a:p>
                <a:pPr lvl="1">
                  <a:buFont typeface="Courier New" panose="02070309020205020404" pitchFamily="49" charset="0"/>
                  <a:buChar char="o"/>
                </a:pPr>
                <a:r>
                  <a:rPr lang="en-US" dirty="0"/>
                  <a:t>You want to maximize your rewards in a day </a:t>
                </a:r>
              </a:p>
              <a:p>
                <a:pPr lvl="1">
                  <a:buFont typeface="Courier New" panose="02070309020205020404" pitchFamily="49" charset="0"/>
                  <a:buChar char="o"/>
                </a:pPr>
                <a:r>
                  <a:rPr lang="en-US" dirty="0"/>
                  <a:t>This means you want to do as many jobs (e.g., classes) as possible </a:t>
                </a:r>
              </a:p>
              <a:p>
                <a:pPr lvl="1">
                  <a:buFont typeface="Courier New" panose="02070309020205020404" pitchFamily="49" charset="0"/>
                  <a:buChar char="o"/>
                </a:pPr>
                <a:r>
                  <a:rPr lang="en-US" dirty="0"/>
                  <a:t>Surely, we will do all jobs if it is possible. But job times will overlap, and it is not possible to do all jobs.</a:t>
                </a:r>
              </a:p>
              <a:p>
                <a:pPr lvl="1">
                  <a:buFont typeface="Courier New" panose="02070309020205020404" pitchFamily="49" charset="0"/>
                  <a:buChar char="o"/>
                </a:pPr>
                <a:r>
                  <a:rPr lang="en-US" dirty="0"/>
                  <a:t>Some jobs will have to be sacrificed for other jobs</a:t>
                </a:r>
              </a:p>
              <a:p>
                <a:pPr lvl="1">
                  <a:buFont typeface="Courier New" panose="02070309020205020404" pitchFamily="49" charset="0"/>
                  <a:buChar char="o"/>
                </a:pPr>
                <a:r>
                  <a:rPr lang="en-US" dirty="0"/>
                  <a:t>Your task is to find the maximum number of doable jobs</a:t>
                </a:r>
              </a:p>
              <a:p>
                <a:r>
                  <a:rPr lang="en-US" dirty="0"/>
                  <a:t>Two activities are </a:t>
                </a:r>
                <a:r>
                  <a:rPr lang="en-US" dirty="0">
                    <a:solidFill>
                      <a:srgbClr val="FF0000"/>
                    </a:solidFill>
                  </a:rPr>
                  <a:t>compatible</a:t>
                </a:r>
                <a:r>
                  <a:rPr lang="en-US" dirty="0"/>
                  <a:t> if and only if their intervals do not overlap</a:t>
                </a:r>
              </a:p>
              <a:p>
                <a:r>
                  <a:rPr lang="en-US" dirty="0">
                    <a:solidFill>
                      <a:srgbClr val="0000CC"/>
                    </a:solidFill>
                  </a:rPr>
                  <a:t>Output: a maximum-size subset of mutually compatible activities</a:t>
                </a: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p:txBody>
          </p:sp>
        </mc:Choice>
        <mc:Fallback xmlns="">
          <p:sp>
            <p:nvSpPr>
              <p:cNvPr id="3" name="Content Placeholder 2">
                <a:extLst>
                  <a:ext uri="{FF2B5EF4-FFF2-40B4-BE49-F238E27FC236}">
                    <a16:creationId xmlns:a16="http://schemas.microsoft.com/office/drawing/2014/main" id="{E7C676F9-08F7-3D49-93DF-2EF9B6A9945A}"/>
                  </a:ext>
                </a:extLst>
              </p:cNvPr>
              <p:cNvSpPr>
                <a:spLocks noGrp="1" noRot="1" noChangeAspect="1" noMove="1" noResize="1" noEditPoints="1" noAdjustHandles="1" noChangeArrowheads="1" noChangeShapeType="1" noTextEdit="1"/>
              </p:cNvSpPr>
              <p:nvPr>
                <p:ph idx="1"/>
              </p:nvPr>
            </p:nvSpPr>
            <p:spPr>
              <a:blipFill>
                <a:blip r:embed="rId2"/>
                <a:stretch>
                  <a:fillRect l="-378" t="-1563"/>
                </a:stretch>
              </a:blipFill>
            </p:spPr>
            <p:txBody>
              <a:bodyPr/>
              <a:lstStyle/>
              <a:p>
                <a:r>
                  <a:rPr lang="en-US">
                    <a:noFill/>
                  </a:rPr>
                  <a:t> </a:t>
                </a:r>
              </a:p>
            </p:txBody>
          </p:sp>
        </mc:Fallback>
      </mc:AlternateContent>
    </p:spTree>
    <p:extLst>
      <p:ext uri="{BB962C8B-B14F-4D97-AF65-F5344CB8AC3E}">
        <p14:creationId xmlns:p14="http://schemas.microsoft.com/office/powerpoint/2010/main" val="127151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p:txBody>
          <a:bodyPr/>
          <a:lstStyle/>
          <a:p>
            <a:r>
              <a:rPr lang="en-US" dirty="0"/>
              <a:t>Activity Scheduling Problem</a:t>
            </a:r>
          </a:p>
        </p:txBody>
      </p:sp>
      <p:sp>
        <p:nvSpPr>
          <p:cNvPr id="3" name="Content Placeholder 2">
            <a:extLst>
              <a:ext uri="{FF2B5EF4-FFF2-40B4-BE49-F238E27FC236}">
                <a16:creationId xmlns:a16="http://schemas.microsoft.com/office/drawing/2014/main" id="{748D3AF1-C7FA-C24A-9BBC-613F9593C019}"/>
              </a:ext>
            </a:extLst>
          </p:cNvPr>
          <p:cNvSpPr>
            <a:spLocks noGrp="1"/>
          </p:cNvSpPr>
          <p:nvPr>
            <p:ph idx="1"/>
          </p:nvPr>
        </p:nvSpPr>
        <p:spPr>
          <a:xfrm>
            <a:off x="1069848" y="2093976"/>
            <a:ext cx="10058400" cy="4050792"/>
          </a:xfrm>
        </p:spPr>
        <p:txBody>
          <a:bodyPr/>
          <a:lstStyle/>
          <a:p>
            <a:r>
              <a:rPr lang="en-US" altLang="zh-TW" dirty="0">
                <a:ea typeface="PMingLiU" pitchFamily="18" charset="-120"/>
              </a:rPr>
              <a:t>The greedy choice can be applied to </a:t>
            </a:r>
            <a:r>
              <a:rPr lang="en-US" altLang="zh-TW" dirty="0"/>
              <a:t>f</a:t>
            </a:r>
            <a:r>
              <a:rPr lang="en-US" dirty="0"/>
              <a:t>ind </a:t>
            </a:r>
            <a:r>
              <a:rPr lang="en-US" i="1" dirty="0"/>
              <a:t>solutions</a:t>
            </a:r>
            <a:r>
              <a:rPr lang="en-US" dirty="0"/>
              <a:t> (the maximum number of activities that can be performed) by using</a:t>
            </a:r>
          </a:p>
          <a:p>
            <a:pPr marL="0" indent="0">
              <a:buNone/>
            </a:pPr>
            <a:endParaRPr lang="en-US" dirty="0"/>
          </a:p>
          <a:p>
            <a:pPr lvl="1">
              <a:buFont typeface="Courier New" panose="02070309020205020404" pitchFamily="49" charset="0"/>
              <a:buChar char="o"/>
            </a:pPr>
            <a:r>
              <a:rPr lang="en-US" dirty="0"/>
              <a:t>earliest finish time</a:t>
            </a:r>
          </a:p>
          <a:p>
            <a:pPr marL="274320" lvl="1" indent="0">
              <a:buNone/>
            </a:pPr>
            <a:endParaRPr lang="en-US" dirty="0"/>
          </a:p>
          <a:p>
            <a:pPr lvl="1">
              <a:buFont typeface="Courier New" panose="02070309020205020404" pitchFamily="49" charset="0"/>
              <a:buChar char="o"/>
            </a:pPr>
            <a:r>
              <a:rPr lang="en-US" dirty="0"/>
              <a:t>earliest start time</a:t>
            </a:r>
          </a:p>
          <a:p>
            <a:pPr marL="274320" lvl="1" indent="0">
              <a:buNone/>
            </a:pPr>
            <a:endParaRPr lang="en-US" dirty="0"/>
          </a:p>
          <a:p>
            <a:pPr lvl="1">
              <a:buFont typeface="Courier New" panose="02070309020205020404" pitchFamily="49" charset="0"/>
              <a:buChar char="o"/>
            </a:pPr>
            <a:r>
              <a:rPr lang="en-US" dirty="0"/>
              <a:t>shortest interval</a:t>
            </a:r>
          </a:p>
        </p:txBody>
      </p:sp>
      <p:grpSp>
        <p:nvGrpSpPr>
          <p:cNvPr id="5" name="Group 4">
            <a:extLst>
              <a:ext uri="{FF2B5EF4-FFF2-40B4-BE49-F238E27FC236}">
                <a16:creationId xmlns:a16="http://schemas.microsoft.com/office/drawing/2014/main" id="{8EBE3FCD-378C-2F47-B558-2103CBD16F3C}"/>
              </a:ext>
            </a:extLst>
          </p:cNvPr>
          <p:cNvGrpSpPr/>
          <p:nvPr/>
        </p:nvGrpSpPr>
        <p:grpSpPr>
          <a:xfrm>
            <a:off x="4306890" y="4902293"/>
            <a:ext cx="2249422" cy="745436"/>
            <a:chOff x="4716016" y="4653136"/>
            <a:chExt cx="2736304" cy="985465"/>
          </a:xfrm>
        </p:grpSpPr>
        <p:sp>
          <p:nvSpPr>
            <p:cNvPr id="7" name="Rounded Rectangular Callout 6">
              <a:extLst>
                <a:ext uri="{FF2B5EF4-FFF2-40B4-BE49-F238E27FC236}">
                  <a16:creationId xmlns:a16="http://schemas.microsoft.com/office/drawing/2014/main" id="{9800B1BC-9A49-FB4A-BDEE-A2396578E542}"/>
                </a:ext>
              </a:extLst>
            </p:cNvPr>
            <p:cNvSpPr/>
            <p:nvPr/>
          </p:nvSpPr>
          <p:spPr bwMode="auto">
            <a:xfrm>
              <a:off x="4716016" y="4653136"/>
              <a:ext cx="2736304" cy="985465"/>
            </a:xfrm>
            <a:prstGeom prst="wedgeRoundRectCallout">
              <a:avLst>
                <a:gd name="adj1" fmla="val -87951"/>
                <a:gd name="adj2" fmla="val -85495"/>
                <a:gd name="adj3" fmla="val 16667"/>
              </a:avLst>
            </a:prstGeom>
            <a:noFill/>
            <a:ln w="254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ndParaRPr>
            </a:p>
          </p:txBody>
        </p:sp>
        <p:sp>
          <p:nvSpPr>
            <p:cNvPr id="8" name="TextBox 7">
              <a:extLst>
                <a:ext uri="{FF2B5EF4-FFF2-40B4-BE49-F238E27FC236}">
                  <a16:creationId xmlns:a16="http://schemas.microsoft.com/office/drawing/2014/main" id="{949C3C1B-0480-7942-AC4C-43D63CA0C82F}"/>
                </a:ext>
              </a:extLst>
            </p:cNvPr>
            <p:cNvSpPr txBox="1"/>
            <p:nvPr/>
          </p:nvSpPr>
          <p:spPr>
            <a:xfrm>
              <a:off x="4716016" y="4747791"/>
              <a:ext cx="2736304" cy="584775"/>
            </a:xfrm>
            <a:prstGeom prst="rect">
              <a:avLst/>
            </a:prstGeom>
            <a:noFill/>
          </p:spPr>
          <p:txBody>
            <a:bodyPr wrap="square" rtlCol="0">
              <a:spAutoFit/>
            </a:bodyPr>
            <a:lstStyle/>
            <a:p>
              <a:r>
                <a:rPr lang="en-US" sz="1600" dirty="0">
                  <a:solidFill>
                    <a:srgbClr val="FF0000"/>
                  </a:solidFill>
                  <a:latin typeface="+mn-lt"/>
                </a:rPr>
                <a:t>Does not always give optimal solution</a:t>
              </a:r>
            </a:p>
          </p:txBody>
        </p:sp>
      </p:grpSp>
      <p:grpSp>
        <p:nvGrpSpPr>
          <p:cNvPr id="9" name="Group 8">
            <a:extLst>
              <a:ext uri="{FF2B5EF4-FFF2-40B4-BE49-F238E27FC236}">
                <a16:creationId xmlns:a16="http://schemas.microsoft.com/office/drawing/2014/main" id="{DA885DE4-0A66-5C47-A405-B059D1029D2D}"/>
              </a:ext>
            </a:extLst>
          </p:cNvPr>
          <p:cNvGrpSpPr/>
          <p:nvPr/>
        </p:nvGrpSpPr>
        <p:grpSpPr>
          <a:xfrm>
            <a:off x="4306890" y="3927504"/>
            <a:ext cx="2249422" cy="745435"/>
            <a:chOff x="4716016" y="3429000"/>
            <a:chExt cx="2736304" cy="985465"/>
          </a:xfrm>
        </p:grpSpPr>
        <p:sp>
          <p:nvSpPr>
            <p:cNvPr id="10" name="Rounded Rectangular Callout 9">
              <a:extLst>
                <a:ext uri="{FF2B5EF4-FFF2-40B4-BE49-F238E27FC236}">
                  <a16:creationId xmlns:a16="http://schemas.microsoft.com/office/drawing/2014/main" id="{B27BBBC1-AF5E-7A41-B7A5-FAD13381BDBB}"/>
                </a:ext>
              </a:extLst>
            </p:cNvPr>
            <p:cNvSpPr/>
            <p:nvPr/>
          </p:nvSpPr>
          <p:spPr bwMode="auto">
            <a:xfrm>
              <a:off x="4716016" y="3429000"/>
              <a:ext cx="2736304" cy="985465"/>
            </a:xfrm>
            <a:prstGeom prst="wedgeRoundRectCallout">
              <a:avLst>
                <a:gd name="adj1" fmla="val -84913"/>
                <a:gd name="adj2" fmla="val -44724"/>
                <a:gd name="adj3" fmla="val 16667"/>
              </a:avLst>
            </a:prstGeom>
            <a:noFill/>
            <a:ln w="254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ndParaRPr>
            </a:p>
          </p:txBody>
        </p:sp>
        <p:sp>
          <p:nvSpPr>
            <p:cNvPr id="11" name="TextBox 10">
              <a:extLst>
                <a:ext uri="{FF2B5EF4-FFF2-40B4-BE49-F238E27FC236}">
                  <a16:creationId xmlns:a16="http://schemas.microsoft.com/office/drawing/2014/main" id="{E061F263-854E-C348-9694-BA5C25A4AFBA}"/>
                </a:ext>
              </a:extLst>
            </p:cNvPr>
            <p:cNvSpPr txBox="1"/>
            <p:nvPr/>
          </p:nvSpPr>
          <p:spPr>
            <a:xfrm>
              <a:off x="4716016" y="3523655"/>
              <a:ext cx="2736304" cy="584775"/>
            </a:xfrm>
            <a:prstGeom prst="rect">
              <a:avLst/>
            </a:prstGeom>
            <a:noFill/>
          </p:spPr>
          <p:txBody>
            <a:bodyPr wrap="square" rtlCol="0">
              <a:spAutoFit/>
            </a:bodyPr>
            <a:lstStyle/>
            <a:p>
              <a:r>
                <a:rPr lang="en-US" sz="1600" dirty="0">
                  <a:solidFill>
                    <a:srgbClr val="FF0000"/>
                  </a:solidFill>
                  <a:latin typeface="+mn-lt"/>
                </a:rPr>
                <a:t>Does not always give optimal solution</a:t>
              </a:r>
            </a:p>
          </p:txBody>
        </p:sp>
      </p:grpSp>
      <p:grpSp>
        <p:nvGrpSpPr>
          <p:cNvPr id="12" name="Group 11">
            <a:extLst>
              <a:ext uri="{FF2B5EF4-FFF2-40B4-BE49-F238E27FC236}">
                <a16:creationId xmlns:a16="http://schemas.microsoft.com/office/drawing/2014/main" id="{6C0B56BE-840E-0E44-999B-C84C4639E0A4}"/>
              </a:ext>
            </a:extLst>
          </p:cNvPr>
          <p:cNvGrpSpPr/>
          <p:nvPr/>
        </p:nvGrpSpPr>
        <p:grpSpPr>
          <a:xfrm>
            <a:off x="4306890" y="2919275"/>
            <a:ext cx="2249422" cy="749808"/>
            <a:chOff x="4722440" y="2227511"/>
            <a:chExt cx="2369840" cy="985465"/>
          </a:xfrm>
        </p:grpSpPr>
        <p:sp>
          <p:nvSpPr>
            <p:cNvPr id="13" name="TextBox 12">
              <a:extLst>
                <a:ext uri="{FF2B5EF4-FFF2-40B4-BE49-F238E27FC236}">
                  <a16:creationId xmlns:a16="http://schemas.microsoft.com/office/drawing/2014/main" id="{0D21DA94-016A-4D43-8B1E-D9A559474DB1}"/>
                </a:ext>
              </a:extLst>
            </p:cNvPr>
            <p:cNvSpPr txBox="1"/>
            <p:nvPr/>
          </p:nvSpPr>
          <p:spPr>
            <a:xfrm>
              <a:off x="4777680" y="2322166"/>
              <a:ext cx="2314600" cy="584775"/>
            </a:xfrm>
            <a:prstGeom prst="rect">
              <a:avLst/>
            </a:prstGeom>
            <a:noFill/>
          </p:spPr>
          <p:txBody>
            <a:bodyPr wrap="square" rtlCol="0">
              <a:spAutoFit/>
            </a:bodyPr>
            <a:lstStyle/>
            <a:p>
              <a:r>
                <a:rPr lang="en-US" sz="1600" dirty="0">
                  <a:solidFill>
                    <a:srgbClr val="0000CC"/>
                  </a:solidFill>
                  <a:latin typeface="+mn-lt"/>
                </a:rPr>
                <a:t>Always gives optimal solution</a:t>
              </a:r>
            </a:p>
          </p:txBody>
        </p:sp>
        <p:sp>
          <p:nvSpPr>
            <p:cNvPr id="14" name="Rounded Rectangular Callout 13">
              <a:extLst>
                <a:ext uri="{FF2B5EF4-FFF2-40B4-BE49-F238E27FC236}">
                  <a16:creationId xmlns:a16="http://schemas.microsoft.com/office/drawing/2014/main" id="{9E58994B-4AD4-0646-8652-723F008F3112}"/>
                </a:ext>
              </a:extLst>
            </p:cNvPr>
            <p:cNvSpPr/>
            <p:nvPr/>
          </p:nvSpPr>
          <p:spPr bwMode="auto">
            <a:xfrm>
              <a:off x="4722440" y="2227511"/>
              <a:ext cx="2359496" cy="985465"/>
            </a:xfrm>
            <a:prstGeom prst="wedgeRoundRectCallout">
              <a:avLst>
                <a:gd name="adj1" fmla="val -83798"/>
                <a:gd name="adj2" fmla="val -1141"/>
                <a:gd name="adj3" fmla="val 16667"/>
              </a:avLst>
            </a:prstGeom>
            <a:noFill/>
            <a:ln w="25400" cap="flat" cmpd="sng" algn="ctr">
              <a:solidFill>
                <a:srgbClr val="0000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ndParaRPr>
            </a:p>
          </p:txBody>
        </p:sp>
      </p:grpSp>
    </p:spTree>
    <p:extLst>
      <p:ext uri="{BB962C8B-B14F-4D97-AF65-F5344CB8AC3E}">
        <p14:creationId xmlns:p14="http://schemas.microsoft.com/office/powerpoint/2010/main" val="403313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a:xfrm>
            <a:off x="1069848" y="484632"/>
            <a:ext cx="10837230" cy="1609344"/>
          </a:xfrm>
        </p:spPr>
        <p:txBody>
          <a:bodyPr/>
          <a:lstStyle/>
          <a:p>
            <a:r>
              <a:rPr lang="en-US" dirty="0"/>
              <a:t>Activity Scheduling: Early Finish Time</a:t>
            </a:r>
          </a:p>
        </p:txBody>
      </p:sp>
      <p:sp>
        <p:nvSpPr>
          <p:cNvPr id="3" name="Content Placeholder 2">
            <a:extLst>
              <a:ext uri="{FF2B5EF4-FFF2-40B4-BE49-F238E27FC236}">
                <a16:creationId xmlns:a16="http://schemas.microsoft.com/office/drawing/2014/main" id="{748D3AF1-C7FA-C24A-9BBC-613F9593C019}"/>
              </a:ext>
            </a:extLst>
          </p:cNvPr>
          <p:cNvSpPr>
            <a:spLocks noGrp="1"/>
          </p:cNvSpPr>
          <p:nvPr>
            <p:ph idx="1"/>
          </p:nvPr>
        </p:nvSpPr>
        <p:spPr>
          <a:xfrm>
            <a:off x="1069848" y="2093976"/>
            <a:ext cx="10058400" cy="4050792"/>
          </a:xfrm>
        </p:spPr>
        <p:txBody>
          <a:bodyPr/>
          <a:lstStyle/>
          <a:p>
            <a:r>
              <a:rPr lang="en-US" altLang="zh-TW" dirty="0">
                <a:ea typeface="PMingLiU" pitchFamily="18" charset="-120"/>
              </a:rPr>
              <a:t>Select the activity with the earliest finish time </a:t>
            </a:r>
            <a:r>
              <a:rPr lang="en-US" dirty="0">
                <a:ea typeface="PMingLiU" pitchFamily="18" charset="-120"/>
              </a:rPr>
              <a:t>from the consideration list</a:t>
            </a:r>
            <a:endParaRPr lang="en-US" altLang="zh-TW" dirty="0">
              <a:ea typeface="PMingLiU" pitchFamily="18" charset="-120"/>
            </a:endParaRPr>
          </a:p>
          <a:p>
            <a:r>
              <a:rPr lang="en-US" dirty="0">
                <a:ea typeface="PMingLiU" pitchFamily="18" charset="-120"/>
              </a:rPr>
              <a:t>Eliminate the activity from consideration list</a:t>
            </a:r>
          </a:p>
          <a:p>
            <a:r>
              <a:rPr lang="en-US" dirty="0">
                <a:ea typeface="PMingLiU" pitchFamily="18" charset="-120"/>
              </a:rPr>
              <a:t>Eliminate all non-compatible activities from the consideration list</a:t>
            </a:r>
          </a:p>
          <a:p>
            <a:r>
              <a:rPr lang="en-US" dirty="0">
                <a:ea typeface="PMingLiU" pitchFamily="18" charset="-120"/>
              </a:rPr>
              <a:t>Repeat unless the consideration list is empty</a:t>
            </a:r>
            <a:endParaRPr lang="en-US" dirty="0"/>
          </a:p>
        </p:txBody>
      </p:sp>
    </p:spTree>
    <p:extLst>
      <p:ext uri="{BB962C8B-B14F-4D97-AF65-F5344CB8AC3E}">
        <p14:creationId xmlns:p14="http://schemas.microsoft.com/office/powerpoint/2010/main" val="1524994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p:spTree>
    <p:extLst>
      <p:ext uri="{BB962C8B-B14F-4D97-AF65-F5344CB8AC3E}">
        <p14:creationId xmlns:p14="http://schemas.microsoft.com/office/powerpoint/2010/main" val="1687996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C49A7F3-880C-E642-86AF-70BC65D13424}"/>
                  </a:ext>
                </a:extLst>
              </p:cNvPr>
              <p:cNvSpPr txBox="1"/>
              <p:nvPr/>
            </p:nvSpPr>
            <p:spPr>
              <a:xfrm>
                <a:off x="8994913" y="2484783"/>
                <a:ext cx="2882348" cy="38151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8</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11</m:t>
                          </m:r>
                        </m:sub>
                      </m:sSub>
                      <m:r>
                        <a:rPr lang="en-US" b="0" i="1"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AC49A7F3-880C-E642-86AF-70BC65D13424}"/>
                  </a:ext>
                </a:extLst>
              </p:cNvPr>
              <p:cNvSpPr txBox="1">
                <a:spLocks noRot="1" noChangeAspect="1" noMove="1" noResize="1" noEditPoints="1" noAdjustHandles="1" noChangeArrowheads="1" noChangeShapeType="1" noTextEdit="1"/>
              </p:cNvSpPr>
              <p:nvPr/>
            </p:nvSpPr>
            <p:spPr>
              <a:xfrm>
                <a:off x="8994913" y="2484783"/>
                <a:ext cx="2882348" cy="381515"/>
              </a:xfrm>
              <a:prstGeom prst="rect">
                <a:avLst/>
              </a:prstGeom>
              <a:blipFill>
                <a:blip r:embed="rId4"/>
                <a:stretch>
                  <a:fillRect b="-9677"/>
                </a:stretch>
              </a:blipFill>
            </p:spPr>
            <p:txBody>
              <a:bodyPr/>
              <a:lstStyle/>
              <a:p>
                <a:r>
                  <a:rPr lang="en-US">
                    <a:noFill/>
                  </a:rPr>
                  <a:t> </a:t>
                </a:r>
              </a:p>
            </p:txBody>
          </p:sp>
        </mc:Fallback>
      </mc:AlternateContent>
    </p:spTree>
    <p:extLst>
      <p:ext uri="{BB962C8B-B14F-4D97-AF65-F5344CB8AC3E}">
        <p14:creationId xmlns:p14="http://schemas.microsoft.com/office/powerpoint/2010/main" val="2542315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a:xfrm>
            <a:off x="1069848" y="484632"/>
            <a:ext cx="10837230" cy="1609344"/>
          </a:xfrm>
        </p:spPr>
        <p:txBody>
          <a:bodyPr/>
          <a:lstStyle/>
          <a:p>
            <a:r>
              <a:rPr lang="en-US" dirty="0"/>
              <a:t>Activity Scheduling: Early Finish Time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6610C8B-69C1-A842-AB6F-0C3061573890}"/>
                  </a:ext>
                </a:extLst>
              </p:cNvPr>
              <p:cNvSpPr txBox="1"/>
              <p:nvPr/>
            </p:nvSpPr>
            <p:spPr>
              <a:xfrm>
                <a:off x="1530626" y="2093976"/>
                <a:ext cx="6202017" cy="3194785"/>
              </a:xfrm>
              <a:prstGeom prst="rect">
                <a:avLst/>
              </a:prstGeom>
              <a:solidFill>
                <a:srgbClr val="ECECEC"/>
              </a:solidFill>
            </p:spPr>
            <p:txBody>
              <a:bodyPr wrap="square" rtlCol="0">
                <a:spAutoFit/>
              </a:bodyPr>
              <a:lstStyle/>
              <a:p>
                <a:r>
                  <a:rPr lang="en-US" sz="2000" dirty="0">
                    <a:latin typeface="Times" pitchFamily="2" charset="0"/>
                  </a:rPr>
                  <a:t>Greedy-Activity-Scheduling (</a:t>
                </a:r>
                <a14:m>
                  <m:oMath xmlns:m="http://schemas.openxmlformats.org/officeDocument/2006/math">
                    <m:r>
                      <a:rPr lang="en-US" sz="2000" i="1" dirty="0" smtClean="0">
                        <a:latin typeface="Cambria Math" panose="02040503050406030204" pitchFamily="18" charset="0"/>
                      </a:rPr>
                      <m:t>𝑆</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𝑛</m:t>
                        </m:r>
                      </m:sub>
                    </m:sSub>
                    <m:r>
                      <a:rPr lang="en-US" sz="2000" i="1" dirty="0" smtClean="0">
                        <a:latin typeface="Cambria Math" panose="02040503050406030204" pitchFamily="18" charset="0"/>
                      </a:rPr>
                      <m:t>], </m:t>
                    </m:r>
                    <m:r>
                      <a:rPr lang="en-US" sz="2000" i="1" dirty="0" smtClean="0">
                        <a:latin typeface="Cambria Math" panose="02040503050406030204" pitchFamily="18" charset="0"/>
                      </a:rPr>
                      <m:t>𝐹</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𝑓</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𝑓</m:t>
                        </m:r>
                      </m:e>
                      <m:sub>
                        <m:r>
                          <a:rPr lang="en-US" sz="2000" b="0" i="1" dirty="0" smtClean="0">
                            <a:latin typeface="Cambria Math" panose="02040503050406030204" pitchFamily="18" charset="0"/>
                          </a:rPr>
                          <m:t>𝑛</m:t>
                        </m:r>
                      </m:sub>
                    </m:sSub>
                    <m:r>
                      <a:rPr lang="en-US" sz="2000" i="1" dirty="0">
                        <a:latin typeface="Cambria Math" panose="02040503050406030204" pitchFamily="18" charset="0"/>
                      </a:rPr>
                      <m:t>]</m:t>
                    </m:r>
                  </m:oMath>
                </a14:m>
                <a:r>
                  <a:rPr lang="en-US" sz="2000" dirty="0">
                    <a:latin typeface="Times" pitchFamily="2" charset="0"/>
                  </a:rPr>
                  <a:t>)</a:t>
                </a:r>
              </a:p>
              <a:p>
                <a:endParaRPr lang="en-US" sz="2000" i="1" dirty="0">
                  <a:latin typeface="Times" pitchFamily="2" charset="0"/>
                </a:endParaRPr>
              </a:p>
              <a:p>
                <a:r>
                  <a:rPr lang="en-US" sz="2000" dirty="0">
                    <a:latin typeface="Times" pitchFamily="2" charset="0"/>
                  </a:rPr>
                  <a:t>1     sort arrays </a:t>
                </a:r>
                <a14:m>
                  <m:oMath xmlns:m="http://schemas.openxmlformats.org/officeDocument/2006/math">
                    <m:r>
                      <a:rPr lang="en-US" sz="2000" i="1" dirty="0" smtClean="0">
                        <a:latin typeface="Cambria Math" panose="02040503050406030204" pitchFamily="18" charset="0"/>
                      </a:rPr>
                      <m:t>𝑆</m:t>
                    </m:r>
                    <m:r>
                      <a:rPr lang="en-US" sz="2000" b="0" i="1" dirty="0" smtClean="0">
                        <a:latin typeface="Cambria Math" panose="02040503050406030204" pitchFamily="18" charset="0"/>
                      </a:rPr>
                      <m:t> </m:t>
                    </m:r>
                  </m:oMath>
                </a14:m>
                <a:r>
                  <a:rPr lang="en-US" sz="2000" dirty="0">
                    <a:latin typeface="Times" pitchFamily="2" charset="0"/>
                  </a:rPr>
                  <a:t>and </a:t>
                </a:r>
                <a14:m>
                  <m:oMath xmlns:m="http://schemas.openxmlformats.org/officeDocument/2006/math">
                    <m:r>
                      <a:rPr lang="en-US" sz="2000" i="1" dirty="0" smtClean="0">
                        <a:latin typeface="Cambria Math" panose="02040503050406030204" pitchFamily="18" charset="0"/>
                      </a:rPr>
                      <m:t>𝐹</m:t>
                    </m:r>
                  </m:oMath>
                </a14:m>
                <a:r>
                  <a:rPr lang="en-US" sz="2000" dirty="0">
                    <a:latin typeface="Times" pitchFamily="2" charset="0"/>
                  </a:rPr>
                  <a:t> based on finish times </a:t>
                </a:r>
                <a14:m>
                  <m:oMath xmlns:m="http://schemas.openxmlformats.org/officeDocument/2006/math">
                    <m:r>
                      <a:rPr lang="en-US" sz="2000" i="1" dirty="0">
                        <a:latin typeface="Cambria Math" panose="02040503050406030204" pitchFamily="18" charset="0"/>
                      </a:rPr>
                      <m:t>𝐹</m:t>
                    </m:r>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𝑓</m:t>
                        </m:r>
                      </m:e>
                      <m:sub>
                        <m:r>
                          <a:rPr lang="en-US" sz="2000" i="1" dirty="0">
                            <a:latin typeface="Cambria Math" panose="02040503050406030204" pitchFamily="18" charset="0"/>
                          </a:rPr>
                          <m:t>1</m:t>
                        </m:r>
                      </m:sub>
                    </m:sSub>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𝑓</m:t>
                        </m:r>
                      </m:e>
                      <m:sub>
                        <m:r>
                          <a:rPr lang="en-US" sz="2000" i="1" dirty="0">
                            <a:latin typeface="Cambria Math" panose="02040503050406030204" pitchFamily="18" charset="0"/>
                          </a:rPr>
                          <m:t>𝑛</m:t>
                        </m:r>
                      </m:sub>
                    </m:sSub>
                    <m:r>
                      <a:rPr lang="en-US" sz="2000" i="1" dirty="0">
                        <a:latin typeface="Cambria Math" panose="02040503050406030204" pitchFamily="18" charset="0"/>
                      </a:rPr>
                      <m:t>]</m:t>
                    </m:r>
                  </m:oMath>
                </a14:m>
                <a:endParaRPr lang="en-US" sz="2000" dirty="0">
                  <a:latin typeface="Times" pitchFamily="2" charset="0"/>
                </a:endParaRPr>
              </a:p>
              <a:p>
                <a:r>
                  <a:rPr lang="en-US" sz="2000" b="0" dirty="0">
                    <a:latin typeface="Times" pitchFamily="2" charset="0"/>
                  </a:rPr>
                  <a:t>2</a:t>
                </a:r>
                <a:r>
                  <a:rPr lang="en-US" sz="2000" b="0" dirty="0"/>
                  <a:t>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        1</m:t>
                    </m:r>
                  </m:oMath>
                </a14:m>
                <a:endParaRPr lang="en-US" sz="2000" b="0" dirty="0">
                  <a:latin typeface="Times" pitchFamily="2" charset="0"/>
                </a:endParaRPr>
              </a:p>
              <a:p>
                <a:r>
                  <a:rPr lang="en-US" sz="2000" b="0" dirty="0">
                    <a:latin typeface="Times" pitchFamily="2" charset="0"/>
                  </a:rPr>
                  <a:t>3</a:t>
                </a:r>
                <a:r>
                  <a:rPr lang="en-US" sz="2000" b="0" dirty="0"/>
                  <a:t> </a:t>
                </a:r>
                <a14:m>
                  <m:oMath xmlns:m="http://schemas.openxmlformats.org/officeDocument/2006/math">
                    <m:r>
                      <a:rPr lang="en-US" sz="2000" b="0" i="1" smtClean="0">
                        <a:latin typeface="Cambria Math" panose="02040503050406030204" pitchFamily="18" charset="0"/>
                      </a:rPr>
                      <m:t>     </m:t>
                    </m:r>
                    <m:r>
                      <a:rPr lang="en-US" sz="2000" b="0" i="1" smtClean="0">
                        <a:latin typeface="Cambria Math" panose="02040503050406030204" pitchFamily="18" charset="0"/>
                      </a:rPr>
                      <m:t>𝐴</m:t>
                    </m:r>
                    <m:d>
                      <m:dPr>
                        <m:begChr m:val="["/>
                        <m:endChr m:val="]"/>
                        <m:ctrlPr>
                          <a:rPr lang="en-US" sz="2000" b="0" i="1" smtClean="0">
                            <a:latin typeface="Cambria Math" panose="02040503050406030204" pitchFamily="18" charset="0"/>
                          </a:rPr>
                        </m:ctrlPr>
                      </m:dPr>
                      <m:e>
                        <m:r>
                          <a:rPr lang="en-US" sz="2000" i="1">
                            <a:latin typeface="Cambria Math" panose="02040503050406030204" pitchFamily="18" charset="0"/>
                          </a:rPr>
                          <m:t>𝑖</m:t>
                        </m:r>
                      </m:e>
                    </m:d>
                    <m:r>
                      <a:rPr lang="en-US" sz="2000" i="1">
                        <a:latin typeface="Cambria Math" panose="02040503050406030204" pitchFamily="18" charset="0"/>
                      </a:rPr>
                      <m:t>       </m:t>
                    </m:r>
                    <m:r>
                      <a:rPr lang="en-US" sz="2000" b="0" i="1" smtClean="0">
                        <a:latin typeface="Cambria Math" panose="02040503050406030204" pitchFamily="18" charset="0"/>
                      </a:rPr>
                      <m:t>  </m:t>
                    </m:r>
                    <m:r>
                      <a:rPr lang="en-US" sz="2000" i="1">
                        <a:latin typeface="Cambria Math" panose="02040503050406030204" pitchFamily="18" charset="0"/>
                      </a:rPr>
                      <m:t>1</m:t>
                    </m:r>
                  </m:oMath>
                </a14:m>
                <a:endParaRPr lang="en-US" sz="2000" dirty="0">
                  <a:latin typeface="Times" pitchFamily="2" charset="0"/>
                </a:endParaRPr>
              </a:p>
              <a:p>
                <a:r>
                  <a:rPr lang="en-US" sz="2000" dirty="0">
                    <a:latin typeface="Times" pitchFamily="2" charset="0"/>
                  </a:rPr>
                  <a:t>4     for</a:t>
                </a:r>
                <a:r>
                  <a:rPr lang="en-US" sz="2000" dirty="0"/>
                  <a:t> </a:t>
                </a:r>
                <a14:m>
                  <m:oMath xmlns:m="http://schemas.openxmlformats.org/officeDocument/2006/math">
                    <m:r>
                      <a:rPr lang="en-US" sz="2000" b="0" i="1" smtClean="0">
                        <a:latin typeface="Cambria Math" panose="02040503050406030204" pitchFamily="18" charset="0"/>
                      </a:rPr>
                      <m:t>𝑗</m:t>
                    </m:r>
                    <m:r>
                      <a:rPr lang="en-US" sz="2000" i="1">
                        <a:latin typeface="Cambria Math" panose="02040503050406030204" pitchFamily="18" charset="0"/>
                      </a:rPr>
                      <m:t>       </m:t>
                    </m:r>
                    <m:r>
                      <a:rPr lang="en-US" sz="2000" b="0" i="1" smtClean="0">
                        <a:latin typeface="Cambria Math" panose="02040503050406030204" pitchFamily="18" charset="0"/>
                      </a:rPr>
                      <m:t>  2</m:t>
                    </m:r>
                  </m:oMath>
                </a14:m>
                <a:r>
                  <a:rPr lang="en-US" sz="2000" dirty="0">
                    <a:latin typeface="Times" pitchFamily="2" charset="0"/>
                  </a:rPr>
                  <a:t> to </a:t>
                </a:r>
                <a14:m>
                  <m:oMath xmlns:m="http://schemas.openxmlformats.org/officeDocument/2006/math">
                    <m:r>
                      <a:rPr lang="en-US" sz="2000" b="0" i="1" smtClean="0">
                        <a:latin typeface="Cambria Math" panose="02040503050406030204" pitchFamily="18" charset="0"/>
                      </a:rPr>
                      <m:t>𝑛</m:t>
                    </m:r>
                  </m:oMath>
                </a14:m>
                <a:endParaRPr lang="en-US" sz="2000" dirty="0">
                  <a:latin typeface="Times" pitchFamily="2" charset="0"/>
                </a:endParaRPr>
              </a:p>
              <a:p>
                <a:r>
                  <a:rPr lang="en-US" sz="2000" dirty="0">
                    <a:latin typeface="Times" pitchFamily="2" charset="0"/>
                  </a:rPr>
                  <a:t>5	if </a:t>
                </a:r>
                <a14:m>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m:t>
                    </m:r>
                    <m:r>
                      <a:rPr lang="en-US" sz="2000" b="0" i="1" smtClean="0">
                        <a:latin typeface="Cambria Math" panose="02040503050406030204" pitchFamily="18" charset="0"/>
                      </a:rPr>
                      <m:t>𝐹</m:t>
                    </m:r>
                    <m:r>
                      <a:rPr lang="en-US" sz="2000" b="0" i="1" smtClean="0">
                        <a:latin typeface="Cambria Math" panose="02040503050406030204" pitchFamily="18" charset="0"/>
                      </a:rPr>
                      <m:t>[</m:t>
                    </m:r>
                    <m:r>
                      <a:rPr lang="en-US" sz="2000" b="0" i="1" smtClean="0">
                        <a:latin typeface="Cambria Math" panose="02040503050406030204" pitchFamily="18" charset="0"/>
                      </a:rPr>
                      <m:t>𝐴</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e>
                    </m:d>
                    <m:r>
                      <a:rPr lang="en-US" sz="2000" b="0" i="1" smtClean="0">
                        <a:latin typeface="Cambria Math" panose="02040503050406030204" pitchFamily="18" charset="0"/>
                      </a:rPr>
                      <m:t>]</m:t>
                    </m:r>
                  </m:oMath>
                </a14:m>
                <a:endParaRPr lang="en-US" sz="2000" dirty="0">
                  <a:latin typeface="Times" pitchFamily="2" charset="0"/>
                </a:endParaRPr>
              </a:p>
              <a:p>
                <a:r>
                  <a:rPr lang="en-US" sz="2000" dirty="0">
                    <a:latin typeface="Times" pitchFamily="2" charset="0"/>
                  </a:rPr>
                  <a:t>6		</a:t>
                </a:r>
                <a:r>
                  <a:rPr lang="en-US" sz="2000" dirty="0"/>
                  <a:t>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         </m:t>
                    </m:r>
                    <m:r>
                      <a:rPr lang="en-US" sz="2000" b="0" i="1" smtClean="0">
                        <a:latin typeface="Cambria Math" panose="02040503050406030204" pitchFamily="18" charset="0"/>
                      </a:rPr>
                      <m:t>𝑖</m:t>
                    </m:r>
                    <m:r>
                      <a:rPr lang="en-US" sz="2000" b="0" i="1" smtClean="0">
                        <a:latin typeface="Cambria Math" panose="02040503050406030204" pitchFamily="18" charset="0"/>
                      </a:rPr>
                      <m:t>+1 </m:t>
                    </m:r>
                  </m:oMath>
                </a14:m>
                <a:endParaRPr lang="en-US" sz="2000" b="0" dirty="0"/>
              </a:p>
              <a:p>
                <a:r>
                  <a:rPr lang="en-US" sz="2000" dirty="0">
                    <a:latin typeface="Times" pitchFamily="2" charset="0"/>
                  </a:rPr>
                  <a:t>7		</a:t>
                </a:r>
                <a:r>
                  <a:rPr lang="en-US" sz="2000" dirty="0"/>
                  <a:t> </a:t>
                </a:r>
                <a14:m>
                  <m:oMath xmlns:m="http://schemas.openxmlformats.org/officeDocument/2006/math">
                    <m:r>
                      <a:rPr lang="en-US" sz="2000" i="1">
                        <a:latin typeface="Cambria Math" panose="02040503050406030204" pitchFamily="18" charset="0"/>
                      </a:rPr>
                      <m:t>𝐴</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e>
                    </m:d>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 </m:t>
                        </m:r>
                        <m:r>
                          <a:rPr lang="en-US" sz="2000" b="0" i="1" smtClean="0">
                            <a:latin typeface="Cambria Math" panose="02040503050406030204" pitchFamily="18" charset="0"/>
                          </a:rPr>
                          <m:t>𝑎</m:t>
                        </m:r>
                      </m:e>
                      <m:sub>
                        <m:r>
                          <a:rPr lang="en-US" sz="2000" b="0" i="1" smtClean="0">
                            <a:latin typeface="Cambria Math" panose="02040503050406030204" pitchFamily="18" charset="0"/>
                          </a:rPr>
                          <m:t>𝑗</m:t>
                        </m:r>
                      </m:sub>
                    </m:sSub>
                  </m:oMath>
                </a14:m>
                <a:endParaRPr lang="en-US" sz="2000" dirty="0">
                  <a:latin typeface="Times" pitchFamily="2" charset="0"/>
                </a:endParaRPr>
              </a:p>
              <a:p>
                <a:r>
                  <a:rPr lang="en-US" sz="2000" dirty="0">
                    <a:latin typeface="Times" pitchFamily="2" charset="0"/>
                  </a:rPr>
                  <a:t>8     return </a:t>
                </a:r>
                <a14:m>
                  <m:oMath xmlns:m="http://schemas.openxmlformats.org/officeDocument/2006/math">
                    <m:r>
                      <a:rPr lang="en-US" sz="2000" i="1">
                        <a:latin typeface="Cambria Math" panose="02040503050406030204" pitchFamily="18" charset="0"/>
                      </a:rPr>
                      <m:t>𝐴</m:t>
                    </m:r>
                  </m:oMath>
                </a14:m>
                <a:r>
                  <a:rPr lang="en-US" dirty="0">
                    <a:latin typeface="Times" pitchFamily="2" charset="0"/>
                  </a:rPr>
                  <a:t> </a:t>
                </a:r>
              </a:p>
            </p:txBody>
          </p:sp>
        </mc:Choice>
        <mc:Fallback xmlns="">
          <p:sp>
            <p:nvSpPr>
              <p:cNvPr id="6" name="TextBox 5">
                <a:extLst>
                  <a:ext uri="{FF2B5EF4-FFF2-40B4-BE49-F238E27FC236}">
                    <a16:creationId xmlns:a16="http://schemas.microsoft.com/office/drawing/2014/main" id="{B6610C8B-69C1-A842-AB6F-0C3061573890}"/>
                  </a:ext>
                </a:extLst>
              </p:cNvPr>
              <p:cNvSpPr txBox="1">
                <a:spLocks noRot="1" noChangeAspect="1" noMove="1" noResize="1" noEditPoints="1" noAdjustHandles="1" noChangeArrowheads="1" noChangeShapeType="1" noTextEdit="1"/>
              </p:cNvSpPr>
              <p:nvPr/>
            </p:nvSpPr>
            <p:spPr>
              <a:xfrm>
                <a:off x="1530626" y="2093976"/>
                <a:ext cx="6202017" cy="3194785"/>
              </a:xfrm>
              <a:prstGeom prst="rect">
                <a:avLst/>
              </a:prstGeom>
              <a:blipFill>
                <a:blip r:embed="rId2"/>
                <a:stretch>
                  <a:fillRect l="-1022" t="-1190" b="-2381"/>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A1FF99BD-0529-054C-9E8A-00E59A1FC57C}"/>
              </a:ext>
            </a:extLst>
          </p:cNvPr>
          <p:cNvCxnSpPr>
            <a:cxnSpLocks/>
          </p:cNvCxnSpPr>
          <p:nvPr/>
        </p:nvCxnSpPr>
        <p:spPr>
          <a:xfrm flipH="1">
            <a:off x="2196546" y="3207159"/>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AB928FAE-CD55-1342-A165-B1EFA18F87F7}"/>
              </a:ext>
            </a:extLst>
          </p:cNvPr>
          <p:cNvCxnSpPr>
            <a:cxnSpLocks/>
          </p:cNvCxnSpPr>
          <p:nvPr/>
        </p:nvCxnSpPr>
        <p:spPr>
          <a:xfrm flipH="1">
            <a:off x="2562306" y="3528524"/>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7E966DD4-8B4A-9B4F-898F-4FDD64AA27A5}"/>
              </a:ext>
            </a:extLst>
          </p:cNvPr>
          <p:cNvCxnSpPr>
            <a:cxnSpLocks/>
          </p:cNvCxnSpPr>
          <p:nvPr/>
        </p:nvCxnSpPr>
        <p:spPr>
          <a:xfrm flipH="1">
            <a:off x="2562306" y="3846577"/>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0D94EAB9-5AB9-5B4F-9649-53E0C1058FDD}"/>
              </a:ext>
            </a:extLst>
          </p:cNvPr>
          <p:cNvCxnSpPr>
            <a:cxnSpLocks/>
          </p:cNvCxnSpPr>
          <p:nvPr/>
        </p:nvCxnSpPr>
        <p:spPr>
          <a:xfrm flipH="1">
            <a:off x="3660911" y="4432985"/>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979CB178-FF12-084E-BA2C-CC7E2F7481A3}"/>
              </a:ext>
            </a:extLst>
          </p:cNvPr>
          <p:cNvCxnSpPr>
            <a:cxnSpLocks/>
          </p:cNvCxnSpPr>
          <p:nvPr/>
        </p:nvCxnSpPr>
        <p:spPr>
          <a:xfrm flipH="1">
            <a:off x="3959085" y="4751037"/>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0933F01-2E4D-7742-8482-D7C84E99A2D8}"/>
                  </a:ext>
                </a:extLst>
              </p:cNvPr>
              <p:cNvSpPr txBox="1"/>
              <p:nvPr/>
            </p:nvSpPr>
            <p:spPr>
              <a:xfrm>
                <a:off x="1490870" y="5585791"/>
                <a:ext cx="6202017" cy="369332"/>
              </a:xfrm>
              <a:prstGeom prst="rect">
                <a:avLst/>
              </a:prstGeom>
              <a:noFill/>
            </p:spPr>
            <p:txBody>
              <a:bodyPr wrap="square" rtlCol="0">
                <a:spAutoFit/>
              </a:bodyPr>
              <a:lstStyle/>
              <a:p>
                <a:r>
                  <a:rPr lang="en-US" dirty="0">
                    <a:latin typeface="Times" pitchFamily="2" charset="0"/>
                  </a:rPr>
                  <a:t>Running time is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err="1" smtClean="0">
                        <a:latin typeface="Cambria Math" panose="02040503050406030204" pitchFamily="18" charset="0"/>
                      </a:rPr>
                      <m:t>𝑛𝑙𝑜𝑔𝑛</m:t>
                    </m:r>
                    <m:r>
                      <a:rPr lang="en-US" i="1" dirty="0" smtClean="0">
                        <a:latin typeface="Cambria Math" panose="02040503050406030204" pitchFamily="18" charset="0"/>
                      </a:rPr>
                      <m:t>)</m:t>
                    </m:r>
                  </m:oMath>
                </a14:m>
                <a:r>
                  <a:rPr lang="en-US" dirty="0"/>
                  <a:t> </a:t>
                </a:r>
                <a:r>
                  <a:rPr lang="en-US" dirty="0">
                    <a:sym typeface="Wingdings" pitchFamily="2" charset="2"/>
                  </a:rPr>
                  <a:t> </a:t>
                </a:r>
                <a:r>
                  <a:rPr lang="en-US" i="0" dirty="0">
                    <a:latin typeface="Times" pitchFamily="2" charset="0"/>
                    <a:sym typeface="Wingdings" pitchFamily="2" charset="2"/>
                  </a:rPr>
                  <a:t>from sorting operation</a:t>
                </a:r>
                <a:endParaRPr lang="en-US" dirty="0">
                  <a:latin typeface="Times" pitchFamily="2" charset="0"/>
                </a:endParaRPr>
              </a:p>
            </p:txBody>
          </p:sp>
        </mc:Choice>
        <mc:Fallback xmlns="">
          <p:sp>
            <p:nvSpPr>
              <p:cNvPr id="15" name="TextBox 14">
                <a:extLst>
                  <a:ext uri="{FF2B5EF4-FFF2-40B4-BE49-F238E27FC236}">
                    <a16:creationId xmlns:a16="http://schemas.microsoft.com/office/drawing/2014/main" id="{70933F01-2E4D-7742-8482-D7C84E99A2D8}"/>
                  </a:ext>
                </a:extLst>
              </p:cNvPr>
              <p:cNvSpPr txBox="1">
                <a:spLocks noRot="1" noChangeAspect="1" noMove="1" noResize="1" noEditPoints="1" noAdjustHandles="1" noChangeArrowheads="1" noChangeShapeType="1" noTextEdit="1"/>
              </p:cNvSpPr>
              <p:nvPr/>
            </p:nvSpPr>
            <p:spPr>
              <a:xfrm>
                <a:off x="1490870" y="5585791"/>
                <a:ext cx="6202017" cy="369332"/>
              </a:xfrm>
              <a:prstGeom prst="rect">
                <a:avLst/>
              </a:prstGeom>
              <a:blipFill>
                <a:blip r:embed="rId3"/>
                <a:stretch>
                  <a:fillRect l="-818" t="-6667" b="-26667"/>
                </a:stretch>
              </a:blipFill>
            </p:spPr>
            <p:txBody>
              <a:bodyPr/>
              <a:lstStyle/>
              <a:p>
                <a:r>
                  <a:rPr lang="en-US">
                    <a:noFill/>
                  </a:rPr>
                  <a:t> </a:t>
                </a:r>
              </a:p>
            </p:txBody>
          </p:sp>
        </mc:Fallback>
      </mc:AlternateContent>
    </p:spTree>
    <p:extLst>
      <p:ext uri="{BB962C8B-B14F-4D97-AF65-F5344CB8AC3E}">
        <p14:creationId xmlns:p14="http://schemas.microsoft.com/office/powerpoint/2010/main" val="457951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Finish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2121408"/>
                <a:ext cx="10360152" cy="4527870"/>
              </a:xfrm>
            </p:spPr>
            <p:txBody>
              <a:bodyPr>
                <a:normAutofit/>
              </a:bodyPr>
              <a:lstStyle/>
              <a:p>
                <a:pPr marL="0" indent="0">
                  <a:buNone/>
                </a:pPr>
                <a:r>
                  <a:rPr lang="en-US" b="1" dirty="0">
                    <a:latin typeface="Times New Roman Bold Italic"/>
                  </a:rPr>
                  <a:t>Theorem 1. The job with the earliest finish time is in an optimal solution. </a:t>
                </a:r>
              </a:p>
              <a:p>
                <a:pPr marL="0" indent="0">
                  <a:buNone/>
                </a:pPr>
                <a:endParaRPr lang="en-US" sz="800" b="1" dirty="0">
                  <a:latin typeface="Times New Roman Bold Italic"/>
                </a:endParaRPr>
              </a:p>
              <a:p>
                <a:r>
                  <a:rPr lang="en-US" sz="2400" dirty="0">
                    <a:latin typeface="Angsana New" panose="02020603050405020304" pitchFamily="18" charset="-34"/>
                    <a:cs typeface="Angsana New" panose="02020603050405020304" pitchFamily="18" charset="-34"/>
                  </a:rPr>
                  <a:t>We will prove this by contradiction! </a:t>
                </a:r>
              </a:p>
              <a:p>
                <a:r>
                  <a:rPr lang="en-US" sz="2400" dirty="0">
                    <a:latin typeface="Angsana New" panose="02020603050405020304" pitchFamily="18" charset="-34"/>
                    <a:cs typeface="Angsana New" panose="02020603050405020304" pitchFamily="18" charset="-34"/>
                  </a:rPr>
                  <a:t>Suppose that the job (say job id </a:t>
                </a:r>
                <a14:m>
                  <m:oMath xmlns:m="http://schemas.openxmlformats.org/officeDocument/2006/math">
                    <m:r>
                      <a:rPr lang="en-US" sz="1800" i="1" dirty="0" smtClean="0">
                        <a:latin typeface="Cambria Math" panose="02040503050406030204" pitchFamily="18" charset="0"/>
                      </a:rPr>
                      <m:t>𝑖</m:t>
                    </m:r>
                  </m:oMath>
                </a14:m>
                <a:r>
                  <a:rPr lang="en-US" sz="2400" dirty="0">
                    <a:latin typeface="Angsana New" panose="02020603050405020304" pitchFamily="18" charset="-34"/>
                    <a:cs typeface="Angsana New" panose="02020603050405020304" pitchFamily="18" charset="-34"/>
                  </a:rPr>
                  <a:t>) with the earliest finish time is not in any of the optimal solutions (there can be multiple optimal solutions) </a:t>
                </a:r>
              </a:p>
              <a:p>
                <a:r>
                  <a:rPr lang="en-US" sz="2400" dirty="0">
                    <a:latin typeface="Angsana New" panose="02020603050405020304" pitchFamily="18" charset="-34"/>
                    <a:cs typeface="Angsana New" panose="02020603050405020304" pitchFamily="18" charset="-34"/>
                  </a:rPr>
                  <a:t>Consider arbitrarily any one of these optimal solution sets (say </a:t>
                </a:r>
                <a14:m>
                  <m:oMath xmlns:m="http://schemas.openxmlformats.org/officeDocument/2006/math">
                    <m:r>
                      <a:rPr lang="en-US" sz="1800" i="1" dirty="0" smtClean="0">
                        <a:latin typeface="Cambria Math" panose="02040503050406030204" pitchFamily="18" charset="0"/>
                      </a:rPr>
                      <m:t>𝑃</m:t>
                    </m:r>
                  </m:oMath>
                </a14:m>
                <a:r>
                  <a:rPr lang="en-US" sz="2400" dirty="0">
                    <a:latin typeface="Angsana New" panose="02020603050405020304" pitchFamily="18" charset="-34"/>
                    <a:cs typeface="Angsana New" panose="02020603050405020304" pitchFamily="18" charset="-34"/>
                  </a:rPr>
                  <a:t>) </a:t>
                </a:r>
              </a:p>
              <a:p>
                <a:r>
                  <a:rPr lang="en-US" sz="2400" dirty="0">
                    <a:latin typeface="Angsana New" panose="02020603050405020304" pitchFamily="18" charset="-34"/>
                    <a:cs typeface="Angsana New" panose="02020603050405020304" pitchFamily="18" charset="-34"/>
                  </a:rPr>
                  <a:t>Select the job that has the earliest finish (or start time) time in this solution set </a:t>
                </a:r>
                <a14:m>
                  <m:oMath xmlns:m="http://schemas.openxmlformats.org/officeDocument/2006/math">
                    <m:r>
                      <a:rPr lang="en-US" sz="1800" i="1" dirty="0">
                        <a:latin typeface="Cambria Math" panose="02040503050406030204" pitchFamily="18" charset="0"/>
                      </a:rPr>
                      <m:t>𝑃</m:t>
                    </m:r>
                  </m:oMath>
                </a14:m>
                <a:r>
                  <a:rPr lang="en-US" sz="2400" dirty="0">
                    <a:latin typeface="Angsana New" panose="02020603050405020304" pitchFamily="18" charset="-34"/>
                    <a:cs typeface="Angsana New" panose="02020603050405020304" pitchFamily="18" charset="-34"/>
                  </a:rPr>
                  <a:t>. Let, the job id of this selected job be </a:t>
                </a:r>
                <a14:m>
                  <m:oMath xmlns:m="http://schemas.openxmlformats.org/officeDocument/2006/math">
                    <m:r>
                      <a:rPr lang="en-US" sz="1800" b="0" i="1" dirty="0" smtClean="0">
                        <a:latin typeface="Cambria Math" panose="02040503050406030204" pitchFamily="18" charset="0"/>
                      </a:rPr>
                      <m:t>𝑗</m:t>
                    </m:r>
                  </m:oMath>
                </a14:m>
                <a:r>
                  <a:rPr lang="en-US" sz="2400" dirty="0">
                    <a:latin typeface="Angsana New" panose="02020603050405020304" pitchFamily="18" charset="-34"/>
                    <a:cs typeface="Angsana New" panose="02020603050405020304" pitchFamily="18" charset="-34"/>
                  </a:rPr>
                  <a:t>.</a:t>
                </a:r>
              </a:p>
              <a:p>
                <a:r>
                  <a:rPr lang="en-US" sz="2400" dirty="0">
                    <a:latin typeface="Angsana New" panose="02020603050405020304" pitchFamily="18" charset="-34"/>
                    <a:cs typeface="Angsana New" panose="02020603050405020304" pitchFamily="18" charset="-34"/>
                  </a:rPr>
                  <a:t>Surely, </a:t>
                </a:r>
                <a14:m>
                  <m:oMath xmlns:m="http://schemas.openxmlformats.org/officeDocument/2006/math">
                    <m:r>
                      <a:rPr lang="en-US" sz="1800" i="1" dirty="0" smtClean="0">
                        <a:latin typeface="Cambria Math" panose="02040503050406030204" pitchFamily="18" charset="0"/>
                      </a:rPr>
                      <m:t>𝐹</m:t>
                    </m:r>
                    <m:r>
                      <a:rPr lang="en-US" sz="1800" i="1" dirty="0" smtClean="0">
                        <a:latin typeface="Cambria Math" panose="02040503050406030204" pitchFamily="18" charset="0"/>
                      </a:rPr>
                      <m:t>[</m:t>
                    </m:r>
                    <m:r>
                      <a:rPr lang="en-US" sz="1800" i="1" dirty="0" smtClean="0">
                        <a:latin typeface="Cambria Math" panose="02040503050406030204" pitchFamily="18" charset="0"/>
                      </a:rPr>
                      <m:t>𝑗</m:t>
                    </m:r>
                    <m:r>
                      <a:rPr lang="en-US" sz="1800" i="1" dirty="0" smtClean="0">
                        <a:latin typeface="Cambria Math" panose="02040503050406030204" pitchFamily="18" charset="0"/>
                      </a:rPr>
                      <m:t>] ≥ </m:t>
                    </m:r>
                    <m:r>
                      <a:rPr lang="en-US" sz="1800" i="1" dirty="0" smtClean="0">
                        <a:latin typeface="Cambria Math" panose="02040503050406030204" pitchFamily="18" charset="0"/>
                      </a:rPr>
                      <m:t>𝐹</m:t>
                    </m:r>
                    <m:r>
                      <a:rPr lang="en-US" sz="1800" i="1" dirty="0" smtClean="0">
                        <a:latin typeface="Cambria Math" panose="02040503050406030204" pitchFamily="18" charset="0"/>
                      </a:rPr>
                      <m:t>[</m:t>
                    </m:r>
                    <m:r>
                      <a:rPr lang="en-US" sz="1800" i="1" dirty="0" err="1" smtClean="0">
                        <a:latin typeface="Cambria Math" panose="02040503050406030204" pitchFamily="18" charset="0"/>
                      </a:rPr>
                      <m:t>𝑖</m:t>
                    </m:r>
                    <m:r>
                      <a:rPr lang="en-US" sz="1800" i="1" dirty="0" smtClean="0">
                        <a:latin typeface="Cambria Math" panose="02040503050406030204" pitchFamily="18" charset="0"/>
                      </a:rPr>
                      <m:t>]</m:t>
                    </m:r>
                  </m:oMath>
                </a14:m>
                <a:r>
                  <a:rPr lang="en-US" sz="1800" dirty="0">
                    <a:latin typeface="Angsana New" panose="02020603050405020304" pitchFamily="18" charset="-34"/>
                    <a:cs typeface="Angsana New" panose="02020603050405020304" pitchFamily="18" charset="-34"/>
                  </a:rPr>
                  <a:t> </a:t>
                </a:r>
                <a:r>
                  <a:rPr lang="en-US" sz="2400" dirty="0">
                    <a:latin typeface="Angsana New" panose="02020603050405020304" pitchFamily="18" charset="-34"/>
                    <a:cs typeface="Angsana New" panose="02020603050405020304" pitchFamily="18" charset="-34"/>
                  </a:rPr>
                  <a:t>because job </a:t>
                </a:r>
                <a14:m>
                  <m:oMath xmlns:m="http://schemas.openxmlformats.org/officeDocument/2006/math">
                    <m:r>
                      <a:rPr lang="en-US" sz="1800" b="0" i="1" dirty="0" smtClean="0">
                        <a:latin typeface="Cambria Math" panose="02040503050406030204" pitchFamily="18" charset="0"/>
                      </a:rPr>
                      <m:t>𝑖</m:t>
                    </m:r>
                  </m:oMath>
                </a14:m>
                <a:r>
                  <a:rPr lang="en-US" sz="2400" dirty="0">
                    <a:latin typeface="Angsana New" panose="02020603050405020304" pitchFamily="18" charset="-34"/>
                    <a:cs typeface="Angsana New" panose="02020603050405020304" pitchFamily="18" charset="-34"/>
                  </a:rPr>
                  <a:t> has the earliest finish time among all jobs initially</a:t>
                </a:r>
              </a:p>
              <a:p>
                <a:r>
                  <a:rPr lang="en-US" sz="2400" dirty="0">
                    <a:latin typeface="Angsana New" panose="02020603050405020304" pitchFamily="18" charset="-34"/>
                    <a:cs typeface="Angsana New" panose="02020603050405020304" pitchFamily="18" charset="-34"/>
                  </a:rPr>
                  <a:t>Observer that, we can replace job </a:t>
                </a:r>
                <a14:m>
                  <m:oMath xmlns:m="http://schemas.openxmlformats.org/officeDocument/2006/math">
                    <m:r>
                      <a:rPr lang="en-US" sz="1800" i="1" dirty="0">
                        <a:latin typeface="Cambria Math" panose="02040503050406030204" pitchFamily="18" charset="0"/>
                      </a:rPr>
                      <m:t>𝑗</m:t>
                    </m:r>
                  </m:oMath>
                </a14:m>
                <a:r>
                  <a:rPr lang="en-US" sz="2400" dirty="0">
                    <a:latin typeface="Angsana New" panose="02020603050405020304" pitchFamily="18" charset="-34"/>
                    <a:cs typeface="Angsana New" panose="02020603050405020304" pitchFamily="18" charset="-34"/>
                  </a:rPr>
                  <a:t> with job </a:t>
                </a:r>
                <a14:m>
                  <m:oMath xmlns:m="http://schemas.openxmlformats.org/officeDocument/2006/math">
                    <m:r>
                      <a:rPr lang="en-US" sz="1800" b="0" i="1" dirty="0" smtClean="0">
                        <a:latin typeface="Cambria Math" panose="02040503050406030204" pitchFamily="18" charset="0"/>
                      </a:rPr>
                      <m:t>𝑖</m:t>
                    </m:r>
                    <m:r>
                      <a:rPr lang="en-US" sz="2400" i="1" dirty="0">
                        <a:latin typeface="Cambria Math" panose="02040503050406030204" pitchFamily="18" charset="0"/>
                      </a:rPr>
                      <m:t> </m:t>
                    </m:r>
                  </m:oMath>
                </a14:m>
                <a:r>
                  <a:rPr lang="en-US" sz="2400" dirty="0">
                    <a:latin typeface="Angsana New" panose="02020603050405020304" pitchFamily="18" charset="-34"/>
                    <a:cs typeface="Angsana New" panose="02020603050405020304" pitchFamily="18" charset="-34"/>
                  </a:rPr>
                  <a:t>without creating any conflict with the other jobs in set </a:t>
                </a:r>
                <a14:m>
                  <m:oMath xmlns:m="http://schemas.openxmlformats.org/officeDocument/2006/math">
                    <m:r>
                      <a:rPr lang="en-US" sz="1800" b="0" i="1" dirty="0" smtClean="0">
                        <a:latin typeface="Cambria Math" panose="02040503050406030204" pitchFamily="18" charset="0"/>
                      </a:rPr>
                      <m:t>𝑃</m:t>
                    </m:r>
                  </m:oMath>
                </a14:m>
                <a:r>
                  <a:rPr lang="en-US" sz="2400" dirty="0">
                    <a:latin typeface="Angsana New" panose="02020603050405020304" pitchFamily="18" charset="-34"/>
                    <a:cs typeface="Angsana New" panose="02020603050405020304" pitchFamily="18" charset="-34"/>
                  </a:rPr>
                  <a:t> and still </a:t>
                </a:r>
                <a14:m>
                  <m:oMath xmlns:m="http://schemas.openxmlformats.org/officeDocument/2006/math">
                    <m:r>
                      <a:rPr lang="en-US" sz="1800" b="0" i="1" dirty="0" smtClean="0">
                        <a:latin typeface="Cambria Math" panose="02040503050406030204" pitchFamily="18" charset="0"/>
                      </a:rPr>
                      <m:t>𝑃</m:t>
                    </m:r>
                    <m:r>
                      <a:rPr lang="en-US" sz="2400" i="1" dirty="0">
                        <a:latin typeface="Cambria Math" panose="02040503050406030204" pitchFamily="18" charset="0"/>
                      </a:rPr>
                      <m:t> </m:t>
                    </m:r>
                  </m:oMath>
                </a14:m>
                <a:r>
                  <a:rPr lang="en-US" sz="2400" dirty="0">
                    <a:latin typeface="Angsana New" panose="02020603050405020304" pitchFamily="18" charset="-34"/>
                    <a:cs typeface="Angsana New" panose="02020603050405020304" pitchFamily="18" charset="-34"/>
                  </a:rPr>
                  <a:t>remains to be optimal [same size] </a:t>
                </a:r>
                <a:r>
                  <a:rPr lang="en-US" sz="1600" dirty="0">
                    <a:latin typeface="Angsana New" panose="02020603050405020304" pitchFamily="18" charset="-34"/>
                    <a:cs typeface="Angsana New" panose="02020603050405020304" pitchFamily="18" charset="-34"/>
                    <a:sym typeface="Wingdings" pitchFamily="2" charset="2"/>
                  </a:rPr>
                  <a:t></a:t>
                </a:r>
                <a:r>
                  <a:rPr lang="en-US" sz="2400" dirty="0">
                    <a:latin typeface="Angsana New" panose="02020603050405020304" pitchFamily="18" charset="-34"/>
                    <a:cs typeface="Angsana New" panose="02020603050405020304" pitchFamily="18" charset="-34"/>
                    <a:sym typeface="Wingdings" pitchFamily="2" charset="2"/>
                  </a:rPr>
                  <a:t> </a:t>
                </a:r>
                <a:r>
                  <a:rPr lang="en-US" sz="2400" dirty="0">
                    <a:latin typeface="Angsana New" panose="02020603050405020304" pitchFamily="18" charset="-34"/>
                    <a:cs typeface="Angsana New" panose="02020603050405020304" pitchFamily="18" charset="-34"/>
                  </a:rPr>
                  <a:t>A contraction to our assumption that job </a:t>
                </a:r>
                <a14:m>
                  <m:oMath xmlns:m="http://schemas.openxmlformats.org/officeDocument/2006/math">
                    <m:r>
                      <a:rPr lang="en-US" sz="1800" i="1" dirty="0">
                        <a:latin typeface="Cambria Math" panose="02040503050406030204" pitchFamily="18" charset="0"/>
                      </a:rPr>
                      <m:t>𝑖</m:t>
                    </m:r>
                  </m:oMath>
                </a14:m>
                <a:r>
                  <a:rPr lang="en-US" sz="2400" dirty="0">
                    <a:latin typeface="Angsana New" panose="02020603050405020304" pitchFamily="18" charset="-34"/>
                    <a:cs typeface="Angsana New" panose="02020603050405020304" pitchFamily="18" charset="-34"/>
                  </a:rPr>
                  <a:t> is not in any optimal solutions!  </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Choice>
        <mc:Fallback xmlns="">
          <p:sp>
            <p:nvSpPr>
              <p:cNvPr id="3" name="Content Placeholder 2">
                <a:extLst>
                  <a:ext uri="{FF2B5EF4-FFF2-40B4-BE49-F238E27FC236}">
                    <a16:creationId xmlns:a16="http://schemas.microsoft.com/office/drawing/2014/main" id="{1F507BE6-6C66-494C-AAF4-FCF714F3AD4E}"/>
                  </a:ext>
                </a:extLst>
              </p:cNvPr>
              <p:cNvSpPr>
                <a:spLocks noGrp="1" noRot="1" noChangeAspect="1" noMove="1" noResize="1" noEditPoints="1" noAdjustHandles="1" noChangeArrowheads="1" noChangeShapeType="1" noTextEdit="1"/>
              </p:cNvSpPr>
              <p:nvPr>
                <p:ph idx="1"/>
              </p:nvPr>
            </p:nvSpPr>
            <p:spPr>
              <a:xfrm>
                <a:off x="1069848" y="2121408"/>
                <a:ext cx="10360152" cy="4527870"/>
              </a:xfrm>
              <a:blipFill>
                <a:blip r:embed="rId2"/>
                <a:stretch>
                  <a:fillRect l="-612" t="-1401"/>
                </a:stretch>
              </a:blipFill>
            </p:spPr>
            <p:txBody>
              <a:bodyPr/>
              <a:lstStyle/>
              <a:p>
                <a:r>
                  <a:rPr lang="en-US">
                    <a:noFill/>
                  </a:rPr>
                  <a:t> </a:t>
                </a:r>
              </a:p>
            </p:txBody>
          </p:sp>
        </mc:Fallback>
      </mc:AlternateContent>
    </p:spTree>
    <p:extLst>
      <p:ext uri="{BB962C8B-B14F-4D97-AF65-F5344CB8AC3E}">
        <p14:creationId xmlns:p14="http://schemas.microsoft.com/office/powerpoint/2010/main" val="3688004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Finish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2121408"/>
            <a:ext cx="10360152" cy="4527870"/>
          </a:xfrm>
        </p:spPr>
        <p:txBody>
          <a:bodyPr>
            <a:normAutofit/>
          </a:bodyPr>
          <a:lstStyle/>
          <a:p>
            <a:pPr marL="0" indent="0">
              <a:buNone/>
            </a:pPr>
            <a:r>
              <a:rPr lang="en-US" b="1" dirty="0">
                <a:latin typeface="Times New Roman Bold Italic"/>
              </a:rPr>
              <a:t>Prove that </a:t>
            </a:r>
            <a:r>
              <a:rPr lang="en-US" i="1" dirty="0">
                <a:latin typeface="Times" pitchFamily="2" charset="0"/>
              </a:rPr>
              <a:t>Greedy-Activity-Scheduling</a:t>
            </a:r>
            <a:r>
              <a:rPr lang="en-US" b="1" dirty="0">
                <a:latin typeface="Times New Roman Bold Italic"/>
              </a:rPr>
              <a:t> generate an optimal solution. </a:t>
            </a:r>
          </a:p>
          <a:p>
            <a:pPr marL="0" indent="0">
              <a:buNone/>
            </a:pPr>
            <a:endParaRPr lang="en-US" sz="800" b="1" dirty="0">
              <a:latin typeface="Times New Roman Bold Italic"/>
            </a:endParaRPr>
          </a:p>
          <a:p>
            <a:r>
              <a:rPr lang="en-US" sz="2400" dirty="0">
                <a:latin typeface="Angsana New" panose="02020603050405020304" pitchFamily="18" charset="-34"/>
                <a:cs typeface="Angsana New" panose="02020603050405020304" pitchFamily="18" charset="-34"/>
              </a:rPr>
              <a:t>According </a:t>
            </a:r>
            <a:r>
              <a:rPr lang="en-US" sz="2400" b="1" dirty="0">
                <a:latin typeface="Angsana New" panose="02020603050405020304" pitchFamily="18" charset="-34"/>
                <a:cs typeface="Angsana New" panose="02020603050405020304" pitchFamily="18" charset="-34"/>
              </a:rPr>
              <a:t>theorem 1</a:t>
            </a:r>
            <a:r>
              <a:rPr lang="en-US" sz="2400" dirty="0">
                <a:latin typeface="Angsana New" panose="02020603050405020304" pitchFamily="18" charset="-34"/>
                <a:cs typeface="Angsana New" panose="02020603050405020304" pitchFamily="18" charset="-34"/>
              </a:rPr>
              <a:t>, we select the first job since it is in optimal solution. </a:t>
            </a:r>
          </a:p>
          <a:p>
            <a:r>
              <a:rPr lang="en-US" sz="2400" dirty="0">
                <a:latin typeface="Angsana New" panose="02020603050405020304" pitchFamily="18" charset="-34"/>
                <a:cs typeface="Angsana New" panose="02020603050405020304" pitchFamily="18" charset="-34"/>
              </a:rPr>
              <a:t>Then, we remove all conflicting jobs from the job set. </a:t>
            </a:r>
          </a:p>
          <a:p>
            <a:r>
              <a:rPr lang="en-US" sz="2400" dirty="0">
                <a:latin typeface="Angsana New" panose="02020603050405020304" pitchFamily="18" charset="-34"/>
                <a:cs typeface="Angsana New" panose="02020603050405020304" pitchFamily="18" charset="-34"/>
              </a:rPr>
              <a:t>The original problem is then transformed to a similar problem of smaller size. </a:t>
            </a:r>
          </a:p>
          <a:p>
            <a:r>
              <a:rPr lang="en-US" sz="2400" dirty="0">
                <a:latin typeface="Angsana New" panose="02020603050405020304" pitchFamily="18" charset="-34"/>
                <a:cs typeface="Angsana New" panose="02020603050405020304" pitchFamily="18" charset="-34"/>
              </a:rPr>
              <a:t>So, we continue selecting jobs following </a:t>
            </a:r>
            <a:r>
              <a:rPr lang="en-US" sz="2400" b="1" dirty="0">
                <a:latin typeface="Angsana New" panose="02020603050405020304" pitchFamily="18" charset="-34"/>
                <a:cs typeface="Angsana New" panose="02020603050405020304" pitchFamily="18" charset="-34"/>
              </a:rPr>
              <a:t>theorem 1</a:t>
            </a:r>
            <a:r>
              <a:rPr lang="en-US" sz="2400" dirty="0">
                <a:latin typeface="Angsana New" panose="02020603050405020304" pitchFamily="18" charset="-34"/>
                <a:cs typeface="Angsana New" panose="02020603050405020304" pitchFamily="18" charset="-34"/>
              </a:rPr>
              <a:t> and we always remain optimal. </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Tree>
    <p:extLst>
      <p:ext uri="{BB962C8B-B14F-4D97-AF65-F5344CB8AC3E}">
        <p14:creationId xmlns:p14="http://schemas.microsoft.com/office/powerpoint/2010/main" val="477241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F93DE-32C3-8440-81CD-1AB259FFEF43}"/>
              </a:ext>
            </a:extLst>
          </p:cNvPr>
          <p:cNvSpPr>
            <a:spLocks noGrp="1"/>
          </p:cNvSpPr>
          <p:nvPr>
            <p:ph type="title"/>
          </p:nvPr>
        </p:nvSpPr>
        <p:spPr/>
        <p:txBody>
          <a:bodyPr/>
          <a:lstStyle/>
          <a:p>
            <a:r>
              <a:rPr lang="en-US" dirty="0"/>
              <a:t>The famous </a:t>
            </a:r>
            <a:r>
              <a:rPr lang="en-US" dirty="0">
                <a:solidFill>
                  <a:srgbClr val="FF0000"/>
                </a:solidFill>
              </a:rPr>
              <a:t>knapsack</a:t>
            </a:r>
            <a:r>
              <a:rPr lang="en-US" dirty="0"/>
              <a:t> </a:t>
            </a:r>
            <a:r>
              <a:rPr lang="en-US" dirty="0">
                <a:solidFill>
                  <a:srgbClr val="FF0000"/>
                </a:solidFill>
              </a:rPr>
              <a:t>problem</a:t>
            </a:r>
          </a:p>
        </p:txBody>
      </p:sp>
      <p:sp>
        <p:nvSpPr>
          <p:cNvPr id="3" name="Content Placeholder 2">
            <a:extLst>
              <a:ext uri="{FF2B5EF4-FFF2-40B4-BE49-F238E27FC236}">
                <a16:creationId xmlns:a16="http://schemas.microsoft.com/office/drawing/2014/main" id="{E7C676F9-08F7-3D49-93DF-2EF9B6A9945A}"/>
              </a:ext>
            </a:extLst>
          </p:cNvPr>
          <p:cNvSpPr>
            <a:spLocks noGrp="1"/>
          </p:cNvSpPr>
          <p:nvPr>
            <p:ph idx="1"/>
          </p:nvPr>
        </p:nvSpPr>
        <p:spPr/>
        <p:txBody>
          <a:bodyPr>
            <a:normAutofit/>
          </a:bodyPr>
          <a:lstStyle/>
          <a:p>
            <a:pPr marL="0" indent="0">
              <a:lnSpc>
                <a:spcPct val="150000"/>
              </a:lnSpc>
              <a:buNone/>
            </a:pPr>
            <a:r>
              <a:rPr lang="en-US" dirty="0">
                <a:latin typeface="Times" pitchFamily="2" charset="0"/>
              </a:rPr>
              <a:t>A thief breaks into a museum.  Fabulous paintings, sculptures, and jewels are everywhere.  The thief has a good eye for the value of these objects and knows that each will fetch hundreds or thousands of dollars on the clandestine art collector’s market.  But the thief has only brought a single knapsack to the scene of the robbery and can take away only what he can carry.  What items should the thief take to maximize the haul?</a:t>
            </a:r>
          </a:p>
        </p:txBody>
      </p:sp>
      <p:grpSp>
        <p:nvGrpSpPr>
          <p:cNvPr id="4" name="Group 4">
            <a:extLst>
              <a:ext uri="{FF2B5EF4-FFF2-40B4-BE49-F238E27FC236}">
                <a16:creationId xmlns:a16="http://schemas.microsoft.com/office/drawing/2014/main" id="{FAC411EF-ADDA-0E48-BC1B-517F9C8F4318}"/>
              </a:ext>
            </a:extLst>
          </p:cNvPr>
          <p:cNvGrpSpPr>
            <a:grpSpLocks/>
          </p:cNvGrpSpPr>
          <p:nvPr/>
        </p:nvGrpSpPr>
        <p:grpSpPr bwMode="auto">
          <a:xfrm flipH="1">
            <a:off x="6830781" y="4594623"/>
            <a:ext cx="2551545" cy="2022575"/>
            <a:chOff x="3577" y="2675"/>
            <a:chExt cx="1768" cy="1359"/>
          </a:xfrm>
        </p:grpSpPr>
        <p:sp>
          <p:nvSpPr>
            <p:cNvPr id="5" name="Freeform 5">
              <a:extLst>
                <a:ext uri="{FF2B5EF4-FFF2-40B4-BE49-F238E27FC236}">
                  <a16:creationId xmlns:a16="http://schemas.microsoft.com/office/drawing/2014/main" id="{B2B86E29-7452-6E42-8DFB-ED67A9555AEA}"/>
                </a:ext>
              </a:extLst>
            </p:cNvPr>
            <p:cNvSpPr>
              <a:spLocks/>
            </p:cNvSpPr>
            <p:nvPr/>
          </p:nvSpPr>
          <p:spPr bwMode="auto">
            <a:xfrm>
              <a:off x="4917" y="3621"/>
              <a:ext cx="428" cy="348"/>
            </a:xfrm>
            <a:custGeom>
              <a:avLst/>
              <a:gdLst>
                <a:gd name="T0" fmla="*/ 0 w 857"/>
                <a:gd name="T1" fmla="*/ 67 h 695"/>
                <a:gd name="T2" fmla="*/ 40 w 857"/>
                <a:gd name="T3" fmla="*/ 152 h 695"/>
                <a:gd name="T4" fmla="*/ 77 w 857"/>
                <a:gd name="T5" fmla="*/ 221 h 695"/>
                <a:gd name="T6" fmla="*/ 113 w 857"/>
                <a:gd name="T7" fmla="*/ 273 h 695"/>
                <a:gd name="T8" fmla="*/ 153 w 857"/>
                <a:gd name="T9" fmla="*/ 310 h 695"/>
                <a:gd name="T10" fmla="*/ 200 w 857"/>
                <a:gd name="T11" fmla="*/ 334 h 695"/>
                <a:gd name="T12" fmla="*/ 259 w 857"/>
                <a:gd name="T13" fmla="*/ 346 h 695"/>
                <a:gd name="T14" fmla="*/ 333 w 857"/>
                <a:gd name="T15" fmla="*/ 348 h 695"/>
                <a:gd name="T16" fmla="*/ 428 w 857"/>
                <a:gd name="T17" fmla="*/ 342 h 695"/>
                <a:gd name="T18" fmla="*/ 335 w 857"/>
                <a:gd name="T19" fmla="*/ 339 h 695"/>
                <a:gd name="T20" fmla="*/ 261 w 857"/>
                <a:gd name="T21" fmla="*/ 327 h 695"/>
                <a:gd name="T22" fmla="*/ 202 w 857"/>
                <a:gd name="T23" fmla="*/ 304 h 695"/>
                <a:gd name="T24" fmla="*/ 158 w 857"/>
                <a:gd name="T25" fmla="*/ 270 h 695"/>
                <a:gd name="T26" fmla="*/ 121 w 857"/>
                <a:gd name="T27" fmla="*/ 223 h 695"/>
                <a:gd name="T28" fmla="*/ 93 w 857"/>
                <a:gd name="T29" fmla="*/ 163 h 695"/>
                <a:gd name="T30" fmla="*/ 66 w 857"/>
                <a:gd name="T31" fmla="*/ 89 h 695"/>
                <a:gd name="T32" fmla="*/ 41 w 857"/>
                <a:gd name="T33" fmla="*/ 0 h 695"/>
                <a:gd name="T34" fmla="*/ 36 w 857"/>
                <a:gd name="T35" fmla="*/ 7 h 695"/>
                <a:gd name="T36" fmla="*/ 30 w 857"/>
                <a:gd name="T37" fmla="*/ 15 h 695"/>
                <a:gd name="T38" fmla="*/ 25 w 857"/>
                <a:gd name="T39" fmla="*/ 24 h 695"/>
                <a:gd name="T40" fmla="*/ 20 w 857"/>
                <a:gd name="T41" fmla="*/ 33 h 695"/>
                <a:gd name="T42" fmla="*/ 15 w 857"/>
                <a:gd name="T43" fmla="*/ 42 h 695"/>
                <a:gd name="T44" fmla="*/ 10 w 857"/>
                <a:gd name="T45" fmla="*/ 51 h 695"/>
                <a:gd name="T46" fmla="*/ 5 w 857"/>
                <a:gd name="T47" fmla="*/ 59 h 695"/>
                <a:gd name="T48" fmla="*/ 0 w 857"/>
                <a:gd name="T49" fmla="*/ 67 h 6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57"/>
                <a:gd name="T76" fmla="*/ 0 h 695"/>
                <a:gd name="T77" fmla="*/ 857 w 857"/>
                <a:gd name="T78" fmla="*/ 695 h 6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57" h="695">
                  <a:moveTo>
                    <a:pt x="0" y="134"/>
                  </a:moveTo>
                  <a:lnTo>
                    <a:pt x="80" y="304"/>
                  </a:lnTo>
                  <a:lnTo>
                    <a:pt x="154" y="441"/>
                  </a:lnTo>
                  <a:lnTo>
                    <a:pt x="226" y="545"/>
                  </a:lnTo>
                  <a:lnTo>
                    <a:pt x="306" y="620"/>
                  </a:lnTo>
                  <a:lnTo>
                    <a:pt x="400" y="667"/>
                  </a:lnTo>
                  <a:lnTo>
                    <a:pt x="518" y="692"/>
                  </a:lnTo>
                  <a:lnTo>
                    <a:pt x="666" y="695"/>
                  </a:lnTo>
                  <a:lnTo>
                    <a:pt x="857" y="683"/>
                  </a:lnTo>
                  <a:lnTo>
                    <a:pt x="670" y="678"/>
                  </a:lnTo>
                  <a:lnTo>
                    <a:pt x="522" y="654"/>
                  </a:lnTo>
                  <a:lnTo>
                    <a:pt x="405" y="608"/>
                  </a:lnTo>
                  <a:lnTo>
                    <a:pt x="316" y="539"/>
                  </a:lnTo>
                  <a:lnTo>
                    <a:pt x="243" y="445"/>
                  </a:lnTo>
                  <a:lnTo>
                    <a:pt x="186" y="325"/>
                  </a:lnTo>
                  <a:lnTo>
                    <a:pt x="133" y="177"/>
                  </a:lnTo>
                  <a:lnTo>
                    <a:pt x="83" y="0"/>
                  </a:lnTo>
                  <a:lnTo>
                    <a:pt x="72" y="14"/>
                  </a:lnTo>
                  <a:lnTo>
                    <a:pt x="60" y="30"/>
                  </a:lnTo>
                  <a:lnTo>
                    <a:pt x="50" y="48"/>
                  </a:lnTo>
                  <a:lnTo>
                    <a:pt x="41" y="66"/>
                  </a:lnTo>
                  <a:lnTo>
                    <a:pt x="30" y="84"/>
                  </a:lnTo>
                  <a:lnTo>
                    <a:pt x="20" y="101"/>
                  </a:lnTo>
                  <a:lnTo>
                    <a:pt x="10" y="118"/>
                  </a:lnTo>
                  <a:lnTo>
                    <a:pt x="0" y="134"/>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 name="Freeform 6">
              <a:extLst>
                <a:ext uri="{FF2B5EF4-FFF2-40B4-BE49-F238E27FC236}">
                  <a16:creationId xmlns:a16="http://schemas.microsoft.com/office/drawing/2014/main" id="{36AABCC3-C739-D54D-8FB7-B8DA079F9336}"/>
                </a:ext>
              </a:extLst>
            </p:cNvPr>
            <p:cNvSpPr>
              <a:spLocks/>
            </p:cNvSpPr>
            <p:nvPr/>
          </p:nvSpPr>
          <p:spPr bwMode="auto">
            <a:xfrm>
              <a:off x="3616" y="3042"/>
              <a:ext cx="119" cy="113"/>
            </a:xfrm>
            <a:custGeom>
              <a:avLst/>
              <a:gdLst>
                <a:gd name="T0" fmla="*/ 0 w 238"/>
                <a:gd name="T1" fmla="*/ 0 h 226"/>
                <a:gd name="T2" fmla="*/ 15 w 238"/>
                <a:gd name="T3" fmla="*/ 2 h 226"/>
                <a:gd name="T4" fmla="*/ 34 w 238"/>
                <a:gd name="T5" fmla="*/ 11 h 226"/>
                <a:gd name="T6" fmla="*/ 52 w 238"/>
                <a:gd name="T7" fmla="*/ 25 h 226"/>
                <a:gd name="T8" fmla="*/ 71 w 238"/>
                <a:gd name="T9" fmla="*/ 42 h 226"/>
                <a:gd name="T10" fmla="*/ 87 w 238"/>
                <a:gd name="T11" fmla="*/ 60 h 226"/>
                <a:gd name="T12" fmla="*/ 102 w 238"/>
                <a:gd name="T13" fmla="*/ 80 h 226"/>
                <a:gd name="T14" fmla="*/ 112 w 238"/>
                <a:gd name="T15" fmla="*/ 97 h 226"/>
                <a:gd name="T16" fmla="*/ 119 w 238"/>
                <a:gd name="T17" fmla="*/ 113 h 2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6"/>
                <a:gd name="T29" fmla="*/ 238 w 238"/>
                <a:gd name="T30" fmla="*/ 226 h 2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6">
                  <a:moveTo>
                    <a:pt x="0" y="0"/>
                  </a:moveTo>
                  <a:lnTo>
                    <a:pt x="31" y="4"/>
                  </a:lnTo>
                  <a:lnTo>
                    <a:pt x="68" y="21"/>
                  </a:lnTo>
                  <a:lnTo>
                    <a:pt x="104" y="49"/>
                  </a:lnTo>
                  <a:lnTo>
                    <a:pt x="142" y="84"/>
                  </a:lnTo>
                  <a:lnTo>
                    <a:pt x="174" y="120"/>
                  </a:lnTo>
                  <a:lnTo>
                    <a:pt x="203" y="159"/>
                  </a:lnTo>
                  <a:lnTo>
                    <a:pt x="224" y="194"/>
                  </a:lnTo>
                  <a:lnTo>
                    <a:pt x="238" y="226"/>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 name="Freeform 7">
              <a:extLst>
                <a:ext uri="{FF2B5EF4-FFF2-40B4-BE49-F238E27FC236}">
                  <a16:creationId xmlns:a16="http://schemas.microsoft.com/office/drawing/2014/main" id="{8EEBABE0-814C-5948-A641-05A417E5A12C}"/>
                </a:ext>
              </a:extLst>
            </p:cNvPr>
            <p:cNvSpPr>
              <a:spLocks/>
            </p:cNvSpPr>
            <p:nvPr/>
          </p:nvSpPr>
          <p:spPr bwMode="auto">
            <a:xfrm>
              <a:off x="3577" y="3113"/>
              <a:ext cx="147" cy="44"/>
            </a:xfrm>
            <a:custGeom>
              <a:avLst/>
              <a:gdLst>
                <a:gd name="T0" fmla="*/ 0 w 294"/>
                <a:gd name="T1" fmla="*/ 1 h 88"/>
                <a:gd name="T2" fmla="*/ 17 w 294"/>
                <a:gd name="T3" fmla="*/ 0 h 88"/>
                <a:gd name="T4" fmla="*/ 38 w 294"/>
                <a:gd name="T5" fmla="*/ 1 h 88"/>
                <a:gd name="T6" fmla="*/ 61 w 294"/>
                <a:gd name="T7" fmla="*/ 3 h 88"/>
                <a:gd name="T8" fmla="*/ 84 w 294"/>
                <a:gd name="T9" fmla="*/ 8 h 88"/>
                <a:gd name="T10" fmla="*/ 106 w 294"/>
                <a:gd name="T11" fmla="*/ 13 h 88"/>
                <a:gd name="T12" fmla="*/ 125 w 294"/>
                <a:gd name="T13" fmla="*/ 22 h 88"/>
                <a:gd name="T14" fmla="*/ 139 w 294"/>
                <a:gd name="T15" fmla="*/ 31 h 88"/>
                <a:gd name="T16" fmla="*/ 147 w 294"/>
                <a:gd name="T17" fmla="*/ 44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4"/>
                <a:gd name="T28" fmla="*/ 0 h 88"/>
                <a:gd name="T29" fmla="*/ 294 w 294"/>
                <a:gd name="T30" fmla="*/ 88 h 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4" h="88">
                  <a:moveTo>
                    <a:pt x="0" y="2"/>
                  </a:moveTo>
                  <a:lnTo>
                    <a:pt x="34" y="0"/>
                  </a:lnTo>
                  <a:lnTo>
                    <a:pt x="77" y="2"/>
                  </a:lnTo>
                  <a:lnTo>
                    <a:pt x="122" y="7"/>
                  </a:lnTo>
                  <a:lnTo>
                    <a:pt x="169" y="16"/>
                  </a:lnTo>
                  <a:lnTo>
                    <a:pt x="212" y="27"/>
                  </a:lnTo>
                  <a:lnTo>
                    <a:pt x="250" y="44"/>
                  </a:lnTo>
                  <a:lnTo>
                    <a:pt x="277" y="63"/>
                  </a:lnTo>
                  <a:lnTo>
                    <a:pt x="294" y="88"/>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 name="Freeform 8">
              <a:extLst>
                <a:ext uri="{FF2B5EF4-FFF2-40B4-BE49-F238E27FC236}">
                  <a16:creationId xmlns:a16="http://schemas.microsoft.com/office/drawing/2014/main" id="{739BF85C-96B3-6A41-817D-3745B7949D68}"/>
                </a:ext>
              </a:extLst>
            </p:cNvPr>
            <p:cNvSpPr>
              <a:spLocks/>
            </p:cNvSpPr>
            <p:nvPr/>
          </p:nvSpPr>
          <p:spPr bwMode="auto">
            <a:xfrm>
              <a:off x="4618" y="3879"/>
              <a:ext cx="370" cy="152"/>
            </a:xfrm>
            <a:custGeom>
              <a:avLst/>
              <a:gdLst>
                <a:gd name="T0" fmla="*/ 108 w 740"/>
                <a:gd name="T1" fmla="*/ 140 h 305"/>
                <a:gd name="T2" fmla="*/ 116 w 740"/>
                <a:gd name="T3" fmla="*/ 131 h 305"/>
                <a:gd name="T4" fmla="*/ 124 w 740"/>
                <a:gd name="T5" fmla="*/ 125 h 305"/>
                <a:gd name="T6" fmla="*/ 131 w 740"/>
                <a:gd name="T7" fmla="*/ 120 h 305"/>
                <a:gd name="T8" fmla="*/ 138 w 740"/>
                <a:gd name="T9" fmla="*/ 115 h 305"/>
                <a:gd name="T10" fmla="*/ 144 w 740"/>
                <a:gd name="T11" fmla="*/ 109 h 305"/>
                <a:gd name="T12" fmla="*/ 151 w 740"/>
                <a:gd name="T13" fmla="*/ 103 h 305"/>
                <a:gd name="T14" fmla="*/ 159 w 740"/>
                <a:gd name="T15" fmla="*/ 97 h 305"/>
                <a:gd name="T16" fmla="*/ 169 w 740"/>
                <a:gd name="T17" fmla="*/ 90 h 305"/>
                <a:gd name="T18" fmla="*/ 185 w 740"/>
                <a:gd name="T19" fmla="*/ 83 h 305"/>
                <a:gd name="T20" fmla="*/ 207 w 740"/>
                <a:gd name="T21" fmla="*/ 76 h 305"/>
                <a:gd name="T22" fmla="*/ 232 w 740"/>
                <a:gd name="T23" fmla="*/ 69 h 305"/>
                <a:gd name="T24" fmla="*/ 260 w 740"/>
                <a:gd name="T25" fmla="*/ 62 h 305"/>
                <a:gd name="T26" fmla="*/ 286 w 740"/>
                <a:gd name="T27" fmla="*/ 56 h 305"/>
                <a:gd name="T28" fmla="*/ 311 w 740"/>
                <a:gd name="T29" fmla="*/ 52 h 305"/>
                <a:gd name="T30" fmla="*/ 333 w 740"/>
                <a:gd name="T31" fmla="*/ 49 h 305"/>
                <a:gd name="T32" fmla="*/ 351 w 740"/>
                <a:gd name="T33" fmla="*/ 51 h 305"/>
                <a:gd name="T34" fmla="*/ 361 w 740"/>
                <a:gd name="T35" fmla="*/ 49 h 305"/>
                <a:gd name="T36" fmla="*/ 368 w 740"/>
                <a:gd name="T37" fmla="*/ 46 h 305"/>
                <a:gd name="T38" fmla="*/ 370 w 740"/>
                <a:gd name="T39" fmla="*/ 41 h 305"/>
                <a:gd name="T40" fmla="*/ 369 w 740"/>
                <a:gd name="T41" fmla="*/ 36 h 305"/>
                <a:gd name="T42" fmla="*/ 366 w 740"/>
                <a:gd name="T43" fmla="*/ 29 h 305"/>
                <a:gd name="T44" fmla="*/ 363 w 740"/>
                <a:gd name="T45" fmla="*/ 22 h 305"/>
                <a:gd name="T46" fmla="*/ 360 w 740"/>
                <a:gd name="T47" fmla="*/ 16 h 305"/>
                <a:gd name="T48" fmla="*/ 359 w 740"/>
                <a:gd name="T49" fmla="*/ 11 h 305"/>
                <a:gd name="T50" fmla="*/ 333 w 740"/>
                <a:gd name="T51" fmla="*/ 2 h 305"/>
                <a:gd name="T52" fmla="*/ 304 w 740"/>
                <a:gd name="T53" fmla="*/ 0 h 305"/>
                <a:gd name="T54" fmla="*/ 272 w 740"/>
                <a:gd name="T55" fmla="*/ 1 h 305"/>
                <a:gd name="T56" fmla="*/ 239 w 740"/>
                <a:gd name="T57" fmla="*/ 6 h 305"/>
                <a:gd name="T58" fmla="*/ 205 w 740"/>
                <a:gd name="T59" fmla="*/ 13 h 305"/>
                <a:gd name="T60" fmla="*/ 173 w 740"/>
                <a:gd name="T61" fmla="*/ 22 h 305"/>
                <a:gd name="T62" fmla="*/ 143 w 740"/>
                <a:gd name="T63" fmla="*/ 32 h 305"/>
                <a:gd name="T64" fmla="*/ 114 w 740"/>
                <a:gd name="T65" fmla="*/ 43 h 305"/>
                <a:gd name="T66" fmla="*/ 101 w 740"/>
                <a:gd name="T67" fmla="*/ 52 h 305"/>
                <a:gd name="T68" fmla="*/ 88 w 740"/>
                <a:gd name="T69" fmla="*/ 61 h 305"/>
                <a:gd name="T70" fmla="*/ 75 w 740"/>
                <a:gd name="T71" fmla="*/ 70 h 305"/>
                <a:gd name="T72" fmla="*/ 61 w 740"/>
                <a:gd name="T73" fmla="*/ 79 h 305"/>
                <a:gd name="T74" fmla="*/ 48 w 740"/>
                <a:gd name="T75" fmla="*/ 88 h 305"/>
                <a:gd name="T76" fmla="*/ 35 w 740"/>
                <a:gd name="T77" fmla="*/ 97 h 305"/>
                <a:gd name="T78" fmla="*/ 22 w 740"/>
                <a:gd name="T79" fmla="*/ 106 h 305"/>
                <a:gd name="T80" fmla="*/ 10 w 740"/>
                <a:gd name="T81" fmla="*/ 116 h 305"/>
                <a:gd name="T82" fmla="*/ 1 w 740"/>
                <a:gd name="T83" fmla="*/ 129 h 305"/>
                <a:gd name="T84" fmla="*/ 0 w 740"/>
                <a:gd name="T85" fmla="*/ 140 h 305"/>
                <a:gd name="T86" fmla="*/ 5 w 740"/>
                <a:gd name="T87" fmla="*/ 147 h 305"/>
                <a:gd name="T88" fmla="*/ 17 w 740"/>
                <a:gd name="T89" fmla="*/ 151 h 305"/>
                <a:gd name="T90" fmla="*/ 33 w 740"/>
                <a:gd name="T91" fmla="*/ 152 h 305"/>
                <a:gd name="T92" fmla="*/ 54 w 740"/>
                <a:gd name="T93" fmla="*/ 151 h 305"/>
                <a:gd name="T94" fmla="*/ 79 w 740"/>
                <a:gd name="T95" fmla="*/ 146 h 305"/>
                <a:gd name="T96" fmla="*/ 108 w 740"/>
                <a:gd name="T97" fmla="*/ 140 h 3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40"/>
                <a:gd name="T148" fmla="*/ 0 h 305"/>
                <a:gd name="T149" fmla="*/ 740 w 740"/>
                <a:gd name="T150" fmla="*/ 305 h 30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40" h="305">
                  <a:moveTo>
                    <a:pt x="216" y="280"/>
                  </a:moveTo>
                  <a:lnTo>
                    <a:pt x="232" y="263"/>
                  </a:lnTo>
                  <a:lnTo>
                    <a:pt x="248" y="251"/>
                  </a:lnTo>
                  <a:lnTo>
                    <a:pt x="262" y="240"/>
                  </a:lnTo>
                  <a:lnTo>
                    <a:pt x="276" y="230"/>
                  </a:lnTo>
                  <a:lnTo>
                    <a:pt x="288" y="218"/>
                  </a:lnTo>
                  <a:lnTo>
                    <a:pt x="302" y="207"/>
                  </a:lnTo>
                  <a:lnTo>
                    <a:pt x="317" y="194"/>
                  </a:lnTo>
                  <a:lnTo>
                    <a:pt x="337" y="181"/>
                  </a:lnTo>
                  <a:lnTo>
                    <a:pt x="370" y="166"/>
                  </a:lnTo>
                  <a:lnTo>
                    <a:pt x="415" y="152"/>
                  </a:lnTo>
                  <a:lnTo>
                    <a:pt x="465" y="138"/>
                  </a:lnTo>
                  <a:lnTo>
                    <a:pt x="519" y="124"/>
                  </a:lnTo>
                  <a:lnTo>
                    <a:pt x="572" y="112"/>
                  </a:lnTo>
                  <a:lnTo>
                    <a:pt x="622" y="104"/>
                  </a:lnTo>
                  <a:lnTo>
                    <a:pt x="665" y="99"/>
                  </a:lnTo>
                  <a:lnTo>
                    <a:pt x="701" y="103"/>
                  </a:lnTo>
                  <a:lnTo>
                    <a:pt x="722" y="99"/>
                  </a:lnTo>
                  <a:lnTo>
                    <a:pt x="735" y="93"/>
                  </a:lnTo>
                  <a:lnTo>
                    <a:pt x="740" y="83"/>
                  </a:lnTo>
                  <a:lnTo>
                    <a:pt x="738" y="73"/>
                  </a:lnTo>
                  <a:lnTo>
                    <a:pt x="732" y="59"/>
                  </a:lnTo>
                  <a:lnTo>
                    <a:pt x="726" y="45"/>
                  </a:lnTo>
                  <a:lnTo>
                    <a:pt x="720" y="32"/>
                  </a:lnTo>
                  <a:lnTo>
                    <a:pt x="717" y="22"/>
                  </a:lnTo>
                  <a:lnTo>
                    <a:pt x="665" y="5"/>
                  </a:lnTo>
                  <a:lnTo>
                    <a:pt x="607" y="0"/>
                  </a:lnTo>
                  <a:lnTo>
                    <a:pt x="543" y="3"/>
                  </a:lnTo>
                  <a:lnTo>
                    <a:pt x="478" y="13"/>
                  </a:lnTo>
                  <a:lnTo>
                    <a:pt x="411" y="27"/>
                  </a:lnTo>
                  <a:lnTo>
                    <a:pt x="346" y="45"/>
                  </a:lnTo>
                  <a:lnTo>
                    <a:pt x="285" y="65"/>
                  </a:lnTo>
                  <a:lnTo>
                    <a:pt x="229" y="87"/>
                  </a:lnTo>
                  <a:lnTo>
                    <a:pt x="202" y="104"/>
                  </a:lnTo>
                  <a:lnTo>
                    <a:pt x="175" y="122"/>
                  </a:lnTo>
                  <a:lnTo>
                    <a:pt x="149" y="141"/>
                  </a:lnTo>
                  <a:lnTo>
                    <a:pt x="123" y="159"/>
                  </a:lnTo>
                  <a:lnTo>
                    <a:pt x="96" y="177"/>
                  </a:lnTo>
                  <a:lnTo>
                    <a:pt x="70" y="194"/>
                  </a:lnTo>
                  <a:lnTo>
                    <a:pt x="44" y="213"/>
                  </a:lnTo>
                  <a:lnTo>
                    <a:pt x="19" y="232"/>
                  </a:lnTo>
                  <a:lnTo>
                    <a:pt x="1" y="258"/>
                  </a:lnTo>
                  <a:lnTo>
                    <a:pt x="0" y="280"/>
                  </a:lnTo>
                  <a:lnTo>
                    <a:pt x="10" y="295"/>
                  </a:lnTo>
                  <a:lnTo>
                    <a:pt x="34" y="303"/>
                  </a:lnTo>
                  <a:lnTo>
                    <a:pt x="66" y="305"/>
                  </a:lnTo>
                  <a:lnTo>
                    <a:pt x="109" y="302"/>
                  </a:lnTo>
                  <a:lnTo>
                    <a:pt x="158" y="293"/>
                  </a:lnTo>
                  <a:lnTo>
                    <a:pt x="216" y="280"/>
                  </a:lnTo>
                  <a:close/>
                </a:path>
              </a:pathLst>
            </a:custGeom>
            <a:solidFill>
              <a:srgbClr val="7A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 name="Freeform 9">
              <a:extLst>
                <a:ext uri="{FF2B5EF4-FFF2-40B4-BE49-F238E27FC236}">
                  <a16:creationId xmlns:a16="http://schemas.microsoft.com/office/drawing/2014/main" id="{E3D3D567-B5BA-0447-A663-00A6863C40E5}"/>
                </a:ext>
              </a:extLst>
            </p:cNvPr>
            <p:cNvSpPr>
              <a:spLocks/>
            </p:cNvSpPr>
            <p:nvPr/>
          </p:nvSpPr>
          <p:spPr bwMode="auto">
            <a:xfrm>
              <a:off x="4095" y="3677"/>
              <a:ext cx="287" cy="294"/>
            </a:xfrm>
            <a:custGeom>
              <a:avLst/>
              <a:gdLst>
                <a:gd name="T0" fmla="*/ 2 w 573"/>
                <a:gd name="T1" fmla="*/ 0 h 588"/>
                <a:gd name="T2" fmla="*/ 20 w 573"/>
                <a:gd name="T3" fmla="*/ 16 h 588"/>
                <a:gd name="T4" fmla="*/ 38 w 573"/>
                <a:gd name="T5" fmla="*/ 32 h 588"/>
                <a:gd name="T6" fmla="*/ 57 w 573"/>
                <a:gd name="T7" fmla="*/ 48 h 588"/>
                <a:gd name="T8" fmla="*/ 75 w 573"/>
                <a:gd name="T9" fmla="*/ 64 h 588"/>
                <a:gd name="T10" fmla="*/ 94 w 573"/>
                <a:gd name="T11" fmla="*/ 80 h 588"/>
                <a:gd name="T12" fmla="*/ 113 w 573"/>
                <a:gd name="T13" fmla="*/ 96 h 588"/>
                <a:gd name="T14" fmla="*/ 132 w 573"/>
                <a:gd name="T15" fmla="*/ 112 h 588"/>
                <a:gd name="T16" fmla="*/ 151 w 573"/>
                <a:gd name="T17" fmla="*/ 128 h 588"/>
                <a:gd name="T18" fmla="*/ 162 w 573"/>
                <a:gd name="T19" fmla="*/ 143 h 588"/>
                <a:gd name="T20" fmla="*/ 173 w 573"/>
                <a:gd name="T21" fmla="*/ 159 h 588"/>
                <a:gd name="T22" fmla="*/ 184 w 573"/>
                <a:gd name="T23" fmla="*/ 174 h 588"/>
                <a:gd name="T24" fmla="*/ 196 w 573"/>
                <a:gd name="T25" fmla="*/ 189 h 588"/>
                <a:gd name="T26" fmla="*/ 208 w 573"/>
                <a:gd name="T27" fmla="*/ 202 h 588"/>
                <a:gd name="T28" fmla="*/ 223 w 573"/>
                <a:gd name="T29" fmla="*/ 215 h 588"/>
                <a:gd name="T30" fmla="*/ 240 w 573"/>
                <a:gd name="T31" fmla="*/ 224 h 588"/>
                <a:gd name="T32" fmla="*/ 261 w 573"/>
                <a:gd name="T33" fmla="*/ 232 h 588"/>
                <a:gd name="T34" fmla="*/ 275 w 573"/>
                <a:gd name="T35" fmla="*/ 251 h 588"/>
                <a:gd name="T36" fmla="*/ 283 w 573"/>
                <a:gd name="T37" fmla="*/ 266 h 588"/>
                <a:gd name="T38" fmla="*/ 286 w 573"/>
                <a:gd name="T39" fmla="*/ 276 h 588"/>
                <a:gd name="T40" fmla="*/ 287 w 573"/>
                <a:gd name="T41" fmla="*/ 282 h 588"/>
                <a:gd name="T42" fmla="*/ 284 w 573"/>
                <a:gd name="T43" fmla="*/ 287 h 588"/>
                <a:gd name="T44" fmla="*/ 279 w 573"/>
                <a:gd name="T45" fmla="*/ 289 h 588"/>
                <a:gd name="T46" fmla="*/ 274 w 573"/>
                <a:gd name="T47" fmla="*/ 292 h 588"/>
                <a:gd name="T48" fmla="*/ 269 w 573"/>
                <a:gd name="T49" fmla="*/ 294 h 588"/>
                <a:gd name="T50" fmla="*/ 236 w 573"/>
                <a:gd name="T51" fmla="*/ 285 h 588"/>
                <a:gd name="T52" fmla="*/ 208 w 573"/>
                <a:gd name="T53" fmla="*/ 271 h 588"/>
                <a:gd name="T54" fmla="*/ 181 w 573"/>
                <a:gd name="T55" fmla="*/ 251 h 588"/>
                <a:gd name="T56" fmla="*/ 158 w 573"/>
                <a:gd name="T57" fmla="*/ 229 h 588"/>
                <a:gd name="T58" fmla="*/ 134 w 573"/>
                <a:gd name="T59" fmla="*/ 205 h 588"/>
                <a:gd name="T60" fmla="*/ 113 w 573"/>
                <a:gd name="T61" fmla="*/ 180 h 588"/>
                <a:gd name="T62" fmla="*/ 91 w 573"/>
                <a:gd name="T63" fmla="*/ 155 h 588"/>
                <a:gd name="T64" fmla="*/ 69 w 573"/>
                <a:gd name="T65" fmla="*/ 133 h 588"/>
                <a:gd name="T66" fmla="*/ 59 w 573"/>
                <a:gd name="T67" fmla="*/ 119 h 588"/>
                <a:gd name="T68" fmla="*/ 50 w 573"/>
                <a:gd name="T69" fmla="*/ 106 h 588"/>
                <a:gd name="T70" fmla="*/ 42 w 573"/>
                <a:gd name="T71" fmla="*/ 93 h 588"/>
                <a:gd name="T72" fmla="*/ 35 w 573"/>
                <a:gd name="T73" fmla="*/ 80 h 588"/>
                <a:gd name="T74" fmla="*/ 27 w 573"/>
                <a:gd name="T75" fmla="*/ 67 h 588"/>
                <a:gd name="T76" fmla="*/ 19 w 573"/>
                <a:gd name="T77" fmla="*/ 53 h 588"/>
                <a:gd name="T78" fmla="*/ 10 w 573"/>
                <a:gd name="T79" fmla="*/ 40 h 588"/>
                <a:gd name="T80" fmla="*/ 2 w 573"/>
                <a:gd name="T81" fmla="*/ 28 h 588"/>
                <a:gd name="T82" fmla="*/ 2 w 573"/>
                <a:gd name="T83" fmla="*/ 24 h 588"/>
                <a:gd name="T84" fmla="*/ 2 w 573"/>
                <a:gd name="T85" fmla="*/ 20 h 588"/>
                <a:gd name="T86" fmla="*/ 2 w 573"/>
                <a:gd name="T87" fmla="*/ 17 h 588"/>
                <a:gd name="T88" fmla="*/ 1 w 573"/>
                <a:gd name="T89" fmla="*/ 14 h 588"/>
                <a:gd name="T90" fmla="*/ 0 w 573"/>
                <a:gd name="T91" fmla="*/ 10 h 588"/>
                <a:gd name="T92" fmla="*/ 0 w 573"/>
                <a:gd name="T93" fmla="*/ 7 h 588"/>
                <a:gd name="T94" fmla="*/ 0 w 573"/>
                <a:gd name="T95" fmla="*/ 3 h 588"/>
                <a:gd name="T96" fmla="*/ 2 w 573"/>
                <a:gd name="T97" fmla="*/ 0 h 5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3"/>
                <a:gd name="T148" fmla="*/ 0 h 588"/>
                <a:gd name="T149" fmla="*/ 573 w 573"/>
                <a:gd name="T150" fmla="*/ 588 h 5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3" h="588">
                  <a:moveTo>
                    <a:pt x="3" y="0"/>
                  </a:moveTo>
                  <a:lnTo>
                    <a:pt x="39" y="32"/>
                  </a:lnTo>
                  <a:lnTo>
                    <a:pt x="75" y="64"/>
                  </a:lnTo>
                  <a:lnTo>
                    <a:pt x="113" y="96"/>
                  </a:lnTo>
                  <a:lnTo>
                    <a:pt x="150" y="128"/>
                  </a:lnTo>
                  <a:lnTo>
                    <a:pt x="188" y="160"/>
                  </a:lnTo>
                  <a:lnTo>
                    <a:pt x="226" y="192"/>
                  </a:lnTo>
                  <a:lnTo>
                    <a:pt x="263" y="224"/>
                  </a:lnTo>
                  <a:lnTo>
                    <a:pt x="301" y="256"/>
                  </a:lnTo>
                  <a:lnTo>
                    <a:pt x="324" y="286"/>
                  </a:lnTo>
                  <a:lnTo>
                    <a:pt x="346" y="318"/>
                  </a:lnTo>
                  <a:lnTo>
                    <a:pt x="367" y="349"/>
                  </a:lnTo>
                  <a:lnTo>
                    <a:pt x="391" y="379"/>
                  </a:lnTo>
                  <a:lnTo>
                    <a:pt x="416" y="405"/>
                  </a:lnTo>
                  <a:lnTo>
                    <a:pt x="446" y="430"/>
                  </a:lnTo>
                  <a:lnTo>
                    <a:pt x="480" y="449"/>
                  </a:lnTo>
                  <a:lnTo>
                    <a:pt x="522" y="464"/>
                  </a:lnTo>
                  <a:lnTo>
                    <a:pt x="549" y="502"/>
                  </a:lnTo>
                  <a:lnTo>
                    <a:pt x="566" y="531"/>
                  </a:lnTo>
                  <a:lnTo>
                    <a:pt x="572" y="551"/>
                  </a:lnTo>
                  <a:lnTo>
                    <a:pt x="573" y="564"/>
                  </a:lnTo>
                  <a:lnTo>
                    <a:pt x="567" y="573"/>
                  </a:lnTo>
                  <a:lnTo>
                    <a:pt x="557" y="578"/>
                  </a:lnTo>
                  <a:lnTo>
                    <a:pt x="547" y="583"/>
                  </a:lnTo>
                  <a:lnTo>
                    <a:pt x="537" y="588"/>
                  </a:lnTo>
                  <a:lnTo>
                    <a:pt x="472" y="569"/>
                  </a:lnTo>
                  <a:lnTo>
                    <a:pt x="415" y="541"/>
                  </a:lnTo>
                  <a:lnTo>
                    <a:pt x="362" y="503"/>
                  </a:lnTo>
                  <a:lnTo>
                    <a:pt x="315" y="459"/>
                  </a:lnTo>
                  <a:lnTo>
                    <a:pt x="268" y="410"/>
                  </a:lnTo>
                  <a:lnTo>
                    <a:pt x="226" y="360"/>
                  </a:lnTo>
                  <a:lnTo>
                    <a:pt x="181" y="310"/>
                  </a:lnTo>
                  <a:lnTo>
                    <a:pt x="137" y="265"/>
                  </a:lnTo>
                  <a:lnTo>
                    <a:pt x="118" y="239"/>
                  </a:lnTo>
                  <a:lnTo>
                    <a:pt x="100" y="212"/>
                  </a:lnTo>
                  <a:lnTo>
                    <a:pt x="84" y="186"/>
                  </a:lnTo>
                  <a:lnTo>
                    <a:pt x="69" y="160"/>
                  </a:lnTo>
                  <a:lnTo>
                    <a:pt x="53" y="133"/>
                  </a:lnTo>
                  <a:lnTo>
                    <a:pt x="38" y="107"/>
                  </a:lnTo>
                  <a:lnTo>
                    <a:pt x="20" y="81"/>
                  </a:lnTo>
                  <a:lnTo>
                    <a:pt x="3" y="56"/>
                  </a:lnTo>
                  <a:lnTo>
                    <a:pt x="3" y="48"/>
                  </a:lnTo>
                  <a:lnTo>
                    <a:pt x="4" y="41"/>
                  </a:lnTo>
                  <a:lnTo>
                    <a:pt x="3" y="34"/>
                  </a:lnTo>
                  <a:lnTo>
                    <a:pt x="1" y="28"/>
                  </a:lnTo>
                  <a:lnTo>
                    <a:pt x="0" y="21"/>
                  </a:lnTo>
                  <a:lnTo>
                    <a:pt x="0" y="14"/>
                  </a:lnTo>
                  <a:lnTo>
                    <a:pt x="0" y="7"/>
                  </a:lnTo>
                  <a:lnTo>
                    <a:pt x="3" y="0"/>
                  </a:lnTo>
                  <a:close/>
                </a:path>
              </a:pathLst>
            </a:custGeom>
            <a:solidFill>
              <a:srgbClr val="7A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 name="Freeform 10">
              <a:extLst>
                <a:ext uri="{FF2B5EF4-FFF2-40B4-BE49-F238E27FC236}">
                  <a16:creationId xmlns:a16="http://schemas.microsoft.com/office/drawing/2014/main" id="{698BED07-104A-7949-8842-97B0D884B5B4}"/>
                </a:ext>
              </a:extLst>
            </p:cNvPr>
            <p:cNvSpPr>
              <a:spLocks/>
            </p:cNvSpPr>
            <p:nvPr/>
          </p:nvSpPr>
          <p:spPr bwMode="auto">
            <a:xfrm>
              <a:off x="4151" y="3641"/>
              <a:ext cx="419" cy="249"/>
            </a:xfrm>
            <a:custGeom>
              <a:avLst/>
              <a:gdLst>
                <a:gd name="T0" fmla="*/ 268 w 837"/>
                <a:gd name="T1" fmla="*/ 0 h 498"/>
                <a:gd name="T2" fmla="*/ 239 w 837"/>
                <a:gd name="T3" fmla="*/ 10 h 498"/>
                <a:gd name="T4" fmla="*/ 216 w 837"/>
                <a:gd name="T5" fmla="*/ 20 h 498"/>
                <a:gd name="T6" fmla="*/ 198 w 837"/>
                <a:gd name="T7" fmla="*/ 28 h 498"/>
                <a:gd name="T8" fmla="*/ 183 w 837"/>
                <a:gd name="T9" fmla="*/ 37 h 498"/>
                <a:gd name="T10" fmla="*/ 169 w 837"/>
                <a:gd name="T11" fmla="*/ 47 h 498"/>
                <a:gd name="T12" fmla="*/ 155 w 837"/>
                <a:gd name="T13" fmla="*/ 62 h 498"/>
                <a:gd name="T14" fmla="*/ 140 w 837"/>
                <a:gd name="T15" fmla="*/ 80 h 498"/>
                <a:gd name="T16" fmla="*/ 122 w 837"/>
                <a:gd name="T17" fmla="*/ 104 h 498"/>
                <a:gd name="T18" fmla="*/ 114 w 837"/>
                <a:gd name="T19" fmla="*/ 98 h 498"/>
                <a:gd name="T20" fmla="*/ 106 w 837"/>
                <a:gd name="T21" fmla="*/ 92 h 498"/>
                <a:gd name="T22" fmla="*/ 98 w 837"/>
                <a:gd name="T23" fmla="*/ 85 h 498"/>
                <a:gd name="T24" fmla="*/ 90 w 837"/>
                <a:gd name="T25" fmla="*/ 79 h 498"/>
                <a:gd name="T26" fmla="*/ 82 w 837"/>
                <a:gd name="T27" fmla="*/ 73 h 498"/>
                <a:gd name="T28" fmla="*/ 74 w 837"/>
                <a:gd name="T29" fmla="*/ 67 h 498"/>
                <a:gd name="T30" fmla="*/ 66 w 837"/>
                <a:gd name="T31" fmla="*/ 60 h 498"/>
                <a:gd name="T32" fmla="*/ 58 w 837"/>
                <a:gd name="T33" fmla="*/ 54 h 498"/>
                <a:gd name="T34" fmla="*/ 53 w 837"/>
                <a:gd name="T35" fmla="*/ 57 h 498"/>
                <a:gd name="T36" fmla="*/ 47 w 837"/>
                <a:gd name="T37" fmla="*/ 62 h 498"/>
                <a:gd name="T38" fmla="*/ 38 w 837"/>
                <a:gd name="T39" fmla="*/ 68 h 498"/>
                <a:gd name="T40" fmla="*/ 29 w 837"/>
                <a:gd name="T41" fmla="*/ 74 h 498"/>
                <a:gd name="T42" fmla="*/ 19 w 837"/>
                <a:gd name="T43" fmla="*/ 80 h 498"/>
                <a:gd name="T44" fmla="*/ 11 w 837"/>
                <a:gd name="T45" fmla="*/ 85 h 498"/>
                <a:gd name="T46" fmla="*/ 4 w 837"/>
                <a:gd name="T47" fmla="*/ 90 h 498"/>
                <a:gd name="T48" fmla="*/ 0 w 837"/>
                <a:gd name="T49" fmla="*/ 95 h 498"/>
                <a:gd name="T50" fmla="*/ 20 w 837"/>
                <a:gd name="T51" fmla="*/ 114 h 498"/>
                <a:gd name="T52" fmla="*/ 43 w 837"/>
                <a:gd name="T53" fmla="*/ 136 h 498"/>
                <a:gd name="T54" fmla="*/ 66 w 837"/>
                <a:gd name="T55" fmla="*/ 157 h 498"/>
                <a:gd name="T56" fmla="*/ 90 w 837"/>
                <a:gd name="T57" fmla="*/ 179 h 498"/>
                <a:gd name="T58" fmla="*/ 114 w 837"/>
                <a:gd name="T59" fmla="*/ 199 h 498"/>
                <a:gd name="T60" fmla="*/ 139 w 837"/>
                <a:gd name="T61" fmla="*/ 218 h 498"/>
                <a:gd name="T62" fmla="*/ 162 w 837"/>
                <a:gd name="T63" fmla="*/ 233 h 498"/>
                <a:gd name="T64" fmla="*/ 186 w 837"/>
                <a:gd name="T65" fmla="*/ 246 h 498"/>
                <a:gd name="T66" fmla="*/ 204 w 837"/>
                <a:gd name="T67" fmla="*/ 249 h 498"/>
                <a:gd name="T68" fmla="*/ 219 w 837"/>
                <a:gd name="T69" fmla="*/ 248 h 498"/>
                <a:gd name="T70" fmla="*/ 230 w 837"/>
                <a:gd name="T71" fmla="*/ 241 h 498"/>
                <a:gd name="T72" fmla="*/ 239 w 837"/>
                <a:gd name="T73" fmla="*/ 231 h 498"/>
                <a:gd name="T74" fmla="*/ 243 w 837"/>
                <a:gd name="T75" fmla="*/ 216 h 498"/>
                <a:gd name="T76" fmla="*/ 245 w 837"/>
                <a:gd name="T77" fmla="*/ 199 h 498"/>
                <a:gd name="T78" fmla="*/ 242 w 837"/>
                <a:gd name="T79" fmla="*/ 178 h 498"/>
                <a:gd name="T80" fmla="*/ 236 w 837"/>
                <a:gd name="T81" fmla="*/ 154 h 498"/>
                <a:gd name="T82" fmla="*/ 258 w 837"/>
                <a:gd name="T83" fmla="*/ 123 h 498"/>
                <a:gd name="T84" fmla="*/ 279 w 837"/>
                <a:gd name="T85" fmla="*/ 106 h 498"/>
                <a:gd name="T86" fmla="*/ 298 w 837"/>
                <a:gd name="T87" fmla="*/ 97 h 498"/>
                <a:gd name="T88" fmla="*/ 317 w 837"/>
                <a:gd name="T89" fmla="*/ 97 h 498"/>
                <a:gd name="T90" fmla="*/ 337 w 837"/>
                <a:gd name="T91" fmla="*/ 101 h 498"/>
                <a:gd name="T92" fmla="*/ 361 w 837"/>
                <a:gd name="T93" fmla="*/ 107 h 498"/>
                <a:gd name="T94" fmla="*/ 387 w 837"/>
                <a:gd name="T95" fmla="*/ 113 h 498"/>
                <a:gd name="T96" fmla="*/ 419 w 837"/>
                <a:gd name="T97" fmla="*/ 116 h 498"/>
                <a:gd name="T98" fmla="*/ 400 w 837"/>
                <a:gd name="T99" fmla="*/ 102 h 498"/>
                <a:gd name="T100" fmla="*/ 382 w 837"/>
                <a:gd name="T101" fmla="*/ 87 h 498"/>
                <a:gd name="T102" fmla="*/ 362 w 837"/>
                <a:gd name="T103" fmla="*/ 72 h 498"/>
                <a:gd name="T104" fmla="*/ 344 w 837"/>
                <a:gd name="T105" fmla="*/ 57 h 498"/>
                <a:gd name="T106" fmla="*/ 324 w 837"/>
                <a:gd name="T107" fmla="*/ 42 h 498"/>
                <a:gd name="T108" fmla="*/ 305 w 837"/>
                <a:gd name="T109" fmla="*/ 27 h 498"/>
                <a:gd name="T110" fmla="*/ 285 w 837"/>
                <a:gd name="T111" fmla="*/ 13 h 498"/>
                <a:gd name="T112" fmla="*/ 268 w 837"/>
                <a:gd name="T113" fmla="*/ 0 h 4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98"/>
                <a:gd name="T173" fmla="*/ 837 w 837"/>
                <a:gd name="T174" fmla="*/ 498 h 49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98">
                  <a:moveTo>
                    <a:pt x="535" y="0"/>
                  </a:moveTo>
                  <a:lnTo>
                    <a:pt x="477" y="20"/>
                  </a:lnTo>
                  <a:lnTo>
                    <a:pt x="432" y="39"/>
                  </a:lnTo>
                  <a:lnTo>
                    <a:pt x="395" y="55"/>
                  </a:lnTo>
                  <a:lnTo>
                    <a:pt x="366" y="74"/>
                  </a:lnTo>
                  <a:lnTo>
                    <a:pt x="337" y="94"/>
                  </a:lnTo>
                  <a:lnTo>
                    <a:pt x="309" y="123"/>
                  </a:lnTo>
                  <a:lnTo>
                    <a:pt x="279" y="159"/>
                  </a:lnTo>
                  <a:lnTo>
                    <a:pt x="244" y="208"/>
                  </a:lnTo>
                  <a:lnTo>
                    <a:pt x="228" y="196"/>
                  </a:lnTo>
                  <a:lnTo>
                    <a:pt x="212" y="183"/>
                  </a:lnTo>
                  <a:lnTo>
                    <a:pt x="195" y="170"/>
                  </a:lnTo>
                  <a:lnTo>
                    <a:pt x="180" y="158"/>
                  </a:lnTo>
                  <a:lnTo>
                    <a:pt x="164" y="145"/>
                  </a:lnTo>
                  <a:lnTo>
                    <a:pt x="148" y="133"/>
                  </a:lnTo>
                  <a:lnTo>
                    <a:pt x="131" y="120"/>
                  </a:lnTo>
                  <a:lnTo>
                    <a:pt x="116" y="108"/>
                  </a:lnTo>
                  <a:lnTo>
                    <a:pt x="106" y="114"/>
                  </a:lnTo>
                  <a:lnTo>
                    <a:pt x="94" y="125"/>
                  </a:lnTo>
                  <a:lnTo>
                    <a:pt x="75" y="135"/>
                  </a:lnTo>
                  <a:lnTo>
                    <a:pt x="57" y="148"/>
                  </a:lnTo>
                  <a:lnTo>
                    <a:pt x="38" y="159"/>
                  </a:lnTo>
                  <a:lnTo>
                    <a:pt x="21" y="170"/>
                  </a:lnTo>
                  <a:lnTo>
                    <a:pt x="7" y="180"/>
                  </a:lnTo>
                  <a:lnTo>
                    <a:pt x="0" y="189"/>
                  </a:lnTo>
                  <a:lnTo>
                    <a:pt x="40" y="228"/>
                  </a:lnTo>
                  <a:lnTo>
                    <a:pt x="85" y="271"/>
                  </a:lnTo>
                  <a:lnTo>
                    <a:pt x="131" y="313"/>
                  </a:lnTo>
                  <a:lnTo>
                    <a:pt x="180" y="357"/>
                  </a:lnTo>
                  <a:lnTo>
                    <a:pt x="228" y="397"/>
                  </a:lnTo>
                  <a:lnTo>
                    <a:pt x="277" y="435"/>
                  </a:lnTo>
                  <a:lnTo>
                    <a:pt x="324" y="466"/>
                  </a:lnTo>
                  <a:lnTo>
                    <a:pt x="372" y="491"/>
                  </a:lnTo>
                  <a:lnTo>
                    <a:pt x="407" y="498"/>
                  </a:lnTo>
                  <a:lnTo>
                    <a:pt x="437" y="495"/>
                  </a:lnTo>
                  <a:lnTo>
                    <a:pt x="460" y="481"/>
                  </a:lnTo>
                  <a:lnTo>
                    <a:pt x="477" y="461"/>
                  </a:lnTo>
                  <a:lnTo>
                    <a:pt x="486" y="432"/>
                  </a:lnTo>
                  <a:lnTo>
                    <a:pt x="489" y="397"/>
                  </a:lnTo>
                  <a:lnTo>
                    <a:pt x="484" y="355"/>
                  </a:lnTo>
                  <a:lnTo>
                    <a:pt x="471" y="308"/>
                  </a:lnTo>
                  <a:lnTo>
                    <a:pt x="516" y="246"/>
                  </a:lnTo>
                  <a:lnTo>
                    <a:pt x="558" y="211"/>
                  </a:lnTo>
                  <a:lnTo>
                    <a:pt x="595" y="194"/>
                  </a:lnTo>
                  <a:lnTo>
                    <a:pt x="634" y="194"/>
                  </a:lnTo>
                  <a:lnTo>
                    <a:pt x="674" y="202"/>
                  </a:lnTo>
                  <a:lnTo>
                    <a:pt x="721" y="214"/>
                  </a:lnTo>
                  <a:lnTo>
                    <a:pt x="773" y="226"/>
                  </a:lnTo>
                  <a:lnTo>
                    <a:pt x="837" y="231"/>
                  </a:lnTo>
                  <a:lnTo>
                    <a:pt x="800" y="203"/>
                  </a:lnTo>
                  <a:lnTo>
                    <a:pt x="763" y="174"/>
                  </a:lnTo>
                  <a:lnTo>
                    <a:pt x="724" y="144"/>
                  </a:lnTo>
                  <a:lnTo>
                    <a:pt x="687" y="114"/>
                  </a:lnTo>
                  <a:lnTo>
                    <a:pt x="647" y="83"/>
                  </a:lnTo>
                  <a:lnTo>
                    <a:pt x="609" y="54"/>
                  </a:lnTo>
                  <a:lnTo>
                    <a:pt x="570" y="25"/>
                  </a:lnTo>
                  <a:lnTo>
                    <a:pt x="535" y="0"/>
                  </a:lnTo>
                  <a:close/>
                </a:path>
              </a:pathLst>
            </a:custGeom>
            <a:solidFill>
              <a:srgbClr val="8C9E9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1" name="Freeform 11">
              <a:extLst>
                <a:ext uri="{FF2B5EF4-FFF2-40B4-BE49-F238E27FC236}">
                  <a16:creationId xmlns:a16="http://schemas.microsoft.com/office/drawing/2014/main" id="{48CCEBC7-58A1-EE45-BE2C-7767B6A185D4}"/>
                </a:ext>
              </a:extLst>
            </p:cNvPr>
            <p:cNvSpPr>
              <a:spLocks/>
            </p:cNvSpPr>
            <p:nvPr/>
          </p:nvSpPr>
          <p:spPr bwMode="auto">
            <a:xfrm>
              <a:off x="4151" y="3644"/>
              <a:ext cx="419" cy="245"/>
            </a:xfrm>
            <a:custGeom>
              <a:avLst/>
              <a:gdLst>
                <a:gd name="T0" fmla="*/ 273 w 837"/>
                <a:gd name="T1" fmla="*/ 0 h 489"/>
                <a:gd name="T2" fmla="*/ 244 w 837"/>
                <a:gd name="T3" fmla="*/ 11 h 489"/>
                <a:gd name="T4" fmla="*/ 221 w 837"/>
                <a:gd name="T5" fmla="*/ 20 h 489"/>
                <a:gd name="T6" fmla="*/ 202 w 837"/>
                <a:gd name="T7" fmla="*/ 29 h 489"/>
                <a:gd name="T8" fmla="*/ 186 w 837"/>
                <a:gd name="T9" fmla="*/ 39 h 489"/>
                <a:gd name="T10" fmla="*/ 172 w 837"/>
                <a:gd name="T11" fmla="*/ 51 h 489"/>
                <a:gd name="T12" fmla="*/ 158 w 837"/>
                <a:gd name="T13" fmla="*/ 65 h 489"/>
                <a:gd name="T14" fmla="*/ 142 w 837"/>
                <a:gd name="T15" fmla="*/ 84 h 489"/>
                <a:gd name="T16" fmla="*/ 125 w 837"/>
                <a:gd name="T17" fmla="*/ 108 h 489"/>
                <a:gd name="T18" fmla="*/ 116 w 837"/>
                <a:gd name="T19" fmla="*/ 101 h 489"/>
                <a:gd name="T20" fmla="*/ 107 w 837"/>
                <a:gd name="T21" fmla="*/ 95 h 489"/>
                <a:gd name="T22" fmla="*/ 98 w 837"/>
                <a:gd name="T23" fmla="*/ 88 h 489"/>
                <a:gd name="T24" fmla="*/ 89 w 837"/>
                <a:gd name="T25" fmla="*/ 82 h 489"/>
                <a:gd name="T26" fmla="*/ 80 w 837"/>
                <a:gd name="T27" fmla="*/ 74 h 489"/>
                <a:gd name="T28" fmla="*/ 71 w 837"/>
                <a:gd name="T29" fmla="*/ 68 h 489"/>
                <a:gd name="T30" fmla="*/ 62 w 837"/>
                <a:gd name="T31" fmla="*/ 61 h 489"/>
                <a:gd name="T32" fmla="*/ 54 w 837"/>
                <a:gd name="T33" fmla="*/ 56 h 489"/>
                <a:gd name="T34" fmla="*/ 50 w 837"/>
                <a:gd name="T35" fmla="*/ 59 h 489"/>
                <a:gd name="T36" fmla="*/ 43 w 837"/>
                <a:gd name="T37" fmla="*/ 63 h 489"/>
                <a:gd name="T38" fmla="*/ 35 w 837"/>
                <a:gd name="T39" fmla="*/ 67 h 489"/>
                <a:gd name="T40" fmla="*/ 27 w 837"/>
                <a:gd name="T41" fmla="*/ 73 h 489"/>
                <a:gd name="T42" fmla="*/ 18 w 837"/>
                <a:gd name="T43" fmla="*/ 78 h 489"/>
                <a:gd name="T44" fmla="*/ 10 w 837"/>
                <a:gd name="T45" fmla="*/ 83 h 489"/>
                <a:gd name="T46" fmla="*/ 4 w 837"/>
                <a:gd name="T47" fmla="*/ 87 h 489"/>
                <a:gd name="T48" fmla="*/ 0 w 837"/>
                <a:gd name="T49" fmla="*/ 92 h 489"/>
                <a:gd name="T50" fmla="*/ 20 w 837"/>
                <a:gd name="T51" fmla="*/ 111 h 489"/>
                <a:gd name="T52" fmla="*/ 43 w 837"/>
                <a:gd name="T53" fmla="*/ 133 h 489"/>
                <a:gd name="T54" fmla="*/ 66 w 837"/>
                <a:gd name="T55" fmla="*/ 154 h 489"/>
                <a:gd name="T56" fmla="*/ 90 w 837"/>
                <a:gd name="T57" fmla="*/ 175 h 489"/>
                <a:gd name="T58" fmla="*/ 114 w 837"/>
                <a:gd name="T59" fmla="*/ 195 h 489"/>
                <a:gd name="T60" fmla="*/ 139 w 837"/>
                <a:gd name="T61" fmla="*/ 214 h 489"/>
                <a:gd name="T62" fmla="*/ 162 w 837"/>
                <a:gd name="T63" fmla="*/ 229 h 489"/>
                <a:gd name="T64" fmla="*/ 186 w 837"/>
                <a:gd name="T65" fmla="*/ 242 h 489"/>
                <a:gd name="T66" fmla="*/ 203 w 837"/>
                <a:gd name="T67" fmla="*/ 245 h 489"/>
                <a:gd name="T68" fmla="*/ 218 w 837"/>
                <a:gd name="T69" fmla="*/ 244 h 489"/>
                <a:gd name="T70" fmla="*/ 230 w 837"/>
                <a:gd name="T71" fmla="*/ 237 h 489"/>
                <a:gd name="T72" fmla="*/ 238 w 837"/>
                <a:gd name="T73" fmla="*/ 227 h 489"/>
                <a:gd name="T74" fmla="*/ 243 w 837"/>
                <a:gd name="T75" fmla="*/ 213 h 489"/>
                <a:gd name="T76" fmla="*/ 244 w 837"/>
                <a:gd name="T77" fmla="*/ 196 h 489"/>
                <a:gd name="T78" fmla="*/ 241 w 837"/>
                <a:gd name="T79" fmla="*/ 175 h 489"/>
                <a:gd name="T80" fmla="*/ 236 w 837"/>
                <a:gd name="T81" fmla="*/ 151 h 489"/>
                <a:gd name="T82" fmla="*/ 258 w 837"/>
                <a:gd name="T83" fmla="*/ 120 h 489"/>
                <a:gd name="T84" fmla="*/ 279 w 837"/>
                <a:gd name="T85" fmla="*/ 103 h 489"/>
                <a:gd name="T86" fmla="*/ 298 w 837"/>
                <a:gd name="T87" fmla="*/ 94 h 489"/>
                <a:gd name="T88" fmla="*/ 317 w 837"/>
                <a:gd name="T89" fmla="*/ 94 h 489"/>
                <a:gd name="T90" fmla="*/ 337 w 837"/>
                <a:gd name="T91" fmla="*/ 98 h 489"/>
                <a:gd name="T92" fmla="*/ 361 w 837"/>
                <a:gd name="T93" fmla="*/ 104 h 489"/>
                <a:gd name="T94" fmla="*/ 387 w 837"/>
                <a:gd name="T95" fmla="*/ 110 h 489"/>
                <a:gd name="T96" fmla="*/ 419 w 837"/>
                <a:gd name="T97" fmla="*/ 113 h 489"/>
                <a:gd name="T98" fmla="*/ 401 w 837"/>
                <a:gd name="T99" fmla="*/ 99 h 489"/>
                <a:gd name="T100" fmla="*/ 383 w 837"/>
                <a:gd name="T101" fmla="*/ 85 h 489"/>
                <a:gd name="T102" fmla="*/ 364 w 837"/>
                <a:gd name="T103" fmla="*/ 71 h 489"/>
                <a:gd name="T104" fmla="*/ 346 w 837"/>
                <a:gd name="T105" fmla="*/ 56 h 489"/>
                <a:gd name="T106" fmla="*/ 327 w 837"/>
                <a:gd name="T107" fmla="*/ 41 h 489"/>
                <a:gd name="T108" fmla="*/ 309 w 837"/>
                <a:gd name="T109" fmla="*/ 27 h 489"/>
                <a:gd name="T110" fmla="*/ 290 w 837"/>
                <a:gd name="T111" fmla="*/ 13 h 489"/>
                <a:gd name="T112" fmla="*/ 273 w 837"/>
                <a:gd name="T113" fmla="*/ 0 h 48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89"/>
                <a:gd name="T173" fmla="*/ 837 w 837"/>
                <a:gd name="T174" fmla="*/ 489 h 48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89">
                  <a:moveTo>
                    <a:pt x="545" y="0"/>
                  </a:moveTo>
                  <a:lnTo>
                    <a:pt x="487" y="22"/>
                  </a:lnTo>
                  <a:lnTo>
                    <a:pt x="441" y="40"/>
                  </a:lnTo>
                  <a:lnTo>
                    <a:pt x="403" y="58"/>
                  </a:lnTo>
                  <a:lnTo>
                    <a:pt x="372" y="78"/>
                  </a:lnTo>
                  <a:lnTo>
                    <a:pt x="343" y="101"/>
                  </a:lnTo>
                  <a:lnTo>
                    <a:pt x="316" y="129"/>
                  </a:lnTo>
                  <a:lnTo>
                    <a:pt x="284" y="167"/>
                  </a:lnTo>
                  <a:lnTo>
                    <a:pt x="249" y="216"/>
                  </a:lnTo>
                  <a:lnTo>
                    <a:pt x="232" y="202"/>
                  </a:lnTo>
                  <a:lnTo>
                    <a:pt x="214" y="190"/>
                  </a:lnTo>
                  <a:lnTo>
                    <a:pt x="195" y="176"/>
                  </a:lnTo>
                  <a:lnTo>
                    <a:pt x="178" y="163"/>
                  </a:lnTo>
                  <a:lnTo>
                    <a:pt x="159" y="148"/>
                  </a:lnTo>
                  <a:lnTo>
                    <a:pt x="141" y="136"/>
                  </a:lnTo>
                  <a:lnTo>
                    <a:pt x="123" y="122"/>
                  </a:lnTo>
                  <a:lnTo>
                    <a:pt x="107" y="111"/>
                  </a:lnTo>
                  <a:lnTo>
                    <a:pt x="99" y="117"/>
                  </a:lnTo>
                  <a:lnTo>
                    <a:pt x="86" y="126"/>
                  </a:lnTo>
                  <a:lnTo>
                    <a:pt x="70" y="134"/>
                  </a:lnTo>
                  <a:lnTo>
                    <a:pt x="54" y="146"/>
                  </a:lnTo>
                  <a:lnTo>
                    <a:pt x="35" y="156"/>
                  </a:lnTo>
                  <a:lnTo>
                    <a:pt x="20" y="166"/>
                  </a:lnTo>
                  <a:lnTo>
                    <a:pt x="7" y="174"/>
                  </a:lnTo>
                  <a:lnTo>
                    <a:pt x="0" y="183"/>
                  </a:lnTo>
                  <a:lnTo>
                    <a:pt x="40" y="222"/>
                  </a:lnTo>
                  <a:lnTo>
                    <a:pt x="85" y="265"/>
                  </a:lnTo>
                  <a:lnTo>
                    <a:pt x="131" y="307"/>
                  </a:lnTo>
                  <a:lnTo>
                    <a:pt x="180" y="350"/>
                  </a:lnTo>
                  <a:lnTo>
                    <a:pt x="228" y="390"/>
                  </a:lnTo>
                  <a:lnTo>
                    <a:pt x="277" y="428"/>
                  </a:lnTo>
                  <a:lnTo>
                    <a:pt x="324" y="458"/>
                  </a:lnTo>
                  <a:lnTo>
                    <a:pt x="372" y="483"/>
                  </a:lnTo>
                  <a:lnTo>
                    <a:pt x="406" y="489"/>
                  </a:lnTo>
                  <a:lnTo>
                    <a:pt x="436" y="487"/>
                  </a:lnTo>
                  <a:lnTo>
                    <a:pt x="459" y="474"/>
                  </a:lnTo>
                  <a:lnTo>
                    <a:pt x="476" y="454"/>
                  </a:lnTo>
                  <a:lnTo>
                    <a:pt x="485" y="425"/>
                  </a:lnTo>
                  <a:lnTo>
                    <a:pt x="487" y="391"/>
                  </a:lnTo>
                  <a:lnTo>
                    <a:pt x="482" y="349"/>
                  </a:lnTo>
                  <a:lnTo>
                    <a:pt x="471" y="302"/>
                  </a:lnTo>
                  <a:lnTo>
                    <a:pt x="516" y="240"/>
                  </a:lnTo>
                  <a:lnTo>
                    <a:pt x="558" y="205"/>
                  </a:lnTo>
                  <a:lnTo>
                    <a:pt x="595" y="188"/>
                  </a:lnTo>
                  <a:lnTo>
                    <a:pt x="634" y="188"/>
                  </a:lnTo>
                  <a:lnTo>
                    <a:pt x="674" y="196"/>
                  </a:lnTo>
                  <a:lnTo>
                    <a:pt x="721" y="208"/>
                  </a:lnTo>
                  <a:lnTo>
                    <a:pt x="773" y="220"/>
                  </a:lnTo>
                  <a:lnTo>
                    <a:pt x="837" y="225"/>
                  </a:lnTo>
                  <a:lnTo>
                    <a:pt x="801" y="197"/>
                  </a:lnTo>
                  <a:lnTo>
                    <a:pt x="765" y="169"/>
                  </a:lnTo>
                  <a:lnTo>
                    <a:pt x="727" y="141"/>
                  </a:lnTo>
                  <a:lnTo>
                    <a:pt x="691" y="112"/>
                  </a:lnTo>
                  <a:lnTo>
                    <a:pt x="653" y="82"/>
                  </a:lnTo>
                  <a:lnTo>
                    <a:pt x="617" y="54"/>
                  </a:lnTo>
                  <a:lnTo>
                    <a:pt x="579" y="25"/>
                  </a:lnTo>
                  <a:lnTo>
                    <a:pt x="545" y="0"/>
                  </a:lnTo>
                  <a:close/>
                </a:path>
              </a:pathLst>
            </a:custGeom>
            <a:solidFill>
              <a:srgbClr val="91A3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2" name="Freeform 12">
              <a:extLst>
                <a:ext uri="{FF2B5EF4-FFF2-40B4-BE49-F238E27FC236}">
                  <a16:creationId xmlns:a16="http://schemas.microsoft.com/office/drawing/2014/main" id="{99A4F630-0399-DD47-A209-653FAF68A891}"/>
                </a:ext>
              </a:extLst>
            </p:cNvPr>
            <p:cNvSpPr>
              <a:spLocks/>
            </p:cNvSpPr>
            <p:nvPr/>
          </p:nvSpPr>
          <p:spPr bwMode="auto">
            <a:xfrm>
              <a:off x="4151" y="3648"/>
              <a:ext cx="419" cy="239"/>
            </a:xfrm>
            <a:custGeom>
              <a:avLst/>
              <a:gdLst>
                <a:gd name="T0" fmla="*/ 277 w 837"/>
                <a:gd name="T1" fmla="*/ 0 h 479"/>
                <a:gd name="T2" fmla="*/ 248 w 837"/>
                <a:gd name="T3" fmla="*/ 10 h 479"/>
                <a:gd name="T4" fmla="*/ 225 w 837"/>
                <a:gd name="T5" fmla="*/ 20 h 479"/>
                <a:gd name="T6" fmla="*/ 206 w 837"/>
                <a:gd name="T7" fmla="*/ 29 h 479"/>
                <a:gd name="T8" fmla="*/ 191 w 837"/>
                <a:gd name="T9" fmla="*/ 40 h 479"/>
                <a:gd name="T10" fmla="*/ 175 w 837"/>
                <a:gd name="T11" fmla="*/ 52 h 479"/>
                <a:gd name="T12" fmla="*/ 161 w 837"/>
                <a:gd name="T13" fmla="*/ 67 h 479"/>
                <a:gd name="T14" fmla="*/ 145 w 837"/>
                <a:gd name="T15" fmla="*/ 86 h 479"/>
                <a:gd name="T16" fmla="*/ 127 w 837"/>
                <a:gd name="T17" fmla="*/ 111 h 479"/>
                <a:gd name="T18" fmla="*/ 118 w 837"/>
                <a:gd name="T19" fmla="*/ 104 h 479"/>
                <a:gd name="T20" fmla="*/ 109 w 837"/>
                <a:gd name="T21" fmla="*/ 97 h 479"/>
                <a:gd name="T22" fmla="*/ 98 w 837"/>
                <a:gd name="T23" fmla="*/ 89 h 479"/>
                <a:gd name="T24" fmla="*/ 88 w 837"/>
                <a:gd name="T25" fmla="*/ 82 h 479"/>
                <a:gd name="T26" fmla="*/ 78 w 837"/>
                <a:gd name="T27" fmla="*/ 75 h 479"/>
                <a:gd name="T28" fmla="*/ 68 w 837"/>
                <a:gd name="T29" fmla="*/ 68 h 479"/>
                <a:gd name="T30" fmla="*/ 58 w 837"/>
                <a:gd name="T31" fmla="*/ 60 h 479"/>
                <a:gd name="T32" fmla="*/ 50 w 837"/>
                <a:gd name="T33" fmla="*/ 55 h 479"/>
                <a:gd name="T34" fmla="*/ 45 w 837"/>
                <a:gd name="T35" fmla="*/ 58 h 479"/>
                <a:gd name="T36" fmla="*/ 40 w 837"/>
                <a:gd name="T37" fmla="*/ 62 h 479"/>
                <a:gd name="T38" fmla="*/ 32 w 837"/>
                <a:gd name="T39" fmla="*/ 66 h 479"/>
                <a:gd name="T40" fmla="*/ 25 w 837"/>
                <a:gd name="T41" fmla="*/ 71 h 479"/>
                <a:gd name="T42" fmla="*/ 16 w 837"/>
                <a:gd name="T43" fmla="*/ 75 h 479"/>
                <a:gd name="T44" fmla="*/ 9 w 837"/>
                <a:gd name="T45" fmla="*/ 79 h 479"/>
                <a:gd name="T46" fmla="*/ 4 w 837"/>
                <a:gd name="T47" fmla="*/ 83 h 479"/>
                <a:gd name="T48" fmla="*/ 0 w 837"/>
                <a:gd name="T49" fmla="*/ 87 h 479"/>
                <a:gd name="T50" fmla="*/ 20 w 837"/>
                <a:gd name="T51" fmla="*/ 107 h 479"/>
                <a:gd name="T52" fmla="*/ 43 w 837"/>
                <a:gd name="T53" fmla="*/ 127 h 479"/>
                <a:gd name="T54" fmla="*/ 66 w 837"/>
                <a:gd name="T55" fmla="*/ 149 h 479"/>
                <a:gd name="T56" fmla="*/ 90 w 837"/>
                <a:gd name="T57" fmla="*/ 170 h 479"/>
                <a:gd name="T58" fmla="*/ 114 w 837"/>
                <a:gd name="T59" fmla="*/ 190 h 479"/>
                <a:gd name="T60" fmla="*/ 139 w 837"/>
                <a:gd name="T61" fmla="*/ 208 h 479"/>
                <a:gd name="T62" fmla="*/ 162 w 837"/>
                <a:gd name="T63" fmla="*/ 224 h 479"/>
                <a:gd name="T64" fmla="*/ 187 w 837"/>
                <a:gd name="T65" fmla="*/ 237 h 479"/>
                <a:gd name="T66" fmla="*/ 203 w 837"/>
                <a:gd name="T67" fmla="*/ 239 h 479"/>
                <a:gd name="T68" fmla="*/ 218 w 837"/>
                <a:gd name="T69" fmla="*/ 238 h 479"/>
                <a:gd name="T70" fmla="*/ 228 w 837"/>
                <a:gd name="T71" fmla="*/ 231 h 479"/>
                <a:gd name="T72" fmla="*/ 238 w 837"/>
                <a:gd name="T73" fmla="*/ 222 h 479"/>
                <a:gd name="T74" fmla="*/ 242 w 837"/>
                <a:gd name="T75" fmla="*/ 208 h 479"/>
                <a:gd name="T76" fmla="*/ 244 w 837"/>
                <a:gd name="T77" fmla="*/ 191 h 479"/>
                <a:gd name="T78" fmla="*/ 241 w 837"/>
                <a:gd name="T79" fmla="*/ 170 h 479"/>
                <a:gd name="T80" fmla="*/ 236 w 837"/>
                <a:gd name="T81" fmla="*/ 147 h 479"/>
                <a:gd name="T82" fmla="*/ 258 w 837"/>
                <a:gd name="T83" fmla="*/ 116 h 479"/>
                <a:gd name="T84" fmla="*/ 279 w 837"/>
                <a:gd name="T85" fmla="*/ 98 h 479"/>
                <a:gd name="T86" fmla="*/ 298 w 837"/>
                <a:gd name="T87" fmla="*/ 90 h 479"/>
                <a:gd name="T88" fmla="*/ 317 w 837"/>
                <a:gd name="T89" fmla="*/ 90 h 479"/>
                <a:gd name="T90" fmla="*/ 337 w 837"/>
                <a:gd name="T91" fmla="*/ 94 h 479"/>
                <a:gd name="T92" fmla="*/ 361 w 837"/>
                <a:gd name="T93" fmla="*/ 100 h 479"/>
                <a:gd name="T94" fmla="*/ 387 w 837"/>
                <a:gd name="T95" fmla="*/ 106 h 479"/>
                <a:gd name="T96" fmla="*/ 419 w 837"/>
                <a:gd name="T97" fmla="*/ 108 h 479"/>
                <a:gd name="T98" fmla="*/ 401 w 837"/>
                <a:gd name="T99" fmla="*/ 94 h 479"/>
                <a:gd name="T100" fmla="*/ 383 w 837"/>
                <a:gd name="T101" fmla="*/ 81 h 479"/>
                <a:gd name="T102" fmla="*/ 366 w 837"/>
                <a:gd name="T103" fmla="*/ 67 h 479"/>
                <a:gd name="T104" fmla="*/ 348 w 837"/>
                <a:gd name="T105" fmla="*/ 54 h 479"/>
                <a:gd name="T106" fmla="*/ 330 w 837"/>
                <a:gd name="T107" fmla="*/ 39 h 479"/>
                <a:gd name="T108" fmla="*/ 312 w 837"/>
                <a:gd name="T109" fmla="*/ 25 h 479"/>
                <a:gd name="T110" fmla="*/ 294 w 837"/>
                <a:gd name="T111" fmla="*/ 12 h 479"/>
                <a:gd name="T112" fmla="*/ 277 w 837"/>
                <a:gd name="T113" fmla="*/ 0 h 4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9"/>
                <a:gd name="T173" fmla="*/ 837 w 837"/>
                <a:gd name="T174" fmla="*/ 479 h 4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9">
                  <a:moveTo>
                    <a:pt x="554" y="0"/>
                  </a:moveTo>
                  <a:lnTo>
                    <a:pt x="496" y="21"/>
                  </a:lnTo>
                  <a:lnTo>
                    <a:pt x="450" y="41"/>
                  </a:lnTo>
                  <a:lnTo>
                    <a:pt x="412" y="59"/>
                  </a:lnTo>
                  <a:lnTo>
                    <a:pt x="381" y="80"/>
                  </a:lnTo>
                  <a:lnTo>
                    <a:pt x="349" y="104"/>
                  </a:lnTo>
                  <a:lnTo>
                    <a:pt x="321" y="134"/>
                  </a:lnTo>
                  <a:lnTo>
                    <a:pt x="289" y="172"/>
                  </a:lnTo>
                  <a:lnTo>
                    <a:pt x="254" y="222"/>
                  </a:lnTo>
                  <a:lnTo>
                    <a:pt x="235" y="208"/>
                  </a:lnTo>
                  <a:lnTo>
                    <a:pt x="217" y="194"/>
                  </a:lnTo>
                  <a:lnTo>
                    <a:pt x="196" y="179"/>
                  </a:lnTo>
                  <a:lnTo>
                    <a:pt x="176" y="165"/>
                  </a:lnTo>
                  <a:lnTo>
                    <a:pt x="155" y="150"/>
                  </a:lnTo>
                  <a:lnTo>
                    <a:pt x="135" y="136"/>
                  </a:lnTo>
                  <a:lnTo>
                    <a:pt x="115" y="121"/>
                  </a:lnTo>
                  <a:lnTo>
                    <a:pt x="99" y="110"/>
                  </a:lnTo>
                  <a:lnTo>
                    <a:pt x="90" y="116"/>
                  </a:lnTo>
                  <a:lnTo>
                    <a:pt x="79" y="124"/>
                  </a:lnTo>
                  <a:lnTo>
                    <a:pt x="64" y="133"/>
                  </a:lnTo>
                  <a:lnTo>
                    <a:pt x="49" y="143"/>
                  </a:lnTo>
                  <a:lnTo>
                    <a:pt x="32" y="150"/>
                  </a:lnTo>
                  <a:lnTo>
                    <a:pt x="18" y="159"/>
                  </a:lnTo>
                  <a:lnTo>
                    <a:pt x="7" y="166"/>
                  </a:lnTo>
                  <a:lnTo>
                    <a:pt x="0" y="175"/>
                  </a:lnTo>
                  <a:lnTo>
                    <a:pt x="40" y="214"/>
                  </a:lnTo>
                  <a:lnTo>
                    <a:pt x="85" y="255"/>
                  </a:lnTo>
                  <a:lnTo>
                    <a:pt x="131" y="298"/>
                  </a:lnTo>
                  <a:lnTo>
                    <a:pt x="180" y="341"/>
                  </a:lnTo>
                  <a:lnTo>
                    <a:pt x="228" y="381"/>
                  </a:lnTo>
                  <a:lnTo>
                    <a:pt x="277" y="417"/>
                  </a:lnTo>
                  <a:lnTo>
                    <a:pt x="324" y="448"/>
                  </a:lnTo>
                  <a:lnTo>
                    <a:pt x="373" y="474"/>
                  </a:lnTo>
                  <a:lnTo>
                    <a:pt x="406" y="479"/>
                  </a:lnTo>
                  <a:lnTo>
                    <a:pt x="435" y="476"/>
                  </a:lnTo>
                  <a:lnTo>
                    <a:pt x="456" y="463"/>
                  </a:lnTo>
                  <a:lnTo>
                    <a:pt x="475" y="445"/>
                  </a:lnTo>
                  <a:lnTo>
                    <a:pt x="484" y="417"/>
                  </a:lnTo>
                  <a:lnTo>
                    <a:pt x="487" y="382"/>
                  </a:lnTo>
                  <a:lnTo>
                    <a:pt x="482" y="341"/>
                  </a:lnTo>
                  <a:lnTo>
                    <a:pt x="471" y="294"/>
                  </a:lnTo>
                  <a:lnTo>
                    <a:pt x="516" y="232"/>
                  </a:lnTo>
                  <a:lnTo>
                    <a:pt x="558" y="197"/>
                  </a:lnTo>
                  <a:lnTo>
                    <a:pt x="595" y="180"/>
                  </a:lnTo>
                  <a:lnTo>
                    <a:pt x="634" y="180"/>
                  </a:lnTo>
                  <a:lnTo>
                    <a:pt x="674" y="188"/>
                  </a:lnTo>
                  <a:lnTo>
                    <a:pt x="721" y="200"/>
                  </a:lnTo>
                  <a:lnTo>
                    <a:pt x="773" y="212"/>
                  </a:lnTo>
                  <a:lnTo>
                    <a:pt x="837" y="217"/>
                  </a:lnTo>
                  <a:lnTo>
                    <a:pt x="801" y="189"/>
                  </a:lnTo>
                  <a:lnTo>
                    <a:pt x="766" y="163"/>
                  </a:lnTo>
                  <a:lnTo>
                    <a:pt x="731" y="135"/>
                  </a:lnTo>
                  <a:lnTo>
                    <a:pt x="696" y="108"/>
                  </a:lnTo>
                  <a:lnTo>
                    <a:pt x="659" y="79"/>
                  </a:lnTo>
                  <a:lnTo>
                    <a:pt x="624" y="51"/>
                  </a:lnTo>
                  <a:lnTo>
                    <a:pt x="588" y="25"/>
                  </a:lnTo>
                  <a:lnTo>
                    <a:pt x="554" y="0"/>
                  </a:lnTo>
                  <a:close/>
                </a:path>
              </a:pathLst>
            </a:custGeom>
            <a:solidFill>
              <a:srgbClr val="96A8A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3" name="Freeform 13">
              <a:extLst>
                <a:ext uri="{FF2B5EF4-FFF2-40B4-BE49-F238E27FC236}">
                  <a16:creationId xmlns:a16="http://schemas.microsoft.com/office/drawing/2014/main" id="{EACAA3C4-FC28-DF4B-8C15-37E9CFC2B1D7}"/>
                </a:ext>
              </a:extLst>
            </p:cNvPr>
            <p:cNvSpPr>
              <a:spLocks/>
            </p:cNvSpPr>
            <p:nvPr/>
          </p:nvSpPr>
          <p:spPr bwMode="auto">
            <a:xfrm>
              <a:off x="4151" y="3651"/>
              <a:ext cx="419" cy="235"/>
            </a:xfrm>
            <a:custGeom>
              <a:avLst/>
              <a:gdLst>
                <a:gd name="T0" fmla="*/ 283 w 837"/>
                <a:gd name="T1" fmla="*/ 0 h 470"/>
                <a:gd name="T2" fmla="*/ 253 w 837"/>
                <a:gd name="T3" fmla="*/ 11 h 470"/>
                <a:gd name="T4" fmla="*/ 230 w 837"/>
                <a:gd name="T5" fmla="*/ 22 h 470"/>
                <a:gd name="T6" fmla="*/ 210 w 837"/>
                <a:gd name="T7" fmla="*/ 30 h 470"/>
                <a:gd name="T8" fmla="*/ 194 w 837"/>
                <a:gd name="T9" fmla="*/ 42 h 470"/>
                <a:gd name="T10" fmla="*/ 178 w 837"/>
                <a:gd name="T11" fmla="*/ 55 h 470"/>
                <a:gd name="T12" fmla="*/ 164 w 837"/>
                <a:gd name="T13" fmla="*/ 70 h 470"/>
                <a:gd name="T14" fmla="*/ 147 w 837"/>
                <a:gd name="T15" fmla="*/ 90 h 470"/>
                <a:gd name="T16" fmla="*/ 130 w 837"/>
                <a:gd name="T17" fmla="*/ 115 h 470"/>
                <a:gd name="T18" fmla="*/ 120 w 837"/>
                <a:gd name="T19" fmla="*/ 107 h 470"/>
                <a:gd name="T20" fmla="*/ 110 w 837"/>
                <a:gd name="T21" fmla="*/ 101 h 470"/>
                <a:gd name="T22" fmla="*/ 98 w 837"/>
                <a:gd name="T23" fmla="*/ 93 h 470"/>
                <a:gd name="T24" fmla="*/ 87 w 837"/>
                <a:gd name="T25" fmla="*/ 86 h 470"/>
                <a:gd name="T26" fmla="*/ 75 w 837"/>
                <a:gd name="T27" fmla="*/ 77 h 470"/>
                <a:gd name="T28" fmla="*/ 64 w 837"/>
                <a:gd name="T29" fmla="*/ 70 h 470"/>
                <a:gd name="T30" fmla="*/ 53 w 837"/>
                <a:gd name="T31" fmla="*/ 62 h 470"/>
                <a:gd name="T32" fmla="*/ 45 w 837"/>
                <a:gd name="T33" fmla="*/ 57 h 470"/>
                <a:gd name="T34" fmla="*/ 41 w 837"/>
                <a:gd name="T35" fmla="*/ 59 h 470"/>
                <a:gd name="T36" fmla="*/ 36 w 837"/>
                <a:gd name="T37" fmla="*/ 63 h 470"/>
                <a:gd name="T38" fmla="*/ 29 w 837"/>
                <a:gd name="T39" fmla="*/ 67 h 470"/>
                <a:gd name="T40" fmla="*/ 23 w 837"/>
                <a:gd name="T41" fmla="*/ 70 h 470"/>
                <a:gd name="T42" fmla="*/ 15 w 837"/>
                <a:gd name="T43" fmla="*/ 74 h 470"/>
                <a:gd name="T44" fmla="*/ 9 w 837"/>
                <a:gd name="T45" fmla="*/ 77 h 470"/>
                <a:gd name="T46" fmla="*/ 3 w 837"/>
                <a:gd name="T47" fmla="*/ 81 h 470"/>
                <a:gd name="T48" fmla="*/ 0 w 837"/>
                <a:gd name="T49" fmla="*/ 85 h 470"/>
                <a:gd name="T50" fmla="*/ 20 w 837"/>
                <a:gd name="T51" fmla="*/ 104 h 470"/>
                <a:gd name="T52" fmla="*/ 43 w 837"/>
                <a:gd name="T53" fmla="*/ 124 h 470"/>
                <a:gd name="T54" fmla="*/ 66 w 837"/>
                <a:gd name="T55" fmla="*/ 146 h 470"/>
                <a:gd name="T56" fmla="*/ 90 w 837"/>
                <a:gd name="T57" fmla="*/ 168 h 470"/>
                <a:gd name="T58" fmla="*/ 114 w 837"/>
                <a:gd name="T59" fmla="*/ 187 h 470"/>
                <a:gd name="T60" fmla="*/ 139 w 837"/>
                <a:gd name="T61" fmla="*/ 205 h 470"/>
                <a:gd name="T62" fmla="*/ 162 w 837"/>
                <a:gd name="T63" fmla="*/ 220 h 470"/>
                <a:gd name="T64" fmla="*/ 187 w 837"/>
                <a:gd name="T65" fmla="*/ 233 h 470"/>
                <a:gd name="T66" fmla="*/ 203 w 837"/>
                <a:gd name="T67" fmla="*/ 235 h 470"/>
                <a:gd name="T68" fmla="*/ 216 w 837"/>
                <a:gd name="T69" fmla="*/ 234 h 470"/>
                <a:gd name="T70" fmla="*/ 227 w 837"/>
                <a:gd name="T71" fmla="*/ 228 h 470"/>
                <a:gd name="T72" fmla="*/ 236 w 837"/>
                <a:gd name="T73" fmla="*/ 220 h 470"/>
                <a:gd name="T74" fmla="*/ 241 w 837"/>
                <a:gd name="T75" fmla="*/ 206 h 470"/>
                <a:gd name="T76" fmla="*/ 243 w 837"/>
                <a:gd name="T77" fmla="*/ 189 h 470"/>
                <a:gd name="T78" fmla="*/ 241 w 837"/>
                <a:gd name="T79" fmla="*/ 168 h 470"/>
                <a:gd name="T80" fmla="*/ 236 w 837"/>
                <a:gd name="T81" fmla="*/ 144 h 470"/>
                <a:gd name="T82" fmla="*/ 258 w 837"/>
                <a:gd name="T83" fmla="*/ 113 h 470"/>
                <a:gd name="T84" fmla="*/ 279 w 837"/>
                <a:gd name="T85" fmla="*/ 96 h 470"/>
                <a:gd name="T86" fmla="*/ 298 w 837"/>
                <a:gd name="T87" fmla="*/ 87 h 470"/>
                <a:gd name="T88" fmla="*/ 317 w 837"/>
                <a:gd name="T89" fmla="*/ 87 h 470"/>
                <a:gd name="T90" fmla="*/ 337 w 837"/>
                <a:gd name="T91" fmla="*/ 91 h 470"/>
                <a:gd name="T92" fmla="*/ 361 w 837"/>
                <a:gd name="T93" fmla="*/ 97 h 470"/>
                <a:gd name="T94" fmla="*/ 387 w 837"/>
                <a:gd name="T95" fmla="*/ 103 h 470"/>
                <a:gd name="T96" fmla="*/ 419 w 837"/>
                <a:gd name="T97" fmla="*/ 106 h 470"/>
                <a:gd name="T98" fmla="*/ 401 w 837"/>
                <a:gd name="T99" fmla="*/ 92 h 470"/>
                <a:gd name="T100" fmla="*/ 384 w 837"/>
                <a:gd name="T101" fmla="*/ 79 h 470"/>
                <a:gd name="T102" fmla="*/ 367 w 837"/>
                <a:gd name="T103" fmla="*/ 66 h 470"/>
                <a:gd name="T104" fmla="*/ 351 w 837"/>
                <a:gd name="T105" fmla="*/ 53 h 470"/>
                <a:gd name="T106" fmla="*/ 334 w 837"/>
                <a:gd name="T107" fmla="*/ 39 h 470"/>
                <a:gd name="T108" fmla="*/ 317 w 837"/>
                <a:gd name="T109" fmla="*/ 26 h 470"/>
                <a:gd name="T110" fmla="*/ 300 w 837"/>
                <a:gd name="T111" fmla="*/ 13 h 470"/>
                <a:gd name="T112" fmla="*/ 283 w 837"/>
                <a:gd name="T113" fmla="*/ 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0"/>
                <a:gd name="T173" fmla="*/ 837 w 837"/>
                <a:gd name="T174" fmla="*/ 470 h 4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0">
                  <a:moveTo>
                    <a:pt x="565" y="0"/>
                  </a:moveTo>
                  <a:lnTo>
                    <a:pt x="506" y="21"/>
                  </a:lnTo>
                  <a:lnTo>
                    <a:pt x="460" y="43"/>
                  </a:lnTo>
                  <a:lnTo>
                    <a:pt x="420" y="61"/>
                  </a:lnTo>
                  <a:lnTo>
                    <a:pt x="387" y="84"/>
                  </a:lnTo>
                  <a:lnTo>
                    <a:pt x="356" y="109"/>
                  </a:lnTo>
                  <a:lnTo>
                    <a:pt x="327" y="140"/>
                  </a:lnTo>
                  <a:lnTo>
                    <a:pt x="294" y="179"/>
                  </a:lnTo>
                  <a:lnTo>
                    <a:pt x="259" y="229"/>
                  </a:lnTo>
                  <a:lnTo>
                    <a:pt x="240" y="214"/>
                  </a:lnTo>
                  <a:lnTo>
                    <a:pt x="220" y="201"/>
                  </a:lnTo>
                  <a:lnTo>
                    <a:pt x="196" y="186"/>
                  </a:lnTo>
                  <a:lnTo>
                    <a:pt x="174" y="171"/>
                  </a:lnTo>
                  <a:lnTo>
                    <a:pt x="150" y="154"/>
                  </a:lnTo>
                  <a:lnTo>
                    <a:pt x="128" y="139"/>
                  </a:lnTo>
                  <a:lnTo>
                    <a:pt x="106" y="125"/>
                  </a:lnTo>
                  <a:lnTo>
                    <a:pt x="90" y="113"/>
                  </a:lnTo>
                  <a:lnTo>
                    <a:pt x="81" y="119"/>
                  </a:lnTo>
                  <a:lnTo>
                    <a:pt x="71" y="127"/>
                  </a:lnTo>
                  <a:lnTo>
                    <a:pt x="57" y="133"/>
                  </a:lnTo>
                  <a:lnTo>
                    <a:pt x="45" y="140"/>
                  </a:lnTo>
                  <a:lnTo>
                    <a:pt x="30" y="147"/>
                  </a:lnTo>
                  <a:lnTo>
                    <a:pt x="17" y="154"/>
                  </a:lnTo>
                  <a:lnTo>
                    <a:pt x="6" y="162"/>
                  </a:lnTo>
                  <a:lnTo>
                    <a:pt x="0" y="169"/>
                  </a:lnTo>
                  <a:lnTo>
                    <a:pt x="40" y="208"/>
                  </a:lnTo>
                  <a:lnTo>
                    <a:pt x="85" y="249"/>
                  </a:lnTo>
                  <a:lnTo>
                    <a:pt x="131" y="292"/>
                  </a:lnTo>
                  <a:lnTo>
                    <a:pt x="180" y="335"/>
                  </a:lnTo>
                  <a:lnTo>
                    <a:pt x="228" y="374"/>
                  </a:lnTo>
                  <a:lnTo>
                    <a:pt x="277" y="410"/>
                  </a:lnTo>
                  <a:lnTo>
                    <a:pt x="324" y="440"/>
                  </a:lnTo>
                  <a:lnTo>
                    <a:pt x="373" y="465"/>
                  </a:lnTo>
                  <a:lnTo>
                    <a:pt x="405" y="470"/>
                  </a:lnTo>
                  <a:lnTo>
                    <a:pt x="432" y="468"/>
                  </a:lnTo>
                  <a:lnTo>
                    <a:pt x="454" y="456"/>
                  </a:lnTo>
                  <a:lnTo>
                    <a:pt x="472" y="439"/>
                  </a:lnTo>
                  <a:lnTo>
                    <a:pt x="482" y="411"/>
                  </a:lnTo>
                  <a:lnTo>
                    <a:pt x="486" y="377"/>
                  </a:lnTo>
                  <a:lnTo>
                    <a:pt x="482" y="336"/>
                  </a:lnTo>
                  <a:lnTo>
                    <a:pt x="471" y="288"/>
                  </a:lnTo>
                  <a:lnTo>
                    <a:pt x="516" y="226"/>
                  </a:lnTo>
                  <a:lnTo>
                    <a:pt x="558" y="191"/>
                  </a:lnTo>
                  <a:lnTo>
                    <a:pt x="595" y="174"/>
                  </a:lnTo>
                  <a:lnTo>
                    <a:pt x="634" y="174"/>
                  </a:lnTo>
                  <a:lnTo>
                    <a:pt x="674" y="182"/>
                  </a:lnTo>
                  <a:lnTo>
                    <a:pt x="721" y="194"/>
                  </a:lnTo>
                  <a:lnTo>
                    <a:pt x="773" y="206"/>
                  </a:lnTo>
                  <a:lnTo>
                    <a:pt x="837" y="211"/>
                  </a:lnTo>
                  <a:lnTo>
                    <a:pt x="802" y="184"/>
                  </a:lnTo>
                  <a:lnTo>
                    <a:pt x="768" y="158"/>
                  </a:lnTo>
                  <a:lnTo>
                    <a:pt x="734" y="132"/>
                  </a:lnTo>
                  <a:lnTo>
                    <a:pt x="701" y="105"/>
                  </a:lnTo>
                  <a:lnTo>
                    <a:pt x="667" y="78"/>
                  </a:lnTo>
                  <a:lnTo>
                    <a:pt x="633" y="51"/>
                  </a:lnTo>
                  <a:lnTo>
                    <a:pt x="599" y="25"/>
                  </a:lnTo>
                  <a:lnTo>
                    <a:pt x="565" y="0"/>
                  </a:lnTo>
                  <a:close/>
                </a:path>
              </a:pathLst>
            </a:custGeom>
            <a:solidFill>
              <a:srgbClr val="9E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4" name="Freeform 14">
              <a:extLst>
                <a:ext uri="{FF2B5EF4-FFF2-40B4-BE49-F238E27FC236}">
                  <a16:creationId xmlns:a16="http://schemas.microsoft.com/office/drawing/2014/main" id="{DF1CD128-B252-F848-92C7-BCC7A9C80680}"/>
                </a:ext>
              </a:extLst>
            </p:cNvPr>
            <p:cNvSpPr>
              <a:spLocks/>
            </p:cNvSpPr>
            <p:nvPr/>
          </p:nvSpPr>
          <p:spPr bwMode="auto">
            <a:xfrm>
              <a:off x="4151" y="3655"/>
              <a:ext cx="419" cy="230"/>
            </a:xfrm>
            <a:custGeom>
              <a:avLst/>
              <a:gdLst>
                <a:gd name="T0" fmla="*/ 287 w 837"/>
                <a:gd name="T1" fmla="*/ 0 h 460"/>
                <a:gd name="T2" fmla="*/ 257 w 837"/>
                <a:gd name="T3" fmla="*/ 11 h 460"/>
                <a:gd name="T4" fmla="*/ 234 w 837"/>
                <a:gd name="T5" fmla="*/ 21 h 460"/>
                <a:gd name="T6" fmla="*/ 214 w 837"/>
                <a:gd name="T7" fmla="*/ 30 h 460"/>
                <a:gd name="T8" fmla="*/ 198 w 837"/>
                <a:gd name="T9" fmla="*/ 43 h 460"/>
                <a:gd name="T10" fmla="*/ 181 w 837"/>
                <a:gd name="T11" fmla="*/ 56 h 460"/>
                <a:gd name="T12" fmla="*/ 166 w 837"/>
                <a:gd name="T13" fmla="*/ 72 h 460"/>
                <a:gd name="T14" fmla="*/ 150 w 837"/>
                <a:gd name="T15" fmla="*/ 92 h 460"/>
                <a:gd name="T16" fmla="*/ 132 w 837"/>
                <a:gd name="T17" fmla="*/ 117 h 460"/>
                <a:gd name="T18" fmla="*/ 122 w 837"/>
                <a:gd name="T19" fmla="*/ 110 h 460"/>
                <a:gd name="T20" fmla="*/ 111 w 837"/>
                <a:gd name="T21" fmla="*/ 102 h 460"/>
                <a:gd name="T22" fmla="*/ 98 w 837"/>
                <a:gd name="T23" fmla="*/ 94 h 460"/>
                <a:gd name="T24" fmla="*/ 87 w 837"/>
                <a:gd name="T25" fmla="*/ 87 h 460"/>
                <a:gd name="T26" fmla="*/ 73 w 837"/>
                <a:gd name="T27" fmla="*/ 78 h 460"/>
                <a:gd name="T28" fmla="*/ 61 w 837"/>
                <a:gd name="T29" fmla="*/ 70 h 460"/>
                <a:gd name="T30" fmla="*/ 50 w 837"/>
                <a:gd name="T31" fmla="*/ 62 h 460"/>
                <a:gd name="T32" fmla="*/ 41 w 837"/>
                <a:gd name="T33" fmla="*/ 56 h 460"/>
                <a:gd name="T34" fmla="*/ 37 w 837"/>
                <a:gd name="T35" fmla="*/ 58 h 460"/>
                <a:gd name="T36" fmla="*/ 32 w 837"/>
                <a:gd name="T37" fmla="*/ 61 h 460"/>
                <a:gd name="T38" fmla="*/ 26 w 837"/>
                <a:gd name="T39" fmla="*/ 65 h 460"/>
                <a:gd name="T40" fmla="*/ 20 w 837"/>
                <a:gd name="T41" fmla="*/ 68 h 460"/>
                <a:gd name="T42" fmla="*/ 14 w 837"/>
                <a:gd name="T43" fmla="*/ 70 h 460"/>
                <a:gd name="T44" fmla="*/ 8 w 837"/>
                <a:gd name="T45" fmla="*/ 73 h 460"/>
                <a:gd name="T46" fmla="*/ 3 w 837"/>
                <a:gd name="T47" fmla="*/ 77 h 460"/>
                <a:gd name="T48" fmla="*/ 0 w 837"/>
                <a:gd name="T49" fmla="*/ 80 h 460"/>
                <a:gd name="T50" fmla="*/ 20 w 837"/>
                <a:gd name="T51" fmla="*/ 100 h 460"/>
                <a:gd name="T52" fmla="*/ 43 w 837"/>
                <a:gd name="T53" fmla="*/ 120 h 460"/>
                <a:gd name="T54" fmla="*/ 66 w 837"/>
                <a:gd name="T55" fmla="*/ 141 h 460"/>
                <a:gd name="T56" fmla="*/ 90 w 837"/>
                <a:gd name="T57" fmla="*/ 162 h 460"/>
                <a:gd name="T58" fmla="*/ 114 w 837"/>
                <a:gd name="T59" fmla="*/ 182 h 460"/>
                <a:gd name="T60" fmla="*/ 139 w 837"/>
                <a:gd name="T61" fmla="*/ 199 h 460"/>
                <a:gd name="T62" fmla="*/ 162 w 837"/>
                <a:gd name="T63" fmla="*/ 215 h 460"/>
                <a:gd name="T64" fmla="*/ 187 w 837"/>
                <a:gd name="T65" fmla="*/ 228 h 460"/>
                <a:gd name="T66" fmla="*/ 202 w 837"/>
                <a:gd name="T67" fmla="*/ 230 h 460"/>
                <a:gd name="T68" fmla="*/ 216 w 837"/>
                <a:gd name="T69" fmla="*/ 229 h 460"/>
                <a:gd name="T70" fmla="*/ 226 w 837"/>
                <a:gd name="T71" fmla="*/ 224 h 460"/>
                <a:gd name="T72" fmla="*/ 235 w 837"/>
                <a:gd name="T73" fmla="*/ 215 h 460"/>
                <a:gd name="T74" fmla="*/ 240 w 837"/>
                <a:gd name="T75" fmla="*/ 202 h 460"/>
                <a:gd name="T76" fmla="*/ 243 w 837"/>
                <a:gd name="T77" fmla="*/ 185 h 460"/>
                <a:gd name="T78" fmla="*/ 241 w 837"/>
                <a:gd name="T79" fmla="*/ 164 h 460"/>
                <a:gd name="T80" fmla="*/ 236 w 837"/>
                <a:gd name="T81" fmla="*/ 140 h 460"/>
                <a:gd name="T82" fmla="*/ 258 w 837"/>
                <a:gd name="T83" fmla="*/ 109 h 460"/>
                <a:gd name="T84" fmla="*/ 279 w 837"/>
                <a:gd name="T85" fmla="*/ 91 h 460"/>
                <a:gd name="T86" fmla="*/ 298 w 837"/>
                <a:gd name="T87" fmla="*/ 83 h 460"/>
                <a:gd name="T88" fmla="*/ 317 w 837"/>
                <a:gd name="T89" fmla="*/ 83 h 460"/>
                <a:gd name="T90" fmla="*/ 337 w 837"/>
                <a:gd name="T91" fmla="*/ 87 h 460"/>
                <a:gd name="T92" fmla="*/ 361 w 837"/>
                <a:gd name="T93" fmla="*/ 93 h 460"/>
                <a:gd name="T94" fmla="*/ 387 w 837"/>
                <a:gd name="T95" fmla="*/ 99 h 460"/>
                <a:gd name="T96" fmla="*/ 419 w 837"/>
                <a:gd name="T97" fmla="*/ 101 h 460"/>
                <a:gd name="T98" fmla="*/ 401 w 837"/>
                <a:gd name="T99" fmla="*/ 88 h 460"/>
                <a:gd name="T100" fmla="*/ 385 w 837"/>
                <a:gd name="T101" fmla="*/ 75 h 460"/>
                <a:gd name="T102" fmla="*/ 369 w 837"/>
                <a:gd name="T103" fmla="*/ 62 h 460"/>
                <a:gd name="T104" fmla="*/ 353 w 837"/>
                <a:gd name="T105" fmla="*/ 50 h 460"/>
                <a:gd name="T106" fmla="*/ 337 w 837"/>
                <a:gd name="T107" fmla="*/ 37 h 460"/>
                <a:gd name="T108" fmla="*/ 320 w 837"/>
                <a:gd name="T109" fmla="*/ 25 h 460"/>
                <a:gd name="T110" fmla="*/ 304 w 837"/>
                <a:gd name="T111" fmla="*/ 12 h 460"/>
                <a:gd name="T112" fmla="*/ 287 w 837"/>
                <a:gd name="T113" fmla="*/ 0 h 46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60"/>
                <a:gd name="T173" fmla="*/ 837 w 837"/>
                <a:gd name="T174" fmla="*/ 460 h 46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60">
                  <a:moveTo>
                    <a:pt x="573" y="0"/>
                  </a:moveTo>
                  <a:lnTo>
                    <a:pt x="514" y="21"/>
                  </a:lnTo>
                  <a:lnTo>
                    <a:pt x="467" y="42"/>
                  </a:lnTo>
                  <a:lnTo>
                    <a:pt x="427" y="61"/>
                  </a:lnTo>
                  <a:lnTo>
                    <a:pt x="395" y="85"/>
                  </a:lnTo>
                  <a:lnTo>
                    <a:pt x="362" y="111"/>
                  </a:lnTo>
                  <a:lnTo>
                    <a:pt x="332" y="144"/>
                  </a:lnTo>
                  <a:lnTo>
                    <a:pt x="299" y="183"/>
                  </a:lnTo>
                  <a:lnTo>
                    <a:pt x="263" y="234"/>
                  </a:lnTo>
                  <a:lnTo>
                    <a:pt x="244" y="219"/>
                  </a:lnTo>
                  <a:lnTo>
                    <a:pt x="222" y="204"/>
                  </a:lnTo>
                  <a:lnTo>
                    <a:pt x="196" y="188"/>
                  </a:lnTo>
                  <a:lnTo>
                    <a:pt x="173" y="173"/>
                  </a:lnTo>
                  <a:lnTo>
                    <a:pt x="146" y="155"/>
                  </a:lnTo>
                  <a:lnTo>
                    <a:pt x="121" y="139"/>
                  </a:lnTo>
                  <a:lnTo>
                    <a:pt x="100" y="124"/>
                  </a:lnTo>
                  <a:lnTo>
                    <a:pt x="82" y="111"/>
                  </a:lnTo>
                  <a:lnTo>
                    <a:pt x="74" y="116"/>
                  </a:lnTo>
                  <a:lnTo>
                    <a:pt x="64" y="123"/>
                  </a:lnTo>
                  <a:lnTo>
                    <a:pt x="51" y="129"/>
                  </a:lnTo>
                  <a:lnTo>
                    <a:pt x="40" y="135"/>
                  </a:lnTo>
                  <a:lnTo>
                    <a:pt x="27" y="140"/>
                  </a:lnTo>
                  <a:lnTo>
                    <a:pt x="16" y="146"/>
                  </a:lnTo>
                  <a:lnTo>
                    <a:pt x="6" y="153"/>
                  </a:lnTo>
                  <a:lnTo>
                    <a:pt x="0" y="160"/>
                  </a:lnTo>
                  <a:lnTo>
                    <a:pt x="40" y="199"/>
                  </a:lnTo>
                  <a:lnTo>
                    <a:pt x="85" y="240"/>
                  </a:lnTo>
                  <a:lnTo>
                    <a:pt x="131" y="282"/>
                  </a:lnTo>
                  <a:lnTo>
                    <a:pt x="180" y="324"/>
                  </a:lnTo>
                  <a:lnTo>
                    <a:pt x="228" y="363"/>
                  </a:lnTo>
                  <a:lnTo>
                    <a:pt x="277" y="398"/>
                  </a:lnTo>
                  <a:lnTo>
                    <a:pt x="324" y="430"/>
                  </a:lnTo>
                  <a:lnTo>
                    <a:pt x="373" y="455"/>
                  </a:lnTo>
                  <a:lnTo>
                    <a:pt x="403" y="460"/>
                  </a:lnTo>
                  <a:lnTo>
                    <a:pt x="431" y="457"/>
                  </a:lnTo>
                  <a:lnTo>
                    <a:pt x="452" y="447"/>
                  </a:lnTo>
                  <a:lnTo>
                    <a:pt x="470" y="430"/>
                  </a:lnTo>
                  <a:lnTo>
                    <a:pt x="480" y="403"/>
                  </a:lnTo>
                  <a:lnTo>
                    <a:pt x="485" y="370"/>
                  </a:lnTo>
                  <a:lnTo>
                    <a:pt x="481" y="328"/>
                  </a:lnTo>
                  <a:lnTo>
                    <a:pt x="471" y="279"/>
                  </a:lnTo>
                  <a:lnTo>
                    <a:pt x="516" y="217"/>
                  </a:lnTo>
                  <a:lnTo>
                    <a:pt x="558" y="182"/>
                  </a:lnTo>
                  <a:lnTo>
                    <a:pt x="595" y="165"/>
                  </a:lnTo>
                  <a:lnTo>
                    <a:pt x="634" y="165"/>
                  </a:lnTo>
                  <a:lnTo>
                    <a:pt x="674" y="173"/>
                  </a:lnTo>
                  <a:lnTo>
                    <a:pt x="721" y="185"/>
                  </a:lnTo>
                  <a:lnTo>
                    <a:pt x="773" y="197"/>
                  </a:lnTo>
                  <a:lnTo>
                    <a:pt x="837" y="202"/>
                  </a:lnTo>
                  <a:lnTo>
                    <a:pt x="802" y="175"/>
                  </a:lnTo>
                  <a:lnTo>
                    <a:pt x="770" y="150"/>
                  </a:lnTo>
                  <a:lnTo>
                    <a:pt x="737" y="124"/>
                  </a:lnTo>
                  <a:lnTo>
                    <a:pt x="706" y="99"/>
                  </a:lnTo>
                  <a:lnTo>
                    <a:pt x="673" y="73"/>
                  </a:lnTo>
                  <a:lnTo>
                    <a:pt x="640" y="49"/>
                  </a:lnTo>
                  <a:lnTo>
                    <a:pt x="607" y="24"/>
                  </a:lnTo>
                  <a:lnTo>
                    <a:pt x="573" y="0"/>
                  </a:lnTo>
                  <a:close/>
                </a:path>
              </a:pathLst>
            </a:custGeom>
            <a:solidFill>
              <a:srgbClr val="A3B3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5" name="Freeform 15">
              <a:extLst>
                <a:ext uri="{FF2B5EF4-FFF2-40B4-BE49-F238E27FC236}">
                  <a16:creationId xmlns:a16="http://schemas.microsoft.com/office/drawing/2014/main" id="{7FE32B32-7CA5-854A-A496-93E706C46F5F}"/>
                </a:ext>
              </a:extLst>
            </p:cNvPr>
            <p:cNvSpPr>
              <a:spLocks/>
            </p:cNvSpPr>
            <p:nvPr/>
          </p:nvSpPr>
          <p:spPr bwMode="auto">
            <a:xfrm>
              <a:off x="4151" y="3659"/>
              <a:ext cx="419" cy="225"/>
            </a:xfrm>
            <a:custGeom>
              <a:avLst/>
              <a:gdLst>
                <a:gd name="T0" fmla="*/ 292 w 837"/>
                <a:gd name="T1" fmla="*/ 0 h 450"/>
                <a:gd name="T2" fmla="*/ 263 w 837"/>
                <a:gd name="T3" fmla="*/ 11 h 450"/>
                <a:gd name="T4" fmla="*/ 239 w 837"/>
                <a:gd name="T5" fmla="*/ 22 h 450"/>
                <a:gd name="T6" fmla="*/ 218 w 837"/>
                <a:gd name="T7" fmla="*/ 31 h 450"/>
                <a:gd name="T8" fmla="*/ 201 w 837"/>
                <a:gd name="T9" fmla="*/ 44 h 450"/>
                <a:gd name="T10" fmla="*/ 184 w 837"/>
                <a:gd name="T11" fmla="*/ 58 h 450"/>
                <a:gd name="T12" fmla="*/ 169 w 837"/>
                <a:gd name="T13" fmla="*/ 75 h 450"/>
                <a:gd name="T14" fmla="*/ 152 w 837"/>
                <a:gd name="T15" fmla="*/ 95 h 450"/>
                <a:gd name="T16" fmla="*/ 134 w 837"/>
                <a:gd name="T17" fmla="*/ 120 h 450"/>
                <a:gd name="T18" fmla="*/ 124 w 837"/>
                <a:gd name="T19" fmla="*/ 113 h 450"/>
                <a:gd name="T20" fmla="*/ 113 w 837"/>
                <a:gd name="T21" fmla="*/ 105 h 450"/>
                <a:gd name="T22" fmla="*/ 99 w 837"/>
                <a:gd name="T23" fmla="*/ 96 h 450"/>
                <a:gd name="T24" fmla="*/ 85 w 837"/>
                <a:gd name="T25" fmla="*/ 88 h 450"/>
                <a:gd name="T26" fmla="*/ 71 w 837"/>
                <a:gd name="T27" fmla="*/ 79 h 450"/>
                <a:gd name="T28" fmla="*/ 58 w 837"/>
                <a:gd name="T29" fmla="*/ 71 h 450"/>
                <a:gd name="T30" fmla="*/ 46 w 837"/>
                <a:gd name="T31" fmla="*/ 63 h 450"/>
                <a:gd name="T32" fmla="*/ 37 w 837"/>
                <a:gd name="T33" fmla="*/ 56 h 450"/>
                <a:gd name="T34" fmla="*/ 33 w 837"/>
                <a:gd name="T35" fmla="*/ 59 h 450"/>
                <a:gd name="T36" fmla="*/ 28 w 837"/>
                <a:gd name="T37" fmla="*/ 61 h 450"/>
                <a:gd name="T38" fmla="*/ 23 w 837"/>
                <a:gd name="T39" fmla="*/ 63 h 450"/>
                <a:gd name="T40" fmla="*/ 18 w 837"/>
                <a:gd name="T41" fmla="*/ 66 h 450"/>
                <a:gd name="T42" fmla="*/ 13 w 837"/>
                <a:gd name="T43" fmla="*/ 68 h 450"/>
                <a:gd name="T44" fmla="*/ 8 w 837"/>
                <a:gd name="T45" fmla="*/ 71 h 450"/>
                <a:gd name="T46" fmla="*/ 3 w 837"/>
                <a:gd name="T47" fmla="*/ 73 h 450"/>
                <a:gd name="T48" fmla="*/ 0 w 837"/>
                <a:gd name="T49" fmla="*/ 77 h 450"/>
                <a:gd name="T50" fmla="*/ 20 w 837"/>
                <a:gd name="T51" fmla="*/ 96 h 450"/>
                <a:gd name="T52" fmla="*/ 43 w 837"/>
                <a:gd name="T53" fmla="*/ 116 h 450"/>
                <a:gd name="T54" fmla="*/ 66 w 837"/>
                <a:gd name="T55" fmla="*/ 137 h 450"/>
                <a:gd name="T56" fmla="*/ 90 w 837"/>
                <a:gd name="T57" fmla="*/ 158 h 450"/>
                <a:gd name="T58" fmla="*/ 115 w 837"/>
                <a:gd name="T59" fmla="*/ 178 h 450"/>
                <a:gd name="T60" fmla="*/ 139 w 837"/>
                <a:gd name="T61" fmla="*/ 196 h 450"/>
                <a:gd name="T62" fmla="*/ 163 w 837"/>
                <a:gd name="T63" fmla="*/ 211 h 450"/>
                <a:gd name="T64" fmla="*/ 187 w 837"/>
                <a:gd name="T65" fmla="*/ 224 h 450"/>
                <a:gd name="T66" fmla="*/ 201 w 837"/>
                <a:gd name="T67" fmla="*/ 225 h 450"/>
                <a:gd name="T68" fmla="*/ 214 w 837"/>
                <a:gd name="T69" fmla="*/ 225 h 450"/>
                <a:gd name="T70" fmla="*/ 225 w 837"/>
                <a:gd name="T71" fmla="*/ 219 h 450"/>
                <a:gd name="T72" fmla="*/ 235 w 837"/>
                <a:gd name="T73" fmla="*/ 211 h 450"/>
                <a:gd name="T74" fmla="*/ 240 w 837"/>
                <a:gd name="T75" fmla="*/ 198 h 450"/>
                <a:gd name="T76" fmla="*/ 242 w 837"/>
                <a:gd name="T77" fmla="*/ 182 h 450"/>
                <a:gd name="T78" fmla="*/ 241 w 837"/>
                <a:gd name="T79" fmla="*/ 161 h 450"/>
                <a:gd name="T80" fmla="*/ 236 w 837"/>
                <a:gd name="T81" fmla="*/ 136 h 450"/>
                <a:gd name="T82" fmla="*/ 258 w 837"/>
                <a:gd name="T83" fmla="*/ 105 h 450"/>
                <a:gd name="T84" fmla="*/ 279 w 837"/>
                <a:gd name="T85" fmla="*/ 88 h 450"/>
                <a:gd name="T86" fmla="*/ 298 w 837"/>
                <a:gd name="T87" fmla="*/ 79 h 450"/>
                <a:gd name="T88" fmla="*/ 317 w 837"/>
                <a:gd name="T89" fmla="*/ 79 h 450"/>
                <a:gd name="T90" fmla="*/ 337 w 837"/>
                <a:gd name="T91" fmla="*/ 83 h 450"/>
                <a:gd name="T92" fmla="*/ 361 w 837"/>
                <a:gd name="T93" fmla="*/ 89 h 450"/>
                <a:gd name="T94" fmla="*/ 387 w 837"/>
                <a:gd name="T95" fmla="*/ 95 h 450"/>
                <a:gd name="T96" fmla="*/ 419 w 837"/>
                <a:gd name="T97" fmla="*/ 98 h 450"/>
                <a:gd name="T98" fmla="*/ 401 w 837"/>
                <a:gd name="T99" fmla="*/ 84 h 450"/>
                <a:gd name="T100" fmla="*/ 386 w 837"/>
                <a:gd name="T101" fmla="*/ 72 h 450"/>
                <a:gd name="T102" fmla="*/ 371 w 837"/>
                <a:gd name="T103" fmla="*/ 59 h 450"/>
                <a:gd name="T104" fmla="*/ 356 w 837"/>
                <a:gd name="T105" fmla="*/ 48 h 450"/>
                <a:gd name="T106" fmla="*/ 340 w 837"/>
                <a:gd name="T107" fmla="*/ 36 h 450"/>
                <a:gd name="T108" fmla="*/ 325 w 837"/>
                <a:gd name="T109" fmla="*/ 24 h 450"/>
                <a:gd name="T110" fmla="*/ 309 w 837"/>
                <a:gd name="T111" fmla="*/ 12 h 450"/>
                <a:gd name="T112" fmla="*/ 292 w 837"/>
                <a:gd name="T113" fmla="*/ 0 h 45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50"/>
                <a:gd name="T173" fmla="*/ 837 w 837"/>
                <a:gd name="T174" fmla="*/ 450 h 45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50">
                  <a:moveTo>
                    <a:pt x="584" y="0"/>
                  </a:moveTo>
                  <a:lnTo>
                    <a:pt x="525" y="22"/>
                  </a:lnTo>
                  <a:lnTo>
                    <a:pt x="477" y="43"/>
                  </a:lnTo>
                  <a:lnTo>
                    <a:pt x="436" y="63"/>
                  </a:lnTo>
                  <a:lnTo>
                    <a:pt x="402" y="88"/>
                  </a:lnTo>
                  <a:lnTo>
                    <a:pt x="368" y="116"/>
                  </a:lnTo>
                  <a:lnTo>
                    <a:pt x="337" y="150"/>
                  </a:lnTo>
                  <a:lnTo>
                    <a:pt x="304" y="190"/>
                  </a:lnTo>
                  <a:lnTo>
                    <a:pt x="268" y="241"/>
                  </a:lnTo>
                  <a:lnTo>
                    <a:pt x="248" y="226"/>
                  </a:lnTo>
                  <a:lnTo>
                    <a:pt x="225" y="210"/>
                  </a:lnTo>
                  <a:lnTo>
                    <a:pt x="198" y="192"/>
                  </a:lnTo>
                  <a:lnTo>
                    <a:pt x="170" y="176"/>
                  </a:lnTo>
                  <a:lnTo>
                    <a:pt x="141" y="157"/>
                  </a:lnTo>
                  <a:lnTo>
                    <a:pt x="115" y="141"/>
                  </a:lnTo>
                  <a:lnTo>
                    <a:pt x="91" y="126"/>
                  </a:lnTo>
                  <a:lnTo>
                    <a:pt x="74" y="113"/>
                  </a:lnTo>
                  <a:lnTo>
                    <a:pt x="65" y="118"/>
                  </a:lnTo>
                  <a:lnTo>
                    <a:pt x="56" y="123"/>
                  </a:lnTo>
                  <a:lnTo>
                    <a:pt x="46" y="127"/>
                  </a:lnTo>
                  <a:lnTo>
                    <a:pt x="36" y="132"/>
                  </a:lnTo>
                  <a:lnTo>
                    <a:pt x="25" y="136"/>
                  </a:lnTo>
                  <a:lnTo>
                    <a:pt x="15" y="141"/>
                  </a:lnTo>
                  <a:lnTo>
                    <a:pt x="6" y="146"/>
                  </a:lnTo>
                  <a:lnTo>
                    <a:pt x="0" y="153"/>
                  </a:lnTo>
                  <a:lnTo>
                    <a:pt x="40" y="191"/>
                  </a:lnTo>
                  <a:lnTo>
                    <a:pt x="85" y="232"/>
                  </a:lnTo>
                  <a:lnTo>
                    <a:pt x="131" y="274"/>
                  </a:lnTo>
                  <a:lnTo>
                    <a:pt x="180" y="316"/>
                  </a:lnTo>
                  <a:lnTo>
                    <a:pt x="229" y="355"/>
                  </a:lnTo>
                  <a:lnTo>
                    <a:pt x="278" y="391"/>
                  </a:lnTo>
                  <a:lnTo>
                    <a:pt x="326" y="421"/>
                  </a:lnTo>
                  <a:lnTo>
                    <a:pt x="373" y="447"/>
                  </a:lnTo>
                  <a:lnTo>
                    <a:pt x="402" y="450"/>
                  </a:lnTo>
                  <a:lnTo>
                    <a:pt x="428" y="449"/>
                  </a:lnTo>
                  <a:lnTo>
                    <a:pt x="450" y="438"/>
                  </a:lnTo>
                  <a:lnTo>
                    <a:pt x="469" y="421"/>
                  </a:lnTo>
                  <a:lnTo>
                    <a:pt x="479" y="395"/>
                  </a:lnTo>
                  <a:lnTo>
                    <a:pt x="484" y="363"/>
                  </a:lnTo>
                  <a:lnTo>
                    <a:pt x="481" y="321"/>
                  </a:lnTo>
                  <a:lnTo>
                    <a:pt x="471" y="272"/>
                  </a:lnTo>
                  <a:lnTo>
                    <a:pt x="516" y="210"/>
                  </a:lnTo>
                  <a:lnTo>
                    <a:pt x="558" y="175"/>
                  </a:lnTo>
                  <a:lnTo>
                    <a:pt x="595" y="158"/>
                  </a:lnTo>
                  <a:lnTo>
                    <a:pt x="634" y="158"/>
                  </a:lnTo>
                  <a:lnTo>
                    <a:pt x="674" y="166"/>
                  </a:lnTo>
                  <a:lnTo>
                    <a:pt x="721" y="178"/>
                  </a:lnTo>
                  <a:lnTo>
                    <a:pt x="773" y="190"/>
                  </a:lnTo>
                  <a:lnTo>
                    <a:pt x="837" y="195"/>
                  </a:lnTo>
                  <a:lnTo>
                    <a:pt x="802" y="168"/>
                  </a:lnTo>
                  <a:lnTo>
                    <a:pt x="771" y="144"/>
                  </a:lnTo>
                  <a:lnTo>
                    <a:pt x="741" y="119"/>
                  </a:lnTo>
                  <a:lnTo>
                    <a:pt x="711" y="96"/>
                  </a:lnTo>
                  <a:lnTo>
                    <a:pt x="679" y="72"/>
                  </a:lnTo>
                  <a:lnTo>
                    <a:pt x="649" y="48"/>
                  </a:lnTo>
                  <a:lnTo>
                    <a:pt x="617" y="24"/>
                  </a:lnTo>
                  <a:lnTo>
                    <a:pt x="584" y="0"/>
                  </a:lnTo>
                  <a:close/>
                </a:path>
              </a:pathLst>
            </a:custGeom>
            <a:solidFill>
              <a:srgbClr val="ABB8B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6" name="Freeform 16">
              <a:extLst>
                <a:ext uri="{FF2B5EF4-FFF2-40B4-BE49-F238E27FC236}">
                  <a16:creationId xmlns:a16="http://schemas.microsoft.com/office/drawing/2014/main" id="{5D9D3F25-3C0C-BF45-883F-502A28A744DE}"/>
                </a:ext>
              </a:extLst>
            </p:cNvPr>
            <p:cNvSpPr>
              <a:spLocks/>
            </p:cNvSpPr>
            <p:nvPr/>
          </p:nvSpPr>
          <p:spPr bwMode="auto">
            <a:xfrm>
              <a:off x="4151" y="3662"/>
              <a:ext cx="419" cy="221"/>
            </a:xfrm>
            <a:custGeom>
              <a:avLst/>
              <a:gdLst>
                <a:gd name="T0" fmla="*/ 297 w 837"/>
                <a:gd name="T1" fmla="*/ 0 h 441"/>
                <a:gd name="T2" fmla="*/ 267 w 837"/>
                <a:gd name="T3" fmla="*/ 11 h 441"/>
                <a:gd name="T4" fmla="*/ 243 w 837"/>
                <a:gd name="T5" fmla="*/ 22 h 441"/>
                <a:gd name="T6" fmla="*/ 222 w 837"/>
                <a:gd name="T7" fmla="*/ 33 h 441"/>
                <a:gd name="T8" fmla="*/ 204 w 837"/>
                <a:gd name="T9" fmla="*/ 46 h 441"/>
                <a:gd name="T10" fmla="*/ 188 w 837"/>
                <a:gd name="T11" fmla="*/ 60 h 441"/>
                <a:gd name="T12" fmla="*/ 172 w 837"/>
                <a:gd name="T13" fmla="*/ 78 h 441"/>
                <a:gd name="T14" fmla="*/ 155 w 837"/>
                <a:gd name="T15" fmla="*/ 98 h 441"/>
                <a:gd name="T16" fmla="*/ 137 w 837"/>
                <a:gd name="T17" fmla="*/ 124 h 441"/>
                <a:gd name="T18" fmla="*/ 126 w 837"/>
                <a:gd name="T19" fmla="*/ 116 h 441"/>
                <a:gd name="T20" fmla="*/ 114 w 837"/>
                <a:gd name="T21" fmla="*/ 108 h 441"/>
                <a:gd name="T22" fmla="*/ 99 w 837"/>
                <a:gd name="T23" fmla="*/ 99 h 441"/>
                <a:gd name="T24" fmla="*/ 84 w 837"/>
                <a:gd name="T25" fmla="*/ 90 h 441"/>
                <a:gd name="T26" fmla="*/ 68 w 837"/>
                <a:gd name="T27" fmla="*/ 81 h 441"/>
                <a:gd name="T28" fmla="*/ 54 w 837"/>
                <a:gd name="T29" fmla="*/ 72 h 441"/>
                <a:gd name="T30" fmla="*/ 41 w 837"/>
                <a:gd name="T31" fmla="*/ 63 h 441"/>
                <a:gd name="T32" fmla="*/ 33 w 837"/>
                <a:gd name="T33" fmla="*/ 57 h 441"/>
                <a:gd name="T34" fmla="*/ 28 w 837"/>
                <a:gd name="T35" fmla="*/ 59 h 441"/>
                <a:gd name="T36" fmla="*/ 25 w 837"/>
                <a:gd name="T37" fmla="*/ 61 h 441"/>
                <a:gd name="T38" fmla="*/ 20 w 837"/>
                <a:gd name="T39" fmla="*/ 63 h 441"/>
                <a:gd name="T40" fmla="*/ 16 w 837"/>
                <a:gd name="T41" fmla="*/ 65 h 441"/>
                <a:gd name="T42" fmla="*/ 11 w 837"/>
                <a:gd name="T43" fmla="*/ 66 h 441"/>
                <a:gd name="T44" fmla="*/ 7 w 837"/>
                <a:gd name="T45" fmla="*/ 68 h 441"/>
                <a:gd name="T46" fmla="*/ 3 w 837"/>
                <a:gd name="T47" fmla="*/ 70 h 441"/>
                <a:gd name="T48" fmla="*/ 0 w 837"/>
                <a:gd name="T49" fmla="*/ 73 h 441"/>
                <a:gd name="T50" fmla="*/ 20 w 837"/>
                <a:gd name="T51" fmla="*/ 92 h 441"/>
                <a:gd name="T52" fmla="*/ 43 w 837"/>
                <a:gd name="T53" fmla="*/ 113 h 441"/>
                <a:gd name="T54" fmla="*/ 66 w 837"/>
                <a:gd name="T55" fmla="*/ 134 h 441"/>
                <a:gd name="T56" fmla="*/ 90 w 837"/>
                <a:gd name="T57" fmla="*/ 155 h 441"/>
                <a:gd name="T58" fmla="*/ 115 w 837"/>
                <a:gd name="T59" fmla="*/ 174 h 441"/>
                <a:gd name="T60" fmla="*/ 139 w 837"/>
                <a:gd name="T61" fmla="*/ 192 h 441"/>
                <a:gd name="T62" fmla="*/ 163 w 837"/>
                <a:gd name="T63" fmla="*/ 206 h 441"/>
                <a:gd name="T64" fmla="*/ 187 w 837"/>
                <a:gd name="T65" fmla="*/ 219 h 441"/>
                <a:gd name="T66" fmla="*/ 201 w 837"/>
                <a:gd name="T67" fmla="*/ 221 h 441"/>
                <a:gd name="T68" fmla="*/ 214 w 837"/>
                <a:gd name="T69" fmla="*/ 220 h 441"/>
                <a:gd name="T70" fmla="*/ 225 w 837"/>
                <a:gd name="T71" fmla="*/ 216 h 441"/>
                <a:gd name="T72" fmla="*/ 233 w 837"/>
                <a:gd name="T73" fmla="*/ 207 h 441"/>
                <a:gd name="T74" fmla="*/ 239 w 837"/>
                <a:gd name="T75" fmla="*/ 195 h 441"/>
                <a:gd name="T76" fmla="*/ 242 w 837"/>
                <a:gd name="T77" fmla="*/ 179 h 441"/>
                <a:gd name="T78" fmla="*/ 241 w 837"/>
                <a:gd name="T79" fmla="*/ 157 h 441"/>
                <a:gd name="T80" fmla="*/ 236 w 837"/>
                <a:gd name="T81" fmla="*/ 133 h 441"/>
                <a:gd name="T82" fmla="*/ 258 w 837"/>
                <a:gd name="T83" fmla="*/ 102 h 441"/>
                <a:gd name="T84" fmla="*/ 279 w 837"/>
                <a:gd name="T85" fmla="*/ 84 h 441"/>
                <a:gd name="T86" fmla="*/ 298 w 837"/>
                <a:gd name="T87" fmla="*/ 76 h 441"/>
                <a:gd name="T88" fmla="*/ 317 w 837"/>
                <a:gd name="T89" fmla="*/ 76 h 441"/>
                <a:gd name="T90" fmla="*/ 337 w 837"/>
                <a:gd name="T91" fmla="*/ 80 h 441"/>
                <a:gd name="T92" fmla="*/ 361 w 837"/>
                <a:gd name="T93" fmla="*/ 86 h 441"/>
                <a:gd name="T94" fmla="*/ 387 w 837"/>
                <a:gd name="T95" fmla="*/ 92 h 441"/>
                <a:gd name="T96" fmla="*/ 419 w 837"/>
                <a:gd name="T97" fmla="*/ 94 h 441"/>
                <a:gd name="T98" fmla="*/ 401 w 837"/>
                <a:gd name="T99" fmla="*/ 81 h 441"/>
                <a:gd name="T100" fmla="*/ 386 w 837"/>
                <a:gd name="T101" fmla="*/ 69 h 441"/>
                <a:gd name="T102" fmla="*/ 371 w 837"/>
                <a:gd name="T103" fmla="*/ 58 h 441"/>
                <a:gd name="T104" fmla="*/ 357 w 837"/>
                <a:gd name="T105" fmla="*/ 46 h 441"/>
                <a:gd name="T106" fmla="*/ 343 w 837"/>
                <a:gd name="T107" fmla="*/ 35 h 441"/>
                <a:gd name="T108" fmla="*/ 329 w 837"/>
                <a:gd name="T109" fmla="*/ 23 h 441"/>
                <a:gd name="T110" fmla="*/ 313 w 837"/>
                <a:gd name="T111" fmla="*/ 11 h 441"/>
                <a:gd name="T112" fmla="*/ 297 w 837"/>
                <a:gd name="T113" fmla="*/ 0 h 4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41"/>
                <a:gd name="T173" fmla="*/ 837 w 837"/>
                <a:gd name="T174" fmla="*/ 441 h 44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41">
                  <a:moveTo>
                    <a:pt x="593" y="0"/>
                  </a:moveTo>
                  <a:lnTo>
                    <a:pt x="534" y="21"/>
                  </a:lnTo>
                  <a:lnTo>
                    <a:pt x="485" y="44"/>
                  </a:lnTo>
                  <a:lnTo>
                    <a:pt x="444" y="66"/>
                  </a:lnTo>
                  <a:lnTo>
                    <a:pt x="408" y="92"/>
                  </a:lnTo>
                  <a:lnTo>
                    <a:pt x="375" y="120"/>
                  </a:lnTo>
                  <a:lnTo>
                    <a:pt x="343" y="155"/>
                  </a:lnTo>
                  <a:lnTo>
                    <a:pt x="309" y="196"/>
                  </a:lnTo>
                  <a:lnTo>
                    <a:pt x="273" y="247"/>
                  </a:lnTo>
                  <a:lnTo>
                    <a:pt x="252" y="231"/>
                  </a:lnTo>
                  <a:lnTo>
                    <a:pt x="228" y="216"/>
                  </a:lnTo>
                  <a:lnTo>
                    <a:pt x="198" y="198"/>
                  </a:lnTo>
                  <a:lnTo>
                    <a:pt x="168" y="180"/>
                  </a:lnTo>
                  <a:lnTo>
                    <a:pt x="136" y="161"/>
                  </a:lnTo>
                  <a:lnTo>
                    <a:pt x="107" y="143"/>
                  </a:lnTo>
                  <a:lnTo>
                    <a:pt x="82" y="126"/>
                  </a:lnTo>
                  <a:lnTo>
                    <a:pt x="65" y="114"/>
                  </a:lnTo>
                  <a:lnTo>
                    <a:pt x="56" y="117"/>
                  </a:lnTo>
                  <a:lnTo>
                    <a:pt x="49" y="122"/>
                  </a:lnTo>
                  <a:lnTo>
                    <a:pt x="40" y="125"/>
                  </a:lnTo>
                  <a:lnTo>
                    <a:pt x="31" y="129"/>
                  </a:lnTo>
                  <a:lnTo>
                    <a:pt x="21" y="131"/>
                  </a:lnTo>
                  <a:lnTo>
                    <a:pt x="13" y="135"/>
                  </a:lnTo>
                  <a:lnTo>
                    <a:pt x="5" y="139"/>
                  </a:lnTo>
                  <a:lnTo>
                    <a:pt x="0" y="146"/>
                  </a:lnTo>
                  <a:lnTo>
                    <a:pt x="40" y="184"/>
                  </a:lnTo>
                  <a:lnTo>
                    <a:pt x="85" y="225"/>
                  </a:lnTo>
                  <a:lnTo>
                    <a:pt x="131" y="267"/>
                  </a:lnTo>
                  <a:lnTo>
                    <a:pt x="180" y="309"/>
                  </a:lnTo>
                  <a:lnTo>
                    <a:pt x="229" y="347"/>
                  </a:lnTo>
                  <a:lnTo>
                    <a:pt x="278" y="383"/>
                  </a:lnTo>
                  <a:lnTo>
                    <a:pt x="326" y="412"/>
                  </a:lnTo>
                  <a:lnTo>
                    <a:pt x="373" y="437"/>
                  </a:lnTo>
                  <a:lnTo>
                    <a:pt x="401" y="441"/>
                  </a:lnTo>
                  <a:lnTo>
                    <a:pt x="427" y="440"/>
                  </a:lnTo>
                  <a:lnTo>
                    <a:pt x="449" y="431"/>
                  </a:lnTo>
                  <a:lnTo>
                    <a:pt x="466" y="414"/>
                  </a:lnTo>
                  <a:lnTo>
                    <a:pt x="477" y="389"/>
                  </a:lnTo>
                  <a:lnTo>
                    <a:pt x="484" y="357"/>
                  </a:lnTo>
                  <a:lnTo>
                    <a:pt x="481" y="314"/>
                  </a:lnTo>
                  <a:lnTo>
                    <a:pt x="471" y="265"/>
                  </a:lnTo>
                  <a:lnTo>
                    <a:pt x="516" y="203"/>
                  </a:lnTo>
                  <a:lnTo>
                    <a:pt x="558" y="168"/>
                  </a:lnTo>
                  <a:lnTo>
                    <a:pt x="595" y="151"/>
                  </a:lnTo>
                  <a:lnTo>
                    <a:pt x="634" y="151"/>
                  </a:lnTo>
                  <a:lnTo>
                    <a:pt x="674" y="159"/>
                  </a:lnTo>
                  <a:lnTo>
                    <a:pt x="721" y="171"/>
                  </a:lnTo>
                  <a:lnTo>
                    <a:pt x="773" y="183"/>
                  </a:lnTo>
                  <a:lnTo>
                    <a:pt x="837" y="188"/>
                  </a:lnTo>
                  <a:lnTo>
                    <a:pt x="802" y="161"/>
                  </a:lnTo>
                  <a:lnTo>
                    <a:pt x="772" y="137"/>
                  </a:lnTo>
                  <a:lnTo>
                    <a:pt x="742" y="115"/>
                  </a:lnTo>
                  <a:lnTo>
                    <a:pt x="714" y="92"/>
                  </a:lnTo>
                  <a:lnTo>
                    <a:pt x="686" y="69"/>
                  </a:lnTo>
                  <a:lnTo>
                    <a:pt x="657" y="46"/>
                  </a:lnTo>
                  <a:lnTo>
                    <a:pt x="625" y="22"/>
                  </a:lnTo>
                  <a:lnTo>
                    <a:pt x="593" y="0"/>
                  </a:lnTo>
                  <a:close/>
                </a:path>
              </a:pathLst>
            </a:custGeom>
            <a:solidFill>
              <a:srgbClr val="B0BD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7" name="Freeform 17">
              <a:extLst>
                <a:ext uri="{FF2B5EF4-FFF2-40B4-BE49-F238E27FC236}">
                  <a16:creationId xmlns:a16="http://schemas.microsoft.com/office/drawing/2014/main" id="{D8F6EDE9-ABF5-274B-B343-9AAA19DB3CA4}"/>
                </a:ext>
              </a:extLst>
            </p:cNvPr>
            <p:cNvSpPr>
              <a:spLocks/>
            </p:cNvSpPr>
            <p:nvPr/>
          </p:nvSpPr>
          <p:spPr bwMode="auto">
            <a:xfrm>
              <a:off x="4151" y="3666"/>
              <a:ext cx="419" cy="216"/>
            </a:xfrm>
            <a:custGeom>
              <a:avLst/>
              <a:gdLst>
                <a:gd name="T0" fmla="*/ 302 w 837"/>
                <a:gd name="T1" fmla="*/ 0 h 433"/>
                <a:gd name="T2" fmla="*/ 272 w 837"/>
                <a:gd name="T3" fmla="*/ 11 h 433"/>
                <a:gd name="T4" fmla="*/ 247 w 837"/>
                <a:gd name="T5" fmla="*/ 22 h 433"/>
                <a:gd name="T6" fmla="*/ 226 w 837"/>
                <a:gd name="T7" fmla="*/ 34 h 433"/>
                <a:gd name="T8" fmla="*/ 208 w 837"/>
                <a:gd name="T9" fmla="*/ 47 h 433"/>
                <a:gd name="T10" fmla="*/ 191 w 837"/>
                <a:gd name="T11" fmla="*/ 62 h 433"/>
                <a:gd name="T12" fmla="*/ 174 w 837"/>
                <a:gd name="T13" fmla="*/ 80 h 433"/>
                <a:gd name="T14" fmla="*/ 157 w 837"/>
                <a:gd name="T15" fmla="*/ 101 h 433"/>
                <a:gd name="T16" fmla="*/ 139 w 837"/>
                <a:gd name="T17" fmla="*/ 126 h 433"/>
                <a:gd name="T18" fmla="*/ 128 w 837"/>
                <a:gd name="T19" fmla="*/ 119 h 433"/>
                <a:gd name="T20" fmla="*/ 115 w 837"/>
                <a:gd name="T21" fmla="*/ 111 h 433"/>
                <a:gd name="T22" fmla="*/ 100 w 837"/>
                <a:gd name="T23" fmla="*/ 101 h 433"/>
                <a:gd name="T24" fmla="*/ 83 w 837"/>
                <a:gd name="T25" fmla="*/ 92 h 433"/>
                <a:gd name="T26" fmla="*/ 67 w 837"/>
                <a:gd name="T27" fmla="*/ 82 h 433"/>
                <a:gd name="T28" fmla="*/ 51 w 837"/>
                <a:gd name="T29" fmla="*/ 73 h 433"/>
                <a:gd name="T30" fmla="*/ 38 w 837"/>
                <a:gd name="T31" fmla="*/ 64 h 433"/>
                <a:gd name="T32" fmla="*/ 28 w 837"/>
                <a:gd name="T33" fmla="*/ 57 h 433"/>
                <a:gd name="T34" fmla="*/ 25 w 837"/>
                <a:gd name="T35" fmla="*/ 59 h 433"/>
                <a:gd name="T36" fmla="*/ 21 w 837"/>
                <a:gd name="T37" fmla="*/ 61 h 433"/>
                <a:gd name="T38" fmla="*/ 18 w 837"/>
                <a:gd name="T39" fmla="*/ 61 h 433"/>
                <a:gd name="T40" fmla="*/ 14 w 837"/>
                <a:gd name="T41" fmla="*/ 62 h 433"/>
                <a:gd name="T42" fmla="*/ 10 w 837"/>
                <a:gd name="T43" fmla="*/ 63 h 433"/>
                <a:gd name="T44" fmla="*/ 6 w 837"/>
                <a:gd name="T45" fmla="*/ 64 h 433"/>
                <a:gd name="T46" fmla="*/ 3 w 837"/>
                <a:gd name="T47" fmla="*/ 66 h 433"/>
                <a:gd name="T48" fmla="*/ 0 w 837"/>
                <a:gd name="T49" fmla="*/ 69 h 433"/>
                <a:gd name="T50" fmla="*/ 20 w 837"/>
                <a:gd name="T51" fmla="*/ 88 h 433"/>
                <a:gd name="T52" fmla="*/ 43 w 837"/>
                <a:gd name="T53" fmla="*/ 109 h 433"/>
                <a:gd name="T54" fmla="*/ 67 w 837"/>
                <a:gd name="T55" fmla="*/ 130 h 433"/>
                <a:gd name="T56" fmla="*/ 91 w 837"/>
                <a:gd name="T57" fmla="*/ 150 h 433"/>
                <a:gd name="T58" fmla="*/ 115 w 837"/>
                <a:gd name="T59" fmla="*/ 169 h 433"/>
                <a:gd name="T60" fmla="*/ 140 w 837"/>
                <a:gd name="T61" fmla="*/ 187 h 433"/>
                <a:gd name="T62" fmla="*/ 164 w 837"/>
                <a:gd name="T63" fmla="*/ 202 h 433"/>
                <a:gd name="T64" fmla="*/ 188 w 837"/>
                <a:gd name="T65" fmla="*/ 214 h 433"/>
                <a:gd name="T66" fmla="*/ 200 w 837"/>
                <a:gd name="T67" fmla="*/ 216 h 433"/>
                <a:gd name="T68" fmla="*/ 213 w 837"/>
                <a:gd name="T69" fmla="*/ 215 h 433"/>
                <a:gd name="T70" fmla="*/ 223 w 837"/>
                <a:gd name="T71" fmla="*/ 210 h 433"/>
                <a:gd name="T72" fmla="*/ 233 w 837"/>
                <a:gd name="T73" fmla="*/ 203 h 433"/>
                <a:gd name="T74" fmla="*/ 238 w 837"/>
                <a:gd name="T75" fmla="*/ 190 h 433"/>
                <a:gd name="T76" fmla="*/ 241 w 837"/>
                <a:gd name="T77" fmla="*/ 175 h 433"/>
                <a:gd name="T78" fmla="*/ 240 w 837"/>
                <a:gd name="T79" fmla="*/ 153 h 433"/>
                <a:gd name="T80" fmla="*/ 236 w 837"/>
                <a:gd name="T81" fmla="*/ 129 h 433"/>
                <a:gd name="T82" fmla="*/ 258 w 837"/>
                <a:gd name="T83" fmla="*/ 98 h 433"/>
                <a:gd name="T84" fmla="*/ 279 w 837"/>
                <a:gd name="T85" fmla="*/ 80 h 433"/>
                <a:gd name="T86" fmla="*/ 298 w 837"/>
                <a:gd name="T87" fmla="*/ 72 h 433"/>
                <a:gd name="T88" fmla="*/ 317 w 837"/>
                <a:gd name="T89" fmla="*/ 72 h 433"/>
                <a:gd name="T90" fmla="*/ 337 w 837"/>
                <a:gd name="T91" fmla="*/ 76 h 433"/>
                <a:gd name="T92" fmla="*/ 361 w 837"/>
                <a:gd name="T93" fmla="*/ 82 h 433"/>
                <a:gd name="T94" fmla="*/ 387 w 837"/>
                <a:gd name="T95" fmla="*/ 88 h 433"/>
                <a:gd name="T96" fmla="*/ 419 w 837"/>
                <a:gd name="T97" fmla="*/ 90 h 433"/>
                <a:gd name="T98" fmla="*/ 402 w 837"/>
                <a:gd name="T99" fmla="*/ 78 h 433"/>
                <a:gd name="T100" fmla="*/ 387 w 837"/>
                <a:gd name="T101" fmla="*/ 66 h 433"/>
                <a:gd name="T102" fmla="*/ 373 w 837"/>
                <a:gd name="T103" fmla="*/ 55 h 433"/>
                <a:gd name="T104" fmla="*/ 360 w 837"/>
                <a:gd name="T105" fmla="*/ 44 h 433"/>
                <a:gd name="T106" fmla="*/ 346 w 837"/>
                <a:gd name="T107" fmla="*/ 34 h 433"/>
                <a:gd name="T108" fmla="*/ 332 w 837"/>
                <a:gd name="T109" fmla="*/ 23 h 433"/>
                <a:gd name="T110" fmla="*/ 317 w 837"/>
                <a:gd name="T111" fmla="*/ 11 h 433"/>
                <a:gd name="T112" fmla="*/ 302 w 837"/>
                <a:gd name="T113" fmla="*/ 0 h 43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33"/>
                <a:gd name="T173" fmla="*/ 837 w 837"/>
                <a:gd name="T174" fmla="*/ 433 h 43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33">
                  <a:moveTo>
                    <a:pt x="603" y="0"/>
                  </a:moveTo>
                  <a:lnTo>
                    <a:pt x="544" y="23"/>
                  </a:lnTo>
                  <a:lnTo>
                    <a:pt x="494" y="45"/>
                  </a:lnTo>
                  <a:lnTo>
                    <a:pt x="451" y="68"/>
                  </a:lnTo>
                  <a:lnTo>
                    <a:pt x="416" y="95"/>
                  </a:lnTo>
                  <a:lnTo>
                    <a:pt x="381" y="125"/>
                  </a:lnTo>
                  <a:lnTo>
                    <a:pt x="348" y="161"/>
                  </a:lnTo>
                  <a:lnTo>
                    <a:pt x="313" y="203"/>
                  </a:lnTo>
                  <a:lnTo>
                    <a:pt x="277" y="253"/>
                  </a:lnTo>
                  <a:lnTo>
                    <a:pt x="255" y="238"/>
                  </a:lnTo>
                  <a:lnTo>
                    <a:pt x="230" y="222"/>
                  </a:lnTo>
                  <a:lnTo>
                    <a:pt x="199" y="203"/>
                  </a:lnTo>
                  <a:lnTo>
                    <a:pt x="166" y="184"/>
                  </a:lnTo>
                  <a:lnTo>
                    <a:pt x="133" y="164"/>
                  </a:lnTo>
                  <a:lnTo>
                    <a:pt x="101" y="146"/>
                  </a:lnTo>
                  <a:lnTo>
                    <a:pt x="75" y="128"/>
                  </a:lnTo>
                  <a:lnTo>
                    <a:pt x="56" y="115"/>
                  </a:lnTo>
                  <a:lnTo>
                    <a:pt x="49" y="119"/>
                  </a:lnTo>
                  <a:lnTo>
                    <a:pt x="42" y="122"/>
                  </a:lnTo>
                  <a:lnTo>
                    <a:pt x="35" y="123"/>
                  </a:lnTo>
                  <a:lnTo>
                    <a:pt x="27" y="125"/>
                  </a:lnTo>
                  <a:lnTo>
                    <a:pt x="20" y="127"/>
                  </a:lnTo>
                  <a:lnTo>
                    <a:pt x="12" y="129"/>
                  </a:lnTo>
                  <a:lnTo>
                    <a:pt x="5" y="132"/>
                  </a:lnTo>
                  <a:lnTo>
                    <a:pt x="0" y="139"/>
                  </a:lnTo>
                  <a:lnTo>
                    <a:pt x="40" y="177"/>
                  </a:lnTo>
                  <a:lnTo>
                    <a:pt x="85" y="218"/>
                  </a:lnTo>
                  <a:lnTo>
                    <a:pt x="133" y="260"/>
                  </a:lnTo>
                  <a:lnTo>
                    <a:pt x="181" y="301"/>
                  </a:lnTo>
                  <a:lnTo>
                    <a:pt x="230" y="339"/>
                  </a:lnTo>
                  <a:lnTo>
                    <a:pt x="279" y="374"/>
                  </a:lnTo>
                  <a:lnTo>
                    <a:pt x="327" y="404"/>
                  </a:lnTo>
                  <a:lnTo>
                    <a:pt x="375" y="429"/>
                  </a:lnTo>
                  <a:lnTo>
                    <a:pt x="400" y="433"/>
                  </a:lnTo>
                  <a:lnTo>
                    <a:pt x="425" y="430"/>
                  </a:lnTo>
                  <a:lnTo>
                    <a:pt x="446" y="421"/>
                  </a:lnTo>
                  <a:lnTo>
                    <a:pt x="465" y="406"/>
                  </a:lnTo>
                  <a:lnTo>
                    <a:pt x="476" y="381"/>
                  </a:lnTo>
                  <a:lnTo>
                    <a:pt x="482" y="350"/>
                  </a:lnTo>
                  <a:lnTo>
                    <a:pt x="480" y="307"/>
                  </a:lnTo>
                  <a:lnTo>
                    <a:pt x="471" y="258"/>
                  </a:lnTo>
                  <a:lnTo>
                    <a:pt x="516" y="196"/>
                  </a:lnTo>
                  <a:lnTo>
                    <a:pt x="558" y="161"/>
                  </a:lnTo>
                  <a:lnTo>
                    <a:pt x="595" y="144"/>
                  </a:lnTo>
                  <a:lnTo>
                    <a:pt x="634" y="144"/>
                  </a:lnTo>
                  <a:lnTo>
                    <a:pt x="674" y="152"/>
                  </a:lnTo>
                  <a:lnTo>
                    <a:pt x="721" y="164"/>
                  </a:lnTo>
                  <a:lnTo>
                    <a:pt x="773" y="176"/>
                  </a:lnTo>
                  <a:lnTo>
                    <a:pt x="837" y="181"/>
                  </a:lnTo>
                  <a:lnTo>
                    <a:pt x="803" y="156"/>
                  </a:lnTo>
                  <a:lnTo>
                    <a:pt x="773" y="133"/>
                  </a:lnTo>
                  <a:lnTo>
                    <a:pt x="746" y="110"/>
                  </a:lnTo>
                  <a:lnTo>
                    <a:pt x="719" y="89"/>
                  </a:lnTo>
                  <a:lnTo>
                    <a:pt x="692" y="68"/>
                  </a:lnTo>
                  <a:lnTo>
                    <a:pt x="664" y="47"/>
                  </a:lnTo>
                  <a:lnTo>
                    <a:pt x="634" y="23"/>
                  </a:lnTo>
                  <a:lnTo>
                    <a:pt x="603"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8" name="Freeform 18">
              <a:extLst>
                <a:ext uri="{FF2B5EF4-FFF2-40B4-BE49-F238E27FC236}">
                  <a16:creationId xmlns:a16="http://schemas.microsoft.com/office/drawing/2014/main" id="{CA67023D-9C0B-B347-A880-8340E27714DC}"/>
                </a:ext>
              </a:extLst>
            </p:cNvPr>
            <p:cNvSpPr>
              <a:spLocks/>
            </p:cNvSpPr>
            <p:nvPr/>
          </p:nvSpPr>
          <p:spPr bwMode="auto">
            <a:xfrm>
              <a:off x="3659" y="2675"/>
              <a:ext cx="1059" cy="612"/>
            </a:xfrm>
            <a:custGeom>
              <a:avLst/>
              <a:gdLst>
                <a:gd name="T0" fmla="*/ 376 w 2117"/>
                <a:gd name="T1" fmla="*/ 287 h 1224"/>
                <a:gd name="T2" fmla="*/ 302 w 2117"/>
                <a:gd name="T3" fmla="*/ 352 h 1224"/>
                <a:gd name="T4" fmla="*/ 228 w 2117"/>
                <a:gd name="T5" fmla="*/ 398 h 1224"/>
                <a:gd name="T6" fmla="*/ 175 w 2117"/>
                <a:gd name="T7" fmla="*/ 401 h 1224"/>
                <a:gd name="T8" fmla="*/ 137 w 2117"/>
                <a:gd name="T9" fmla="*/ 415 h 1224"/>
                <a:gd name="T10" fmla="*/ 66 w 2117"/>
                <a:gd name="T11" fmla="*/ 471 h 1224"/>
                <a:gd name="T12" fmla="*/ 11 w 2117"/>
                <a:gd name="T13" fmla="*/ 514 h 1224"/>
                <a:gd name="T14" fmla="*/ 2 w 2117"/>
                <a:gd name="T15" fmla="*/ 566 h 1224"/>
                <a:gd name="T16" fmla="*/ 40 w 2117"/>
                <a:gd name="T17" fmla="*/ 607 h 1224"/>
                <a:gd name="T18" fmla="*/ 100 w 2117"/>
                <a:gd name="T19" fmla="*/ 600 h 1224"/>
                <a:gd name="T20" fmla="*/ 160 w 2117"/>
                <a:gd name="T21" fmla="*/ 594 h 1224"/>
                <a:gd name="T22" fmla="*/ 311 w 2117"/>
                <a:gd name="T23" fmla="*/ 589 h 1224"/>
                <a:gd name="T24" fmla="*/ 462 w 2117"/>
                <a:gd name="T25" fmla="*/ 579 h 1224"/>
                <a:gd name="T26" fmla="*/ 597 w 2117"/>
                <a:gd name="T27" fmla="*/ 572 h 1224"/>
                <a:gd name="T28" fmla="*/ 663 w 2117"/>
                <a:gd name="T29" fmla="*/ 568 h 1224"/>
                <a:gd name="T30" fmla="*/ 722 w 2117"/>
                <a:gd name="T31" fmla="*/ 538 h 1224"/>
                <a:gd name="T32" fmla="*/ 792 w 2117"/>
                <a:gd name="T33" fmla="*/ 498 h 1224"/>
                <a:gd name="T34" fmla="*/ 839 w 2117"/>
                <a:gd name="T35" fmla="*/ 461 h 1224"/>
                <a:gd name="T36" fmla="*/ 842 w 2117"/>
                <a:gd name="T37" fmla="*/ 339 h 1224"/>
                <a:gd name="T38" fmla="*/ 881 w 2117"/>
                <a:gd name="T39" fmla="*/ 334 h 1224"/>
                <a:gd name="T40" fmla="*/ 918 w 2117"/>
                <a:gd name="T41" fmla="*/ 362 h 1224"/>
                <a:gd name="T42" fmla="*/ 1015 w 2117"/>
                <a:gd name="T43" fmla="*/ 341 h 1224"/>
                <a:gd name="T44" fmla="*/ 1051 w 2117"/>
                <a:gd name="T45" fmla="*/ 207 h 1224"/>
                <a:gd name="T46" fmla="*/ 947 w 2117"/>
                <a:gd name="T47" fmla="*/ 130 h 1224"/>
                <a:gd name="T48" fmla="*/ 888 w 2117"/>
                <a:gd name="T49" fmla="*/ 165 h 1224"/>
                <a:gd name="T50" fmla="*/ 863 w 2117"/>
                <a:gd name="T51" fmla="*/ 201 h 1224"/>
                <a:gd name="T52" fmla="*/ 826 w 2117"/>
                <a:gd name="T53" fmla="*/ 208 h 1224"/>
                <a:gd name="T54" fmla="*/ 812 w 2117"/>
                <a:gd name="T55" fmla="*/ 195 h 1224"/>
                <a:gd name="T56" fmla="*/ 802 w 2117"/>
                <a:gd name="T57" fmla="*/ 186 h 1224"/>
                <a:gd name="T58" fmla="*/ 801 w 2117"/>
                <a:gd name="T59" fmla="*/ 171 h 1224"/>
                <a:gd name="T60" fmla="*/ 836 w 2117"/>
                <a:gd name="T61" fmla="*/ 165 h 1224"/>
                <a:gd name="T62" fmla="*/ 863 w 2117"/>
                <a:gd name="T63" fmla="*/ 154 h 1224"/>
                <a:gd name="T64" fmla="*/ 899 w 2117"/>
                <a:gd name="T65" fmla="*/ 55 h 1224"/>
                <a:gd name="T66" fmla="*/ 774 w 2117"/>
                <a:gd name="T67" fmla="*/ 0 h 1224"/>
                <a:gd name="T68" fmla="*/ 658 w 2117"/>
                <a:gd name="T69" fmla="*/ 72 h 1224"/>
                <a:gd name="T70" fmla="*/ 659 w 2117"/>
                <a:gd name="T71" fmla="*/ 98 h 1224"/>
                <a:gd name="T72" fmla="*/ 661 w 2117"/>
                <a:gd name="T73" fmla="*/ 124 h 1224"/>
                <a:gd name="T74" fmla="*/ 653 w 2117"/>
                <a:gd name="T75" fmla="*/ 145 h 1224"/>
                <a:gd name="T76" fmla="*/ 631 w 2117"/>
                <a:gd name="T77" fmla="*/ 150 h 1224"/>
                <a:gd name="T78" fmla="*/ 609 w 2117"/>
                <a:gd name="T79" fmla="*/ 155 h 1224"/>
                <a:gd name="T80" fmla="*/ 573 w 2117"/>
                <a:gd name="T81" fmla="*/ 167 h 1224"/>
                <a:gd name="T82" fmla="*/ 532 w 2117"/>
                <a:gd name="T83" fmla="*/ 182 h 1224"/>
                <a:gd name="T84" fmla="*/ 492 w 2117"/>
                <a:gd name="T85" fmla="*/ 197 h 1224"/>
                <a:gd name="T86" fmla="*/ 469 w 2117"/>
                <a:gd name="T87" fmla="*/ 216 h 1224"/>
                <a:gd name="T88" fmla="*/ 447 w 2117"/>
                <a:gd name="T89" fmla="*/ 235 h 12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17"/>
                <a:gd name="T136" fmla="*/ 0 h 1224"/>
                <a:gd name="T137" fmla="*/ 2117 w 2117"/>
                <a:gd name="T138" fmla="*/ 1224 h 12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17" h="1224">
                  <a:moveTo>
                    <a:pt x="864" y="496"/>
                  </a:moveTo>
                  <a:lnTo>
                    <a:pt x="806" y="531"/>
                  </a:lnTo>
                  <a:lnTo>
                    <a:pt x="752" y="574"/>
                  </a:lnTo>
                  <a:lnTo>
                    <a:pt x="700" y="618"/>
                  </a:lnTo>
                  <a:lnTo>
                    <a:pt x="653" y="663"/>
                  </a:lnTo>
                  <a:lnTo>
                    <a:pt x="604" y="704"/>
                  </a:lnTo>
                  <a:lnTo>
                    <a:pt x="556" y="743"/>
                  </a:lnTo>
                  <a:lnTo>
                    <a:pt x="506" y="774"/>
                  </a:lnTo>
                  <a:lnTo>
                    <a:pt x="456" y="797"/>
                  </a:lnTo>
                  <a:lnTo>
                    <a:pt x="412" y="797"/>
                  </a:lnTo>
                  <a:lnTo>
                    <a:pt x="378" y="799"/>
                  </a:lnTo>
                  <a:lnTo>
                    <a:pt x="349" y="802"/>
                  </a:lnTo>
                  <a:lnTo>
                    <a:pt x="324" y="809"/>
                  </a:lnTo>
                  <a:lnTo>
                    <a:pt x="299" y="818"/>
                  </a:lnTo>
                  <a:lnTo>
                    <a:pt x="274" y="831"/>
                  </a:lnTo>
                  <a:lnTo>
                    <a:pt x="244" y="846"/>
                  </a:lnTo>
                  <a:lnTo>
                    <a:pt x="209" y="868"/>
                  </a:lnTo>
                  <a:lnTo>
                    <a:pt x="131" y="942"/>
                  </a:lnTo>
                  <a:lnTo>
                    <a:pt x="77" y="987"/>
                  </a:lnTo>
                  <a:lnTo>
                    <a:pt x="41" y="1011"/>
                  </a:lnTo>
                  <a:lnTo>
                    <a:pt x="22" y="1027"/>
                  </a:lnTo>
                  <a:lnTo>
                    <a:pt x="10" y="1045"/>
                  </a:lnTo>
                  <a:lnTo>
                    <a:pt x="7" y="1076"/>
                  </a:lnTo>
                  <a:lnTo>
                    <a:pt x="3" y="1131"/>
                  </a:lnTo>
                  <a:lnTo>
                    <a:pt x="0" y="1224"/>
                  </a:lnTo>
                  <a:lnTo>
                    <a:pt x="39" y="1219"/>
                  </a:lnTo>
                  <a:lnTo>
                    <a:pt x="79" y="1214"/>
                  </a:lnTo>
                  <a:lnTo>
                    <a:pt x="118" y="1209"/>
                  </a:lnTo>
                  <a:lnTo>
                    <a:pt x="160" y="1205"/>
                  </a:lnTo>
                  <a:lnTo>
                    <a:pt x="199" y="1200"/>
                  </a:lnTo>
                  <a:lnTo>
                    <a:pt x="239" y="1195"/>
                  </a:lnTo>
                  <a:lnTo>
                    <a:pt x="278" y="1191"/>
                  </a:lnTo>
                  <a:lnTo>
                    <a:pt x="319" y="1188"/>
                  </a:lnTo>
                  <a:lnTo>
                    <a:pt x="419" y="1185"/>
                  </a:lnTo>
                  <a:lnTo>
                    <a:pt x="521" y="1183"/>
                  </a:lnTo>
                  <a:lnTo>
                    <a:pt x="621" y="1178"/>
                  </a:lnTo>
                  <a:lnTo>
                    <a:pt x="723" y="1173"/>
                  </a:lnTo>
                  <a:lnTo>
                    <a:pt x="823" y="1165"/>
                  </a:lnTo>
                  <a:lnTo>
                    <a:pt x="923" y="1158"/>
                  </a:lnTo>
                  <a:lnTo>
                    <a:pt x="1025" y="1149"/>
                  </a:lnTo>
                  <a:lnTo>
                    <a:pt x="1128" y="1141"/>
                  </a:lnTo>
                  <a:lnTo>
                    <a:pt x="1194" y="1144"/>
                  </a:lnTo>
                  <a:lnTo>
                    <a:pt x="1246" y="1144"/>
                  </a:lnTo>
                  <a:lnTo>
                    <a:pt x="1288" y="1141"/>
                  </a:lnTo>
                  <a:lnTo>
                    <a:pt x="1326" y="1135"/>
                  </a:lnTo>
                  <a:lnTo>
                    <a:pt x="1360" y="1123"/>
                  </a:lnTo>
                  <a:lnTo>
                    <a:pt x="1399" y="1102"/>
                  </a:lnTo>
                  <a:lnTo>
                    <a:pt x="1444" y="1075"/>
                  </a:lnTo>
                  <a:lnTo>
                    <a:pt x="1502" y="1041"/>
                  </a:lnTo>
                  <a:lnTo>
                    <a:pt x="1542" y="1013"/>
                  </a:lnTo>
                  <a:lnTo>
                    <a:pt x="1583" y="996"/>
                  </a:lnTo>
                  <a:lnTo>
                    <a:pt x="1621" y="978"/>
                  </a:lnTo>
                  <a:lnTo>
                    <a:pt x="1655" y="957"/>
                  </a:lnTo>
                  <a:lnTo>
                    <a:pt x="1678" y="922"/>
                  </a:lnTo>
                  <a:lnTo>
                    <a:pt x="1693" y="868"/>
                  </a:lnTo>
                  <a:lnTo>
                    <a:pt x="1696" y="789"/>
                  </a:lnTo>
                  <a:lnTo>
                    <a:pt x="1683" y="678"/>
                  </a:lnTo>
                  <a:lnTo>
                    <a:pt x="1713" y="659"/>
                  </a:lnTo>
                  <a:lnTo>
                    <a:pt x="1740" y="658"/>
                  </a:lnTo>
                  <a:lnTo>
                    <a:pt x="1762" y="669"/>
                  </a:lnTo>
                  <a:lnTo>
                    <a:pt x="1785" y="688"/>
                  </a:lnTo>
                  <a:lnTo>
                    <a:pt x="1808" y="708"/>
                  </a:lnTo>
                  <a:lnTo>
                    <a:pt x="1835" y="725"/>
                  </a:lnTo>
                  <a:lnTo>
                    <a:pt x="1868" y="735"/>
                  </a:lnTo>
                  <a:lnTo>
                    <a:pt x="1910" y="734"/>
                  </a:lnTo>
                  <a:lnTo>
                    <a:pt x="2029" y="683"/>
                  </a:lnTo>
                  <a:lnTo>
                    <a:pt x="2097" y="604"/>
                  </a:lnTo>
                  <a:lnTo>
                    <a:pt x="2117" y="508"/>
                  </a:lnTo>
                  <a:lnTo>
                    <a:pt x="2101" y="414"/>
                  </a:lnTo>
                  <a:lnTo>
                    <a:pt x="2052" y="332"/>
                  </a:lnTo>
                  <a:lnTo>
                    <a:pt x="1981" y="277"/>
                  </a:lnTo>
                  <a:lnTo>
                    <a:pt x="1893" y="260"/>
                  </a:lnTo>
                  <a:lnTo>
                    <a:pt x="1797" y="300"/>
                  </a:lnTo>
                  <a:lnTo>
                    <a:pt x="1786" y="310"/>
                  </a:lnTo>
                  <a:lnTo>
                    <a:pt x="1775" y="331"/>
                  </a:lnTo>
                  <a:lnTo>
                    <a:pt x="1760" y="354"/>
                  </a:lnTo>
                  <a:lnTo>
                    <a:pt x="1745" y="381"/>
                  </a:lnTo>
                  <a:lnTo>
                    <a:pt x="1725" y="402"/>
                  </a:lnTo>
                  <a:lnTo>
                    <a:pt x="1703" y="420"/>
                  </a:lnTo>
                  <a:lnTo>
                    <a:pt x="1678" y="425"/>
                  </a:lnTo>
                  <a:lnTo>
                    <a:pt x="1652" y="417"/>
                  </a:lnTo>
                  <a:lnTo>
                    <a:pt x="1639" y="406"/>
                  </a:lnTo>
                  <a:lnTo>
                    <a:pt x="1632" y="398"/>
                  </a:lnTo>
                  <a:lnTo>
                    <a:pt x="1624" y="391"/>
                  </a:lnTo>
                  <a:lnTo>
                    <a:pt x="1618" y="386"/>
                  </a:lnTo>
                  <a:lnTo>
                    <a:pt x="1611" y="378"/>
                  </a:lnTo>
                  <a:lnTo>
                    <a:pt x="1604" y="372"/>
                  </a:lnTo>
                  <a:lnTo>
                    <a:pt x="1596" y="364"/>
                  </a:lnTo>
                  <a:lnTo>
                    <a:pt x="1584" y="356"/>
                  </a:lnTo>
                  <a:lnTo>
                    <a:pt x="1602" y="342"/>
                  </a:lnTo>
                  <a:lnTo>
                    <a:pt x="1623" y="336"/>
                  </a:lnTo>
                  <a:lnTo>
                    <a:pt x="1646" y="332"/>
                  </a:lnTo>
                  <a:lnTo>
                    <a:pt x="1671" y="331"/>
                  </a:lnTo>
                  <a:lnTo>
                    <a:pt x="1692" y="327"/>
                  </a:lnTo>
                  <a:lnTo>
                    <a:pt x="1712" y="321"/>
                  </a:lnTo>
                  <a:lnTo>
                    <a:pt x="1726" y="308"/>
                  </a:lnTo>
                  <a:lnTo>
                    <a:pt x="1735" y="288"/>
                  </a:lnTo>
                  <a:lnTo>
                    <a:pt x="1800" y="189"/>
                  </a:lnTo>
                  <a:lnTo>
                    <a:pt x="1797" y="110"/>
                  </a:lnTo>
                  <a:lnTo>
                    <a:pt x="1741" y="49"/>
                  </a:lnTo>
                  <a:lnTo>
                    <a:pt x="1653" y="12"/>
                  </a:lnTo>
                  <a:lnTo>
                    <a:pt x="1548" y="0"/>
                  </a:lnTo>
                  <a:lnTo>
                    <a:pt x="1445" y="16"/>
                  </a:lnTo>
                  <a:lnTo>
                    <a:pt x="1361" y="62"/>
                  </a:lnTo>
                  <a:lnTo>
                    <a:pt x="1316" y="143"/>
                  </a:lnTo>
                  <a:lnTo>
                    <a:pt x="1316" y="160"/>
                  </a:lnTo>
                  <a:lnTo>
                    <a:pt x="1316" y="179"/>
                  </a:lnTo>
                  <a:lnTo>
                    <a:pt x="1317" y="196"/>
                  </a:lnTo>
                  <a:lnTo>
                    <a:pt x="1318" y="214"/>
                  </a:lnTo>
                  <a:lnTo>
                    <a:pt x="1320" y="230"/>
                  </a:lnTo>
                  <a:lnTo>
                    <a:pt x="1321" y="248"/>
                  </a:lnTo>
                  <a:lnTo>
                    <a:pt x="1322" y="267"/>
                  </a:lnTo>
                  <a:lnTo>
                    <a:pt x="1325" y="287"/>
                  </a:lnTo>
                  <a:lnTo>
                    <a:pt x="1306" y="289"/>
                  </a:lnTo>
                  <a:lnTo>
                    <a:pt x="1291" y="293"/>
                  </a:lnTo>
                  <a:lnTo>
                    <a:pt x="1276" y="297"/>
                  </a:lnTo>
                  <a:lnTo>
                    <a:pt x="1262" y="300"/>
                  </a:lnTo>
                  <a:lnTo>
                    <a:pt x="1247" y="303"/>
                  </a:lnTo>
                  <a:lnTo>
                    <a:pt x="1233" y="307"/>
                  </a:lnTo>
                  <a:lnTo>
                    <a:pt x="1217" y="310"/>
                  </a:lnTo>
                  <a:lnTo>
                    <a:pt x="1201" y="314"/>
                  </a:lnTo>
                  <a:lnTo>
                    <a:pt x="1173" y="324"/>
                  </a:lnTo>
                  <a:lnTo>
                    <a:pt x="1145" y="334"/>
                  </a:lnTo>
                  <a:lnTo>
                    <a:pt x="1118" y="344"/>
                  </a:lnTo>
                  <a:lnTo>
                    <a:pt x="1091" y="354"/>
                  </a:lnTo>
                  <a:lnTo>
                    <a:pt x="1064" y="364"/>
                  </a:lnTo>
                  <a:lnTo>
                    <a:pt x="1036" y="374"/>
                  </a:lnTo>
                  <a:lnTo>
                    <a:pt x="1010" y="384"/>
                  </a:lnTo>
                  <a:lnTo>
                    <a:pt x="984" y="394"/>
                  </a:lnTo>
                  <a:lnTo>
                    <a:pt x="969" y="407"/>
                  </a:lnTo>
                  <a:lnTo>
                    <a:pt x="954" y="420"/>
                  </a:lnTo>
                  <a:lnTo>
                    <a:pt x="938" y="432"/>
                  </a:lnTo>
                  <a:lnTo>
                    <a:pt x="923" y="445"/>
                  </a:lnTo>
                  <a:lnTo>
                    <a:pt x="908" y="457"/>
                  </a:lnTo>
                  <a:lnTo>
                    <a:pt x="893" y="470"/>
                  </a:lnTo>
                  <a:lnTo>
                    <a:pt x="878" y="482"/>
                  </a:lnTo>
                  <a:lnTo>
                    <a:pt x="864" y="496"/>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9" name="Freeform 19">
              <a:extLst>
                <a:ext uri="{FF2B5EF4-FFF2-40B4-BE49-F238E27FC236}">
                  <a16:creationId xmlns:a16="http://schemas.microsoft.com/office/drawing/2014/main" id="{C0CC9073-00F0-7C44-B1D5-FCCF4DBE8FAC}"/>
                </a:ext>
              </a:extLst>
            </p:cNvPr>
            <p:cNvSpPr>
              <a:spLocks/>
            </p:cNvSpPr>
            <p:nvPr/>
          </p:nvSpPr>
          <p:spPr bwMode="auto">
            <a:xfrm>
              <a:off x="3693" y="2684"/>
              <a:ext cx="1024" cy="586"/>
            </a:xfrm>
            <a:custGeom>
              <a:avLst/>
              <a:gdLst>
                <a:gd name="T0" fmla="*/ 343 w 2048"/>
                <a:gd name="T1" fmla="*/ 277 h 1171"/>
                <a:gd name="T2" fmla="*/ 276 w 2048"/>
                <a:gd name="T3" fmla="*/ 341 h 1171"/>
                <a:gd name="T4" fmla="*/ 206 w 2048"/>
                <a:gd name="T5" fmla="*/ 387 h 1171"/>
                <a:gd name="T6" fmla="*/ 155 w 2048"/>
                <a:gd name="T7" fmla="*/ 390 h 1171"/>
                <a:gd name="T8" fmla="*/ 119 w 2048"/>
                <a:gd name="T9" fmla="*/ 406 h 1171"/>
                <a:gd name="T10" fmla="*/ 51 w 2048"/>
                <a:gd name="T11" fmla="*/ 461 h 1171"/>
                <a:gd name="T12" fmla="*/ 3 w 2048"/>
                <a:gd name="T13" fmla="*/ 502 h 1171"/>
                <a:gd name="T14" fmla="*/ 1 w 2048"/>
                <a:gd name="T15" fmla="*/ 547 h 1171"/>
                <a:gd name="T16" fmla="*/ 37 w 2048"/>
                <a:gd name="T17" fmla="*/ 581 h 1171"/>
                <a:gd name="T18" fmla="*/ 92 w 2048"/>
                <a:gd name="T19" fmla="*/ 577 h 1171"/>
                <a:gd name="T20" fmla="*/ 150 w 2048"/>
                <a:gd name="T21" fmla="*/ 572 h 1171"/>
                <a:gd name="T22" fmla="*/ 289 w 2048"/>
                <a:gd name="T23" fmla="*/ 570 h 1171"/>
                <a:gd name="T24" fmla="*/ 436 w 2048"/>
                <a:gd name="T25" fmla="*/ 563 h 1171"/>
                <a:gd name="T26" fmla="*/ 569 w 2048"/>
                <a:gd name="T27" fmla="*/ 556 h 1171"/>
                <a:gd name="T28" fmla="*/ 636 w 2048"/>
                <a:gd name="T29" fmla="*/ 552 h 1171"/>
                <a:gd name="T30" fmla="*/ 691 w 2048"/>
                <a:gd name="T31" fmla="*/ 526 h 1171"/>
                <a:gd name="T32" fmla="*/ 757 w 2048"/>
                <a:gd name="T33" fmla="*/ 489 h 1171"/>
                <a:gd name="T34" fmla="*/ 805 w 2048"/>
                <a:gd name="T35" fmla="*/ 452 h 1171"/>
                <a:gd name="T36" fmla="*/ 807 w 2048"/>
                <a:gd name="T37" fmla="*/ 330 h 1171"/>
                <a:gd name="T38" fmla="*/ 847 w 2048"/>
                <a:gd name="T39" fmla="*/ 325 h 1171"/>
                <a:gd name="T40" fmla="*/ 883 w 2048"/>
                <a:gd name="T41" fmla="*/ 353 h 1171"/>
                <a:gd name="T42" fmla="*/ 980 w 2048"/>
                <a:gd name="T43" fmla="*/ 332 h 1171"/>
                <a:gd name="T44" fmla="*/ 1015 w 2048"/>
                <a:gd name="T45" fmla="*/ 200 h 1171"/>
                <a:gd name="T46" fmla="*/ 909 w 2048"/>
                <a:gd name="T47" fmla="*/ 124 h 1171"/>
                <a:gd name="T48" fmla="*/ 850 w 2048"/>
                <a:gd name="T49" fmla="*/ 159 h 1171"/>
                <a:gd name="T50" fmla="*/ 827 w 2048"/>
                <a:gd name="T51" fmla="*/ 193 h 1171"/>
                <a:gd name="T52" fmla="*/ 792 w 2048"/>
                <a:gd name="T53" fmla="*/ 199 h 1171"/>
                <a:gd name="T54" fmla="*/ 778 w 2048"/>
                <a:gd name="T55" fmla="*/ 186 h 1171"/>
                <a:gd name="T56" fmla="*/ 767 w 2048"/>
                <a:gd name="T57" fmla="*/ 175 h 1171"/>
                <a:gd name="T58" fmla="*/ 765 w 2048"/>
                <a:gd name="T59" fmla="*/ 160 h 1171"/>
                <a:gd name="T60" fmla="*/ 795 w 2048"/>
                <a:gd name="T61" fmla="*/ 153 h 1171"/>
                <a:gd name="T62" fmla="*/ 819 w 2048"/>
                <a:gd name="T63" fmla="*/ 141 h 1171"/>
                <a:gd name="T64" fmla="*/ 848 w 2048"/>
                <a:gd name="T65" fmla="*/ 50 h 1171"/>
                <a:gd name="T66" fmla="*/ 731 w 2048"/>
                <a:gd name="T67" fmla="*/ 0 h 1171"/>
                <a:gd name="T68" fmla="*/ 626 w 2048"/>
                <a:gd name="T69" fmla="*/ 65 h 1171"/>
                <a:gd name="T70" fmla="*/ 626 w 2048"/>
                <a:gd name="T71" fmla="*/ 91 h 1171"/>
                <a:gd name="T72" fmla="*/ 627 w 2048"/>
                <a:gd name="T73" fmla="*/ 115 h 1171"/>
                <a:gd name="T74" fmla="*/ 619 w 2048"/>
                <a:gd name="T75" fmla="*/ 135 h 1171"/>
                <a:gd name="T76" fmla="*/ 597 w 2048"/>
                <a:gd name="T77" fmla="*/ 141 h 1171"/>
                <a:gd name="T78" fmla="*/ 574 w 2048"/>
                <a:gd name="T79" fmla="*/ 146 h 1171"/>
                <a:gd name="T80" fmla="*/ 538 w 2048"/>
                <a:gd name="T81" fmla="*/ 158 h 1171"/>
                <a:gd name="T82" fmla="*/ 498 w 2048"/>
                <a:gd name="T83" fmla="*/ 173 h 1171"/>
                <a:gd name="T84" fmla="*/ 458 w 2048"/>
                <a:gd name="T85" fmla="*/ 188 h 1171"/>
                <a:gd name="T86" fmla="*/ 435 w 2048"/>
                <a:gd name="T87" fmla="*/ 207 h 1171"/>
                <a:gd name="T88" fmla="*/ 412 w 2048"/>
                <a:gd name="T89" fmla="*/ 226 h 117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048"/>
                <a:gd name="T136" fmla="*/ 0 h 1171"/>
                <a:gd name="T137" fmla="*/ 2048 w 2048"/>
                <a:gd name="T138" fmla="*/ 1171 h 117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048" h="1171">
                  <a:moveTo>
                    <a:pt x="796" y="477"/>
                  </a:moveTo>
                  <a:lnTo>
                    <a:pt x="739" y="512"/>
                  </a:lnTo>
                  <a:lnTo>
                    <a:pt x="687" y="553"/>
                  </a:lnTo>
                  <a:lnTo>
                    <a:pt x="640" y="597"/>
                  </a:lnTo>
                  <a:lnTo>
                    <a:pt x="597" y="641"/>
                  </a:lnTo>
                  <a:lnTo>
                    <a:pt x="553" y="682"/>
                  </a:lnTo>
                  <a:lnTo>
                    <a:pt x="509" y="720"/>
                  </a:lnTo>
                  <a:lnTo>
                    <a:pt x="463" y="751"/>
                  </a:lnTo>
                  <a:lnTo>
                    <a:pt x="413" y="774"/>
                  </a:lnTo>
                  <a:lnTo>
                    <a:pt x="370" y="774"/>
                  </a:lnTo>
                  <a:lnTo>
                    <a:pt x="337" y="776"/>
                  </a:lnTo>
                  <a:lnTo>
                    <a:pt x="310" y="780"/>
                  </a:lnTo>
                  <a:lnTo>
                    <a:pt x="286" y="788"/>
                  </a:lnTo>
                  <a:lnTo>
                    <a:pt x="262" y="798"/>
                  </a:lnTo>
                  <a:lnTo>
                    <a:pt x="238" y="812"/>
                  </a:lnTo>
                  <a:lnTo>
                    <a:pt x="208" y="829"/>
                  </a:lnTo>
                  <a:lnTo>
                    <a:pt x="173" y="852"/>
                  </a:lnTo>
                  <a:lnTo>
                    <a:pt x="102" y="922"/>
                  </a:lnTo>
                  <a:lnTo>
                    <a:pt x="53" y="964"/>
                  </a:lnTo>
                  <a:lnTo>
                    <a:pt x="21" y="987"/>
                  </a:lnTo>
                  <a:lnTo>
                    <a:pt x="6" y="1003"/>
                  </a:lnTo>
                  <a:lnTo>
                    <a:pt x="0" y="1018"/>
                  </a:lnTo>
                  <a:lnTo>
                    <a:pt x="0" y="1046"/>
                  </a:lnTo>
                  <a:lnTo>
                    <a:pt x="1" y="1093"/>
                  </a:lnTo>
                  <a:lnTo>
                    <a:pt x="3" y="1171"/>
                  </a:lnTo>
                  <a:lnTo>
                    <a:pt x="38" y="1166"/>
                  </a:lnTo>
                  <a:lnTo>
                    <a:pt x="74" y="1162"/>
                  </a:lnTo>
                  <a:lnTo>
                    <a:pt x="109" y="1160"/>
                  </a:lnTo>
                  <a:lnTo>
                    <a:pt x="147" y="1157"/>
                  </a:lnTo>
                  <a:lnTo>
                    <a:pt x="185" y="1154"/>
                  </a:lnTo>
                  <a:lnTo>
                    <a:pt x="222" y="1151"/>
                  </a:lnTo>
                  <a:lnTo>
                    <a:pt x="260" y="1147"/>
                  </a:lnTo>
                  <a:lnTo>
                    <a:pt x="301" y="1144"/>
                  </a:lnTo>
                  <a:lnTo>
                    <a:pt x="391" y="1144"/>
                  </a:lnTo>
                  <a:lnTo>
                    <a:pt x="484" y="1144"/>
                  </a:lnTo>
                  <a:lnTo>
                    <a:pt x="578" y="1140"/>
                  </a:lnTo>
                  <a:lnTo>
                    <a:pt x="676" y="1137"/>
                  </a:lnTo>
                  <a:lnTo>
                    <a:pt x="773" y="1131"/>
                  </a:lnTo>
                  <a:lnTo>
                    <a:pt x="872" y="1125"/>
                  </a:lnTo>
                  <a:lnTo>
                    <a:pt x="971" y="1117"/>
                  </a:lnTo>
                  <a:lnTo>
                    <a:pt x="1072" y="1111"/>
                  </a:lnTo>
                  <a:lnTo>
                    <a:pt x="1138" y="1112"/>
                  </a:lnTo>
                  <a:lnTo>
                    <a:pt x="1191" y="1112"/>
                  </a:lnTo>
                  <a:lnTo>
                    <a:pt x="1234" y="1110"/>
                  </a:lnTo>
                  <a:lnTo>
                    <a:pt x="1272" y="1104"/>
                  </a:lnTo>
                  <a:lnTo>
                    <a:pt x="1306" y="1091"/>
                  </a:lnTo>
                  <a:lnTo>
                    <a:pt x="1342" y="1075"/>
                  </a:lnTo>
                  <a:lnTo>
                    <a:pt x="1382" y="1052"/>
                  </a:lnTo>
                  <a:lnTo>
                    <a:pt x="1434" y="1022"/>
                  </a:lnTo>
                  <a:lnTo>
                    <a:pt x="1474" y="994"/>
                  </a:lnTo>
                  <a:lnTo>
                    <a:pt x="1515" y="977"/>
                  </a:lnTo>
                  <a:lnTo>
                    <a:pt x="1553" y="959"/>
                  </a:lnTo>
                  <a:lnTo>
                    <a:pt x="1587" y="938"/>
                  </a:lnTo>
                  <a:lnTo>
                    <a:pt x="1610" y="903"/>
                  </a:lnTo>
                  <a:lnTo>
                    <a:pt x="1625" y="849"/>
                  </a:lnTo>
                  <a:lnTo>
                    <a:pt x="1628" y="770"/>
                  </a:lnTo>
                  <a:lnTo>
                    <a:pt x="1615" y="659"/>
                  </a:lnTo>
                  <a:lnTo>
                    <a:pt x="1645" y="640"/>
                  </a:lnTo>
                  <a:lnTo>
                    <a:pt x="1672" y="639"/>
                  </a:lnTo>
                  <a:lnTo>
                    <a:pt x="1694" y="650"/>
                  </a:lnTo>
                  <a:lnTo>
                    <a:pt x="1717" y="669"/>
                  </a:lnTo>
                  <a:lnTo>
                    <a:pt x="1740" y="689"/>
                  </a:lnTo>
                  <a:lnTo>
                    <a:pt x="1767" y="706"/>
                  </a:lnTo>
                  <a:lnTo>
                    <a:pt x="1800" y="716"/>
                  </a:lnTo>
                  <a:lnTo>
                    <a:pt x="1842" y="715"/>
                  </a:lnTo>
                  <a:lnTo>
                    <a:pt x="1961" y="664"/>
                  </a:lnTo>
                  <a:lnTo>
                    <a:pt x="2028" y="585"/>
                  </a:lnTo>
                  <a:lnTo>
                    <a:pt x="2048" y="492"/>
                  </a:lnTo>
                  <a:lnTo>
                    <a:pt x="2030" y="399"/>
                  </a:lnTo>
                  <a:lnTo>
                    <a:pt x="1980" y="318"/>
                  </a:lnTo>
                  <a:lnTo>
                    <a:pt x="1908" y="263"/>
                  </a:lnTo>
                  <a:lnTo>
                    <a:pt x="1819" y="248"/>
                  </a:lnTo>
                  <a:lnTo>
                    <a:pt x="1722" y="288"/>
                  </a:lnTo>
                  <a:lnTo>
                    <a:pt x="1712" y="298"/>
                  </a:lnTo>
                  <a:lnTo>
                    <a:pt x="1701" y="317"/>
                  </a:lnTo>
                  <a:lnTo>
                    <a:pt x="1687" y="340"/>
                  </a:lnTo>
                  <a:lnTo>
                    <a:pt x="1673" y="365"/>
                  </a:lnTo>
                  <a:lnTo>
                    <a:pt x="1654" y="385"/>
                  </a:lnTo>
                  <a:lnTo>
                    <a:pt x="1634" y="402"/>
                  </a:lnTo>
                  <a:lnTo>
                    <a:pt x="1610" y="406"/>
                  </a:lnTo>
                  <a:lnTo>
                    <a:pt x="1584" y="398"/>
                  </a:lnTo>
                  <a:lnTo>
                    <a:pt x="1571" y="387"/>
                  </a:lnTo>
                  <a:lnTo>
                    <a:pt x="1564" y="379"/>
                  </a:lnTo>
                  <a:lnTo>
                    <a:pt x="1556" y="372"/>
                  </a:lnTo>
                  <a:lnTo>
                    <a:pt x="1550" y="365"/>
                  </a:lnTo>
                  <a:lnTo>
                    <a:pt x="1543" y="358"/>
                  </a:lnTo>
                  <a:lnTo>
                    <a:pt x="1535" y="350"/>
                  </a:lnTo>
                  <a:lnTo>
                    <a:pt x="1526" y="342"/>
                  </a:lnTo>
                  <a:lnTo>
                    <a:pt x="1515" y="333"/>
                  </a:lnTo>
                  <a:lnTo>
                    <a:pt x="1530" y="319"/>
                  </a:lnTo>
                  <a:lnTo>
                    <a:pt x="1550" y="312"/>
                  </a:lnTo>
                  <a:lnTo>
                    <a:pt x="1569" y="307"/>
                  </a:lnTo>
                  <a:lnTo>
                    <a:pt x="1590" y="305"/>
                  </a:lnTo>
                  <a:lnTo>
                    <a:pt x="1608" y="300"/>
                  </a:lnTo>
                  <a:lnTo>
                    <a:pt x="1625" y="294"/>
                  </a:lnTo>
                  <a:lnTo>
                    <a:pt x="1638" y="281"/>
                  </a:lnTo>
                  <a:lnTo>
                    <a:pt x="1647" y="264"/>
                  </a:lnTo>
                  <a:lnTo>
                    <a:pt x="1702" y="172"/>
                  </a:lnTo>
                  <a:lnTo>
                    <a:pt x="1696" y="100"/>
                  </a:lnTo>
                  <a:lnTo>
                    <a:pt x="1643" y="43"/>
                  </a:lnTo>
                  <a:lnTo>
                    <a:pt x="1561" y="11"/>
                  </a:lnTo>
                  <a:lnTo>
                    <a:pt x="1462" y="0"/>
                  </a:lnTo>
                  <a:lnTo>
                    <a:pt x="1368" y="15"/>
                  </a:lnTo>
                  <a:lnTo>
                    <a:pt x="1293" y="57"/>
                  </a:lnTo>
                  <a:lnTo>
                    <a:pt x="1252" y="130"/>
                  </a:lnTo>
                  <a:lnTo>
                    <a:pt x="1252" y="147"/>
                  </a:lnTo>
                  <a:lnTo>
                    <a:pt x="1252" y="165"/>
                  </a:lnTo>
                  <a:lnTo>
                    <a:pt x="1252" y="181"/>
                  </a:lnTo>
                  <a:lnTo>
                    <a:pt x="1253" y="197"/>
                  </a:lnTo>
                  <a:lnTo>
                    <a:pt x="1253" y="213"/>
                  </a:lnTo>
                  <a:lnTo>
                    <a:pt x="1254" y="230"/>
                  </a:lnTo>
                  <a:lnTo>
                    <a:pt x="1254" y="248"/>
                  </a:lnTo>
                  <a:lnTo>
                    <a:pt x="1257" y="268"/>
                  </a:lnTo>
                  <a:lnTo>
                    <a:pt x="1238" y="270"/>
                  </a:lnTo>
                  <a:lnTo>
                    <a:pt x="1223" y="274"/>
                  </a:lnTo>
                  <a:lnTo>
                    <a:pt x="1208" y="278"/>
                  </a:lnTo>
                  <a:lnTo>
                    <a:pt x="1194" y="281"/>
                  </a:lnTo>
                  <a:lnTo>
                    <a:pt x="1179" y="284"/>
                  </a:lnTo>
                  <a:lnTo>
                    <a:pt x="1165" y="288"/>
                  </a:lnTo>
                  <a:lnTo>
                    <a:pt x="1149" y="291"/>
                  </a:lnTo>
                  <a:lnTo>
                    <a:pt x="1133" y="295"/>
                  </a:lnTo>
                  <a:lnTo>
                    <a:pt x="1105" y="305"/>
                  </a:lnTo>
                  <a:lnTo>
                    <a:pt x="1077" y="315"/>
                  </a:lnTo>
                  <a:lnTo>
                    <a:pt x="1050" y="325"/>
                  </a:lnTo>
                  <a:lnTo>
                    <a:pt x="1023" y="335"/>
                  </a:lnTo>
                  <a:lnTo>
                    <a:pt x="996" y="345"/>
                  </a:lnTo>
                  <a:lnTo>
                    <a:pt x="968" y="355"/>
                  </a:lnTo>
                  <a:lnTo>
                    <a:pt x="942" y="365"/>
                  </a:lnTo>
                  <a:lnTo>
                    <a:pt x="916" y="375"/>
                  </a:lnTo>
                  <a:lnTo>
                    <a:pt x="901" y="388"/>
                  </a:lnTo>
                  <a:lnTo>
                    <a:pt x="886" y="401"/>
                  </a:lnTo>
                  <a:lnTo>
                    <a:pt x="870" y="413"/>
                  </a:lnTo>
                  <a:lnTo>
                    <a:pt x="855" y="426"/>
                  </a:lnTo>
                  <a:lnTo>
                    <a:pt x="840" y="438"/>
                  </a:lnTo>
                  <a:lnTo>
                    <a:pt x="825" y="451"/>
                  </a:lnTo>
                  <a:lnTo>
                    <a:pt x="810" y="463"/>
                  </a:lnTo>
                  <a:lnTo>
                    <a:pt x="796" y="477"/>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0" name="Freeform 20">
              <a:extLst>
                <a:ext uri="{FF2B5EF4-FFF2-40B4-BE49-F238E27FC236}">
                  <a16:creationId xmlns:a16="http://schemas.microsoft.com/office/drawing/2014/main" id="{B2A06088-FE52-284D-A38F-518B0A8CA986}"/>
                </a:ext>
              </a:extLst>
            </p:cNvPr>
            <p:cNvSpPr>
              <a:spLocks/>
            </p:cNvSpPr>
            <p:nvPr/>
          </p:nvSpPr>
          <p:spPr bwMode="auto">
            <a:xfrm>
              <a:off x="3723" y="2694"/>
              <a:ext cx="993" cy="561"/>
            </a:xfrm>
            <a:custGeom>
              <a:avLst/>
              <a:gdLst>
                <a:gd name="T0" fmla="*/ 316 w 1985"/>
                <a:gd name="T1" fmla="*/ 267 h 1121"/>
                <a:gd name="T2" fmla="*/ 256 w 1985"/>
                <a:gd name="T3" fmla="*/ 330 h 1121"/>
                <a:gd name="T4" fmla="*/ 190 w 1985"/>
                <a:gd name="T5" fmla="*/ 375 h 1121"/>
                <a:gd name="T6" fmla="*/ 140 w 1985"/>
                <a:gd name="T7" fmla="*/ 380 h 1121"/>
                <a:gd name="T8" fmla="*/ 105 w 1985"/>
                <a:gd name="T9" fmla="*/ 397 h 1121"/>
                <a:gd name="T10" fmla="*/ 40 w 1985"/>
                <a:gd name="T11" fmla="*/ 450 h 1121"/>
                <a:gd name="T12" fmla="*/ 1 w 1985"/>
                <a:gd name="T13" fmla="*/ 489 h 1121"/>
                <a:gd name="T14" fmla="*/ 5 w 1985"/>
                <a:gd name="T15" fmla="*/ 528 h 1121"/>
                <a:gd name="T16" fmla="*/ 39 w 1985"/>
                <a:gd name="T17" fmla="*/ 557 h 1121"/>
                <a:gd name="T18" fmla="*/ 89 w 1985"/>
                <a:gd name="T19" fmla="*/ 554 h 1121"/>
                <a:gd name="T20" fmla="*/ 146 w 1985"/>
                <a:gd name="T21" fmla="*/ 550 h 1121"/>
                <a:gd name="T22" fmla="*/ 273 w 1985"/>
                <a:gd name="T23" fmla="*/ 552 h 1121"/>
                <a:gd name="T24" fmla="*/ 414 w 1985"/>
                <a:gd name="T25" fmla="*/ 546 h 1121"/>
                <a:gd name="T26" fmla="*/ 545 w 1985"/>
                <a:gd name="T27" fmla="*/ 541 h 1121"/>
                <a:gd name="T28" fmla="*/ 614 w 1985"/>
                <a:gd name="T29" fmla="*/ 536 h 1121"/>
                <a:gd name="T30" fmla="*/ 665 w 1985"/>
                <a:gd name="T31" fmla="*/ 513 h 1121"/>
                <a:gd name="T32" fmla="*/ 728 w 1985"/>
                <a:gd name="T33" fmla="*/ 479 h 1121"/>
                <a:gd name="T34" fmla="*/ 775 w 1985"/>
                <a:gd name="T35" fmla="*/ 442 h 1121"/>
                <a:gd name="T36" fmla="*/ 778 w 1985"/>
                <a:gd name="T37" fmla="*/ 320 h 1121"/>
                <a:gd name="T38" fmla="*/ 817 w 1985"/>
                <a:gd name="T39" fmla="*/ 315 h 1121"/>
                <a:gd name="T40" fmla="*/ 854 w 1985"/>
                <a:gd name="T41" fmla="*/ 343 h 1121"/>
                <a:gd name="T42" fmla="*/ 951 w 1985"/>
                <a:gd name="T43" fmla="*/ 322 h 1121"/>
                <a:gd name="T44" fmla="*/ 984 w 1985"/>
                <a:gd name="T45" fmla="*/ 191 h 1121"/>
                <a:gd name="T46" fmla="*/ 876 w 1985"/>
                <a:gd name="T47" fmla="*/ 117 h 1121"/>
                <a:gd name="T48" fmla="*/ 818 w 1985"/>
                <a:gd name="T49" fmla="*/ 152 h 1121"/>
                <a:gd name="T50" fmla="*/ 796 w 1985"/>
                <a:gd name="T51" fmla="*/ 184 h 1121"/>
                <a:gd name="T52" fmla="*/ 762 w 1985"/>
                <a:gd name="T53" fmla="*/ 189 h 1121"/>
                <a:gd name="T54" fmla="*/ 748 w 1985"/>
                <a:gd name="T55" fmla="*/ 175 h 1121"/>
                <a:gd name="T56" fmla="*/ 737 w 1985"/>
                <a:gd name="T57" fmla="*/ 164 h 1121"/>
                <a:gd name="T58" fmla="*/ 734 w 1985"/>
                <a:gd name="T59" fmla="*/ 148 h 1121"/>
                <a:gd name="T60" fmla="*/ 759 w 1985"/>
                <a:gd name="T61" fmla="*/ 139 h 1121"/>
                <a:gd name="T62" fmla="*/ 779 w 1985"/>
                <a:gd name="T63" fmla="*/ 127 h 1121"/>
                <a:gd name="T64" fmla="*/ 801 w 1985"/>
                <a:gd name="T65" fmla="*/ 45 h 1121"/>
                <a:gd name="T66" fmla="*/ 693 w 1985"/>
                <a:gd name="T67" fmla="*/ 0 h 1121"/>
                <a:gd name="T68" fmla="*/ 597 w 1985"/>
                <a:gd name="T69" fmla="*/ 58 h 1121"/>
                <a:gd name="T70" fmla="*/ 597 w 1985"/>
                <a:gd name="T71" fmla="*/ 82 h 1121"/>
                <a:gd name="T72" fmla="*/ 597 w 1985"/>
                <a:gd name="T73" fmla="*/ 106 h 1121"/>
                <a:gd name="T74" fmla="*/ 589 w 1985"/>
                <a:gd name="T75" fmla="*/ 125 h 1121"/>
                <a:gd name="T76" fmla="*/ 567 w 1985"/>
                <a:gd name="T77" fmla="*/ 131 h 1121"/>
                <a:gd name="T78" fmla="*/ 545 w 1985"/>
                <a:gd name="T79" fmla="*/ 136 h 1121"/>
                <a:gd name="T80" fmla="*/ 509 w 1985"/>
                <a:gd name="T81" fmla="*/ 148 h 1121"/>
                <a:gd name="T82" fmla="*/ 468 w 1985"/>
                <a:gd name="T83" fmla="*/ 163 h 1121"/>
                <a:gd name="T84" fmla="*/ 428 w 1985"/>
                <a:gd name="T85" fmla="*/ 178 h 1121"/>
                <a:gd name="T86" fmla="*/ 405 w 1985"/>
                <a:gd name="T87" fmla="*/ 197 h 1121"/>
                <a:gd name="T88" fmla="*/ 383 w 1985"/>
                <a:gd name="T89" fmla="*/ 216 h 112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85"/>
                <a:gd name="T136" fmla="*/ 0 h 1121"/>
                <a:gd name="T137" fmla="*/ 1985 w 1985"/>
                <a:gd name="T138" fmla="*/ 1121 h 112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85" h="1121">
                  <a:moveTo>
                    <a:pt x="736" y="457"/>
                  </a:moveTo>
                  <a:lnTo>
                    <a:pt x="680" y="492"/>
                  </a:lnTo>
                  <a:lnTo>
                    <a:pt x="632" y="533"/>
                  </a:lnTo>
                  <a:lnTo>
                    <a:pt x="590" y="576"/>
                  </a:lnTo>
                  <a:lnTo>
                    <a:pt x="551" y="620"/>
                  </a:lnTo>
                  <a:lnTo>
                    <a:pt x="511" y="660"/>
                  </a:lnTo>
                  <a:lnTo>
                    <a:pt x="472" y="698"/>
                  </a:lnTo>
                  <a:lnTo>
                    <a:pt x="428" y="728"/>
                  </a:lnTo>
                  <a:lnTo>
                    <a:pt x="380" y="750"/>
                  </a:lnTo>
                  <a:lnTo>
                    <a:pt x="338" y="750"/>
                  </a:lnTo>
                  <a:lnTo>
                    <a:pt x="305" y="754"/>
                  </a:lnTo>
                  <a:lnTo>
                    <a:pt x="279" y="759"/>
                  </a:lnTo>
                  <a:lnTo>
                    <a:pt x="256" y="768"/>
                  </a:lnTo>
                  <a:lnTo>
                    <a:pt x="234" y="778"/>
                  </a:lnTo>
                  <a:lnTo>
                    <a:pt x="210" y="793"/>
                  </a:lnTo>
                  <a:lnTo>
                    <a:pt x="181" y="810"/>
                  </a:lnTo>
                  <a:lnTo>
                    <a:pt x="146" y="833"/>
                  </a:lnTo>
                  <a:lnTo>
                    <a:pt x="79" y="899"/>
                  </a:lnTo>
                  <a:lnTo>
                    <a:pt x="37" y="939"/>
                  </a:lnTo>
                  <a:lnTo>
                    <a:pt x="12" y="962"/>
                  </a:lnTo>
                  <a:lnTo>
                    <a:pt x="2" y="977"/>
                  </a:lnTo>
                  <a:lnTo>
                    <a:pt x="0" y="991"/>
                  </a:lnTo>
                  <a:lnTo>
                    <a:pt x="5" y="1015"/>
                  </a:lnTo>
                  <a:lnTo>
                    <a:pt x="10" y="1055"/>
                  </a:lnTo>
                  <a:lnTo>
                    <a:pt x="14" y="1121"/>
                  </a:lnTo>
                  <a:lnTo>
                    <a:pt x="44" y="1116"/>
                  </a:lnTo>
                  <a:lnTo>
                    <a:pt x="77" y="1114"/>
                  </a:lnTo>
                  <a:lnTo>
                    <a:pt x="109" y="1111"/>
                  </a:lnTo>
                  <a:lnTo>
                    <a:pt x="143" y="1110"/>
                  </a:lnTo>
                  <a:lnTo>
                    <a:pt x="177" y="1107"/>
                  </a:lnTo>
                  <a:lnTo>
                    <a:pt x="214" y="1106"/>
                  </a:lnTo>
                  <a:lnTo>
                    <a:pt x="251" y="1102"/>
                  </a:lnTo>
                  <a:lnTo>
                    <a:pt x="291" y="1100"/>
                  </a:lnTo>
                  <a:lnTo>
                    <a:pt x="372" y="1102"/>
                  </a:lnTo>
                  <a:lnTo>
                    <a:pt x="457" y="1104"/>
                  </a:lnTo>
                  <a:lnTo>
                    <a:pt x="546" y="1104"/>
                  </a:lnTo>
                  <a:lnTo>
                    <a:pt x="637" y="1101"/>
                  </a:lnTo>
                  <a:lnTo>
                    <a:pt x="730" y="1096"/>
                  </a:lnTo>
                  <a:lnTo>
                    <a:pt x="827" y="1092"/>
                  </a:lnTo>
                  <a:lnTo>
                    <a:pt x="925" y="1086"/>
                  </a:lnTo>
                  <a:lnTo>
                    <a:pt x="1024" y="1081"/>
                  </a:lnTo>
                  <a:lnTo>
                    <a:pt x="1090" y="1082"/>
                  </a:lnTo>
                  <a:lnTo>
                    <a:pt x="1144" y="1082"/>
                  </a:lnTo>
                  <a:lnTo>
                    <a:pt x="1188" y="1079"/>
                  </a:lnTo>
                  <a:lnTo>
                    <a:pt x="1227" y="1072"/>
                  </a:lnTo>
                  <a:lnTo>
                    <a:pt x="1259" y="1061"/>
                  </a:lnTo>
                  <a:lnTo>
                    <a:pt x="1293" y="1046"/>
                  </a:lnTo>
                  <a:lnTo>
                    <a:pt x="1330" y="1026"/>
                  </a:lnTo>
                  <a:lnTo>
                    <a:pt x="1374" y="1002"/>
                  </a:lnTo>
                  <a:lnTo>
                    <a:pt x="1414" y="974"/>
                  </a:lnTo>
                  <a:lnTo>
                    <a:pt x="1455" y="957"/>
                  </a:lnTo>
                  <a:lnTo>
                    <a:pt x="1493" y="939"/>
                  </a:lnTo>
                  <a:lnTo>
                    <a:pt x="1527" y="918"/>
                  </a:lnTo>
                  <a:lnTo>
                    <a:pt x="1550" y="883"/>
                  </a:lnTo>
                  <a:lnTo>
                    <a:pt x="1565" y="829"/>
                  </a:lnTo>
                  <a:lnTo>
                    <a:pt x="1568" y="750"/>
                  </a:lnTo>
                  <a:lnTo>
                    <a:pt x="1555" y="639"/>
                  </a:lnTo>
                  <a:lnTo>
                    <a:pt x="1585" y="620"/>
                  </a:lnTo>
                  <a:lnTo>
                    <a:pt x="1612" y="619"/>
                  </a:lnTo>
                  <a:lnTo>
                    <a:pt x="1634" y="630"/>
                  </a:lnTo>
                  <a:lnTo>
                    <a:pt x="1657" y="649"/>
                  </a:lnTo>
                  <a:lnTo>
                    <a:pt x="1680" y="669"/>
                  </a:lnTo>
                  <a:lnTo>
                    <a:pt x="1707" y="686"/>
                  </a:lnTo>
                  <a:lnTo>
                    <a:pt x="1740" y="696"/>
                  </a:lnTo>
                  <a:lnTo>
                    <a:pt x="1782" y="695"/>
                  </a:lnTo>
                  <a:lnTo>
                    <a:pt x="1901" y="644"/>
                  </a:lnTo>
                  <a:lnTo>
                    <a:pt x="1967" y="566"/>
                  </a:lnTo>
                  <a:lnTo>
                    <a:pt x="1985" y="473"/>
                  </a:lnTo>
                  <a:lnTo>
                    <a:pt x="1967" y="382"/>
                  </a:lnTo>
                  <a:lnTo>
                    <a:pt x="1915" y="300"/>
                  </a:lnTo>
                  <a:lnTo>
                    <a:pt x="1841" y="246"/>
                  </a:lnTo>
                  <a:lnTo>
                    <a:pt x="1752" y="233"/>
                  </a:lnTo>
                  <a:lnTo>
                    <a:pt x="1656" y="273"/>
                  </a:lnTo>
                  <a:lnTo>
                    <a:pt x="1646" y="283"/>
                  </a:lnTo>
                  <a:lnTo>
                    <a:pt x="1636" y="303"/>
                  </a:lnTo>
                  <a:lnTo>
                    <a:pt x="1623" y="324"/>
                  </a:lnTo>
                  <a:lnTo>
                    <a:pt x="1609" y="348"/>
                  </a:lnTo>
                  <a:lnTo>
                    <a:pt x="1592" y="368"/>
                  </a:lnTo>
                  <a:lnTo>
                    <a:pt x="1573" y="382"/>
                  </a:lnTo>
                  <a:lnTo>
                    <a:pt x="1550" y="387"/>
                  </a:lnTo>
                  <a:lnTo>
                    <a:pt x="1524" y="378"/>
                  </a:lnTo>
                  <a:lnTo>
                    <a:pt x="1511" y="367"/>
                  </a:lnTo>
                  <a:lnTo>
                    <a:pt x="1503" y="358"/>
                  </a:lnTo>
                  <a:lnTo>
                    <a:pt x="1495" y="350"/>
                  </a:lnTo>
                  <a:lnTo>
                    <a:pt x="1489" y="343"/>
                  </a:lnTo>
                  <a:lnTo>
                    <a:pt x="1481" y="334"/>
                  </a:lnTo>
                  <a:lnTo>
                    <a:pt x="1474" y="327"/>
                  </a:lnTo>
                  <a:lnTo>
                    <a:pt x="1464" y="318"/>
                  </a:lnTo>
                  <a:lnTo>
                    <a:pt x="1454" y="309"/>
                  </a:lnTo>
                  <a:lnTo>
                    <a:pt x="1468" y="295"/>
                  </a:lnTo>
                  <a:lnTo>
                    <a:pt x="1485" y="288"/>
                  </a:lnTo>
                  <a:lnTo>
                    <a:pt x="1501" y="282"/>
                  </a:lnTo>
                  <a:lnTo>
                    <a:pt x="1518" y="278"/>
                  </a:lnTo>
                  <a:lnTo>
                    <a:pt x="1532" y="273"/>
                  </a:lnTo>
                  <a:lnTo>
                    <a:pt x="1547" y="265"/>
                  </a:lnTo>
                  <a:lnTo>
                    <a:pt x="1557" y="253"/>
                  </a:lnTo>
                  <a:lnTo>
                    <a:pt x="1564" y="236"/>
                  </a:lnTo>
                  <a:lnTo>
                    <a:pt x="1611" y="155"/>
                  </a:lnTo>
                  <a:lnTo>
                    <a:pt x="1602" y="89"/>
                  </a:lnTo>
                  <a:lnTo>
                    <a:pt x="1552" y="38"/>
                  </a:lnTo>
                  <a:lnTo>
                    <a:pt x="1475" y="10"/>
                  </a:lnTo>
                  <a:lnTo>
                    <a:pt x="1386" y="0"/>
                  </a:lnTo>
                  <a:lnTo>
                    <a:pt x="1301" y="12"/>
                  </a:lnTo>
                  <a:lnTo>
                    <a:pt x="1231" y="50"/>
                  </a:lnTo>
                  <a:lnTo>
                    <a:pt x="1194" y="115"/>
                  </a:lnTo>
                  <a:lnTo>
                    <a:pt x="1194" y="132"/>
                  </a:lnTo>
                  <a:lnTo>
                    <a:pt x="1194" y="149"/>
                  </a:lnTo>
                  <a:lnTo>
                    <a:pt x="1194" y="164"/>
                  </a:lnTo>
                  <a:lnTo>
                    <a:pt x="1195" y="180"/>
                  </a:lnTo>
                  <a:lnTo>
                    <a:pt x="1194" y="195"/>
                  </a:lnTo>
                  <a:lnTo>
                    <a:pt x="1194" y="211"/>
                  </a:lnTo>
                  <a:lnTo>
                    <a:pt x="1194" y="228"/>
                  </a:lnTo>
                  <a:lnTo>
                    <a:pt x="1197" y="248"/>
                  </a:lnTo>
                  <a:lnTo>
                    <a:pt x="1178" y="250"/>
                  </a:lnTo>
                  <a:lnTo>
                    <a:pt x="1163" y="254"/>
                  </a:lnTo>
                  <a:lnTo>
                    <a:pt x="1148" y="258"/>
                  </a:lnTo>
                  <a:lnTo>
                    <a:pt x="1134" y="261"/>
                  </a:lnTo>
                  <a:lnTo>
                    <a:pt x="1119" y="264"/>
                  </a:lnTo>
                  <a:lnTo>
                    <a:pt x="1105" y="268"/>
                  </a:lnTo>
                  <a:lnTo>
                    <a:pt x="1089" y="271"/>
                  </a:lnTo>
                  <a:lnTo>
                    <a:pt x="1073" y="275"/>
                  </a:lnTo>
                  <a:lnTo>
                    <a:pt x="1045" y="285"/>
                  </a:lnTo>
                  <a:lnTo>
                    <a:pt x="1017" y="295"/>
                  </a:lnTo>
                  <a:lnTo>
                    <a:pt x="990" y="305"/>
                  </a:lnTo>
                  <a:lnTo>
                    <a:pt x="963" y="315"/>
                  </a:lnTo>
                  <a:lnTo>
                    <a:pt x="936" y="325"/>
                  </a:lnTo>
                  <a:lnTo>
                    <a:pt x="908" y="335"/>
                  </a:lnTo>
                  <a:lnTo>
                    <a:pt x="882" y="345"/>
                  </a:lnTo>
                  <a:lnTo>
                    <a:pt x="856" y="355"/>
                  </a:lnTo>
                  <a:lnTo>
                    <a:pt x="841" y="368"/>
                  </a:lnTo>
                  <a:lnTo>
                    <a:pt x="826" y="381"/>
                  </a:lnTo>
                  <a:lnTo>
                    <a:pt x="810" y="393"/>
                  </a:lnTo>
                  <a:lnTo>
                    <a:pt x="795" y="406"/>
                  </a:lnTo>
                  <a:lnTo>
                    <a:pt x="780" y="418"/>
                  </a:lnTo>
                  <a:lnTo>
                    <a:pt x="765" y="431"/>
                  </a:lnTo>
                  <a:lnTo>
                    <a:pt x="750" y="443"/>
                  </a:lnTo>
                  <a:lnTo>
                    <a:pt x="736" y="457"/>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1" name="Freeform 21">
              <a:extLst>
                <a:ext uri="{FF2B5EF4-FFF2-40B4-BE49-F238E27FC236}">
                  <a16:creationId xmlns:a16="http://schemas.microsoft.com/office/drawing/2014/main" id="{94866990-62B3-A743-970D-555F5B24E9DB}"/>
                </a:ext>
              </a:extLst>
            </p:cNvPr>
            <p:cNvSpPr>
              <a:spLocks/>
            </p:cNvSpPr>
            <p:nvPr/>
          </p:nvSpPr>
          <p:spPr bwMode="auto">
            <a:xfrm>
              <a:off x="3751" y="2703"/>
              <a:ext cx="963" cy="536"/>
            </a:xfrm>
            <a:custGeom>
              <a:avLst/>
              <a:gdLst>
                <a:gd name="T0" fmla="*/ 290 w 1927"/>
                <a:gd name="T1" fmla="*/ 258 h 1072"/>
                <a:gd name="T2" fmla="*/ 237 w 1927"/>
                <a:gd name="T3" fmla="*/ 321 h 1072"/>
                <a:gd name="T4" fmla="*/ 176 w 1927"/>
                <a:gd name="T5" fmla="*/ 364 h 1072"/>
                <a:gd name="T6" fmla="*/ 126 w 1927"/>
                <a:gd name="T7" fmla="*/ 369 h 1072"/>
                <a:gd name="T8" fmla="*/ 93 w 1927"/>
                <a:gd name="T9" fmla="*/ 388 h 1072"/>
                <a:gd name="T10" fmla="*/ 31 w 1927"/>
                <a:gd name="T11" fmla="*/ 439 h 1072"/>
                <a:gd name="T12" fmla="*/ 0 w 1927"/>
                <a:gd name="T13" fmla="*/ 477 h 1072"/>
                <a:gd name="T14" fmla="*/ 10 w 1927"/>
                <a:gd name="T15" fmla="*/ 508 h 1072"/>
                <a:gd name="T16" fmla="*/ 41 w 1927"/>
                <a:gd name="T17" fmla="*/ 533 h 1072"/>
                <a:gd name="T18" fmla="*/ 87 w 1927"/>
                <a:gd name="T19" fmla="*/ 532 h 1072"/>
                <a:gd name="T20" fmla="*/ 142 w 1927"/>
                <a:gd name="T21" fmla="*/ 530 h 1072"/>
                <a:gd name="T22" fmla="*/ 257 w 1927"/>
                <a:gd name="T23" fmla="*/ 534 h 1072"/>
                <a:gd name="T24" fmla="*/ 393 w 1927"/>
                <a:gd name="T25" fmla="*/ 532 h 1072"/>
                <a:gd name="T26" fmla="*/ 523 w 1927"/>
                <a:gd name="T27" fmla="*/ 527 h 1072"/>
                <a:gd name="T28" fmla="*/ 592 w 1927"/>
                <a:gd name="T29" fmla="*/ 523 h 1072"/>
                <a:gd name="T30" fmla="*/ 640 w 1927"/>
                <a:gd name="T31" fmla="*/ 502 h 1072"/>
                <a:gd name="T32" fmla="*/ 699 w 1927"/>
                <a:gd name="T33" fmla="*/ 470 h 1072"/>
                <a:gd name="T34" fmla="*/ 747 w 1927"/>
                <a:gd name="T35" fmla="*/ 433 h 1072"/>
                <a:gd name="T36" fmla="*/ 749 w 1927"/>
                <a:gd name="T37" fmla="*/ 311 h 1072"/>
                <a:gd name="T38" fmla="*/ 789 w 1927"/>
                <a:gd name="T39" fmla="*/ 306 h 1072"/>
                <a:gd name="T40" fmla="*/ 825 w 1927"/>
                <a:gd name="T41" fmla="*/ 334 h 1072"/>
                <a:gd name="T42" fmla="*/ 922 w 1927"/>
                <a:gd name="T43" fmla="*/ 313 h 1072"/>
                <a:gd name="T44" fmla="*/ 953 w 1927"/>
                <a:gd name="T45" fmla="*/ 184 h 1072"/>
                <a:gd name="T46" fmla="*/ 845 w 1927"/>
                <a:gd name="T47" fmla="*/ 111 h 1072"/>
                <a:gd name="T48" fmla="*/ 787 w 1927"/>
                <a:gd name="T49" fmla="*/ 145 h 1072"/>
                <a:gd name="T50" fmla="*/ 767 w 1927"/>
                <a:gd name="T51" fmla="*/ 176 h 1072"/>
                <a:gd name="T52" fmla="*/ 734 w 1927"/>
                <a:gd name="T53" fmla="*/ 180 h 1072"/>
                <a:gd name="T54" fmla="*/ 719 w 1927"/>
                <a:gd name="T55" fmla="*/ 166 h 1072"/>
                <a:gd name="T56" fmla="*/ 708 w 1927"/>
                <a:gd name="T57" fmla="*/ 154 h 1072"/>
                <a:gd name="T58" fmla="*/ 704 w 1927"/>
                <a:gd name="T59" fmla="*/ 137 h 1072"/>
                <a:gd name="T60" fmla="*/ 725 w 1927"/>
                <a:gd name="T61" fmla="*/ 127 h 1072"/>
                <a:gd name="T62" fmla="*/ 739 w 1927"/>
                <a:gd name="T63" fmla="*/ 114 h 1072"/>
                <a:gd name="T64" fmla="*/ 756 w 1927"/>
                <a:gd name="T65" fmla="*/ 40 h 1072"/>
                <a:gd name="T66" fmla="*/ 656 w 1927"/>
                <a:gd name="T67" fmla="*/ 0 h 1072"/>
                <a:gd name="T68" fmla="*/ 571 w 1927"/>
                <a:gd name="T69" fmla="*/ 51 h 1072"/>
                <a:gd name="T70" fmla="*/ 570 w 1927"/>
                <a:gd name="T71" fmla="*/ 75 h 1072"/>
                <a:gd name="T72" fmla="*/ 569 w 1927"/>
                <a:gd name="T73" fmla="*/ 97 h 1072"/>
                <a:gd name="T74" fmla="*/ 561 w 1927"/>
                <a:gd name="T75" fmla="*/ 116 h 1072"/>
                <a:gd name="T76" fmla="*/ 539 w 1927"/>
                <a:gd name="T77" fmla="*/ 122 h 1072"/>
                <a:gd name="T78" fmla="*/ 516 w 1927"/>
                <a:gd name="T79" fmla="*/ 127 h 1072"/>
                <a:gd name="T80" fmla="*/ 480 w 1927"/>
                <a:gd name="T81" fmla="*/ 139 h 1072"/>
                <a:gd name="T82" fmla="*/ 440 w 1927"/>
                <a:gd name="T83" fmla="*/ 154 h 1072"/>
                <a:gd name="T84" fmla="*/ 400 w 1927"/>
                <a:gd name="T85" fmla="*/ 169 h 1072"/>
                <a:gd name="T86" fmla="*/ 377 w 1927"/>
                <a:gd name="T87" fmla="*/ 188 h 1072"/>
                <a:gd name="T88" fmla="*/ 354 w 1927"/>
                <a:gd name="T89" fmla="*/ 207 h 107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27"/>
                <a:gd name="T136" fmla="*/ 0 h 1072"/>
                <a:gd name="T137" fmla="*/ 1927 w 1927"/>
                <a:gd name="T138" fmla="*/ 1072 h 107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27" h="1072">
                  <a:moveTo>
                    <a:pt x="680" y="440"/>
                  </a:moveTo>
                  <a:lnTo>
                    <a:pt x="625" y="475"/>
                  </a:lnTo>
                  <a:lnTo>
                    <a:pt x="580" y="515"/>
                  </a:lnTo>
                  <a:lnTo>
                    <a:pt x="541" y="558"/>
                  </a:lnTo>
                  <a:lnTo>
                    <a:pt x="509" y="602"/>
                  </a:lnTo>
                  <a:lnTo>
                    <a:pt x="475" y="642"/>
                  </a:lnTo>
                  <a:lnTo>
                    <a:pt x="440" y="678"/>
                  </a:lnTo>
                  <a:lnTo>
                    <a:pt x="400" y="707"/>
                  </a:lnTo>
                  <a:lnTo>
                    <a:pt x="352" y="729"/>
                  </a:lnTo>
                  <a:lnTo>
                    <a:pt x="309" y="729"/>
                  </a:lnTo>
                  <a:lnTo>
                    <a:pt x="278" y="733"/>
                  </a:lnTo>
                  <a:lnTo>
                    <a:pt x="252" y="739"/>
                  </a:lnTo>
                  <a:lnTo>
                    <a:pt x="230" y="749"/>
                  </a:lnTo>
                  <a:lnTo>
                    <a:pt x="209" y="761"/>
                  </a:lnTo>
                  <a:lnTo>
                    <a:pt x="186" y="777"/>
                  </a:lnTo>
                  <a:lnTo>
                    <a:pt x="158" y="795"/>
                  </a:lnTo>
                  <a:lnTo>
                    <a:pt x="124" y="817"/>
                  </a:lnTo>
                  <a:lnTo>
                    <a:pt x="63" y="879"/>
                  </a:lnTo>
                  <a:lnTo>
                    <a:pt x="26" y="919"/>
                  </a:lnTo>
                  <a:lnTo>
                    <a:pt x="5" y="941"/>
                  </a:lnTo>
                  <a:lnTo>
                    <a:pt x="0" y="955"/>
                  </a:lnTo>
                  <a:lnTo>
                    <a:pt x="2" y="966"/>
                  </a:lnTo>
                  <a:lnTo>
                    <a:pt x="11" y="985"/>
                  </a:lnTo>
                  <a:lnTo>
                    <a:pt x="21" y="1016"/>
                  </a:lnTo>
                  <a:lnTo>
                    <a:pt x="28" y="1072"/>
                  </a:lnTo>
                  <a:lnTo>
                    <a:pt x="55" y="1067"/>
                  </a:lnTo>
                  <a:lnTo>
                    <a:pt x="82" y="1065"/>
                  </a:lnTo>
                  <a:lnTo>
                    <a:pt x="111" y="1065"/>
                  </a:lnTo>
                  <a:lnTo>
                    <a:pt x="142" y="1065"/>
                  </a:lnTo>
                  <a:lnTo>
                    <a:pt x="174" y="1064"/>
                  </a:lnTo>
                  <a:lnTo>
                    <a:pt x="209" y="1064"/>
                  </a:lnTo>
                  <a:lnTo>
                    <a:pt x="245" y="1062"/>
                  </a:lnTo>
                  <a:lnTo>
                    <a:pt x="285" y="1059"/>
                  </a:lnTo>
                  <a:lnTo>
                    <a:pt x="356" y="1063"/>
                  </a:lnTo>
                  <a:lnTo>
                    <a:pt x="432" y="1068"/>
                  </a:lnTo>
                  <a:lnTo>
                    <a:pt x="515" y="1068"/>
                  </a:lnTo>
                  <a:lnTo>
                    <a:pt x="603" y="1069"/>
                  </a:lnTo>
                  <a:lnTo>
                    <a:pt x="692" y="1067"/>
                  </a:lnTo>
                  <a:lnTo>
                    <a:pt x="786" y="1064"/>
                  </a:lnTo>
                  <a:lnTo>
                    <a:pt x="882" y="1059"/>
                  </a:lnTo>
                  <a:lnTo>
                    <a:pt x="980" y="1054"/>
                  </a:lnTo>
                  <a:lnTo>
                    <a:pt x="1047" y="1054"/>
                  </a:lnTo>
                  <a:lnTo>
                    <a:pt x="1102" y="1054"/>
                  </a:lnTo>
                  <a:lnTo>
                    <a:pt x="1146" y="1050"/>
                  </a:lnTo>
                  <a:lnTo>
                    <a:pt x="1185" y="1045"/>
                  </a:lnTo>
                  <a:lnTo>
                    <a:pt x="1217" y="1034"/>
                  </a:lnTo>
                  <a:lnTo>
                    <a:pt x="1249" y="1021"/>
                  </a:lnTo>
                  <a:lnTo>
                    <a:pt x="1281" y="1005"/>
                  </a:lnTo>
                  <a:lnTo>
                    <a:pt x="1318" y="985"/>
                  </a:lnTo>
                  <a:lnTo>
                    <a:pt x="1358" y="957"/>
                  </a:lnTo>
                  <a:lnTo>
                    <a:pt x="1399" y="940"/>
                  </a:lnTo>
                  <a:lnTo>
                    <a:pt x="1437" y="922"/>
                  </a:lnTo>
                  <a:lnTo>
                    <a:pt x="1471" y="901"/>
                  </a:lnTo>
                  <a:lnTo>
                    <a:pt x="1494" y="866"/>
                  </a:lnTo>
                  <a:lnTo>
                    <a:pt x="1509" y="812"/>
                  </a:lnTo>
                  <a:lnTo>
                    <a:pt x="1512" y="733"/>
                  </a:lnTo>
                  <a:lnTo>
                    <a:pt x="1499" y="622"/>
                  </a:lnTo>
                  <a:lnTo>
                    <a:pt x="1529" y="603"/>
                  </a:lnTo>
                  <a:lnTo>
                    <a:pt x="1556" y="602"/>
                  </a:lnTo>
                  <a:lnTo>
                    <a:pt x="1578" y="613"/>
                  </a:lnTo>
                  <a:lnTo>
                    <a:pt x="1601" y="632"/>
                  </a:lnTo>
                  <a:lnTo>
                    <a:pt x="1624" y="652"/>
                  </a:lnTo>
                  <a:lnTo>
                    <a:pt x="1651" y="669"/>
                  </a:lnTo>
                  <a:lnTo>
                    <a:pt x="1684" y="679"/>
                  </a:lnTo>
                  <a:lnTo>
                    <a:pt x="1726" y="678"/>
                  </a:lnTo>
                  <a:lnTo>
                    <a:pt x="1844" y="627"/>
                  </a:lnTo>
                  <a:lnTo>
                    <a:pt x="1909" y="550"/>
                  </a:lnTo>
                  <a:lnTo>
                    <a:pt x="1927" y="459"/>
                  </a:lnTo>
                  <a:lnTo>
                    <a:pt x="1907" y="369"/>
                  </a:lnTo>
                  <a:lnTo>
                    <a:pt x="1854" y="288"/>
                  </a:lnTo>
                  <a:lnTo>
                    <a:pt x="1780" y="237"/>
                  </a:lnTo>
                  <a:lnTo>
                    <a:pt x="1690" y="223"/>
                  </a:lnTo>
                  <a:lnTo>
                    <a:pt x="1593" y="263"/>
                  </a:lnTo>
                  <a:lnTo>
                    <a:pt x="1583" y="273"/>
                  </a:lnTo>
                  <a:lnTo>
                    <a:pt x="1575" y="291"/>
                  </a:lnTo>
                  <a:lnTo>
                    <a:pt x="1562" y="311"/>
                  </a:lnTo>
                  <a:lnTo>
                    <a:pt x="1551" y="335"/>
                  </a:lnTo>
                  <a:lnTo>
                    <a:pt x="1534" y="352"/>
                  </a:lnTo>
                  <a:lnTo>
                    <a:pt x="1516" y="366"/>
                  </a:lnTo>
                  <a:lnTo>
                    <a:pt x="1493" y="370"/>
                  </a:lnTo>
                  <a:lnTo>
                    <a:pt x="1468" y="361"/>
                  </a:lnTo>
                  <a:lnTo>
                    <a:pt x="1455" y="350"/>
                  </a:lnTo>
                  <a:lnTo>
                    <a:pt x="1447" y="341"/>
                  </a:lnTo>
                  <a:lnTo>
                    <a:pt x="1439" y="332"/>
                  </a:lnTo>
                  <a:lnTo>
                    <a:pt x="1432" y="325"/>
                  </a:lnTo>
                  <a:lnTo>
                    <a:pt x="1424" y="316"/>
                  </a:lnTo>
                  <a:lnTo>
                    <a:pt x="1417" y="308"/>
                  </a:lnTo>
                  <a:lnTo>
                    <a:pt x="1407" y="298"/>
                  </a:lnTo>
                  <a:lnTo>
                    <a:pt x="1395" y="288"/>
                  </a:lnTo>
                  <a:lnTo>
                    <a:pt x="1409" y="275"/>
                  </a:lnTo>
                  <a:lnTo>
                    <a:pt x="1424" y="266"/>
                  </a:lnTo>
                  <a:lnTo>
                    <a:pt x="1437" y="258"/>
                  </a:lnTo>
                  <a:lnTo>
                    <a:pt x="1450" y="254"/>
                  </a:lnTo>
                  <a:lnTo>
                    <a:pt x="1460" y="247"/>
                  </a:lnTo>
                  <a:lnTo>
                    <a:pt x="1471" y="239"/>
                  </a:lnTo>
                  <a:lnTo>
                    <a:pt x="1479" y="228"/>
                  </a:lnTo>
                  <a:lnTo>
                    <a:pt x="1487" y="213"/>
                  </a:lnTo>
                  <a:lnTo>
                    <a:pt x="1523" y="139"/>
                  </a:lnTo>
                  <a:lnTo>
                    <a:pt x="1512" y="80"/>
                  </a:lnTo>
                  <a:lnTo>
                    <a:pt x="1464" y="35"/>
                  </a:lnTo>
                  <a:lnTo>
                    <a:pt x="1394" y="10"/>
                  </a:lnTo>
                  <a:lnTo>
                    <a:pt x="1313" y="0"/>
                  </a:lnTo>
                  <a:lnTo>
                    <a:pt x="1236" y="13"/>
                  </a:lnTo>
                  <a:lnTo>
                    <a:pt x="1173" y="45"/>
                  </a:lnTo>
                  <a:lnTo>
                    <a:pt x="1142" y="103"/>
                  </a:lnTo>
                  <a:lnTo>
                    <a:pt x="1142" y="119"/>
                  </a:lnTo>
                  <a:lnTo>
                    <a:pt x="1142" y="135"/>
                  </a:lnTo>
                  <a:lnTo>
                    <a:pt x="1141" y="150"/>
                  </a:lnTo>
                  <a:lnTo>
                    <a:pt x="1141" y="166"/>
                  </a:lnTo>
                  <a:lnTo>
                    <a:pt x="1139" y="179"/>
                  </a:lnTo>
                  <a:lnTo>
                    <a:pt x="1138" y="194"/>
                  </a:lnTo>
                  <a:lnTo>
                    <a:pt x="1138" y="211"/>
                  </a:lnTo>
                  <a:lnTo>
                    <a:pt x="1141" y="231"/>
                  </a:lnTo>
                  <a:lnTo>
                    <a:pt x="1122" y="233"/>
                  </a:lnTo>
                  <a:lnTo>
                    <a:pt x="1107" y="237"/>
                  </a:lnTo>
                  <a:lnTo>
                    <a:pt x="1092" y="241"/>
                  </a:lnTo>
                  <a:lnTo>
                    <a:pt x="1078" y="244"/>
                  </a:lnTo>
                  <a:lnTo>
                    <a:pt x="1063" y="247"/>
                  </a:lnTo>
                  <a:lnTo>
                    <a:pt x="1049" y="251"/>
                  </a:lnTo>
                  <a:lnTo>
                    <a:pt x="1033" y="254"/>
                  </a:lnTo>
                  <a:lnTo>
                    <a:pt x="1017" y="258"/>
                  </a:lnTo>
                  <a:lnTo>
                    <a:pt x="989" y="268"/>
                  </a:lnTo>
                  <a:lnTo>
                    <a:pt x="961" y="278"/>
                  </a:lnTo>
                  <a:lnTo>
                    <a:pt x="934" y="288"/>
                  </a:lnTo>
                  <a:lnTo>
                    <a:pt x="907" y="298"/>
                  </a:lnTo>
                  <a:lnTo>
                    <a:pt x="880" y="308"/>
                  </a:lnTo>
                  <a:lnTo>
                    <a:pt x="852" y="318"/>
                  </a:lnTo>
                  <a:lnTo>
                    <a:pt x="826" y="328"/>
                  </a:lnTo>
                  <a:lnTo>
                    <a:pt x="800" y="338"/>
                  </a:lnTo>
                  <a:lnTo>
                    <a:pt x="785" y="351"/>
                  </a:lnTo>
                  <a:lnTo>
                    <a:pt x="770" y="364"/>
                  </a:lnTo>
                  <a:lnTo>
                    <a:pt x="754" y="376"/>
                  </a:lnTo>
                  <a:lnTo>
                    <a:pt x="739" y="389"/>
                  </a:lnTo>
                  <a:lnTo>
                    <a:pt x="724" y="401"/>
                  </a:lnTo>
                  <a:lnTo>
                    <a:pt x="709" y="414"/>
                  </a:lnTo>
                  <a:lnTo>
                    <a:pt x="694" y="426"/>
                  </a:lnTo>
                  <a:lnTo>
                    <a:pt x="680" y="44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2" name="Freeform 22">
              <a:extLst>
                <a:ext uri="{FF2B5EF4-FFF2-40B4-BE49-F238E27FC236}">
                  <a16:creationId xmlns:a16="http://schemas.microsoft.com/office/drawing/2014/main" id="{C7FAE3ED-4A4F-CC4F-A642-CB53B18C7F25}"/>
                </a:ext>
              </a:extLst>
            </p:cNvPr>
            <p:cNvSpPr>
              <a:spLocks/>
            </p:cNvSpPr>
            <p:nvPr/>
          </p:nvSpPr>
          <p:spPr bwMode="auto">
            <a:xfrm>
              <a:off x="3778" y="2712"/>
              <a:ext cx="936" cy="517"/>
            </a:xfrm>
            <a:custGeom>
              <a:avLst/>
              <a:gdLst>
                <a:gd name="T0" fmla="*/ 265 w 1871"/>
                <a:gd name="T1" fmla="*/ 248 h 1034"/>
                <a:gd name="T2" fmla="*/ 220 w 1871"/>
                <a:gd name="T3" fmla="*/ 310 h 1034"/>
                <a:gd name="T4" fmla="*/ 163 w 1871"/>
                <a:gd name="T5" fmla="*/ 354 h 1034"/>
                <a:gd name="T6" fmla="*/ 113 w 1871"/>
                <a:gd name="T7" fmla="*/ 359 h 1034"/>
                <a:gd name="T8" fmla="*/ 82 w 1871"/>
                <a:gd name="T9" fmla="*/ 379 h 1034"/>
                <a:gd name="T10" fmla="*/ 23 w 1871"/>
                <a:gd name="T11" fmla="*/ 429 h 1034"/>
                <a:gd name="T12" fmla="*/ 0 w 1871"/>
                <a:gd name="T13" fmla="*/ 465 h 1034"/>
                <a:gd name="T14" fmla="*/ 16 w 1871"/>
                <a:gd name="T15" fmla="*/ 489 h 1034"/>
                <a:gd name="T16" fmla="*/ 45 w 1871"/>
                <a:gd name="T17" fmla="*/ 508 h 1034"/>
                <a:gd name="T18" fmla="*/ 86 w 1871"/>
                <a:gd name="T19" fmla="*/ 508 h 1034"/>
                <a:gd name="T20" fmla="*/ 141 w 1871"/>
                <a:gd name="T21" fmla="*/ 508 h 1034"/>
                <a:gd name="T22" fmla="*/ 243 w 1871"/>
                <a:gd name="T23" fmla="*/ 516 h 1034"/>
                <a:gd name="T24" fmla="*/ 374 w 1871"/>
                <a:gd name="T25" fmla="*/ 516 h 1034"/>
                <a:gd name="T26" fmla="*/ 502 w 1871"/>
                <a:gd name="T27" fmla="*/ 513 h 1034"/>
                <a:gd name="T28" fmla="*/ 573 w 1871"/>
                <a:gd name="T29" fmla="*/ 508 h 1034"/>
                <a:gd name="T30" fmla="*/ 616 w 1871"/>
                <a:gd name="T31" fmla="*/ 490 h 1034"/>
                <a:gd name="T32" fmla="*/ 672 w 1871"/>
                <a:gd name="T33" fmla="*/ 460 h 1034"/>
                <a:gd name="T34" fmla="*/ 720 w 1871"/>
                <a:gd name="T35" fmla="*/ 423 h 1034"/>
                <a:gd name="T36" fmla="*/ 722 w 1871"/>
                <a:gd name="T37" fmla="*/ 301 h 1034"/>
                <a:gd name="T38" fmla="*/ 762 w 1871"/>
                <a:gd name="T39" fmla="*/ 297 h 1034"/>
                <a:gd name="T40" fmla="*/ 798 w 1871"/>
                <a:gd name="T41" fmla="*/ 325 h 1034"/>
                <a:gd name="T42" fmla="*/ 895 w 1871"/>
                <a:gd name="T43" fmla="*/ 304 h 1034"/>
                <a:gd name="T44" fmla="*/ 925 w 1871"/>
                <a:gd name="T45" fmla="*/ 176 h 1034"/>
                <a:gd name="T46" fmla="*/ 815 w 1871"/>
                <a:gd name="T47" fmla="*/ 104 h 1034"/>
                <a:gd name="T48" fmla="*/ 757 w 1871"/>
                <a:gd name="T49" fmla="*/ 138 h 1034"/>
                <a:gd name="T50" fmla="*/ 739 w 1871"/>
                <a:gd name="T51" fmla="*/ 168 h 1034"/>
                <a:gd name="T52" fmla="*/ 707 w 1871"/>
                <a:gd name="T53" fmla="*/ 171 h 1034"/>
                <a:gd name="T54" fmla="*/ 692 w 1871"/>
                <a:gd name="T55" fmla="*/ 156 h 1034"/>
                <a:gd name="T56" fmla="*/ 680 w 1871"/>
                <a:gd name="T57" fmla="*/ 143 h 1034"/>
                <a:gd name="T58" fmla="*/ 677 w 1871"/>
                <a:gd name="T59" fmla="*/ 126 h 1034"/>
                <a:gd name="T60" fmla="*/ 692 w 1871"/>
                <a:gd name="T61" fmla="*/ 114 h 1034"/>
                <a:gd name="T62" fmla="*/ 702 w 1871"/>
                <a:gd name="T63" fmla="*/ 101 h 1034"/>
                <a:gd name="T64" fmla="*/ 712 w 1871"/>
                <a:gd name="T65" fmla="*/ 34 h 1034"/>
                <a:gd name="T66" fmla="*/ 621 w 1871"/>
                <a:gd name="T67" fmla="*/ 0 h 1034"/>
                <a:gd name="T68" fmla="*/ 546 w 1871"/>
                <a:gd name="T69" fmla="*/ 44 h 1034"/>
                <a:gd name="T70" fmla="*/ 545 w 1871"/>
                <a:gd name="T71" fmla="*/ 67 h 1034"/>
                <a:gd name="T72" fmla="*/ 542 w 1871"/>
                <a:gd name="T73" fmla="*/ 88 h 1034"/>
                <a:gd name="T74" fmla="*/ 534 w 1871"/>
                <a:gd name="T75" fmla="*/ 107 h 1034"/>
                <a:gd name="T76" fmla="*/ 512 w 1871"/>
                <a:gd name="T77" fmla="*/ 112 h 1034"/>
                <a:gd name="T78" fmla="*/ 489 w 1871"/>
                <a:gd name="T79" fmla="*/ 117 h 1034"/>
                <a:gd name="T80" fmla="*/ 453 w 1871"/>
                <a:gd name="T81" fmla="*/ 129 h 1034"/>
                <a:gd name="T82" fmla="*/ 413 w 1871"/>
                <a:gd name="T83" fmla="*/ 144 h 1034"/>
                <a:gd name="T84" fmla="*/ 373 w 1871"/>
                <a:gd name="T85" fmla="*/ 159 h 1034"/>
                <a:gd name="T86" fmla="*/ 350 w 1871"/>
                <a:gd name="T87" fmla="*/ 178 h 1034"/>
                <a:gd name="T88" fmla="*/ 327 w 1871"/>
                <a:gd name="T89" fmla="*/ 197 h 103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71"/>
                <a:gd name="T136" fmla="*/ 0 h 1034"/>
                <a:gd name="T137" fmla="*/ 1871 w 1871"/>
                <a:gd name="T138" fmla="*/ 1034 h 103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71" h="1034">
                  <a:moveTo>
                    <a:pt x="625" y="421"/>
                  </a:moveTo>
                  <a:lnTo>
                    <a:pt x="572" y="456"/>
                  </a:lnTo>
                  <a:lnTo>
                    <a:pt x="530" y="496"/>
                  </a:lnTo>
                  <a:lnTo>
                    <a:pt x="496" y="539"/>
                  </a:lnTo>
                  <a:lnTo>
                    <a:pt x="467" y="581"/>
                  </a:lnTo>
                  <a:lnTo>
                    <a:pt x="439" y="620"/>
                  </a:lnTo>
                  <a:lnTo>
                    <a:pt x="407" y="657"/>
                  </a:lnTo>
                  <a:lnTo>
                    <a:pt x="371" y="685"/>
                  </a:lnTo>
                  <a:lnTo>
                    <a:pt x="325" y="708"/>
                  </a:lnTo>
                  <a:lnTo>
                    <a:pt x="282" y="708"/>
                  </a:lnTo>
                  <a:lnTo>
                    <a:pt x="251" y="713"/>
                  </a:lnTo>
                  <a:lnTo>
                    <a:pt x="225" y="719"/>
                  </a:lnTo>
                  <a:lnTo>
                    <a:pt x="205" y="729"/>
                  </a:lnTo>
                  <a:lnTo>
                    <a:pt x="184" y="742"/>
                  </a:lnTo>
                  <a:lnTo>
                    <a:pt x="163" y="758"/>
                  </a:lnTo>
                  <a:lnTo>
                    <a:pt x="135" y="777"/>
                  </a:lnTo>
                  <a:lnTo>
                    <a:pt x="101" y="801"/>
                  </a:lnTo>
                  <a:lnTo>
                    <a:pt x="46" y="858"/>
                  </a:lnTo>
                  <a:lnTo>
                    <a:pt x="15" y="896"/>
                  </a:lnTo>
                  <a:lnTo>
                    <a:pt x="0" y="917"/>
                  </a:lnTo>
                  <a:lnTo>
                    <a:pt x="0" y="931"/>
                  </a:lnTo>
                  <a:lnTo>
                    <a:pt x="6" y="940"/>
                  </a:lnTo>
                  <a:lnTo>
                    <a:pt x="20" y="955"/>
                  </a:lnTo>
                  <a:lnTo>
                    <a:pt x="32" y="979"/>
                  </a:lnTo>
                  <a:lnTo>
                    <a:pt x="44" y="1021"/>
                  </a:lnTo>
                  <a:lnTo>
                    <a:pt x="65" y="1016"/>
                  </a:lnTo>
                  <a:lnTo>
                    <a:pt x="89" y="1016"/>
                  </a:lnTo>
                  <a:lnTo>
                    <a:pt x="115" y="1016"/>
                  </a:lnTo>
                  <a:lnTo>
                    <a:pt x="143" y="1017"/>
                  </a:lnTo>
                  <a:lnTo>
                    <a:pt x="172" y="1017"/>
                  </a:lnTo>
                  <a:lnTo>
                    <a:pt x="205" y="1019"/>
                  </a:lnTo>
                  <a:lnTo>
                    <a:pt x="240" y="1017"/>
                  </a:lnTo>
                  <a:lnTo>
                    <a:pt x="281" y="1016"/>
                  </a:lnTo>
                  <a:lnTo>
                    <a:pt x="340" y="1022"/>
                  </a:lnTo>
                  <a:lnTo>
                    <a:pt x="410" y="1029"/>
                  </a:lnTo>
                  <a:lnTo>
                    <a:pt x="485" y="1031"/>
                  </a:lnTo>
                  <a:lnTo>
                    <a:pt x="569" y="1034"/>
                  </a:lnTo>
                  <a:lnTo>
                    <a:pt x="656" y="1032"/>
                  </a:lnTo>
                  <a:lnTo>
                    <a:pt x="747" y="1031"/>
                  </a:lnTo>
                  <a:lnTo>
                    <a:pt x="841" y="1027"/>
                  </a:lnTo>
                  <a:lnTo>
                    <a:pt x="938" y="1025"/>
                  </a:lnTo>
                  <a:lnTo>
                    <a:pt x="1004" y="1026"/>
                  </a:lnTo>
                  <a:lnTo>
                    <a:pt x="1061" y="1026"/>
                  </a:lnTo>
                  <a:lnTo>
                    <a:pt x="1106" y="1021"/>
                  </a:lnTo>
                  <a:lnTo>
                    <a:pt x="1145" y="1016"/>
                  </a:lnTo>
                  <a:lnTo>
                    <a:pt x="1176" y="1006"/>
                  </a:lnTo>
                  <a:lnTo>
                    <a:pt x="1205" y="995"/>
                  </a:lnTo>
                  <a:lnTo>
                    <a:pt x="1232" y="981"/>
                  </a:lnTo>
                  <a:lnTo>
                    <a:pt x="1263" y="966"/>
                  </a:lnTo>
                  <a:lnTo>
                    <a:pt x="1303" y="938"/>
                  </a:lnTo>
                  <a:lnTo>
                    <a:pt x="1344" y="921"/>
                  </a:lnTo>
                  <a:lnTo>
                    <a:pt x="1382" y="903"/>
                  </a:lnTo>
                  <a:lnTo>
                    <a:pt x="1416" y="882"/>
                  </a:lnTo>
                  <a:lnTo>
                    <a:pt x="1439" y="847"/>
                  </a:lnTo>
                  <a:lnTo>
                    <a:pt x="1454" y="793"/>
                  </a:lnTo>
                  <a:lnTo>
                    <a:pt x="1457" y="714"/>
                  </a:lnTo>
                  <a:lnTo>
                    <a:pt x="1444" y="603"/>
                  </a:lnTo>
                  <a:lnTo>
                    <a:pt x="1474" y="584"/>
                  </a:lnTo>
                  <a:lnTo>
                    <a:pt x="1501" y="583"/>
                  </a:lnTo>
                  <a:lnTo>
                    <a:pt x="1523" y="594"/>
                  </a:lnTo>
                  <a:lnTo>
                    <a:pt x="1546" y="613"/>
                  </a:lnTo>
                  <a:lnTo>
                    <a:pt x="1569" y="633"/>
                  </a:lnTo>
                  <a:lnTo>
                    <a:pt x="1596" y="650"/>
                  </a:lnTo>
                  <a:lnTo>
                    <a:pt x="1629" y="660"/>
                  </a:lnTo>
                  <a:lnTo>
                    <a:pt x="1671" y="659"/>
                  </a:lnTo>
                  <a:lnTo>
                    <a:pt x="1789" y="609"/>
                  </a:lnTo>
                  <a:lnTo>
                    <a:pt x="1854" y="532"/>
                  </a:lnTo>
                  <a:lnTo>
                    <a:pt x="1871" y="442"/>
                  </a:lnTo>
                  <a:lnTo>
                    <a:pt x="1849" y="352"/>
                  </a:lnTo>
                  <a:lnTo>
                    <a:pt x="1795" y="273"/>
                  </a:lnTo>
                  <a:lnTo>
                    <a:pt x="1720" y="222"/>
                  </a:lnTo>
                  <a:lnTo>
                    <a:pt x="1629" y="209"/>
                  </a:lnTo>
                  <a:lnTo>
                    <a:pt x="1532" y="251"/>
                  </a:lnTo>
                  <a:lnTo>
                    <a:pt x="1522" y="259"/>
                  </a:lnTo>
                  <a:lnTo>
                    <a:pt x="1513" y="277"/>
                  </a:lnTo>
                  <a:lnTo>
                    <a:pt x="1503" y="297"/>
                  </a:lnTo>
                  <a:lnTo>
                    <a:pt x="1492" y="318"/>
                  </a:lnTo>
                  <a:lnTo>
                    <a:pt x="1477" y="336"/>
                  </a:lnTo>
                  <a:lnTo>
                    <a:pt x="1459" y="348"/>
                  </a:lnTo>
                  <a:lnTo>
                    <a:pt x="1438" y="351"/>
                  </a:lnTo>
                  <a:lnTo>
                    <a:pt x="1413" y="342"/>
                  </a:lnTo>
                  <a:lnTo>
                    <a:pt x="1400" y="331"/>
                  </a:lnTo>
                  <a:lnTo>
                    <a:pt x="1392" y="321"/>
                  </a:lnTo>
                  <a:lnTo>
                    <a:pt x="1384" y="312"/>
                  </a:lnTo>
                  <a:lnTo>
                    <a:pt x="1377" y="304"/>
                  </a:lnTo>
                  <a:lnTo>
                    <a:pt x="1368" y="296"/>
                  </a:lnTo>
                  <a:lnTo>
                    <a:pt x="1360" y="287"/>
                  </a:lnTo>
                  <a:lnTo>
                    <a:pt x="1350" y="277"/>
                  </a:lnTo>
                  <a:lnTo>
                    <a:pt x="1340" y="267"/>
                  </a:lnTo>
                  <a:lnTo>
                    <a:pt x="1353" y="252"/>
                  </a:lnTo>
                  <a:lnTo>
                    <a:pt x="1364" y="243"/>
                  </a:lnTo>
                  <a:lnTo>
                    <a:pt x="1374" y="234"/>
                  </a:lnTo>
                  <a:lnTo>
                    <a:pt x="1383" y="229"/>
                  </a:lnTo>
                  <a:lnTo>
                    <a:pt x="1389" y="220"/>
                  </a:lnTo>
                  <a:lnTo>
                    <a:pt x="1397" y="213"/>
                  </a:lnTo>
                  <a:lnTo>
                    <a:pt x="1403" y="202"/>
                  </a:lnTo>
                  <a:lnTo>
                    <a:pt x="1409" y="187"/>
                  </a:lnTo>
                  <a:lnTo>
                    <a:pt x="1437" y="121"/>
                  </a:lnTo>
                  <a:lnTo>
                    <a:pt x="1423" y="69"/>
                  </a:lnTo>
                  <a:lnTo>
                    <a:pt x="1378" y="31"/>
                  </a:lnTo>
                  <a:lnTo>
                    <a:pt x="1314" y="9"/>
                  </a:lnTo>
                  <a:lnTo>
                    <a:pt x="1241" y="0"/>
                  </a:lnTo>
                  <a:lnTo>
                    <a:pt x="1173" y="10"/>
                  </a:lnTo>
                  <a:lnTo>
                    <a:pt x="1120" y="39"/>
                  </a:lnTo>
                  <a:lnTo>
                    <a:pt x="1092" y="88"/>
                  </a:lnTo>
                  <a:lnTo>
                    <a:pt x="1091" y="104"/>
                  </a:lnTo>
                  <a:lnTo>
                    <a:pt x="1091" y="120"/>
                  </a:lnTo>
                  <a:lnTo>
                    <a:pt x="1089" y="134"/>
                  </a:lnTo>
                  <a:lnTo>
                    <a:pt x="1088" y="149"/>
                  </a:lnTo>
                  <a:lnTo>
                    <a:pt x="1086" y="162"/>
                  </a:lnTo>
                  <a:lnTo>
                    <a:pt x="1084" y="177"/>
                  </a:lnTo>
                  <a:lnTo>
                    <a:pt x="1084" y="192"/>
                  </a:lnTo>
                  <a:lnTo>
                    <a:pt x="1086" y="212"/>
                  </a:lnTo>
                  <a:lnTo>
                    <a:pt x="1067" y="214"/>
                  </a:lnTo>
                  <a:lnTo>
                    <a:pt x="1052" y="218"/>
                  </a:lnTo>
                  <a:lnTo>
                    <a:pt x="1037" y="222"/>
                  </a:lnTo>
                  <a:lnTo>
                    <a:pt x="1023" y="225"/>
                  </a:lnTo>
                  <a:lnTo>
                    <a:pt x="1008" y="228"/>
                  </a:lnTo>
                  <a:lnTo>
                    <a:pt x="994" y="232"/>
                  </a:lnTo>
                  <a:lnTo>
                    <a:pt x="978" y="235"/>
                  </a:lnTo>
                  <a:lnTo>
                    <a:pt x="962" y="239"/>
                  </a:lnTo>
                  <a:lnTo>
                    <a:pt x="934" y="249"/>
                  </a:lnTo>
                  <a:lnTo>
                    <a:pt x="906" y="259"/>
                  </a:lnTo>
                  <a:lnTo>
                    <a:pt x="879" y="269"/>
                  </a:lnTo>
                  <a:lnTo>
                    <a:pt x="852" y="279"/>
                  </a:lnTo>
                  <a:lnTo>
                    <a:pt x="825" y="289"/>
                  </a:lnTo>
                  <a:lnTo>
                    <a:pt x="797" y="299"/>
                  </a:lnTo>
                  <a:lnTo>
                    <a:pt x="771" y="309"/>
                  </a:lnTo>
                  <a:lnTo>
                    <a:pt x="745" y="319"/>
                  </a:lnTo>
                  <a:lnTo>
                    <a:pt x="730" y="332"/>
                  </a:lnTo>
                  <a:lnTo>
                    <a:pt x="715" y="345"/>
                  </a:lnTo>
                  <a:lnTo>
                    <a:pt x="699" y="357"/>
                  </a:lnTo>
                  <a:lnTo>
                    <a:pt x="684" y="370"/>
                  </a:lnTo>
                  <a:lnTo>
                    <a:pt x="669" y="382"/>
                  </a:lnTo>
                  <a:lnTo>
                    <a:pt x="654" y="395"/>
                  </a:lnTo>
                  <a:lnTo>
                    <a:pt x="639" y="407"/>
                  </a:lnTo>
                  <a:lnTo>
                    <a:pt x="625" y="421"/>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3" name="Freeform 23">
              <a:extLst>
                <a:ext uri="{FF2B5EF4-FFF2-40B4-BE49-F238E27FC236}">
                  <a16:creationId xmlns:a16="http://schemas.microsoft.com/office/drawing/2014/main" id="{E66F1DC1-1C09-BA4F-8FB0-FF4CC913A31D}"/>
                </a:ext>
              </a:extLst>
            </p:cNvPr>
            <p:cNvSpPr>
              <a:spLocks/>
            </p:cNvSpPr>
            <p:nvPr/>
          </p:nvSpPr>
          <p:spPr bwMode="auto">
            <a:xfrm>
              <a:off x="3803" y="2722"/>
              <a:ext cx="910" cy="500"/>
            </a:xfrm>
            <a:custGeom>
              <a:avLst/>
              <a:gdLst>
                <a:gd name="T0" fmla="*/ 242 w 1818"/>
                <a:gd name="T1" fmla="*/ 238 h 999"/>
                <a:gd name="T2" fmla="*/ 203 w 1818"/>
                <a:gd name="T3" fmla="*/ 299 h 999"/>
                <a:gd name="T4" fmla="*/ 151 w 1818"/>
                <a:gd name="T5" fmla="*/ 342 h 999"/>
                <a:gd name="T6" fmla="*/ 102 w 1818"/>
                <a:gd name="T7" fmla="*/ 349 h 999"/>
                <a:gd name="T8" fmla="*/ 72 w 1818"/>
                <a:gd name="T9" fmla="*/ 370 h 999"/>
                <a:gd name="T10" fmla="*/ 18 w 1818"/>
                <a:gd name="T11" fmla="*/ 418 h 999"/>
                <a:gd name="T12" fmla="*/ 3 w 1818"/>
                <a:gd name="T13" fmla="*/ 453 h 999"/>
                <a:gd name="T14" fmla="*/ 26 w 1818"/>
                <a:gd name="T15" fmla="*/ 470 h 999"/>
                <a:gd name="T16" fmla="*/ 52 w 1818"/>
                <a:gd name="T17" fmla="*/ 483 h 999"/>
                <a:gd name="T18" fmla="*/ 89 w 1818"/>
                <a:gd name="T19" fmla="*/ 486 h 999"/>
                <a:gd name="T20" fmla="*/ 141 w 1818"/>
                <a:gd name="T21" fmla="*/ 486 h 999"/>
                <a:gd name="T22" fmla="*/ 231 w 1818"/>
                <a:gd name="T23" fmla="*/ 497 h 999"/>
                <a:gd name="T24" fmla="*/ 356 w 1818"/>
                <a:gd name="T25" fmla="*/ 500 h 999"/>
                <a:gd name="T26" fmla="*/ 484 w 1818"/>
                <a:gd name="T27" fmla="*/ 498 h 999"/>
                <a:gd name="T28" fmla="*/ 555 w 1818"/>
                <a:gd name="T29" fmla="*/ 493 h 999"/>
                <a:gd name="T30" fmla="*/ 596 w 1818"/>
                <a:gd name="T31" fmla="*/ 478 h 999"/>
                <a:gd name="T32" fmla="*/ 648 w 1818"/>
                <a:gd name="T33" fmla="*/ 451 h 999"/>
                <a:gd name="T34" fmla="*/ 695 w 1818"/>
                <a:gd name="T35" fmla="*/ 414 h 999"/>
                <a:gd name="T36" fmla="*/ 698 w 1818"/>
                <a:gd name="T37" fmla="*/ 292 h 999"/>
                <a:gd name="T38" fmla="*/ 737 w 1818"/>
                <a:gd name="T39" fmla="*/ 287 h 999"/>
                <a:gd name="T40" fmla="*/ 774 w 1818"/>
                <a:gd name="T41" fmla="*/ 315 h 999"/>
                <a:gd name="T42" fmla="*/ 870 w 1818"/>
                <a:gd name="T43" fmla="*/ 295 h 999"/>
                <a:gd name="T44" fmla="*/ 899 w 1818"/>
                <a:gd name="T45" fmla="*/ 168 h 999"/>
                <a:gd name="T46" fmla="*/ 787 w 1818"/>
                <a:gd name="T47" fmla="*/ 97 h 999"/>
                <a:gd name="T48" fmla="*/ 730 w 1818"/>
                <a:gd name="T49" fmla="*/ 131 h 999"/>
                <a:gd name="T50" fmla="*/ 713 w 1818"/>
                <a:gd name="T51" fmla="*/ 159 h 999"/>
                <a:gd name="T52" fmla="*/ 682 w 1818"/>
                <a:gd name="T53" fmla="*/ 161 h 999"/>
                <a:gd name="T54" fmla="*/ 667 w 1818"/>
                <a:gd name="T55" fmla="*/ 146 h 999"/>
                <a:gd name="T56" fmla="*/ 655 w 1818"/>
                <a:gd name="T57" fmla="*/ 132 h 999"/>
                <a:gd name="T58" fmla="*/ 651 w 1818"/>
                <a:gd name="T59" fmla="*/ 115 h 999"/>
                <a:gd name="T60" fmla="*/ 662 w 1818"/>
                <a:gd name="T61" fmla="*/ 101 h 999"/>
                <a:gd name="T62" fmla="*/ 667 w 1818"/>
                <a:gd name="T63" fmla="*/ 87 h 999"/>
                <a:gd name="T64" fmla="*/ 670 w 1818"/>
                <a:gd name="T65" fmla="*/ 30 h 999"/>
                <a:gd name="T66" fmla="*/ 588 w 1818"/>
                <a:gd name="T67" fmla="*/ 0 h 999"/>
                <a:gd name="T68" fmla="*/ 524 w 1818"/>
                <a:gd name="T69" fmla="*/ 37 h 999"/>
                <a:gd name="T70" fmla="*/ 522 w 1818"/>
                <a:gd name="T71" fmla="*/ 59 h 999"/>
                <a:gd name="T72" fmla="*/ 519 w 1818"/>
                <a:gd name="T73" fmla="*/ 79 h 999"/>
                <a:gd name="T74" fmla="*/ 509 w 1818"/>
                <a:gd name="T75" fmla="*/ 97 h 999"/>
                <a:gd name="T76" fmla="*/ 487 w 1818"/>
                <a:gd name="T77" fmla="*/ 103 h 999"/>
                <a:gd name="T78" fmla="*/ 465 w 1818"/>
                <a:gd name="T79" fmla="*/ 108 h 999"/>
                <a:gd name="T80" fmla="*/ 428 w 1818"/>
                <a:gd name="T81" fmla="*/ 120 h 999"/>
                <a:gd name="T82" fmla="*/ 388 w 1818"/>
                <a:gd name="T83" fmla="*/ 135 h 999"/>
                <a:gd name="T84" fmla="*/ 348 w 1818"/>
                <a:gd name="T85" fmla="*/ 150 h 999"/>
                <a:gd name="T86" fmla="*/ 325 w 1818"/>
                <a:gd name="T87" fmla="*/ 169 h 999"/>
                <a:gd name="T88" fmla="*/ 302 w 1818"/>
                <a:gd name="T89" fmla="*/ 188 h 99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18"/>
                <a:gd name="T136" fmla="*/ 0 h 999"/>
                <a:gd name="T137" fmla="*/ 1818 w 1818"/>
                <a:gd name="T138" fmla="*/ 999 h 99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18" h="999">
                  <a:moveTo>
                    <a:pt x="575" y="401"/>
                  </a:moveTo>
                  <a:lnTo>
                    <a:pt x="523" y="436"/>
                  </a:lnTo>
                  <a:lnTo>
                    <a:pt x="484" y="476"/>
                  </a:lnTo>
                  <a:lnTo>
                    <a:pt x="454" y="516"/>
                  </a:lnTo>
                  <a:lnTo>
                    <a:pt x="430" y="559"/>
                  </a:lnTo>
                  <a:lnTo>
                    <a:pt x="406" y="598"/>
                  </a:lnTo>
                  <a:lnTo>
                    <a:pt x="380" y="634"/>
                  </a:lnTo>
                  <a:lnTo>
                    <a:pt x="346" y="663"/>
                  </a:lnTo>
                  <a:lnTo>
                    <a:pt x="301" y="684"/>
                  </a:lnTo>
                  <a:lnTo>
                    <a:pt x="259" y="684"/>
                  </a:lnTo>
                  <a:lnTo>
                    <a:pt x="228" y="689"/>
                  </a:lnTo>
                  <a:lnTo>
                    <a:pt x="204" y="697"/>
                  </a:lnTo>
                  <a:lnTo>
                    <a:pt x="185" y="708"/>
                  </a:lnTo>
                  <a:lnTo>
                    <a:pt x="165" y="722"/>
                  </a:lnTo>
                  <a:lnTo>
                    <a:pt x="144" y="739"/>
                  </a:lnTo>
                  <a:lnTo>
                    <a:pt x="118" y="758"/>
                  </a:lnTo>
                  <a:lnTo>
                    <a:pt x="84" y="782"/>
                  </a:lnTo>
                  <a:lnTo>
                    <a:pt x="35" y="836"/>
                  </a:lnTo>
                  <a:lnTo>
                    <a:pt x="10" y="871"/>
                  </a:lnTo>
                  <a:lnTo>
                    <a:pt x="0" y="892"/>
                  </a:lnTo>
                  <a:lnTo>
                    <a:pt x="5" y="905"/>
                  </a:lnTo>
                  <a:lnTo>
                    <a:pt x="16" y="912"/>
                  </a:lnTo>
                  <a:lnTo>
                    <a:pt x="34" y="924"/>
                  </a:lnTo>
                  <a:lnTo>
                    <a:pt x="51" y="940"/>
                  </a:lnTo>
                  <a:lnTo>
                    <a:pt x="66" y="969"/>
                  </a:lnTo>
                  <a:lnTo>
                    <a:pt x="83" y="965"/>
                  </a:lnTo>
                  <a:lnTo>
                    <a:pt x="103" y="965"/>
                  </a:lnTo>
                  <a:lnTo>
                    <a:pt x="124" y="966"/>
                  </a:lnTo>
                  <a:lnTo>
                    <a:pt x="150" y="970"/>
                  </a:lnTo>
                  <a:lnTo>
                    <a:pt x="177" y="971"/>
                  </a:lnTo>
                  <a:lnTo>
                    <a:pt x="208" y="974"/>
                  </a:lnTo>
                  <a:lnTo>
                    <a:pt x="242" y="974"/>
                  </a:lnTo>
                  <a:lnTo>
                    <a:pt x="281" y="971"/>
                  </a:lnTo>
                  <a:lnTo>
                    <a:pt x="330" y="980"/>
                  </a:lnTo>
                  <a:lnTo>
                    <a:pt x="391" y="989"/>
                  </a:lnTo>
                  <a:lnTo>
                    <a:pt x="461" y="994"/>
                  </a:lnTo>
                  <a:lnTo>
                    <a:pt x="539" y="997"/>
                  </a:lnTo>
                  <a:lnTo>
                    <a:pt x="622" y="999"/>
                  </a:lnTo>
                  <a:lnTo>
                    <a:pt x="711" y="999"/>
                  </a:lnTo>
                  <a:lnTo>
                    <a:pt x="804" y="996"/>
                  </a:lnTo>
                  <a:lnTo>
                    <a:pt x="899" y="994"/>
                  </a:lnTo>
                  <a:lnTo>
                    <a:pt x="967" y="995"/>
                  </a:lnTo>
                  <a:lnTo>
                    <a:pt x="1023" y="994"/>
                  </a:lnTo>
                  <a:lnTo>
                    <a:pt x="1070" y="990"/>
                  </a:lnTo>
                  <a:lnTo>
                    <a:pt x="1108" y="985"/>
                  </a:lnTo>
                  <a:lnTo>
                    <a:pt x="1140" y="976"/>
                  </a:lnTo>
                  <a:lnTo>
                    <a:pt x="1167" y="966"/>
                  </a:lnTo>
                  <a:lnTo>
                    <a:pt x="1190" y="956"/>
                  </a:lnTo>
                  <a:lnTo>
                    <a:pt x="1213" y="946"/>
                  </a:lnTo>
                  <a:lnTo>
                    <a:pt x="1253" y="918"/>
                  </a:lnTo>
                  <a:lnTo>
                    <a:pt x="1294" y="901"/>
                  </a:lnTo>
                  <a:lnTo>
                    <a:pt x="1332" y="883"/>
                  </a:lnTo>
                  <a:lnTo>
                    <a:pt x="1366" y="862"/>
                  </a:lnTo>
                  <a:lnTo>
                    <a:pt x="1389" y="827"/>
                  </a:lnTo>
                  <a:lnTo>
                    <a:pt x="1404" y="773"/>
                  </a:lnTo>
                  <a:lnTo>
                    <a:pt x="1407" y="694"/>
                  </a:lnTo>
                  <a:lnTo>
                    <a:pt x="1394" y="583"/>
                  </a:lnTo>
                  <a:lnTo>
                    <a:pt x="1424" y="564"/>
                  </a:lnTo>
                  <a:lnTo>
                    <a:pt x="1451" y="563"/>
                  </a:lnTo>
                  <a:lnTo>
                    <a:pt x="1473" y="574"/>
                  </a:lnTo>
                  <a:lnTo>
                    <a:pt x="1496" y="593"/>
                  </a:lnTo>
                  <a:lnTo>
                    <a:pt x="1519" y="613"/>
                  </a:lnTo>
                  <a:lnTo>
                    <a:pt x="1546" y="630"/>
                  </a:lnTo>
                  <a:lnTo>
                    <a:pt x="1579" y="640"/>
                  </a:lnTo>
                  <a:lnTo>
                    <a:pt x="1621" y="639"/>
                  </a:lnTo>
                  <a:lnTo>
                    <a:pt x="1739" y="589"/>
                  </a:lnTo>
                  <a:lnTo>
                    <a:pt x="1803" y="512"/>
                  </a:lnTo>
                  <a:lnTo>
                    <a:pt x="1818" y="424"/>
                  </a:lnTo>
                  <a:lnTo>
                    <a:pt x="1796" y="335"/>
                  </a:lnTo>
                  <a:lnTo>
                    <a:pt x="1740" y="257"/>
                  </a:lnTo>
                  <a:lnTo>
                    <a:pt x="1664" y="207"/>
                  </a:lnTo>
                  <a:lnTo>
                    <a:pt x="1572" y="194"/>
                  </a:lnTo>
                  <a:lnTo>
                    <a:pt x="1475" y="236"/>
                  </a:lnTo>
                  <a:lnTo>
                    <a:pt x="1466" y="244"/>
                  </a:lnTo>
                  <a:lnTo>
                    <a:pt x="1458" y="262"/>
                  </a:lnTo>
                  <a:lnTo>
                    <a:pt x="1448" y="282"/>
                  </a:lnTo>
                  <a:lnTo>
                    <a:pt x="1440" y="302"/>
                  </a:lnTo>
                  <a:lnTo>
                    <a:pt x="1424" y="318"/>
                  </a:lnTo>
                  <a:lnTo>
                    <a:pt x="1408" y="330"/>
                  </a:lnTo>
                  <a:lnTo>
                    <a:pt x="1388" y="331"/>
                  </a:lnTo>
                  <a:lnTo>
                    <a:pt x="1363" y="322"/>
                  </a:lnTo>
                  <a:lnTo>
                    <a:pt x="1350" y="311"/>
                  </a:lnTo>
                  <a:lnTo>
                    <a:pt x="1342" y="301"/>
                  </a:lnTo>
                  <a:lnTo>
                    <a:pt x="1333" y="292"/>
                  </a:lnTo>
                  <a:lnTo>
                    <a:pt x="1325" y="283"/>
                  </a:lnTo>
                  <a:lnTo>
                    <a:pt x="1317" y="273"/>
                  </a:lnTo>
                  <a:lnTo>
                    <a:pt x="1309" y="263"/>
                  </a:lnTo>
                  <a:lnTo>
                    <a:pt x="1299" y="253"/>
                  </a:lnTo>
                  <a:lnTo>
                    <a:pt x="1289" y="243"/>
                  </a:lnTo>
                  <a:lnTo>
                    <a:pt x="1300" y="229"/>
                  </a:lnTo>
                  <a:lnTo>
                    <a:pt x="1309" y="218"/>
                  </a:lnTo>
                  <a:lnTo>
                    <a:pt x="1315" y="209"/>
                  </a:lnTo>
                  <a:lnTo>
                    <a:pt x="1322" y="202"/>
                  </a:lnTo>
                  <a:lnTo>
                    <a:pt x="1324" y="193"/>
                  </a:lnTo>
                  <a:lnTo>
                    <a:pt x="1328" y="185"/>
                  </a:lnTo>
                  <a:lnTo>
                    <a:pt x="1333" y="174"/>
                  </a:lnTo>
                  <a:lnTo>
                    <a:pt x="1339" y="162"/>
                  </a:lnTo>
                  <a:lnTo>
                    <a:pt x="1355" y="104"/>
                  </a:lnTo>
                  <a:lnTo>
                    <a:pt x="1339" y="59"/>
                  </a:lnTo>
                  <a:lnTo>
                    <a:pt x="1297" y="25"/>
                  </a:lnTo>
                  <a:lnTo>
                    <a:pt x="1239" y="6"/>
                  </a:lnTo>
                  <a:lnTo>
                    <a:pt x="1175" y="0"/>
                  </a:lnTo>
                  <a:lnTo>
                    <a:pt x="1115" y="9"/>
                  </a:lnTo>
                  <a:lnTo>
                    <a:pt x="1068" y="31"/>
                  </a:lnTo>
                  <a:lnTo>
                    <a:pt x="1046" y="73"/>
                  </a:lnTo>
                  <a:lnTo>
                    <a:pt x="1044" y="89"/>
                  </a:lnTo>
                  <a:lnTo>
                    <a:pt x="1044" y="104"/>
                  </a:lnTo>
                  <a:lnTo>
                    <a:pt x="1042" y="118"/>
                  </a:lnTo>
                  <a:lnTo>
                    <a:pt x="1041" y="132"/>
                  </a:lnTo>
                  <a:lnTo>
                    <a:pt x="1037" y="143"/>
                  </a:lnTo>
                  <a:lnTo>
                    <a:pt x="1036" y="158"/>
                  </a:lnTo>
                  <a:lnTo>
                    <a:pt x="1034" y="173"/>
                  </a:lnTo>
                  <a:lnTo>
                    <a:pt x="1036" y="192"/>
                  </a:lnTo>
                  <a:lnTo>
                    <a:pt x="1017" y="194"/>
                  </a:lnTo>
                  <a:lnTo>
                    <a:pt x="1002" y="198"/>
                  </a:lnTo>
                  <a:lnTo>
                    <a:pt x="987" y="202"/>
                  </a:lnTo>
                  <a:lnTo>
                    <a:pt x="973" y="205"/>
                  </a:lnTo>
                  <a:lnTo>
                    <a:pt x="958" y="208"/>
                  </a:lnTo>
                  <a:lnTo>
                    <a:pt x="944" y="212"/>
                  </a:lnTo>
                  <a:lnTo>
                    <a:pt x="928" y="215"/>
                  </a:lnTo>
                  <a:lnTo>
                    <a:pt x="912" y="219"/>
                  </a:lnTo>
                  <a:lnTo>
                    <a:pt x="884" y="229"/>
                  </a:lnTo>
                  <a:lnTo>
                    <a:pt x="856" y="239"/>
                  </a:lnTo>
                  <a:lnTo>
                    <a:pt x="829" y="249"/>
                  </a:lnTo>
                  <a:lnTo>
                    <a:pt x="802" y="259"/>
                  </a:lnTo>
                  <a:lnTo>
                    <a:pt x="775" y="269"/>
                  </a:lnTo>
                  <a:lnTo>
                    <a:pt x="747" y="279"/>
                  </a:lnTo>
                  <a:lnTo>
                    <a:pt x="721" y="289"/>
                  </a:lnTo>
                  <a:lnTo>
                    <a:pt x="695" y="299"/>
                  </a:lnTo>
                  <a:lnTo>
                    <a:pt x="680" y="312"/>
                  </a:lnTo>
                  <a:lnTo>
                    <a:pt x="665" y="325"/>
                  </a:lnTo>
                  <a:lnTo>
                    <a:pt x="649" y="337"/>
                  </a:lnTo>
                  <a:lnTo>
                    <a:pt x="634" y="350"/>
                  </a:lnTo>
                  <a:lnTo>
                    <a:pt x="619" y="362"/>
                  </a:lnTo>
                  <a:lnTo>
                    <a:pt x="604" y="375"/>
                  </a:lnTo>
                  <a:lnTo>
                    <a:pt x="589" y="387"/>
                  </a:lnTo>
                  <a:lnTo>
                    <a:pt x="575" y="401"/>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4" name="Freeform 24">
              <a:extLst>
                <a:ext uri="{FF2B5EF4-FFF2-40B4-BE49-F238E27FC236}">
                  <a16:creationId xmlns:a16="http://schemas.microsoft.com/office/drawing/2014/main" id="{EF93AD36-06B1-4C4F-A033-AD240CD91772}"/>
                </a:ext>
              </a:extLst>
            </p:cNvPr>
            <p:cNvSpPr>
              <a:spLocks/>
            </p:cNvSpPr>
            <p:nvPr/>
          </p:nvSpPr>
          <p:spPr bwMode="auto">
            <a:xfrm>
              <a:off x="3828" y="2732"/>
              <a:ext cx="884" cy="484"/>
            </a:xfrm>
            <a:custGeom>
              <a:avLst/>
              <a:gdLst>
                <a:gd name="T0" fmla="*/ 220 w 1768"/>
                <a:gd name="T1" fmla="*/ 228 h 967"/>
                <a:gd name="T2" fmla="*/ 188 w 1768"/>
                <a:gd name="T3" fmla="*/ 289 h 967"/>
                <a:gd name="T4" fmla="*/ 140 w 1768"/>
                <a:gd name="T5" fmla="*/ 332 h 967"/>
                <a:gd name="T6" fmla="*/ 92 w 1768"/>
                <a:gd name="T7" fmla="*/ 338 h 967"/>
                <a:gd name="T8" fmla="*/ 64 w 1768"/>
                <a:gd name="T9" fmla="*/ 360 h 967"/>
                <a:gd name="T10" fmla="*/ 13 w 1768"/>
                <a:gd name="T11" fmla="*/ 407 h 967"/>
                <a:gd name="T12" fmla="*/ 5 w 1768"/>
                <a:gd name="T13" fmla="*/ 440 h 967"/>
                <a:gd name="T14" fmla="*/ 34 w 1768"/>
                <a:gd name="T15" fmla="*/ 451 h 967"/>
                <a:gd name="T16" fmla="*/ 58 w 1768"/>
                <a:gd name="T17" fmla="*/ 458 h 967"/>
                <a:gd name="T18" fmla="*/ 91 w 1768"/>
                <a:gd name="T19" fmla="*/ 464 h 967"/>
                <a:gd name="T20" fmla="*/ 141 w 1768"/>
                <a:gd name="T21" fmla="*/ 466 h 967"/>
                <a:gd name="T22" fmla="*/ 219 w 1768"/>
                <a:gd name="T23" fmla="*/ 479 h 967"/>
                <a:gd name="T24" fmla="*/ 340 w 1768"/>
                <a:gd name="T25" fmla="*/ 484 h 967"/>
                <a:gd name="T26" fmla="*/ 465 w 1768"/>
                <a:gd name="T27" fmla="*/ 483 h 967"/>
                <a:gd name="T28" fmla="*/ 537 w 1768"/>
                <a:gd name="T29" fmla="*/ 477 h 967"/>
                <a:gd name="T30" fmla="*/ 574 w 1768"/>
                <a:gd name="T31" fmla="*/ 466 h 967"/>
                <a:gd name="T32" fmla="*/ 623 w 1768"/>
                <a:gd name="T33" fmla="*/ 441 h 967"/>
                <a:gd name="T34" fmla="*/ 670 w 1768"/>
                <a:gd name="T35" fmla="*/ 404 h 967"/>
                <a:gd name="T36" fmla="*/ 673 w 1768"/>
                <a:gd name="T37" fmla="*/ 282 h 967"/>
                <a:gd name="T38" fmla="*/ 712 w 1768"/>
                <a:gd name="T39" fmla="*/ 278 h 967"/>
                <a:gd name="T40" fmla="*/ 749 w 1768"/>
                <a:gd name="T41" fmla="*/ 306 h 967"/>
                <a:gd name="T42" fmla="*/ 845 w 1768"/>
                <a:gd name="T43" fmla="*/ 285 h 967"/>
                <a:gd name="T44" fmla="*/ 872 w 1768"/>
                <a:gd name="T45" fmla="*/ 160 h 967"/>
                <a:gd name="T46" fmla="*/ 759 w 1768"/>
                <a:gd name="T47" fmla="*/ 92 h 967"/>
                <a:gd name="T48" fmla="*/ 702 w 1768"/>
                <a:gd name="T49" fmla="*/ 124 h 967"/>
                <a:gd name="T50" fmla="*/ 687 w 1768"/>
                <a:gd name="T51" fmla="*/ 150 h 967"/>
                <a:gd name="T52" fmla="*/ 657 w 1768"/>
                <a:gd name="T53" fmla="*/ 152 h 967"/>
                <a:gd name="T54" fmla="*/ 642 w 1768"/>
                <a:gd name="T55" fmla="*/ 135 h 967"/>
                <a:gd name="T56" fmla="*/ 629 w 1768"/>
                <a:gd name="T57" fmla="*/ 121 h 967"/>
                <a:gd name="T58" fmla="*/ 624 w 1768"/>
                <a:gd name="T59" fmla="*/ 104 h 967"/>
                <a:gd name="T60" fmla="*/ 630 w 1768"/>
                <a:gd name="T61" fmla="*/ 88 h 967"/>
                <a:gd name="T62" fmla="*/ 632 w 1768"/>
                <a:gd name="T63" fmla="*/ 74 h 967"/>
                <a:gd name="T64" fmla="*/ 628 w 1768"/>
                <a:gd name="T65" fmla="*/ 25 h 967"/>
                <a:gd name="T66" fmla="*/ 554 w 1768"/>
                <a:gd name="T67" fmla="*/ 0 h 967"/>
                <a:gd name="T68" fmla="*/ 500 w 1768"/>
                <a:gd name="T69" fmla="*/ 30 h 967"/>
                <a:gd name="T70" fmla="*/ 497 w 1768"/>
                <a:gd name="T71" fmla="*/ 51 h 967"/>
                <a:gd name="T72" fmla="*/ 493 w 1768"/>
                <a:gd name="T73" fmla="*/ 70 h 967"/>
                <a:gd name="T74" fmla="*/ 484 w 1768"/>
                <a:gd name="T75" fmla="*/ 88 h 967"/>
                <a:gd name="T76" fmla="*/ 462 w 1768"/>
                <a:gd name="T77" fmla="*/ 93 h 967"/>
                <a:gd name="T78" fmla="*/ 440 w 1768"/>
                <a:gd name="T79" fmla="*/ 98 h 967"/>
                <a:gd name="T80" fmla="*/ 404 w 1768"/>
                <a:gd name="T81" fmla="*/ 110 h 967"/>
                <a:gd name="T82" fmla="*/ 363 w 1768"/>
                <a:gd name="T83" fmla="*/ 125 h 967"/>
                <a:gd name="T84" fmla="*/ 323 w 1768"/>
                <a:gd name="T85" fmla="*/ 140 h 967"/>
                <a:gd name="T86" fmla="*/ 300 w 1768"/>
                <a:gd name="T87" fmla="*/ 159 h 967"/>
                <a:gd name="T88" fmla="*/ 278 w 1768"/>
                <a:gd name="T89" fmla="*/ 178 h 96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68"/>
                <a:gd name="T136" fmla="*/ 0 h 967"/>
                <a:gd name="T137" fmla="*/ 1768 w 1768"/>
                <a:gd name="T138" fmla="*/ 967 h 96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68" h="967">
                  <a:moveTo>
                    <a:pt x="526" y="382"/>
                  </a:moveTo>
                  <a:lnTo>
                    <a:pt x="475" y="417"/>
                  </a:lnTo>
                  <a:lnTo>
                    <a:pt x="440" y="456"/>
                  </a:lnTo>
                  <a:lnTo>
                    <a:pt x="414" y="497"/>
                  </a:lnTo>
                  <a:lnTo>
                    <a:pt x="395" y="539"/>
                  </a:lnTo>
                  <a:lnTo>
                    <a:pt x="376" y="577"/>
                  </a:lnTo>
                  <a:lnTo>
                    <a:pt x="353" y="613"/>
                  </a:lnTo>
                  <a:lnTo>
                    <a:pt x="323" y="641"/>
                  </a:lnTo>
                  <a:lnTo>
                    <a:pt x="279" y="663"/>
                  </a:lnTo>
                  <a:lnTo>
                    <a:pt x="238" y="664"/>
                  </a:lnTo>
                  <a:lnTo>
                    <a:pt x="208" y="669"/>
                  </a:lnTo>
                  <a:lnTo>
                    <a:pt x="184" y="676"/>
                  </a:lnTo>
                  <a:lnTo>
                    <a:pt x="167" y="689"/>
                  </a:lnTo>
                  <a:lnTo>
                    <a:pt x="148" y="703"/>
                  </a:lnTo>
                  <a:lnTo>
                    <a:pt x="128" y="720"/>
                  </a:lnTo>
                  <a:lnTo>
                    <a:pt x="101" y="739"/>
                  </a:lnTo>
                  <a:lnTo>
                    <a:pt x="67" y="763"/>
                  </a:lnTo>
                  <a:lnTo>
                    <a:pt x="25" y="813"/>
                  </a:lnTo>
                  <a:lnTo>
                    <a:pt x="4" y="847"/>
                  </a:lnTo>
                  <a:lnTo>
                    <a:pt x="0" y="867"/>
                  </a:lnTo>
                  <a:lnTo>
                    <a:pt x="9" y="879"/>
                  </a:lnTo>
                  <a:lnTo>
                    <a:pt x="25" y="886"/>
                  </a:lnTo>
                  <a:lnTo>
                    <a:pt x="47" y="893"/>
                  </a:lnTo>
                  <a:lnTo>
                    <a:pt x="67" y="902"/>
                  </a:lnTo>
                  <a:lnTo>
                    <a:pt x="86" y="918"/>
                  </a:lnTo>
                  <a:lnTo>
                    <a:pt x="100" y="915"/>
                  </a:lnTo>
                  <a:lnTo>
                    <a:pt x="116" y="916"/>
                  </a:lnTo>
                  <a:lnTo>
                    <a:pt x="135" y="918"/>
                  </a:lnTo>
                  <a:lnTo>
                    <a:pt x="158" y="923"/>
                  </a:lnTo>
                  <a:lnTo>
                    <a:pt x="182" y="927"/>
                  </a:lnTo>
                  <a:lnTo>
                    <a:pt x="210" y="931"/>
                  </a:lnTo>
                  <a:lnTo>
                    <a:pt x="243" y="932"/>
                  </a:lnTo>
                  <a:lnTo>
                    <a:pt x="281" y="931"/>
                  </a:lnTo>
                  <a:lnTo>
                    <a:pt x="321" y="941"/>
                  </a:lnTo>
                  <a:lnTo>
                    <a:pt x="373" y="951"/>
                  </a:lnTo>
                  <a:lnTo>
                    <a:pt x="437" y="957"/>
                  </a:lnTo>
                  <a:lnTo>
                    <a:pt x="513" y="963"/>
                  </a:lnTo>
                  <a:lnTo>
                    <a:pt x="593" y="966"/>
                  </a:lnTo>
                  <a:lnTo>
                    <a:pt x="679" y="967"/>
                  </a:lnTo>
                  <a:lnTo>
                    <a:pt x="769" y="966"/>
                  </a:lnTo>
                  <a:lnTo>
                    <a:pt x="863" y="965"/>
                  </a:lnTo>
                  <a:lnTo>
                    <a:pt x="930" y="966"/>
                  </a:lnTo>
                  <a:lnTo>
                    <a:pt x="988" y="963"/>
                  </a:lnTo>
                  <a:lnTo>
                    <a:pt x="1034" y="958"/>
                  </a:lnTo>
                  <a:lnTo>
                    <a:pt x="1074" y="953"/>
                  </a:lnTo>
                  <a:lnTo>
                    <a:pt x="1105" y="946"/>
                  </a:lnTo>
                  <a:lnTo>
                    <a:pt x="1130" y="938"/>
                  </a:lnTo>
                  <a:lnTo>
                    <a:pt x="1148" y="931"/>
                  </a:lnTo>
                  <a:lnTo>
                    <a:pt x="1164" y="927"/>
                  </a:lnTo>
                  <a:lnTo>
                    <a:pt x="1204" y="899"/>
                  </a:lnTo>
                  <a:lnTo>
                    <a:pt x="1245" y="882"/>
                  </a:lnTo>
                  <a:lnTo>
                    <a:pt x="1283" y="864"/>
                  </a:lnTo>
                  <a:lnTo>
                    <a:pt x="1317" y="843"/>
                  </a:lnTo>
                  <a:lnTo>
                    <a:pt x="1340" y="808"/>
                  </a:lnTo>
                  <a:lnTo>
                    <a:pt x="1355" y="754"/>
                  </a:lnTo>
                  <a:lnTo>
                    <a:pt x="1358" y="675"/>
                  </a:lnTo>
                  <a:lnTo>
                    <a:pt x="1345" y="564"/>
                  </a:lnTo>
                  <a:lnTo>
                    <a:pt x="1375" y="545"/>
                  </a:lnTo>
                  <a:lnTo>
                    <a:pt x="1402" y="544"/>
                  </a:lnTo>
                  <a:lnTo>
                    <a:pt x="1424" y="555"/>
                  </a:lnTo>
                  <a:lnTo>
                    <a:pt x="1447" y="574"/>
                  </a:lnTo>
                  <a:lnTo>
                    <a:pt x="1470" y="594"/>
                  </a:lnTo>
                  <a:lnTo>
                    <a:pt x="1497" y="611"/>
                  </a:lnTo>
                  <a:lnTo>
                    <a:pt x="1530" y="621"/>
                  </a:lnTo>
                  <a:lnTo>
                    <a:pt x="1572" y="620"/>
                  </a:lnTo>
                  <a:lnTo>
                    <a:pt x="1690" y="570"/>
                  </a:lnTo>
                  <a:lnTo>
                    <a:pt x="1753" y="496"/>
                  </a:lnTo>
                  <a:lnTo>
                    <a:pt x="1768" y="407"/>
                  </a:lnTo>
                  <a:lnTo>
                    <a:pt x="1744" y="319"/>
                  </a:lnTo>
                  <a:lnTo>
                    <a:pt x="1688" y="243"/>
                  </a:lnTo>
                  <a:lnTo>
                    <a:pt x="1610" y="194"/>
                  </a:lnTo>
                  <a:lnTo>
                    <a:pt x="1517" y="183"/>
                  </a:lnTo>
                  <a:lnTo>
                    <a:pt x="1419" y="224"/>
                  </a:lnTo>
                  <a:lnTo>
                    <a:pt x="1411" y="233"/>
                  </a:lnTo>
                  <a:lnTo>
                    <a:pt x="1403" y="248"/>
                  </a:lnTo>
                  <a:lnTo>
                    <a:pt x="1394" y="265"/>
                  </a:lnTo>
                  <a:lnTo>
                    <a:pt x="1387" y="285"/>
                  </a:lnTo>
                  <a:lnTo>
                    <a:pt x="1374" y="300"/>
                  </a:lnTo>
                  <a:lnTo>
                    <a:pt x="1359" y="311"/>
                  </a:lnTo>
                  <a:lnTo>
                    <a:pt x="1338" y="312"/>
                  </a:lnTo>
                  <a:lnTo>
                    <a:pt x="1314" y="303"/>
                  </a:lnTo>
                  <a:lnTo>
                    <a:pt x="1301" y="292"/>
                  </a:lnTo>
                  <a:lnTo>
                    <a:pt x="1293" y="282"/>
                  </a:lnTo>
                  <a:lnTo>
                    <a:pt x="1283" y="270"/>
                  </a:lnTo>
                  <a:lnTo>
                    <a:pt x="1275" y="262"/>
                  </a:lnTo>
                  <a:lnTo>
                    <a:pt x="1266" y="252"/>
                  </a:lnTo>
                  <a:lnTo>
                    <a:pt x="1258" y="242"/>
                  </a:lnTo>
                  <a:lnTo>
                    <a:pt x="1248" y="232"/>
                  </a:lnTo>
                  <a:lnTo>
                    <a:pt x="1236" y="222"/>
                  </a:lnTo>
                  <a:lnTo>
                    <a:pt x="1248" y="207"/>
                  </a:lnTo>
                  <a:lnTo>
                    <a:pt x="1255" y="195"/>
                  </a:lnTo>
                  <a:lnTo>
                    <a:pt x="1258" y="185"/>
                  </a:lnTo>
                  <a:lnTo>
                    <a:pt x="1260" y="176"/>
                  </a:lnTo>
                  <a:lnTo>
                    <a:pt x="1259" y="168"/>
                  </a:lnTo>
                  <a:lnTo>
                    <a:pt x="1260" y="159"/>
                  </a:lnTo>
                  <a:lnTo>
                    <a:pt x="1263" y="148"/>
                  </a:lnTo>
                  <a:lnTo>
                    <a:pt x="1269" y="136"/>
                  </a:lnTo>
                  <a:lnTo>
                    <a:pt x="1276" y="86"/>
                  </a:lnTo>
                  <a:lnTo>
                    <a:pt x="1256" y="49"/>
                  </a:lnTo>
                  <a:lnTo>
                    <a:pt x="1216" y="21"/>
                  </a:lnTo>
                  <a:lnTo>
                    <a:pt x="1165" y="5"/>
                  </a:lnTo>
                  <a:lnTo>
                    <a:pt x="1108" y="0"/>
                  </a:lnTo>
                  <a:lnTo>
                    <a:pt x="1057" y="7"/>
                  </a:lnTo>
                  <a:lnTo>
                    <a:pt x="1018" y="26"/>
                  </a:lnTo>
                  <a:lnTo>
                    <a:pt x="1000" y="59"/>
                  </a:lnTo>
                  <a:lnTo>
                    <a:pt x="999" y="75"/>
                  </a:lnTo>
                  <a:lnTo>
                    <a:pt x="998" y="90"/>
                  </a:lnTo>
                  <a:lnTo>
                    <a:pt x="995" y="102"/>
                  </a:lnTo>
                  <a:lnTo>
                    <a:pt x="993" y="115"/>
                  </a:lnTo>
                  <a:lnTo>
                    <a:pt x="989" y="126"/>
                  </a:lnTo>
                  <a:lnTo>
                    <a:pt x="987" y="139"/>
                  </a:lnTo>
                  <a:lnTo>
                    <a:pt x="985" y="154"/>
                  </a:lnTo>
                  <a:lnTo>
                    <a:pt x="987" y="173"/>
                  </a:lnTo>
                  <a:lnTo>
                    <a:pt x="968" y="175"/>
                  </a:lnTo>
                  <a:lnTo>
                    <a:pt x="953" y="179"/>
                  </a:lnTo>
                  <a:lnTo>
                    <a:pt x="938" y="183"/>
                  </a:lnTo>
                  <a:lnTo>
                    <a:pt x="924" y="186"/>
                  </a:lnTo>
                  <a:lnTo>
                    <a:pt x="909" y="189"/>
                  </a:lnTo>
                  <a:lnTo>
                    <a:pt x="895" y="193"/>
                  </a:lnTo>
                  <a:lnTo>
                    <a:pt x="879" y="196"/>
                  </a:lnTo>
                  <a:lnTo>
                    <a:pt x="863" y="200"/>
                  </a:lnTo>
                  <a:lnTo>
                    <a:pt x="835" y="210"/>
                  </a:lnTo>
                  <a:lnTo>
                    <a:pt x="807" y="220"/>
                  </a:lnTo>
                  <a:lnTo>
                    <a:pt x="780" y="230"/>
                  </a:lnTo>
                  <a:lnTo>
                    <a:pt x="753" y="240"/>
                  </a:lnTo>
                  <a:lnTo>
                    <a:pt x="726" y="250"/>
                  </a:lnTo>
                  <a:lnTo>
                    <a:pt x="698" y="260"/>
                  </a:lnTo>
                  <a:lnTo>
                    <a:pt x="672" y="270"/>
                  </a:lnTo>
                  <a:lnTo>
                    <a:pt x="646" y="280"/>
                  </a:lnTo>
                  <a:lnTo>
                    <a:pt x="631" y="293"/>
                  </a:lnTo>
                  <a:lnTo>
                    <a:pt x="616" y="306"/>
                  </a:lnTo>
                  <a:lnTo>
                    <a:pt x="600" y="318"/>
                  </a:lnTo>
                  <a:lnTo>
                    <a:pt x="585" y="331"/>
                  </a:lnTo>
                  <a:lnTo>
                    <a:pt x="570" y="343"/>
                  </a:lnTo>
                  <a:lnTo>
                    <a:pt x="555" y="356"/>
                  </a:lnTo>
                  <a:lnTo>
                    <a:pt x="540" y="368"/>
                  </a:lnTo>
                  <a:lnTo>
                    <a:pt x="526" y="382"/>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5" name="Freeform 25">
              <a:extLst>
                <a:ext uri="{FF2B5EF4-FFF2-40B4-BE49-F238E27FC236}">
                  <a16:creationId xmlns:a16="http://schemas.microsoft.com/office/drawing/2014/main" id="{74F23FAE-6E4B-D849-B9EA-C9C167BFD199}"/>
                </a:ext>
              </a:extLst>
            </p:cNvPr>
            <p:cNvSpPr>
              <a:spLocks/>
            </p:cNvSpPr>
            <p:nvPr/>
          </p:nvSpPr>
          <p:spPr bwMode="auto">
            <a:xfrm>
              <a:off x="3852" y="2741"/>
              <a:ext cx="858" cy="468"/>
            </a:xfrm>
            <a:custGeom>
              <a:avLst/>
              <a:gdLst>
                <a:gd name="T0" fmla="*/ 198 w 1715"/>
                <a:gd name="T1" fmla="*/ 219 h 938"/>
                <a:gd name="T2" fmla="*/ 173 w 1715"/>
                <a:gd name="T3" fmla="*/ 278 h 938"/>
                <a:gd name="T4" fmla="*/ 129 w 1715"/>
                <a:gd name="T5" fmla="*/ 321 h 938"/>
                <a:gd name="T6" fmla="*/ 82 w 1715"/>
                <a:gd name="T7" fmla="*/ 328 h 938"/>
                <a:gd name="T8" fmla="*/ 55 w 1715"/>
                <a:gd name="T9" fmla="*/ 352 h 938"/>
                <a:gd name="T10" fmla="*/ 8 w 1715"/>
                <a:gd name="T11" fmla="*/ 397 h 938"/>
                <a:gd name="T12" fmla="*/ 8 w 1715"/>
                <a:gd name="T13" fmla="*/ 428 h 938"/>
                <a:gd name="T14" fmla="*/ 44 w 1715"/>
                <a:gd name="T15" fmla="*/ 431 h 938"/>
                <a:gd name="T16" fmla="*/ 66 w 1715"/>
                <a:gd name="T17" fmla="*/ 433 h 938"/>
                <a:gd name="T18" fmla="*/ 94 w 1715"/>
                <a:gd name="T19" fmla="*/ 440 h 938"/>
                <a:gd name="T20" fmla="*/ 141 w 1715"/>
                <a:gd name="T21" fmla="*/ 443 h 938"/>
                <a:gd name="T22" fmla="*/ 207 w 1715"/>
                <a:gd name="T23" fmla="*/ 460 h 938"/>
                <a:gd name="T24" fmla="*/ 323 w 1715"/>
                <a:gd name="T25" fmla="*/ 468 h 938"/>
                <a:gd name="T26" fmla="*/ 447 w 1715"/>
                <a:gd name="T27" fmla="*/ 468 h 938"/>
                <a:gd name="T28" fmla="*/ 521 w 1715"/>
                <a:gd name="T29" fmla="*/ 462 h 938"/>
                <a:gd name="T30" fmla="*/ 554 w 1715"/>
                <a:gd name="T31" fmla="*/ 454 h 938"/>
                <a:gd name="T32" fmla="*/ 598 w 1715"/>
                <a:gd name="T33" fmla="*/ 432 h 938"/>
                <a:gd name="T34" fmla="*/ 646 w 1715"/>
                <a:gd name="T35" fmla="*/ 395 h 938"/>
                <a:gd name="T36" fmla="*/ 648 w 1715"/>
                <a:gd name="T37" fmla="*/ 273 h 938"/>
                <a:gd name="T38" fmla="*/ 688 w 1715"/>
                <a:gd name="T39" fmla="*/ 268 h 938"/>
                <a:gd name="T40" fmla="*/ 724 w 1715"/>
                <a:gd name="T41" fmla="*/ 296 h 938"/>
                <a:gd name="T42" fmla="*/ 821 w 1715"/>
                <a:gd name="T43" fmla="*/ 276 h 938"/>
                <a:gd name="T44" fmla="*/ 846 w 1715"/>
                <a:gd name="T45" fmla="*/ 153 h 938"/>
                <a:gd name="T46" fmla="*/ 731 w 1715"/>
                <a:gd name="T47" fmla="*/ 86 h 938"/>
                <a:gd name="T48" fmla="*/ 675 w 1715"/>
                <a:gd name="T49" fmla="*/ 118 h 938"/>
                <a:gd name="T50" fmla="*/ 662 w 1715"/>
                <a:gd name="T51" fmla="*/ 142 h 938"/>
                <a:gd name="T52" fmla="*/ 633 w 1715"/>
                <a:gd name="T53" fmla="*/ 143 h 938"/>
                <a:gd name="T54" fmla="*/ 617 w 1715"/>
                <a:gd name="T55" fmla="*/ 126 h 938"/>
                <a:gd name="T56" fmla="*/ 605 w 1715"/>
                <a:gd name="T57" fmla="*/ 111 h 938"/>
                <a:gd name="T58" fmla="*/ 598 w 1715"/>
                <a:gd name="T59" fmla="*/ 93 h 938"/>
                <a:gd name="T60" fmla="*/ 600 w 1715"/>
                <a:gd name="T61" fmla="*/ 76 h 938"/>
                <a:gd name="T62" fmla="*/ 596 w 1715"/>
                <a:gd name="T63" fmla="*/ 61 h 938"/>
                <a:gd name="T64" fmla="*/ 586 w 1715"/>
                <a:gd name="T65" fmla="*/ 19 h 938"/>
                <a:gd name="T66" fmla="*/ 521 w 1715"/>
                <a:gd name="T67" fmla="*/ 0 h 938"/>
                <a:gd name="T68" fmla="*/ 479 w 1715"/>
                <a:gd name="T69" fmla="*/ 22 h 938"/>
                <a:gd name="T70" fmla="*/ 475 w 1715"/>
                <a:gd name="T71" fmla="*/ 43 h 938"/>
                <a:gd name="T72" fmla="*/ 469 w 1715"/>
                <a:gd name="T73" fmla="*/ 61 h 938"/>
                <a:gd name="T74" fmla="*/ 460 w 1715"/>
                <a:gd name="T75" fmla="*/ 79 h 938"/>
                <a:gd name="T76" fmla="*/ 438 w 1715"/>
                <a:gd name="T77" fmla="*/ 84 h 938"/>
                <a:gd name="T78" fmla="*/ 415 w 1715"/>
                <a:gd name="T79" fmla="*/ 89 h 938"/>
                <a:gd name="T80" fmla="*/ 379 w 1715"/>
                <a:gd name="T81" fmla="*/ 101 h 938"/>
                <a:gd name="T82" fmla="*/ 339 w 1715"/>
                <a:gd name="T83" fmla="*/ 116 h 938"/>
                <a:gd name="T84" fmla="*/ 299 w 1715"/>
                <a:gd name="T85" fmla="*/ 131 h 938"/>
                <a:gd name="T86" fmla="*/ 276 w 1715"/>
                <a:gd name="T87" fmla="*/ 150 h 938"/>
                <a:gd name="T88" fmla="*/ 253 w 1715"/>
                <a:gd name="T89" fmla="*/ 169 h 93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15"/>
                <a:gd name="T136" fmla="*/ 0 h 938"/>
                <a:gd name="T137" fmla="*/ 1715 w 1715"/>
                <a:gd name="T138" fmla="*/ 938 h 93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15" h="938">
                  <a:moveTo>
                    <a:pt x="477" y="365"/>
                  </a:moveTo>
                  <a:lnTo>
                    <a:pt x="427" y="399"/>
                  </a:lnTo>
                  <a:lnTo>
                    <a:pt x="395" y="439"/>
                  </a:lnTo>
                  <a:lnTo>
                    <a:pt x="373" y="479"/>
                  </a:lnTo>
                  <a:lnTo>
                    <a:pt x="360" y="520"/>
                  </a:lnTo>
                  <a:lnTo>
                    <a:pt x="346" y="558"/>
                  </a:lnTo>
                  <a:lnTo>
                    <a:pt x="328" y="593"/>
                  </a:lnTo>
                  <a:lnTo>
                    <a:pt x="301" y="622"/>
                  </a:lnTo>
                  <a:lnTo>
                    <a:pt x="258" y="643"/>
                  </a:lnTo>
                  <a:lnTo>
                    <a:pt x="217" y="644"/>
                  </a:lnTo>
                  <a:lnTo>
                    <a:pt x="187" y="649"/>
                  </a:lnTo>
                  <a:lnTo>
                    <a:pt x="164" y="658"/>
                  </a:lnTo>
                  <a:lnTo>
                    <a:pt x="146" y="672"/>
                  </a:lnTo>
                  <a:lnTo>
                    <a:pt x="129" y="686"/>
                  </a:lnTo>
                  <a:lnTo>
                    <a:pt x="110" y="705"/>
                  </a:lnTo>
                  <a:lnTo>
                    <a:pt x="84" y="726"/>
                  </a:lnTo>
                  <a:lnTo>
                    <a:pt x="51" y="750"/>
                  </a:lnTo>
                  <a:lnTo>
                    <a:pt x="15" y="795"/>
                  </a:lnTo>
                  <a:lnTo>
                    <a:pt x="0" y="826"/>
                  </a:lnTo>
                  <a:lnTo>
                    <a:pt x="1" y="845"/>
                  </a:lnTo>
                  <a:lnTo>
                    <a:pt x="15" y="857"/>
                  </a:lnTo>
                  <a:lnTo>
                    <a:pt x="36" y="861"/>
                  </a:lnTo>
                  <a:lnTo>
                    <a:pt x="62" y="864"/>
                  </a:lnTo>
                  <a:lnTo>
                    <a:pt x="87" y="864"/>
                  </a:lnTo>
                  <a:lnTo>
                    <a:pt x="110" y="869"/>
                  </a:lnTo>
                  <a:lnTo>
                    <a:pt x="119" y="865"/>
                  </a:lnTo>
                  <a:lnTo>
                    <a:pt x="131" y="867"/>
                  </a:lnTo>
                  <a:lnTo>
                    <a:pt x="145" y="871"/>
                  </a:lnTo>
                  <a:lnTo>
                    <a:pt x="164" y="877"/>
                  </a:lnTo>
                  <a:lnTo>
                    <a:pt x="187" y="882"/>
                  </a:lnTo>
                  <a:lnTo>
                    <a:pt x="213" y="888"/>
                  </a:lnTo>
                  <a:lnTo>
                    <a:pt x="244" y="889"/>
                  </a:lnTo>
                  <a:lnTo>
                    <a:pt x="282" y="888"/>
                  </a:lnTo>
                  <a:lnTo>
                    <a:pt x="311" y="900"/>
                  </a:lnTo>
                  <a:lnTo>
                    <a:pt x="356" y="913"/>
                  </a:lnTo>
                  <a:lnTo>
                    <a:pt x="414" y="921"/>
                  </a:lnTo>
                  <a:lnTo>
                    <a:pt x="484" y="930"/>
                  </a:lnTo>
                  <a:lnTo>
                    <a:pt x="560" y="934"/>
                  </a:lnTo>
                  <a:lnTo>
                    <a:pt x="646" y="938"/>
                  </a:lnTo>
                  <a:lnTo>
                    <a:pt x="733" y="938"/>
                  </a:lnTo>
                  <a:lnTo>
                    <a:pt x="825" y="938"/>
                  </a:lnTo>
                  <a:lnTo>
                    <a:pt x="893" y="938"/>
                  </a:lnTo>
                  <a:lnTo>
                    <a:pt x="951" y="935"/>
                  </a:lnTo>
                  <a:lnTo>
                    <a:pt x="1000" y="930"/>
                  </a:lnTo>
                  <a:lnTo>
                    <a:pt x="1041" y="925"/>
                  </a:lnTo>
                  <a:lnTo>
                    <a:pt x="1069" y="918"/>
                  </a:lnTo>
                  <a:lnTo>
                    <a:pt x="1092" y="913"/>
                  </a:lnTo>
                  <a:lnTo>
                    <a:pt x="1107" y="909"/>
                  </a:lnTo>
                  <a:lnTo>
                    <a:pt x="1115" y="910"/>
                  </a:lnTo>
                  <a:lnTo>
                    <a:pt x="1155" y="882"/>
                  </a:lnTo>
                  <a:lnTo>
                    <a:pt x="1196" y="865"/>
                  </a:lnTo>
                  <a:lnTo>
                    <a:pt x="1234" y="847"/>
                  </a:lnTo>
                  <a:lnTo>
                    <a:pt x="1268" y="826"/>
                  </a:lnTo>
                  <a:lnTo>
                    <a:pt x="1291" y="791"/>
                  </a:lnTo>
                  <a:lnTo>
                    <a:pt x="1306" y="737"/>
                  </a:lnTo>
                  <a:lnTo>
                    <a:pt x="1309" y="658"/>
                  </a:lnTo>
                  <a:lnTo>
                    <a:pt x="1296" y="547"/>
                  </a:lnTo>
                  <a:lnTo>
                    <a:pt x="1326" y="528"/>
                  </a:lnTo>
                  <a:lnTo>
                    <a:pt x="1353" y="527"/>
                  </a:lnTo>
                  <a:lnTo>
                    <a:pt x="1375" y="538"/>
                  </a:lnTo>
                  <a:lnTo>
                    <a:pt x="1398" y="557"/>
                  </a:lnTo>
                  <a:lnTo>
                    <a:pt x="1421" y="577"/>
                  </a:lnTo>
                  <a:lnTo>
                    <a:pt x="1448" y="594"/>
                  </a:lnTo>
                  <a:lnTo>
                    <a:pt x="1481" y="604"/>
                  </a:lnTo>
                  <a:lnTo>
                    <a:pt x="1523" y="603"/>
                  </a:lnTo>
                  <a:lnTo>
                    <a:pt x="1641" y="553"/>
                  </a:lnTo>
                  <a:lnTo>
                    <a:pt x="1703" y="479"/>
                  </a:lnTo>
                  <a:lnTo>
                    <a:pt x="1715" y="393"/>
                  </a:lnTo>
                  <a:lnTo>
                    <a:pt x="1691" y="306"/>
                  </a:lnTo>
                  <a:lnTo>
                    <a:pt x="1634" y="231"/>
                  </a:lnTo>
                  <a:lnTo>
                    <a:pt x="1556" y="182"/>
                  </a:lnTo>
                  <a:lnTo>
                    <a:pt x="1462" y="172"/>
                  </a:lnTo>
                  <a:lnTo>
                    <a:pt x="1365" y="213"/>
                  </a:lnTo>
                  <a:lnTo>
                    <a:pt x="1357" y="222"/>
                  </a:lnTo>
                  <a:lnTo>
                    <a:pt x="1350" y="237"/>
                  </a:lnTo>
                  <a:lnTo>
                    <a:pt x="1343" y="255"/>
                  </a:lnTo>
                  <a:lnTo>
                    <a:pt x="1335" y="272"/>
                  </a:lnTo>
                  <a:lnTo>
                    <a:pt x="1324" y="285"/>
                  </a:lnTo>
                  <a:lnTo>
                    <a:pt x="1309" y="295"/>
                  </a:lnTo>
                  <a:lnTo>
                    <a:pt x="1289" y="296"/>
                  </a:lnTo>
                  <a:lnTo>
                    <a:pt x="1265" y="286"/>
                  </a:lnTo>
                  <a:lnTo>
                    <a:pt x="1252" y="275"/>
                  </a:lnTo>
                  <a:lnTo>
                    <a:pt x="1244" y="263"/>
                  </a:lnTo>
                  <a:lnTo>
                    <a:pt x="1234" y="253"/>
                  </a:lnTo>
                  <a:lnTo>
                    <a:pt x="1226" y="243"/>
                  </a:lnTo>
                  <a:lnTo>
                    <a:pt x="1217" y="232"/>
                  </a:lnTo>
                  <a:lnTo>
                    <a:pt x="1209" y="222"/>
                  </a:lnTo>
                  <a:lnTo>
                    <a:pt x="1197" y="212"/>
                  </a:lnTo>
                  <a:lnTo>
                    <a:pt x="1187" y="202"/>
                  </a:lnTo>
                  <a:lnTo>
                    <a:pt x="1196" y="186"/>
                  </a:lnTo>
                  <a:lnTo>
                    <a:pt x="1201" y="174"/>
                  </a:lnTo>
                  <a:lnTo>
                    <a:pt x="1201" y="163"/>
                  </a:lnTo>
                  <a:lnTo>
                    <a:pt x="1199" y="153"/>
                  </a:lnTo>
                  <a:lnTo>
                    <a:pt x="1194" y="142"/>
                  </a:lnTo>
                  <a:lnTo>
                    <a:pt x="1192" y="133"/>
                  </a:lnTo>
                  <a:lnTo>
                    <a:pt x="1192" y="122"/>
                  </a:lnTo>
                  <a:lnTo>
                    <a:pt x="1197" y="112"/>
                  </a:lnTo>
                  <a:lnTo>
                    <a:pt x="1195" y="70"/>
                  </a:lnTo>
                  <a:lnTo>
                    <a:pt x="1172" y="39"/>
                  </a:lnTo>
                  <a:lnTo>
                    <a:pt x="1135" y="17"/>
                  </a:lnTo>
                  <a:lnTo>
                    <a:pt x="1091" y="5"/>
                  </a:lnTo>
                  <a:lnTo>
                    <a:pt x="1042" y="0"/>
                  </a:lnTo>
                  <a:lnTo>
                    <a:pt x="1000" y="7"/>
                  </a:lnTo>
                  <a:lnTo>
                    <a:pt x="969" y="20"/>
                  </a:lnTo>
                  <a:lnTo>
                    <a:pt x="957" y="45"/>
                  </a:lnTo>
                  <a:lnTo>
                    <a:pt x="955" y="62"/>
                  </a:lnTo>
                  <a:lnTo>
                    <a:pt x="953" y="75"/>
                  </a:lnTo>
                  <a:lnTo>
                    <a:pt x="949" y="87"/>
                  </a:lnTo>
                  <a:lnTo>
                    <a:pt x="945" y="99"/>
                  </a:lnTo>
                  <a:lnTo>
                    <a:pt x="941" y="111"/>
                  </a:lnTo>
                  <a:lnTo>
                    <a:pt x="938" y="123"/>
                  </a:lnTo>
                  <a:lnTo>
                    <a:pt x="936" y="137"/>
                  </a:lnTo>
                  <a:lnTo>
                    <a:pt x="938" y="156"/>
                  </a:lnTo>
                  <a:lnTo>
                    <a:pt x="919" y="158"/>
                  </a:lnTo>
                  <a:lnTo>
                    <a:pt x="904" y="162"/>
                  </a:lnTo>
                  <a:lnTo>
                    <a:pt x="889" y="166"/>
                  </a:lnTo>
                  <a:lnTo>
                    <a:pt x="875" y="169"/>
                  </a:lnTo>
                  <a:lnTo>
                    <a:pt x="860" y="172"/>
                  </a:lnTo>
                  <a:lnTo>
                    <a:pt x="846" y="176"/>
                  </a:lnTo>
                  <a:lnTo>
                    <a:pt x="830" y="179"/>
                  </a:lnTo>
                  <a:lnTo>
                    <a:pt x="814" y="183"/>
                  </a:lnTo>
                  <a:lnTo>
                    <a:pt x="786" y="193"/>
                  </a:lnTo>
                  <a:lnTo>
                    <a:pt x="758" y="203"/>
                  </a:lnTo>
                  <a:lnTo>
                    <a:pt x="731" y="213"/>
                  </a:lnTo>
                  <a:lnTo>
                    <a:pt x="704" y="223"/>
                  </a:lnTo>
                  <a:lnTo>
                    <a:pt x="677" y="233"/>
                  </a:lnTo>
                  <a:lnTo>
                    <a:pt x="649" y="243"/>
                  </a:lnTo>
                  <a:lnTo>
                    <a:pt x="623" y="253"/>
                  </a:lnTo>
                  <a:lnTo>
                    <a:pt x="597" y="263"/>
                  </a:lnTo>
                  <a:lnTo>
                    <a:pt x="582" y="276"/>
                  </a:lnTo>
                  <a:lnTo>
                    <a:pt x="567" y="289"/>
                  </a:lnTo>
                  <a:lnTo>
                    <a:pt x="551" y="301"/>
                  </a:lnTo>
                  <a:lnTo>
                    <a:pt x="536" y="314"/>
                  </a:lnTo>
                  <a:lnTo>
                    <a:pt x="521" y="326"/>
                  </a:lnTo>
                  <a:lnTo>
                    <a:pt x="506" y="339"/>
                  </a:lnTo>
                  <a:lnTo>
                    <a:pt x="491" y="351"/>
                  </a:lnTo>
                  <a:lnTo>
                    <a:pt x="477" y="365"/>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6" name="Freeform 26">
              <a:extLst>
                <a:ext uri="{FF2B5EF4-FFF2-40B4-BE49-F238E27FC236}">
                  <a16:creationId xmlns:a16="http://schemas.microsoft.com/office/drawing/2014/main" id="{1DB1B6E1-BEA7-1E4D-A6D9-510C9559139B}"/>
                </a:ext>
              </a:extLst>
            </p:cNvPr>
            <p:cNvSpPr>
              <a:spLocks/>
            </p:cNvSpPr>
            <p:nvPr/>
          </p:nvSpPr>
          <p:spPr bwMode="auto">
            <a:xfrm>
              <a:off x="3586" y="3162"/>
              <a:ext cx="125" cy="124"/>
            </a:xfrm>
            <a:custGeom>
              <a:avLst/>
              <a:gdLst>
                <a:gd name="T0" fmla="*/ 57 w 251"/>
                <a:gd name="T1" fmla="*/ 121 h 249"/>
                <a:gd name="T2" fmla="*/ 69 w 251"/>
                <a:gd name="T3" fmla="*/ 122 h 249"/>
                <a:gd name="T4" fmla="*/ 83 w 251"/>
                <a:gd name="T5" fmla="*/ 123 h 249"/>
                <a:gd name="T6" fmla="*/ 97 w 251"/>
                <a:gd name="T7" fmla="*/ 124 h 249"/>
                <a:gd name="T8" fmla="*/ 109 w 251"/>
                <a:gd name="T9" fmla="*/ 123 h 249"/>
                <a:gd name="T10" fmla="*/ 119 w 251"/>
                <a:gd name="T11" fmla="*/ 117 h 249"/>
                <a:gd name="T12" fmla="*/ 125 w 251"/>
                <a:gd name="T13" fmla="*/ 108 h 249"/>
                <a:gd name="T14" fmla="*/ 125 w 251"/>
                <a:gd name="T15" fmla="*/ 91 h 249"/>
                <a:gd name="T16" fmla="*/ 119 w 251"/>
                <a:gd name="T17" fmla="*/ 70 h 249"/>
                <a:gd name="T18" fmla="*/ 113 w 251"/>
                <a:gd name="T19" fmla="*/ 61 h 249"/>
                <a:gd name="T20" fmla="*/ 108 w 251"/>
                <a:gd name="T21" fmla="*/ 53 h 249"/>
                <a:gd name="T22" fmla="*/ 103 w 251"/>
                <a:gd name="T23" fmla="*/ 44 h 249"/>
                <a:gd name="T24" fmla="*/ 98 w 251"/>
                <a:gd name="T25" fmla="*/ 36 h 249"/>
                <a:gd name="T26" fmla="*/ 92 w 251"/>
                <a:gd name="T27" fmla="*/ 27 h 249"/>
                <a:gd name="T28" fmla="*/ 87 w 251"/>
                <a:gd name="T29" fmla="*/ 19 h 249"/>
                <a:gd name="T30" fmla="*/ 82 w 251"/>
                <a:gd name="T31" fmla="*/ 10 h 249"/>
                <a:gd name="T32" fmla="*/ 77 w 251"/>
                <a:gd name="T33" fmla="*/ 2 h 249"/>
                <a:gd name="T34" fmla="*/ 47 w 251"/>
                <a:gd name="T35" fmla="*/ 0 h 249"/>
                <a:gd name="T36" fmla="*/ 23 w 251"/>
                <a:gd name="T37" fmla="*/ 7 h 249"/>
                <a:gd name="T38" fmla="*/ 7 w 251"/>
                <a:gd name="T39" fmla="*/ 21 h 249"/>
                <a:gd name="T40" fmla="*/ 0 w 251"/>
                <a:gd name="T41" fmla="*/ 39 h 249"/>
                <a:gd name="T42" fmla="*/ 0 w 251"/>
                <a:gd name="T43" fmla="*/ 60 h 249"/>
                <a:gd name="T44" fmla="*/ 9 w 251"/>
                <a:gd name="T45" fmla="*/ 83 h 249"/>
                <a:gd name="T46" fmla="*/ 28 w 251"/>
                <a:gd name="T47" fmla="*/ 103 h 249"/>
                <a:gd name="T48" fmla="*/ 57 w 251"/>
                <a:gd name="T49" fmla="*/ 121 h 2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1"/>
                <a:gd name="T76" fmla="*/ 0 h 249"/>
                <a:gd name="T77" fmla="*/ 251 w 251"/>
                <a:gd name="T78" fmla="*/ 249 h 2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1" h="249">
                  <a:moveTo>
                    <a:pt x="115" y="242"/>
                  </a:moveTo>
                  <a:lnTo>
                    <a:pt x="139" y="245"/>
                  </a:lnTo>
                  <a:lnTo>
                    <a:pt x="167" y="247"/>
                  </a:lnTo>
                  <a:lnTo>
                    <a:pt x="194" y="249"/>
                  </a:lnTo>
                  <a:lnTo>
                    <a:pt x="219" y="246"/>
                  </a:lnTo>
                  <a:lnTo>
                    <a:pt x="238" y="235"/>
                  </a:lnTo>
                  <a:lnTo>
                    <a:pt x="251" y="216"/>
                  </a:lnTo>
                  <a:lnTo>
                    <a:pt x="251" y="183"/>
                  </a:lnTo>
                  <a:lnTo>
                    <a:pt x="238" y="141"/>
                  </a:lnTo>
                  <a:lnTo>
                    <a:pt x="227" y="123"/>
                  </a:lnTo>
                  <a:lnTo>
                    <a:pt x="217" y="106"/>
                  </a:lnTo>
                  <a:lnTo>
                    <a:pt x="207" y="88"/>
                  </a:lnTo>
                  <a:lnTo>
                    <a:pt x="197" y="72"/>
                  </a:lnTo>
                  <a:lnTo>
                    <a:pt x="185" y="54"/>
                  </a:lnTo>
                  <a:lnTo>
                    <a:pt x="175" y="38"/>
                  </a:lnTo>
                  <a:lnTo>
                    <a:pt x="165" y="20"/>
                  </a:lnTo>
                  <a:lnTo>
                    <a:pt x="155" y="4"/>
                  </a:lnTo>
                  <a:lnTo>
                    <a:pt x="94" y="0"/>
                  </a:lnTo>
                  <a:lnTo>
                    <a:pt x="47" y="14"/>
                  </a:lnTo>
                  <a:lnTo>
                    <a:pt x="15" y="42"/>
                  </a:lnTo>
                  <a:lnTo>
                    <a:pt x="0" y="79"/>
                  </a:lnTo>
                  <a:lnTo>
                    <a:pt x="0" y="121"/>
                  </a:lnTo>
                  <a:lnTo>
                    <a:pt x="19" y="166"/>
                  </a:lnTo>
                  <a:lnTo>
                    <a:pt x="56" y="207"/>
                  </a:lnTo>
                  <a:lnTo>
                    <a:pt x="115" y="242"/>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7" name="Freeform 27">
              <a:extLst>
                <a:ext uri="{FF2B5EF4-FFF2-40B4-BE49-F238E27FC236}">
                  <a16:creationId xmlns:a16="http://schemas.microsoft.com/office/drawing/2014/main" id="{3C7FE8F5-9929-5F4C-9E56-C74B48B1C315}"/>
                </a:ext>
              </a:extLst>
            </p:cNvPr>
            <p:cNvSpPr>
              <a:spLocks/>
            </p:cNvSpPr>
            <p:nvPr/>
          </p:nvSpPr>
          <p:spPr bwMode="auto">
            <a:xfrm>
              <a:off x="4057" y="2832"/>
              <a:ext cx="442" cy="196"/>
            </a:xfrm>
            <a:custGeom>
              <a:avLst/>
              <a:gdLst>
                <a:gd name="T0" fmla="*/ 0 w 883"/>
                <a:gd name="T1" fmla="*/ 113 h 392"/>
                <a:gd name="T2" fmla="*/ 8 w 883"/>
                <a:gd name="T3" fmla="*/ 110 h 392"/>
                <a:gd name="T4" fmla="*/ 18 w 883"/>
                <a:gd name="T5" fmla="*/ 108 h 392"/>
                <a:gd name="T6" fmla="*/ 28 w 883"/>
                <a:gd name="T7" fmla="*/ 106 h 392"/>
                <a:gd name="T8" fmla="*/ 38 w 883"/>
                <a:gd name="T9" fmla="*/ 106 h 392"/>
                <a:gd name="T10" fmla="*/ 48 w 883"/>
                <a:gd name="T11" fmla="*/ 106 h 392"/>
                <a:gd name="T12" fmla="*/ 59 w 883"/>
                <a:gd name="T13" fmla="*/ 108 h 392"/>
                <a:gd name="T14" fmla="*/ 68 w 883"/>
                <a:gd name="T15" fmla="*/ 110 h 392"/>
                <a:gd name="T16" fmla="*/ 77 w 883"/>
                <a:gd name="T17" fmla="*/ 113 h 392"/>
                <a:gd name="T18" fmla="*/ 99 w 883"/>
                <a:gd name="T19" fmla="*/ 145 h 392"/>
                <a:gd name="T20" fmla="*/ 120 w 883"/>
                <a:gd name="T21" fmla="*/ 168 h 392"/>
                <a:gd name="T22" fmla="*/ 142 w 883"/>
                <a:gd name="T23" fmla="*/ 182 h 392"/>
                <a:gd name="T24" fmla="*/ 166 w 883"/>
                <a:gd name="T25" fmla="*/ 191 h 392"/>
                <a:gd name="T26" fmla="*/ 191 w 883"/>
                <a:gd name="T27" fmla="*/ 195 h 392"/>
                <a:gd name="T28" fmla="*/ 221 w 883"/>
                <a:gd name="T29" fmla="*/ 196 h 392"/>
                <a:gd name="T30" fmla="*/ 256 w 883"/>
                <a:gd name="T31" fmla="*/ 196 h 392"/>
                <a:gd name="T32" fmla="*/ 297 w 883"/>
                <a:gd name="T33" fmla="*/ 196 h 392"/>
                <a:gd name="T34" fmla="*/ 317 w 883"/>
                <a:gd name="T35" fmla="*/ 181 h 392"/>
                <a:gd name="T36" fmla="*/ 337 w 883"/>
                <a:gd name="T37" fmla="*/ 168 h 392"/>
                <a:gd name="T38" fmla="*/ 356 w 883"/>
                <a:gd name="T39" fmla="*/ 154 h 392"/>
                <a:gd name="T40" fmla="*/ 376 w 883"/>
                <a:gd name="T41" fmla="*/ 139 h 392"/>
                <a:gd name="T42" fmla="*/ 394 w 883"/>
                <a:gd name="T43" fmla="*/ 121 h 392"/>
                <a:gd name="T44" fmla="*/ 411 w 883"/>
                <a:gd name="T45" fmla="*/ 101 h 392"/>
                <a:gd name="T46" fmla="*/ 426 w 883"/>
                <a:gd name="T47" fmla="*/ 79 h 392"/>
                <a:gd name="T48" fmla="*/ 442 w 883"/>
                <a:gd name="T49" fmla="*/ 54 h 392"/>
                <a:gd name="T50" fmla="*/ 363 w 883"/>
                <a:gd name="T51" fmla="*/ 73 h 392"/>
                <a:gd name="T52" fmla="*/ 292 w 883"/>
                <a:gd name="T53" fmla="*/ 77 h 392"/>
                <a:gd name="T54" fmla="*/ 230 w 883"/>
                <a:gd name="T55" fmla="*/ 70 h 392"/>
                <a:gd name="T56" fmla="*/ 178 w 883"/>
                <a:gd name="T57" fmla="*/ 55 h 392"/>
                <a:gd name="T58" fmla="*/ 136 w 883"/>
                <a:gd name="T59" fmla="*/ 37 h 392"/>
                <a:gd name="T60" fmla="*/ 105 w 883"/>
                <a:gd name="T61" fmla="*/ 19 h 392"/>
                <a:gd name="T62" fmla="*/ 86 w 883"/>
                <a:gd name="T63" fmla="*/ 5 h 392"/>
                <a:gd name="T64" fmla="*/ 80 w 883"/>
                <a:gd name="T65" fmla="*/ 0 h 392"/>
                <a:gd name="T66" fmla="*/ 63 w 883"/>
                <a:gd name="T67" fmla="*/ 10 h 392"/>
                <a:gd name="T68" fmla="*/ 50 w 883"/>
                <a:gd name="T69" fmla="*/ 22 h 392"/>
                <a:gd name="T70" fmla="*/ 38 w 883"/>
                <a:gd name="T71" fmla="*/ 33 h 392"/>
                <a:gd name="T72" fmla="*/ 28 w 883"/>
                <a:gd name="T73" fmla="*/ 46 h 392"/>
                <a:gd name="T74" fmla="*/ 18 w 883"/>
                <a:gd name="T75" fmla="*/ 59 h 392"/>
                <a:gd name="T76" fmla="*/ 11 w 883"/>
                <a:gd name="T77" fmla="*/ 76 h 392"/>
                <a:gd name="T78" fmla="*/ 5 w 883"/>
                <a:gd name="T79" fmla="*/ 93 h 392"/>
                <a:gd name="T80" fmla="*/ 0 w 883"/>
                <a:gd name="T81" fmla="*/ 113 h 3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83"/>
                <a:gd name="T124" fmla="*/ 0 h 392"/>
                <a:gd name="T125" fmla="*/ 883 w 883"/>
                <a:gd name="T126" fmla="*/ 392 h 3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83" h="392">
                  <a:moveTo>
                    <a:pt x="0" y="227"/>
                  </a:moveTo>
                  <a:lnTo>
                    <a:pt x="15" y="221"/>
                  </a:lnTo>
                  <a:lnTo>
                    <a:pt x="35" y="217"/>
                  </a:lnTo>
                  <a:lnTo>
                    <a:pt x="55" y="213"/>
                  </a:lnTo>
                  <a:lnTo>
                    <a:pt x="76" y="213"/>
                  </a:lnTo>
                  <a:lnTo>
                    <a:pt x="96" y="213"/>
                  </a:lnTo>
                  <a:lnTo>
                    <a:pt x="118" y="216"/>
                  </a:lnTo>
                  <a:lnTo>
                    <a:pt x="136" y="220"/>
                  </a:lnTo>
                  <a:lnTo>
                    <a:pt x="153" y="227"/>
                  </a:lnTo>
                  <a:lnTo>
                    <a:pt x="197" y="290"/>
                  </a:lnTo>
                  <a:lnTo>
                    <a:pt x="239" y="335"/>
                  </a:lnTo>
                  <a:lnTo>
                    <a:pt x="283" y="364"/>
                  </a:lnTo>
                  <a:lnTo>
                    <a:pt x="331" y="382"/>
                  </a:lnTo>
                  <a:lnTo>
                    <a:pt x="382" y="390"/>
                  </a:lnTo>
                  <a:lnTo>
                    <a:pt x="441" y="392"/>
                  </a:lnTo>
                  <a:lnTo>
                    <a:pt x="511" y="391"/>
                  </a:lnTo>
                  <a:lnTo>
                    <a:pt x="594" y="391"/>
                  </a:lnTo>
                  <a:lnTo>
                    <a:pt x="634" y="362"/>
                  </a:lnTo>
                  <a:lnTo>
                    <a:pt x="674" y="336"/>
                  </a:lnTo>
                  <a:lnTo>
                    <a:pt x="712" y="307"/>
                  </a:lnTo>
                  <a:lnTo>
                    <a:pt x="751" y="277"/>
                  </a:lnTo>
                  <a:lnTo>
                    <a:pt x="787" y="242"/>
                  </a:lnTo>
                  <a:lnTo>
                    <a:pt x="821" y="203"/>
                  </a:lnTo>
                  <a:lnTo>
                    <a:pt x="852" y="158"/>
                  </a:lnTo>
                  <a:lnTo>
                    <a:pt x="883" y="108"/>
                  </a:lnTo>
                  <a:lnTo>
                    <a:pt x="725" y="146"/>
                  </a:lnTo>
                  <a:lnTo>
                    <a:pt x="583" y="154"/>
                  </a:lnTo>
                  <a:lnTo>
                    <a:pt x="459" y="139"/>
                  </a:lnTo>
                  <a:lnTo>
                    <a:pt x="355" y="111"/>
                  </a:lnTo>
                  <a:lnTo>
                    <a:pt x="271" y="74"/>
                  </a:lnTo>
                  <a:lnTo>
                    <a:pt x="209" y="38"/>
                  </a:lnTo>
                  <a:lnTo>
                    <a:pt x="172" y="10"/>
                  </a:lnTo>
                  <a:lnTo>
                    <a:pt x="159" y="0"/>
                  </a:lnTo>
                  <a:lnTo>
                    <a:pt x="125" y="20"/>
                  </a:lnTo>
                  <a:lnTo>
                    <a:pt x="99" y="43"/>
                  </a:lnTo>
                  <a:lnTo>
                    <a:pt x="75" y="65"/>
                  </a:lnTo>
                  <a:lnTo>
                    <a:pt x="55" y="92"/>
                  </a:lnTo>
                  <a:lnTo>
                    <a:pt x="36" y="119"/>
                  </a:lnTo>
                  <a:lnTo>
                    <a:pt x="22" y="151"/>
                  </a:lnTo>
                  <a:lnTo>
                    <a:pt x="10" y="186"/>
                  </a:lnTo>
                  <a:lnTo>
                    <a:pt x="0" y="227"/>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8" name="Freeform 28">
              <a:extLst>
                <a:ext uri="{FF2B5EF4-FFF2-40B4-BE49-F238E27FC236}">
                  <a16:creationId xmlns:a16="http://schemas.microsoft.com/office/drawing/2014/main" id="{7D0453C3-ED48-3F4D-AC6D-577951B23EFF}"/>
                </a:ext>
              </a:extLst>
            </p:cNvPr>
            <p:cNvSpPr>
              <a:spLocks/>
            </p:cNvSpPr>
            <p:nvPr/>
          </p:nvSpPr>
          <p:spPr bwMode="auto">
            <a:xfrm>
              <a:off x="4187" y="2909"/>
              <a:ext cx="100" cy="94"/>
            </a:xfrm>
            <a:custGeom>
              <a:avLst/>
              <a:gdLst>
                <a:gd name="T0" fmla="*/ 0 w 201"/>
                <a:gd name="T1" fmla="*/ 54 h 188"/>
                <a:gd name="T2" fmla="*/ 7 w 201"/>
                <a:gd name="T3" fmla="*/ 73 h 188"/>
                <a:gd name="T4" fmla="*/ 20 w 201"/>
                <a:gd name="T5" fmla="*/ 86 h 188"/>
                <a:gd name="T6" fmla="*/ 36 w 201"/>
                <a:gd name="T7" fmla="*/ 93 h 188"/>
                <a:gd name="T8" fmla="*/ 54 w 201"/>
                <a:gd name="T9" fmla="*/ 94 h 188"/>
                <a:gd name="T10" fmla="*/ 71 w 201"/>
                <a:gd name="T11" fmla="*/ 88 h 188"/>
                <a:gd name="T12" fmla="*/ 86 w 201"/>
                <a:gd name="T13" fmla="*/ 75 h 188"/>
                <a:gd name="T14" fmla="*/ 96 w 201"/>
                <a:gd name="T15" fmla="*/ 54 h 188"/>
                <a:gd name="T16" fmla="*/ 100 w 201"/>
                <a:gd name="T17" fmla="*/ 27 h 188"/>
                <a:gd name="T18" fmla="*/ 82 w 201"/>
                <a:gd name="T19" fmla="*/ 13 h 188"/>
                <a:gd name="T20" fmla="*/ 64 w 201"/>
                <a:gd name="T21" fmla="*/ 5 h 188"/>
                <a:gd name="T22" fmla="*/ 47 w 201"/>
                <a:gd name="T23" fmla="*/ 0 h 188"/>
                <a:gd name="T24" fmla="*/ 32 w 201"/>
                <a:gd name="T25" fmla="*/ 1 h 188"/>
                <a:gd name="T26" fmla="*/ 19 w 201"/>
                <a:gd name="T27" fmla="*/ 6 h 188"/>
                <a:gd name="T28" fmla="*/ 9 w 201"/>
                <a:gd name="T29" fmla="*/ 17 h 188"/>
                <a:gd name="T30" fmla="*/ 1 w 201"/>
                <a:gd name="T31" fmla="*/ 33 h 188"/>
                <a:gd name="T32" fmla="*/ 0 w 201"/>
                <a:gd name="T33" fmla="*/ 54 h 1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1"/>
                <a:gd name="T52" fmla="*/ 0 h 188"/>
                <a:gd name="T53" fmla="*/ 201 w 201"/>
                <a:gd name="T54" fmla="*/ 188 h 1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1" h="188">
                  <a:moveTo>
                    <a:pt x="0" y="109"/>
                  </a:moveTo>
                  <a:lnTo>
                    <a:pt x="15" y="146"/>
                  </a:lnTo>
                  <a:lnTo>
                    <a:pt x="41" y="172"/>
                  </a:lnTo>
                  <a:lnTo>
                    <a:pt x="73" y="186"/>
                  </a:lnTo>
                  <a:lnTo>
                    <a:pt x="109" y="188"/>
                  </a:lnTo>
                  <a:lnTo>
                    <a:pt x="143" y="176"/>
                  </a:lnTo>
                  <a:lnTo>
                    <a:pt x="172" y="150"/>
                  </a:lnTo>
                  <a:lnTo>
                    <a:pt x="192" y="109"/>
                  </a:lnTo>
                  <a:lnTo>
                    <a:pt x="201" y="54"/>
                  </a:lnTo>
                  <a:lnTo>
                    <a:pt x="164" y="27"/>
                  </a:lnTo>
                  <a:lnTo>
                    <a:pt x="129" y="9"/>
                  </a:lnTo>
                  <a:lnTo>
                    <a:pt x="95" y="0"/>
                  </a:lnTo>
                  <a:lnTo>
                    <a:pt x="65" y="2"/>
                  </a:lnTo>
                  <a:lnTo>
                    <a:pt x="38" y="12"/>
                  </a:lnTo>
                  <a:lnTo>
                    <a:pt x="18" y="34"/>
                  </a:lnTo>
                  <a:lnTo>
                    <a:pt x="3" y="66"/>
                  </a:lnTo>
                  <a:lnTo>
                    <a:pt x="0" y="109"/>
                  </a:lnTo>
                  <a:close/>
                </a:path>
              </a:pathLst>
            </a:custGeom>
            <a:solidFill>
              <a:srgbClr val="F0F0F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 name="Freeform 29">
              <a:extLst>
                <a:ext uri="{FF2B5EF4-FFF2-40B4-BE49-F238E27FC236}">
                  <a16:creationId xmlns:a16="http://schemas.microsoft.com/office/drawing/2014/main" id="{1C013361-6CC7-0D42-A3C8-815622670E16}"/>
                </a:ext>
              </a:extLst>
            </p:cNvPr>
            <p:cNvSpPr>
              <a:spLocks/>
            </p:cNvSpPr>
            <p:nvPr/>
          </p:nvSpPr>
          <p:spPr bwMode="auto">
            <a:xfrm>
              <a:off x="4085" y="2857"/>
              <a:ext cx="73" cy="69"/>
            </a:xfrm>
            <a:custGeom>
              <a:avLst/>
              <a:gdLst>
                <a:gd name="T0" fmla="*/ 5 w 145"/>
                <a:gd name="T1" fmla="*/ 37 h 138"/>
                <a:gd name="T2" fmla="*/ 0 w 145"/>
                <a:gd name="T3" fmla="*/ 53 h 138"/>
                <a:gd name="T4" fmla="*/ 2 w 145"/>
                <a:gd name="T5" fmla="*/ 63 h 138"/>
                <a:gd name="T6" fmla="*/ 9 w 145"/>
                <a:gd name="T7" fmla="*/ 68 h 138"/>
                <a:gd name="T8" fmla="*/ 20 w 145"/>
                <a:gd name="T9" fmla="*/ 69 h 138"/>
                <a:gd name="T10" fmla="*/ 33 w 145"/>
                <a:gd name="T11" fmla="*/ 66 h 138"/>
                <a:gd name="T12" fmla="*/ 47 w 145"/>
                <a:gd name="T13" fmla="*/ 60 h 138"/>
                <a:gd name="T14" fmla="*/ 61 w 145"/>
                <a:gd name="T15" fmla="*/ 53 h 138"/>
                <a:gd name="T16" fmla="*/ 73 w 145"/>
                <a:gd name="T17" fmla="*/ 44 h 138"/>
                <a:gd name="T18" fmla="*/ 70 w 145"/>
                <a:gd name="T19" fmla="*/ 26 h 138"/>
                <a:gd name="T20" fmla="*/ 65 w 145"/>
                <a:gd name="T21" fmla="*/ 13 h 138"/>
                <a:gd name="T22" fmla="*/ 57 w 145"/>
                <a:gd name="T23" fmla="*/ 4 h 138"/>
                <a:gd name="T24" fmla="*/ 49 w 145"/>
                <a:gd name="T25" fmla="*/ 0 h 138"/>
                <a:gd name="T26" fmla="*/ 39 w 145"/>
                <a:gd name="T27" fmla="*/ 0 h 138"/>
                <a:gd name="T28" fmla="*/ 28 w 145"/>
                <a:gd name="T29" fmla="*/ 6 h 138"/>
                <a:gd name="T30" fmla="*/ 17 w 145"/>
                <a:gd name="T31" fmla="*/ 18 h 138"/>
                <a:gd name="T32" fmla="*/ 5 w 145"/>
                <a:gd name="T33" fmla="*/ 37 h 1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8"/>
                <a:gd name="T53" fmla="*/ 145 w 145"/>
                <a:gd name="T54" fmla="*/ 138 h 13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8">
                  <a:moveTo>
                    <a:pt x="10" y="74"/>
                  </a:moveTo>
                  <a:lnTo>
                    <a:pt x="0" y="106"/>
                  </a:lnTo>
                  <a:lnTo>
                    <a:pt x="4" y="127"/>
                  </a:lnTo>
                  <a:lnTo>
                    <a:pt x="17" y="136"/>
                  </a:lnTo>
                  <a:lnTo>
                    <a:pt x="40" y="138"/>
                  </a:lnTo>
                  <a:lnTo>
                    <a:pt x="65" y="131"/>
                  </a:lnTo>
                  <a:lnTo>
                    <a:pt x="94" y="121"/>
                  </a:lnTo>
                  <a:lnTo>
                    <a:pt x="122" y="106"/>
                  </a:lnTo>
                  <a:lnTo>
                    <a:pt x="145" y="89"/>
                  </a:lnTo>
                  <a:lnTo>
                    <a:pt x="139" y="53"/>
                  </a:lnTo>
                  <a:lnTo>
                    <a:pt x="129" y="27"/>
                  </a:lnTo>
                  <a:lnTo>
                    <a:pt x="114" y="8"/>
                  </a:lnTo>
                  <a:lnTo>
                    <a:pt x="98" y="0"/>
                  </a:lnTo>
                  <a:lnTo>
                    <a:pt x="78" y="0"/>
                  </a:lnTo>
                  <a:lnTo>
                    <a:pt x="56" y="13"/>
                  </a:lnTo>
                  <a:lnTo>
                    <a:pt x="33" y="37"/>
                  </a:lnTo>
                  <a:lnTo>
                    <a:pt x="10" y="74"/>
                  </a:lnTo>
                  <a:close/>
                </a:path>
              </a:pathLst>
            </a:custGeom>
            <a:solidFill>
              <a:srgbClr val="F0F0F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 name="Freeform 30">
              <a:extLst>
                <a:ext uri="{FF2B5EF4-FFF2-40B4-BE49-F238E27FC236}">
                  <a16:creationId xmlns:a16="http://schemas.microsoft.com/office/drawing/2014/main" id="{B8D996EB-6A3A-4344-9862-1D2B9BFF4300}"/>
                </a:ext>
              </a:extLst>
            </p:cNvPr>
            <p:cNvSpPr>
              <a:spLocks/>
            </p:cNvSpPr>
            <p:nvPr/>
          </p:nvSpPr>
          <p:spPr bwMode="auto">
            <a:xfrm>
              <a:off x="4368" y="2842"/>
              <a:ext cx="602" cy="916"/>
            </a:xfrm>
            <a:custGeom>
              <a:avLst/>
              <a:gdLst>
                <a:gd name="T0" fmla="*/ 81 w 1204"/>
                <a:gd name="T1" fmla="*/ 0 h 1832"/>
                <a:gd name="T2" fmla="*/ 153 w 1204"/>
                <a:gd name="T3" fmla="*/ 27 h 1832"/>
                <a:gd name="T4" fmla="*/ 222 w 1204"/>
                <a:gd name="T5" fmla="*/ 62 h 1832"/>
                <a:gd name="T6" fmla="*/ 287 w 1204"/>
                <a:gd name="T7" fmla="*/ 106 h 1832"/>
                <a:gd name="T8" fmla="*/ 346 w 1204"/>
                <a:gd name="T9" fmla="*/ 155 h 1832"/>
                <a:gd name="T10" fmla="*/ 403 w 1204"/>
                <a:gd name="T11" fmla="*/ 210 h 1832"/>
                <a:gd name="T12" fmla="*/ 456 w 1204"/>
                <a:gd name="T13" fmla="*/ 270 h 1832"/>
                <a:gd name="T14" fmla="*/ 506 w 1204"/>
                <a:gd name="T15" fmla="*/ 335 h 1832"/>
                <a:gd name="T16" fmla="*/ 555 w 1204"/>
                <a:gd name="T17" fmla="*/ 404 h 1832"/>
                <a:gd name="T18" fmla="*/ 574 w 1204"/>
                <a:gd name="T19" fmla="*/ 468 h 1832"/>
                <a:gd name="T20" fmla="*/ 588 w 1204"/>
                <a:gd name="T21" fmla="*/ 525 h 1832"/>
                <a:gd name="T22" fmla="*/ 597 w 1204"/>
                <a:gd name="T23" fmla="*/ 575 h 1832"/>
                <a:gd name="T24" fmla="*/ 602 w 1204"/>
                <a:gd name="T25" fmla="*/ 624 h 1832"/>
                <a:gd name="T26" fmla="*/ 601 w 1204"/>
                <a:gd name="T27" fmla="*/ 671 h 1832"/>
                <a:gd name="T28" fmla="*/ 598 w 1204"/>
                <a:gd name="T29" fmla="*/ 723 h 1832"/>
                <a:gd name="T30" fmla="*/ 591 w 1204"/>
                <a:gd name="T31" fmla="*/ 780 h 1832"/>
                <a:gd name="T32" fmla="*/ 581 w 1204"/>
                <a:gd name="T33" fmla="*/ 848 h 1832"/>
                <a:gd name="T34" fmla="*/ 473 w 1204"/>
                <a:gd name="T35" fmla="*/ 879 h 1832"/>
                <a:gd name="T36" fmla="*/ 363 w 1204"/>
                <a:gd name="T37" fmla="*/ 904 h 1832"/>
                <a:gd name="T38" fmla="*/ 258 w 1204"/>
                <a:gd name="T39" fmla="*/ 916 h 1832"/>
                <a:gd name="T40" fmla="*/ 162 w 1204"/>
                <a:gd name="T41" fmla="*/ 909 h 1832"/>
                <a:gd name="T42" fmla="*/ 82 w 1204"/>
                <a:gd name="T43" fmla="*/ 874 h 1832"/>
                <a:gd name="T44" fmla="*/ 27 w 1204"/>
                <a:gd name="T45" fmla="*/ 807 h 1832"/>
                <a:gd name="T46" fmla="*/ 0 w 1204"/>
                <a:gd name="T47" fmla="*/ 701 h 1832"/>
                <a:gd name="T48" fmla="*/ 9 w 1204"/>
                <a:gd name="T49" fmla="*/ 550 h 1832"/>
                <a:gd name="T50" fmla="*/ 16 w 1204"/>
                <a:gd name="T51" fmla="*/ 542 h 1832"/>
                <a:gd name="T52" fmla="*/ 24 w 1204"/>
                <a:gd name="T53" fmla="*/ 533 h 1832"/>
                <a:gd name="T54" fmla="*/ 33 w 1204"/>
                <a:gd name="T55" fmla="*/ 525 h 1832"/>
                <a:gd name="T56" fmla="*/ 40 w 1204"/>
                <a:gd name="T57" fmla="*/ 518 h 1832"/>
                <a:gd name="T58" fmla="*/ 48 w 1204"/>
                <a:gd name="T59" fmla="*/ 509 h 1832"/>
                <a:gd name="T60" fmla="*/ 56 w 1204"/>
                <a:gd name="T61" fmla="*/ 501 h 1832"/>
                <a:gd name="T62" fmla="*/ 65 w 1204"/>
                <a:gd name="T63" fmla="*/ 493 h 1832"/>
                <a:gd name="T64" fmla="*/ 73 w 1204"/>
                <a:gd name="T65" fmla="*/ 485 h 1832"/>
                <a:gd name="T66" fmla="*/ 65 w 1204"/>
                <a:gd name="T67" fmla="*/ 466 h 1832"/>
                <a:gd name="T68" fmla="*/ 56 w 1204"/>
                <a:gd name="T69" fmla="*/ 447 h 1832"/>
                <a:gd name="T70" fmla="*/ 48 w 1204"/>
                <a:gd name="T71" fmla="*/ 428 h 1832"/>
                <a:gd name="T72" fmla="*/ 40 w 1204"/>
                <a:gd name="T73" fmla="*/ 409 h 1832"/>
                <a:gd name="T74" fmla="*/ 33 w 1204"/>
                <a:gd name="T75" fmla="*/ 389 h 1832"/>
                <a:gd name="T76" fmla="*/ 24 w 1204"/>
                <a:gd name="T77" fmla="*/ 370 h 1832"/>
                <a:gd name="T78" fmla="*/ 16 w 1204"/>
                <a:gd name="T79" fmla="*/ 351 h 1832"/>
                <a:gd name="T80" fmla="*/ 9 w 1204"/>
                <a:gd name="T81" fmla="*/ 332 h 1832"/>
                <a:gd name="T82" fmla="*/ 15 w 1204"/>
                <a:gd name="T83" fmla="*/ 314 h 1832"/>
                <a:gd name="T84" fmla="*/ 23 w 1204"/>
                <a:gd name="T85" fmla="*/ 296 h 1832"/>
                <a:gd name="T86" fmla="*/ 30 w 1204"/>
                <a:gd name="T87" fmla="*/ 278 h 1832"/>
                <a:gd name="T88" fmla="*/ 38 w 1204"/>
                <a:gd name="T89" fmla="*/ 261 h 1832"/>
                <a:gd name="T90" fmla="*/ 45 w 1204"/>
                <a:gd name="T91" fmla="*/ 242 h 1832"/>
                <a:gd name="T92" fmla="*/ 53 w 1204"/>
                <a:gd name="T93" fmla="*/ 225 h 1832"/>
                <a:gd name="T94" fmla="*/ 60 w 1204"/>
                <a:gd name="T95" fmla="*/ 208 h 1832"/>
                <a:gd name="T96" fmla="*/ 68 w 1204"/>
                <a:gd name="T97" fmla="*/ 191 h 1832"/>
                <a:gd name="T98" fmla="*/ 72 w 1204"/>
                <a:gd name="T99" fmla="*/ 168 h 1832"/>
                <a:gd name="T100" fmla="*/ 74 w 1204"/>
                <a:gd name="T101" fmla="*/ 144 h 1832"/>
                <a:gd name="T102" fmla="*/ 74 w 1204"/>
                <a:gd name="T103" fmla="*/ 119 h 1832"/>
                <a:gd name="T104" fmla="*/ 75 w 1204"/>
                <a:gd name="T105" fmla="*/ 96 h 1832"/>
                <a:gd name="T106" fmla="*/ 75 w 1204"/>
                <a:gd name="T107" fmla="*/ 70 h 1832"/>
                <a:gd name="T108" fmla="*/ 75 w 1204"/>
                <a:gd name="T109" fmla="*/ 46 h 1832"/>
                <a:gd name="T110" fmla="*/ 77 w 1204"/>
                <a:gd name="T111" fmla="*/ 22 h 1832"/>
                <a:gd name="T112" fmla="*/ 81 w 1204"/>
                <a:gd name="T113" fmla="*/ 0 h 18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04"/>
                <a:gd name="T172" fmla="*/ 0 h 1832"/>
                <a:gd name="T173" fmla="*/ 1204 w 1204"/>
                <a:gd name="T174" fmla="*/ 1832 h 18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04" h="1832">
                  <a:moveTo>
                    <a:pt x="163" y="0"/>
                  </a:moveTo>
                  <a:lnTo>
                    <a:pt x="307" y="54"/>
                  </a:lnTo>
                  <a:lnTo>
                    <a:pt x="445" y="125"/>
                  </a:lnTo>
                  <a:lnTo>
                    <a:pt x="573" y="211"/>
                  </a:lnTo>
                  <a:lnTo>
                    <a:pt x="693" y="310"/>
                  </a:lnTo>
                  <a:lnTo>
                    <a:pt x="806" y="420"/>
                  </a:lnTo>
                  <a:lnTo>
                    <a:pt x="913" y="540"/>
                  </a:lnTo>
                  <a:lnTo>
                    <a:pt x="1013" y="670"/>
                  </a:lnTo>
                  <a:lnTo>
                    <a:pt x="1110" y="808"/>
                  </a:lnTo>
                  <a:lnTo>
                    <a:pt x="1148" y="937"/>
                  </a:lnTo>
                  <a:lnTo>
                    <a:pt x="1176" y="1050"/>
                  </a:lnTo>
                  <a:lnTo>
                    <a:pt x="1194" y="1150"/>
                  </a:lnTo>
                  <a:lnTo>
                    <a:pt x="1204" y="1247"/>
                  </a:lnTo>
                  <a:lnTo>
                    <a:pt x="1202" y="1342"/>
                  </a:lnTo>
                  <a:lnTo>
                    <a:pt x="1196" y="1445"/>
                  </a:lnTo>
                  <a:lnTo>
                    <a:pt x="1181" y="1560"/>
                  </a:lnTo>
                  <a:lnTo>
                    <a:pt x="1162" y="1696"/>
                  </a:lnTo>
                  <a:lnTo>
                    <a:pt x="947" y="1758"/>
                  </a:lnTo>
                  <a:lnTo>
                    <a:pt x="727" y="1808"/>
                  </a:lnTo>
                  <a:lnTo>
                    <a:pt x="515" y="1832"/>
                  </a:lnTo>
                  <a:lnTo>
                    <a:pt x="325" y="1817"/>
                  </a:lnTo>
                  <a:lnTo>
                    <a:pt x="165" y="1747"/>
                  </a:lnTo>
                  <a:lnTo>
                    <a:pt x="54" y="1614"/>
                  </a:lnTo>
                  <a:lnTo>
                    <a:pt x="0" y="1401"/>
                  </a:lnTo>
                  <a:lnTo>
                    <a:pt x="17" y="1099"/>
                  </a:lnTo>
                  <a:lnTo>
                    <a:pt x="32" y="1083"/>
                  </a:lnTo>
                  <a:lnTo>
                    <a:pt x="49" y="1066"/>
                  </a:lnTo>
                  <a:lnTo>
                    <a:pt x="65" y="1050"/>
                  </a:lnTo>
                  <a:lnTo>
                    <a:pt x="81" y="1035"/>
                  </a:lnTo>
                  <a:lnTo>
                    <a:pt x="96" y="1019"/>
                  </a:lnTo>
                  <a:lnTo>
                    <a:pt x="113" y="1003"/>
                  </a:lnTo>
                  <a:lnTo>
                    <a:pt x="129" y="986"/>
                  </a:lnTo>
                  <a:lnTo>
                    <a:pt x="145" y="971"/>
                  </a:lnTo>
                  <a:lnTo>
                    <a:pt x="129" y="932"/>
                  </a:lnTo>
                  <a:lnTo>
                    <a:pt x="113" y="894"/>
                  </a:lnTo>
                  <a:lnTo>
                    <a:pt x="96" y="855"/>
                  </a:lnTo>
                  <a:lnTo>
                    <a:pt x="81" y="817"/>
                  </a:lnTo>
                  <a:lnTo>
                    <a:pt x="65" y="778"/>
                  </a:lnTo>
                  <a:lnTo>
                    <a:pt x="49" y="739"/>
                  </a:lnTo>
                  <a:lnTo>
                    <a:pt x="32" y="701"/>
                  </a:lnTo>
                  <a:lnTo>
                    <a:pt x="17" y="663"/>
                  </a:lnTo>
                  <a:lnTo>
                    <a:pt x="31" y="627"/>
                  </a:lnTo>
                  <a:lnTo>
                    <a:pt x="46" y="592"/>
                  </a:lnTo>
                  <a:lnTo>
                    <a:pt x="61" y="555"/>
                  </a:lnTo>
                  <a:lnTo>
                    <a:pt x="76" y="521"/>
                  </a:lnTo>
                  <a:lnTo>
                    <a:pt x="91" y="485"/>
                  </a:lnTo>
                  <a:lnTo>
                    <a:pt x="106" y="450"/>
                  </a:lnTo>
                  <a:lnTo>
                    <a:pt x="121" y="415"/>
                  </a:lnTo>
                  <a:lnTo>
                    <a:pt x="136" y="381"/>
                  </a:lnTo>
                  <a:lnTo>
                    <a:pt x="144" y="336"/>
                  </a:lnTo>
                  <a:lnTo>
                    <a:pt x="148" y="288"/>
                  </a:lnTo>
                  <a:lnTo>
                    <a:pt x="148" y="239"/>
                  </a:lnTo>
                  <a:lnTo>
                    <a:pt x="149" y="191"/>
                  </a:lnTo>
                  <a:lnTo>
                    <a:pt x="149" y="140"/>
                  </a:lnTo>
                  <a:lnTo>
                    <a:pt x="150" y="92"/>
                  </a:lnTo>
                  <a:lnTo>
                    <a:pt x="154" y="44"/>
                  </a:lnTo>
                  <a:lnTo>
                    <a:pt x="163"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 name="Freeform 31">
              <a:extLst>
                <a:ext uri="{FF2B5EF4-FFF2-40B4-BE49-F238E27FC236}">
                  <a16:creationId xmlns:a16="http://schemas.microsoft.com/office/drawing/2014/main" id="{C22FD341-1FB6-4D4B-9009-5FEE6A623BFB}"/>
                </a:ext>
              </a:extLst>
            </p:cNvPr>
            <p:cNvSpPr>
              <a:spLocks/>
            </p:cNvSpPr>
            <p:nvPr/>
          </p:nvSpPr>
          <p:spPr bwMode="auto">
            <a:xfrm>
              <a:off x="4377" y="2842"/>
              <a:ext cx="588" cy="902"/>
            </a:xfrm>
            <a:custGeom>
              <a:avLst/>
              <a:gdLst>
                <a:gd name="T0" fmla="*/ 73 w 1177"/>
                <a:gd name="T1" fmla="*/ 0 h 1806"/>
                <a:gd name="T2" fmla="*/ 145 w 1177"/>
                <a:gd name="T3" fmla="*/ 27 h 1806"/>
                <a:gd name="T4" fmla="*/ 212 w 1177"/>
                <a:gd name="T5" fmla="*/ 62 h 1806"/>
                <a:gd name="T6" fmla="*/ 276 w 1177"/>
                <a:gd name="T7" fmla="*/ 105 h 1806"/>
                <a:gd name="T8" fmla="*/ 335 w 1177"/>
                <a:gd name="T9" fmla="*/ 155 h 1806"/>
                <a:gd name="T10" fmla="*/ 391 w 1177"/>
                <a:gd name="T11" fmla="*/ 209 h 1806"/>
                <a:gd name="T12" fmla="*/ 444 w 1177"/>
                <a:gd name="T13" fmla="*/ 269 h 1806"/>
                <a:gd name="T14" fmla="*/ 493 w 1177"/>
                <a:gd name="T15" fmla="*/ 334 h 1806"/>
                <a:gd name="T16" fmla="*/ 542 w 1177"/>
                <a:gd name="T17" fmla="*/ 403 h 1806"/>
                <a:gd name="T18" fmla="*/ 560 w 1177"/>
                <a:gd name="T19" fmla="*/ 467 h 1806"/>
                <a:gd name="T20" fmla="*/ 575 w 1177"/>
                <a:gd name="T21" fmla="*/ 522 h 1806"/>
                <a:gd name="T22" fmla="*/ 584 w 1177"/>
                <a:gd name="T23" fmla="*/ 571 h 1806"/>
                <a:gd name="T24" fmla="*/ 588 w 1177"/>
                <a:gd name="T25" fmla="*/ 619 h 1806"/>
                <a:gd name="T26" fmla="*/ 588 w 1177"/>
                <a:gd name="T27" fmla="*/ 665 h 1806"/>
                <a:gd name="T28" fmla="*/ 584 w 1177"/>
                <a:gd name="T29" fmla="*/ 716 h 1806"/>
                <a:gd name="T30" fmla="*/ 577 w 1177"/>
                <a:gd name="T31" fmla="*/ 773 h 1806"/>
                <a:gd name="T32" fmla="*/ 568 w 1177"/>
                <a:gd name="T33" fmla="*/ 841 h 1806"/>
                <a:gd name="T34" fmla="*/ 461 w 1177"/>
                <a:gd name="T35" fmla="*/ 872 h 1806"/>
                <a:gd name="T36" fmla="*/ 354 w 1177"/>
                <a:gd name="T37" fmla="*/ 895 h 1806"/>
                <a:gd name="T38" fmla="*/ 251 w 1177"/>
                <a:gd name="T39" fmla="*/ 902 h 1806"/>
                <a:gd name="T40" fmla="*/ 160 w 1177"/>
                <a:gd name="T41" fmla="*/ 891 h 1806"/>
                <a:gd name="T42" fmla="*/ 83 w 1177"/>
                <a:gd name="T43" fmla="*/ 854 h 1806"/>
                <a:gd name="T44" fmla="*/ 30 w 1177"/>
                <a:gd name="T45" fmla="*/ 787 h 1806"/>
                <a:gd name="T46" fmla="*/ 4 w 1177"/>
                <a:gd name="T47" fmla="*/ 685 h 1806"/>
                <a:gd name="T48" fmla="*/ 11 w 1177"/>
                <a:gd name="T49" fmla="*/ 544 h 1806"/>
                <a:gd name="T50" fmla="*/ 18 w 1177"/>
                <a:gd name="T51" fmla="*/ 535 h 1806"/>
                <a:gd name="T52" fmla="*/ 25 w 1177"/>
                <a:gd name="T53" fmla="*/ 528 h 1806"/>
                <a:gd name="T54" fmla="*/ 31 w 1177"/>
                <a:gd name="T55" fmla="*/ 521 h 1806"/>
                <a:gd name="T56" fmla="*/ 38 w 1177"/>
                <a:gd name="T57" fmla="*/ 514 h 1806"/>
                <a:gd name="T58" fmla="*/ 43 w 1177"/>
                <a:gd name="T59" fmla="*/ 507 h 1806"/>
                <a:gd name="T60" fmla="*/ 49 w 1177"/>
                <a:gd name="T61" fmla="*/ 500 h 1806"/>
                <a:gd name="T62" fmla="*/ 56 w 1177"/>
                <a:gd name="T63" fmla="*/ 492 h 1806"/>
                <a:gd name="T64" fmla="*/ 64 w 1177"/>
                <a:gd name="T65" fmla="*/ 485 h 1806"/>
                <a:gd name="T66" fmla="*/ 56 w 1177"/>
                <a:gd name="T67" fmla="*/ 465 h 1806"/>
                <a:gd name="T68" fmla="*/ 48 w 1177"/>
                <a:gd name="T69" fmla="*/ 447 h 1806"/>
                <a:gd name="T70" fmla="*/ 39 w 1177"/>
                <a:gd name="T71" fmla="*/ 427 h 1806"/>
                <a:gd name="T72" fmla="*/ 32 w 1177"/>
                <a:gd name="T73" fmla="*/ 408 h 1806"/>
                <a:gd name="T74" fmla="*/ 24 w 1177"/>
                <a:gd name="T75" fmla="*/ 389 h 1806"/>
                <a:gd name="T76" fmla="*/ 16 w 1177"/>
                <a:gd name="T77" fmla="*/ 369 h 1806"/>
                <a:gd name="T78" fmla="*/ 7 w 1177"/>
                <a:gd name="T79" fmla="*/ 350 h 1806"/>
                <a:gd name="T80" fmla="*/ 0 w 1177"/>
                <a:gd name="T81" fmla="*/ 331 h 1806"/>
                <a:gd name="T82" fmla="*/ 7 w 1177"/>
                <a:gd name="T83" fmla="*/ 313 h 1806"/>
                <a:gd name="T84" fmla="*/ 14 w 1177"/>
                <a:gd name="T85" fmla="*/ 296 h 1806"/>
                <a:gd name="T86" fmla="*/ 22 w 1177"/>
                <a:gd name="T87" fmla="*/ 277 h 1806"/>
                <a:gd name="T88" fmla="*/ 29 w 1177"/>
                <a:gd name="T89" fmla="*/ 260 h 1806"/>
                <a:gd name="T90" fmla="*/ 37 w 1177"/>
                <a:gd name="T91" fmla="*/ 242 h 1806"/>
                <a:gd name="T92" fmla="*/ 44 w 1177"/>
                <a:gd name="T93" fmla="*/ 225 h 1806"/>
                <a:gd name="T94" fmla="*/ 52 w 1177"/>
                <a:gd name="T95" fmla="*/ 207 h 1806"/>
                <a:gd name="T96" fmla="*/ 59 w 1177"/>
                <a:gd name="T97" fmla="*/ 190 h 1806"/>
                <a:gd name="T98" fmla="*/ 63 w 1177"/>
                <a:gd name="T99" fmla="*/ 168 h 1806"/>
                <a:gd name="T100" fmla="*/ 65 w 1177"/>
                <a:gd name="T101" fmla="*/ 144 h 1806"/>
                <a:gd name="T102" fmla="*/ 65 w 1177"/>
                <a:gd name="T103" fmla="*/ 119 h 1806"/>
                <a:gd name="T104" fmla="*/ 66 w 1177"/>
                <a:gd name="T105" fmla="*/ 95 h 1806"/>
                <a:gd name="T106" fmla="*/ 66 w 1177"/>
                <a:gd name="T107" fmla="*/ 70 h 1806"/>
                <a:gd name="T108" fmla="*/ 66 w 1177"/>
                <a:gd name="T109" fmla="*/ 46 h 1806"/>
                <a:gd name="T110" fmla="*/ 68 w 1177"/>
                <a:gd name="T111" fmla="*/ 22 h 1806"/>
                <a:gd name="T112" fmla="*/ 73 w 1177"/>
                <a:gd name="T113" fmla="*/ 0 h 18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77"/>
                <a:gd name="T172" fmla="*/ 0 h 1806"/>
                <a:gd name="T173" fmla="*/ 1177 w 1177"/>
                <a:gd name="T174" fmla="*/ 1806 h 180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77" h="1806">
                  <a:moveTo>
                    <a:pt x="146" y="0"/>
                  </a:moveTo>
                  <a:lnTo>
                    <a:pt x="290" y="54"/>
                  </a:lnTo>
                  <a:lnTo>
                    <a:pt x="425" y="125"/>
                  </a:lnTo>
                  <a:lnTo>
                    <a:pt x="552" y="211"/>
                  </a:lnTo>
                  <a:lnTo>
                    <a:pt x="671" y="310"/>
                  </a:lnTo>
                  <a:lnTo>
                    <a:pt x="783" y="419"/>
                  </a:lnTo>
                  <a:lnTo>
                    <a:pt x="888" y="539"/>
                  </a:lnTo>
                  <a:lnTo>
                    <a:pt x="987" y="668"/>
                  </a:lnTo>
                  <a:lnTo>
                    <a:pt x="1084" y="806"/>
                  </a:lnTo>
                  <a:lnTo>
                    <a:pt x="1121" y="935"/>
                  </a:lnTo>
                  <a:lnTo>
                    <a:pt x="1150" y="1046"/>
                  </a:lnTo>
                  <a:lnTo>
                    <a:pt x="1168" y="1144"/>
                  </a:lnTo>
                  <a:lnTo>
                    <a:pt x="1177" y="1239"/>
                  </a:lnTo>
                  <a:lnTo>
                    <a:pt x="1177" y="1332"/>
                  </a:lnTo>
                  <a:lnTo>
                    <a:pt x="1169" y="1434"/>
                  </a:lnTo>
                  <a:lnTo>
                    <a:pt x="1155" y="1548"/>
                  </a:lnTo>
                  <a:lnTo>
                    <a:pt x="1136" y="1683"/>
                  </a:lnTo>
                  <a:lnTo>
                    <a:pt x="922" y="1746"/>
                  </a:lnTo>
                  <a:lnTo>
                    <a:pt x="709" y="1791"/>
                  </a:lnTo>
                  <a:lnTo>
                    <a:pt x="503" y="1806"/>
                  </a:lnTo>
                  <a:lnTo>
                    <a:pt x="320" y="1783"/>
                  </a:lnTo>
                  <a:lnTo>
                    <a:pt x="167" y="1709"/>
                  </a:lnTo>
                  <a:lnTo>
                    <a:pt x="61" y="1576"/>
                  </a:lnTo>
                  <a:lnTo>
                    <a:pt x="8" y="1372"/>
                  </a:lnTo>
                  <a:lnTo>
                    <a:pt x="23" y="1089"/>
                  </a:lnTo>
                  <a:lnTo>
                    <a:pt x="37" y="1071"/>
                  </a:lnTo>
                  <a:lnTo>
                    <a:pt x="50" y="1058"/>
                  </a:lnTo>
                  <a:lnTo>
                    <a:pt x="63" y="1043"/>
                  </a:lnTo>
                  <a:lnTo>
                    <a:pt x="76" y="1030"/>
                  </a:lnTo>
                  <a:lnTo>
                    <a:pt x="87" y="1015"/>
                  </a:lnTo>
                  <a:lnTo>
                    <a:pt x="99" y="1001"/>
                  </a:lnTo>
                  <a:lnTo>
                    <a:pt x="112" y="986"/>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 name="Freeform 32">
              <a:extLst>
                <a:ext uri="{FF2B5EF4-FFF2-40B4-BE49-F238E27FC236}">
                  <a16:creationId xmlns:a16="http://schemas.microsoft.com/office/drawing/2014/main" id="{525FFA2D-24D2-2048-9D9B-3DB716570269}"/>
                </a:ext>
              </a:extLst>
            </p:cNvPr>
            <p:cNvSpPr>
              <a:spLocks/>
            </p:cNvSpPr>
            <p:nvPr/>
          </p:nvSpPr>
          <p:spPr bwMode="auto">
            <a:xfrm>
              <a:off x="4377" y="2842"/>
              <a:ext cx="584" cy="889"/>
            </a:xfrm>
            <a:custGeom>
              <a:avLst/>
              <a:gdLst>
                <a:gd name="T0" fmla="*/ 73 w 1168"/>
                <a:gd name="T1" fmla="*/ 0 h 1779"/>
                <a:gd name="T2" fmla="*/ 145 w 1168"/>
                <a:gd name="T3" fmla="*/ 27 h 1779"/>
                <a:gd name="T4" fmla="*/ 212 w 1168"/>
                <a:gd name="T5" fmla="*/ 62 h 1779"/>
                <a:gd name="T6" fmla="*/ 275 w 1168"/>
                <a:gd name="T7" fmla="*/ 104 h 1779"/>
                <a:gd name="T8" fmla="*/ 333 w 1168"/>
                <a:gd name="T9" fmla="*/ 154 h 1779"/>
                <a:gd name="T10" fmla="*/ 388 w 1168"/>
                <a:gd name="T11" fmla="*/ 208 h 1779"/>
                <a:gd name="T12" fmla="*/ 439 w 1168"/>
                <a:gd name="T13" fmla="*/ 269 h 1779"/>
                <a:gd name="T14" fmla="*/ 488 w 1168"/>
                <a:gd name="T15" fmla="*/ 333 h 1779"/>
                <a:gd name="T16" fmla="*/ 537 w 1168"/>
                <a:gd name="T17" fmla="*/ 402 h 1779"/>
                <a:gd name="T18" fmla="*/ 556 w 1168"/>
                <a:gd name="T19" fmla="*/ 466 h 1779"/>
                <a:gd name="T20" fmla="*/ 570 w 1168"/>
                <a:gd name="T21" fmla="*/ 521 h 1779"/>
                <a:gd name="T22" fmla="*/ 579 w 1168"/>
                <a:gd name="T23" fmla="*/ 570 h 1779"/>
                <a:gd name="T24" fmla="*/ 584 w 1168"/>
                <a:gd name="T25" fmla="*/ 616 h 1779"/>
                <a:gd name="T26" fmla="*/ 584 w 1168"/>
                <a:gd name="T27" fmla="*/ 662 h 1779"/>
                <a:gd name="T28" fmla="*/ 580 w 1168"/>
                <a:gd name="T29" fmla="*/ 712 h 1779"/>
                <a:gd name="T30" fmla="*/ 574 w 1168"/>
                <a:gd name="T31" fmla="*/ 768 h 1779"/>
                <a:gd name="T32" fmla="*/ 564 w 1168"/>
                <a:gd name="T33" fmla="*/ 835 h 1779"/>
                <a:gd name="T34" fmla="*/ 458 w 1168"/>
                <a:gd name="T35" fmla="*/ 866 h 1779"/>
                <a:gd name="T36" fmla="*/ 353 w 1168"/>
                <a:gd name="T37" fmla="*/ 886 h 1779"/>
                <a:gd name="T38" fmla="*/ 253 w 1168"/>
                <a:gd name="T39" fmla="*/ 889 h 1779"/>
                <a:gd name="T40" fmla="*/ 165 w 1168"/>
                <a:gd name="T41" fmla="*/ 874 h 1779"/>
                <a:gd name="T42" fmla="*/ 92 w 1168"/>
                <a:gd name="T43" fmla="*/ 834 h 1779"/>
                <a:gd name="T44" fmla="*/ 41 w 1168"/>
                <a:gd name="T45" fmla="*/ 768 h 1779"/>
                <a:gd name="T46" fmla="*/ 16 w 1168"/>
                <a:gd name="T47" fmla="*/ 670 h 1779"/>
                <a:gd name="T48" fmla="*/ 22 w 1168"/>
                <a:gd name="T49" fmla="*/ 539 h 1779"/>
                <a:gd name="T50" fmla="*/ 28 w 1168"/>
                <a:gd name="T51" fmla="*/ 530 h 1779"/>
                <a:gd name="T52" fmla="*/ 34 w 1168"/>
                <a:gd name="T53" fmla="*/ 524 h 1779"/>
                <a:gd name="T54" fmla="*/ 38 w 1168"/>
                <a:gd name="T55" fmla="*/ 517 h 1779"/>
                <a:gd name="T56" fmla="*/ 43 w 1168"/>
                <a:gd name="T57" fmla="*/ 512 h 1779"/>
                <a:gd name="T58" fmla="*/ 46 w 1168"/>
                <a:gd name="T59" fmla="*/ 505 h 1779"/>
                <a:gd name="T60" fmla="*/ 51 w 1168"/>
                <a:gd name="T61" fmla="*/ 499 h 1779"/>
                <a:gd name="T62" fmla="*/ 56 w 1168"/>
                <a:gd name="T63" fmla="*/ 492 h 1779"/>
                <a:gd name="T64" fmla="*/ 64 w 1168"/>
                <a:gd name="T65" fmla="*/ 485 h 1779"/>
                <a:gd name="T66" fmla="*/ 56 w 1168"/>
                <a:gd name="T67" fmla="*/ 466 h 1779"/>
                <a:gd name="T68" fmla="*/ 48 w 1168"/>
                <a:gd name="T69" fmla="*/ 447 h 1779"/>
                <a:gd name="T70" fmla="*/ 39 w 1168"/>
                <a:gd name="T71" fmla="*/ 427 h 1779"/>
                <a:gd name="T72" fmla="*/ 32 w 1168"/>
                <a:gd name="T73" fmla="*/ 408 h 1779"/>
                <a:gd name="T74" fmla="*/ 24 w 1168"/>
                <a:gd name="T75" fmla="*/ 389 h 1779"/>
                <a:gd name="T76" fmla="*/ 16 w 1168"/>
                <a:gd name="T77" fmla="*/ 369 h 1779"/>
                <a:gd name="T78" fmla="*/ 7 w 1168"/>
                <a:gd name="T79" fmla="*/ 350 h 1779"/>
                <a:gd name="T80" fmla="*/ 0 w 1168"/>
                <a:gd name="T81" fmla="*/ 331 h 1779"/>
                <a:gd name="T82" fmla="*/ 7 w 1168"/>
                <a:gd name="T83" fmla="*/ 313 h 1779"/>
                <a:gd name="T84" fmla="*/ 14 w 1168"/>
                <a:gd name="T85" fmla="*/ 296 h 1779"/>
                <a:gd name="T86" fmla="*/ 22 w 1168"/>
                <a:gd name="T87" fmla="*/ 277 h 1779"/>
                <a:gd name="T88" fmla="*/ 29 w 1168"/>
                <a:gd name="T89" fmla="*/ 260 h 1779"/>
                <a:gd name="T90" fmla="*/ 37 w 1168"/>
                <a:gd name="T91" fmla="*/ 242 h 1779"/>
                <a:gd name="T92" fmla="*/ 44 w 1168"/>
                <a:gd name="T93" fmla="*/ 225 h 1779"/>
                <a:gd name="T94" fmla="*/ 52 w 1168"/>
                <a:gd name="T95" fmla="*/ 207 h 1779"/>
                <a:gd name="T96" fmla="*/ 59 w 1168"/>
                <a:gd name="T97" fmla="*/ 190 h 1779"/>
                <a:gd name="T98" fmla="*/ 63 w 1168"/>
                <a:gd name="T99" fmla="*/ 168 h 1779"/>
                <a:gd name="T100" fmla="*/ 66 w 1168"/>
                <a:gd name="T101" fmla="*/ 144 h 1779"/>
                <a:gd name="T102" fmla="*/ 66 w 1168"/>
                <a:gd name="T103" fmla="*/ 119 h 1779"/>
                <a:gd name="T104" fmla="*/ 66 w 1168"/>
                <a:gd name="T105" fmla="*/ 95 h 1779"/>
                <a:gd name="T106" fmla="*/ 66 w 1168"/>
                <a:gd name="T107" fmla="*/ 70 h 1779"/>
                <a:gd name="T108" fmla="*/ 67 w 1168"/>
                <a:gd name="T109" fmla="*/ 46 h 1779"/>
                <a:gd name="T110" fmla="*/ 69 w 1168"/>
                <a:gd name="T111" fmla="*/ 22 h 1779"/>
                <a:gd name="T112" fmla="*/ 73 w 1168"/>
                <a:gd name="T113" fmla="*/ 0 h 17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68"/>
                <a:gd name="T172" fmla="*/ 0 h 1779"/>
                <a:gd name="T173" fmla="*/ 1168 w 1168"/>
                <a:gd name="T174" fmla="*/ 1779 h 17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68" h="1779">
                  <a:moveTo>
                    <a:pt x="146" y="0"/>
                  </a:moveTo>
                  <a:lnTo>
                    <a:pt x="290" y="54"/>
                  </a:lnTo>
                  <a:lnTo>
                    <a:pt x="424" y="124"/>
                  </a:lnTo>
                  <a:lnTo>
                    <a:pt x="550" y="209"/>
                  </a:lnTo>
                  <a:lnTo>
                    <a:pt x="667" y="308"/>
                  </a:lnTo>
                  <a:lnTo>
                    <a:pt x="777" y="417"/>
                  </a:lnTo>
                  <a:lnTo>
                    <a:pt x="879" y="538"/>
                  </a:lnTo>
                  <a:lnTo>
                    <a:pt x="977" y="667"/>
                  </a:lnTo>
                  <a:lnTo>
                    <a:pt x="1073" y="805"/>
                  </a:lnTo>
                  <a:lnTo>
                    <a:pt x="1111" y="932"/>
                  </a:lnTo>
                  <a:lnTo>
                    <a:pt x="1140" y="1043"/>
                  </a:lnTo>
                  <a:lnTo>
                    <a:pt x="1158" y="1140"/>
                  </a:lnTo>
                  <a:lnTo>
                    <a:pt x="1168" y="1233"/>
                  </a:lnTo>
                  <a:lnTo>
                    <a:pt x="1168" y="1325"/>
                  </a:lnTo>
                  <a:lnTo>
                    <a:pt x="1160" y="1424"/>
                  </a:lnTo>
                  <a:lnTo>
                    <a:pt x="1147" y="1536"/>
                  </a:lnTo>
                  <a:lnTo>
                    <a:pt x="1128" y="1670"/>
                  </a:lnTo>
                  <a:lnTo>
                    <a:pt x="916" y="1733"/>
                  </a:lnTo>
                  <a:lnTo>
                    <a:pt x="706" y="1773"/>
                  </a:lnTo>
                  <a:lnTo>
                    <a:pt x="507" y="1779"/>
                  </a:lnTo>
                  <a:lnTo>
                    <a:pt x="331" y="1749"/>
                  </a:lnTo>
                  <a:lnTo>
                    <a:pt x="185" y="1669"/>
                  </a:lnTo>
                  <a:lnTo>
                    <a:pt x="82" y="1536"/>
                  </a:lnTo>
                  <a:lnTo>
                    <a:pt x="32" y="1341"/>
                  </a:lnTo>
                  <a:lnTo>
                    <a:pt x="44" y="1078"/>
                  </a:lnTo>
                  <a:lnTo>
                    <a:pt x="57" y="1061"/>
                  </a:lnTo>
                  <a:lnTo>
                    <a:pt x="68" y="1049"/>
                  </a:lnTo>
                  <a:lnTo>
                    <a:pt x="77" y="1035"/>
                  </a:lnTo>
                  <a:lnTo>
                    <a:pt x="86" y="1024"/>
                  </a:lnTo>
                  <a:lnTo>
                    <a:pt x="93" y="1011"/>
                  </a:lnTo>
                  <a:lnTo>
                    <a:pt x="103" y="999"/>
                  </a:lnTo>
                  <a:lnTo>
                    <a:pt x="113"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 name="Freeform 33">
              <a:extLst>
                <a:ext uri="{FF2B5EF4-FFF2-40B4-BE49-F238E27FC236}">
                  <a16:creationId xmlns:a16="http://schemas.microsoft.com/office/drawing/2014/main" id="{4CE26FA2-DEC7-034C-B1D5-5DD84538A5E9}"/>
                </a:ext>
              </a:extLst>
            </p:cNvPr>
            <p:cNvSpPr>
              <a:spLocks/>
            </p:cNvSpPr>
            <p:nvPr/>
          </p:nvSpPr>
          <p:spPr bwMode="auto">
            <a:xfrm>
              <a:off x="4377" y="2842"/>
              <a:ext cx="580" cy="877"/>
            </a:xfrm>
            <a:custGeom>
              <a:avLst/>
              <a:gdLst>
                <a:gd name="T0" fmla="*/ 73 w 1159"/>
                <a:gd name="T1" fmla="*/ 0 h 1756"/>
                <a:gd name="T2" fmla="*/ 145 w 1159"/>
                <a:gd name="T3" fmla="*/ 27 h 1756"/>
                <a:gd name="T4" fmla="*/ 212 w 1159"/>
                <a:gd name="T5" fmla="*/ 62 h 1756"/>
                <a:gd name="T6" fmla="*/ 273 w 1159"/>
                <a:gd name="T7" fmla="*/ 104 h 1756"/>
                <a:gd name="T8" fmla="*/ 331 w 1159"/>
                <a:gd name="T9" fmla="*/ 153 h 1756"/>
                <a:gd name="T10" fmla="*/ 385 w 1159"/>
                <a:gd name="T11" fmla="*/ 208 h 1756"/>
                <a:gd name="T12" fmla="*/ 436 w 1159"/>
                <a:gd name="T13" fmla="*/ 268 h 1756"/>
                <a:gd name="T14" fmla="*/ 485 w 1159"/>
                <a:gd name="T15" fmla="*/ 332 h 1756"/>
                <a:gd name="T16" fmla="*/ 533 w 1159"/>
                <a:gd name="T17" fmla="*/ 401 h 1756"/>
                <a:gd name="T18" fmla="*/ 552 w 1159"/>
                <a:gd name="T19" fmla="*/ 464 h 1756"/>
                <a:gd name="T20" fmla="*/ 566 w 1159"/>
                <a:gd name="T21" fmla="*/ 519 h 1756"/>
                <a:gd name="T22" fmla="*/ 575 w 1159"/>
                <a:gd name="T23" fmla="*/ 567 h 1756"/>
                <a:gd name="T24" fmla="*/ 580 w 1159"/>
                <a:gd name="T25" fmla="*/ 613 h 1756"/>
                <a:gd name="T26" fmla="*/ 580 w 1159"/>
                <a:gd name="T27" fmla="*/ 657 h 1756"/>
                <a:gd name="T28" fmla="*/ 577 w 1159"/>
                <a:gd name="T29" fmla="*/ 706 h 1756"/>
                <a:gd name="T30" fmla="*/ 570 w 1159"/>
                <a:gd name="T31" fmla="*/ 762 h 1756"/>
                <a:gd name="T32" fmla="*/ 560 w 1159"/>
                <a:gd name="T33" fmla="*/ 829 h 1756"/>
                <a:gd name="T34" fmla="*/ 456 w 1159"/>
                <a:gd name="T35" fmla="*/ 860 h 1756"/>
                <a:gd name="T36" fmla="*/ 353 w 1159"/>
                <a:gd name="T37" fmla="*/ 877 h 1756"/>
                <a:gd name="T38" fmla="*/ 256 w 1159"/>
                <a:gd name="T39" fmla="*/ 876 h 1756"/>
                <a:gd name="T40" fmla="*/ 172 w 1159"/>
                <a:gd name="T41" fmla="*/ 857 h 1756"/>
                <a:gd name="T42" fmla="*/ 101 w 1159"/>
                <a:gd name="T43" fmla="*/ 814 h 1756"/>
                <a:gd name="T44" fmla="*/ 52 w 1159"/>
                <a:gd name="T45" fmla="*/ 749 h 1756"/>
                <a:gd name="T46" fmla="*/ 27 w 1159"/>
                <a:gd name="T47" fmla="*/ 655 h 1756"/>
                <a:gd name="T48" fmla="*/ 33 w 1159"/>
                <a:gd name="T49" fmla="*/ 533 h 1756"/>
                <a:gd name="T50" fmla="*/ 39 w 1159"/>
                <a:gd name="T51" fmla="*/ 525 h 1756"/>
                <a:gd name="T52" fmla="*/ 44 w 1159"/>
                <a:gd name="T53" fmla="*/ 519 h 1756"/>
                <a:gd name="T54" fmla="*/ 46 w 1159"/>
                <a:gd name="T55" fmla="*/ 514 h 1756"/>
                <a:gd name="T56" fmla="*/ 49 w 1159"/>
                <a:gd name="T57" fmla="*/ 509 h 1756"/>
                <a:gd name="T58" fmla="*/ 51 w 1159"/>
                <a:gd name="T59" fmla="*/ 503 h 1756"/>
                <a:gd name="T60" fmla="*/ 53 w 1159"/>
                <a:gd name="T61" fmla="*/ 498 h 1756"/>
                <a:gd name="T62" fmla="*/ 57 w 1159"/>
                <a:gd name="T63" fmla="*/ 492 h 1756"/>
                <a:gd name="T64" fmla="*/ 64 w 1159"/>
                <a:gd name="T65" fmla="*/ 485 h 1756"/>
                <a:gd name="T66" fmla="*/ 56 w 1159"/>
                <a:gd name="T67" fmla="*/ 465 h 1756"/>
                <a:gd name="T68" fmla="*/ 48 w 1159"/>
                <a:gd name="T69" fmla="*/ 446 h 1756"/>
                <a:gd name="T70" fmla="*/ 40 w 1159"/>
                <a:gd name="T71" fmla="*/ 427 h 1756"/>
                <a:gd name="T72" fmla="*/ 32 w 1159"/>
                <a:gd name="T73" fmla="*/ 408 h 1756"/>
                <a:gd name="T74" fmla="*/ 24 w 1159"/>
                <a:gd name="T75" fmla="*/ 389 h 1756"/>
                <a:gd name="T76" fmla="*/ 16 w 1159"/>
                <a:gd name="T77" fmla="*/ 369 h 1756"/>
                <a:gd name="T78" fmla="*/ 8 w 1159"/>
                <a:gd name="T79" fmla="*/ 350 h 1756"/>
                <a:gd name="T80" fmla="*/ 0 w 1159"/>
                <a:gd name="T81" fmla="*/ 331 h 1756"/>
                <a:gd name="T82" fmla="*/ 7 w 1159"/>
                <a:gd name="T83" fmla="*/ 313 h 1756"/>
                <a:gd name="T84" fmla="*/ 15 w 1159"/>
                <a:gd name="T85" fmla="*/ 296 h 1756"/>
                <a:gd name="T86" fmla="*/ 22 w 1159"/>
                <a:gd name="T87" fmla="*/ 277 h 1756"/>
                <a:gd name="T88" fmla="*/ 30 w 1159"/>
                <a:gd name="T89" fmla="*/ 260 h 1756"/>
                <a:gd name="T90" fmla="*/ 37 w 1159"/>
                <a:gd name="T91" fmla="*/ 242 h 1756"/>
                <a:gd name="T92" fmla="*/ 45 w 1159"/>
                <a:gd name="T93" fmla="*/ 225 h 1756"/>
                <a:gd name="T94" fmla="*/ 52 w 1159"/>
                <a:gd name="T95" fmla="*/ 207 h 1756"/>
                <a:gd name="T96" fmla="*/ 60 w 1159"/>
                <a:gd name="T97" fmla="*/ 190 h 1756"/>
                <a:gd name="T98" fmla="*/ 64 w 1159"/>
                <a:gd name="T99" fmla="*/ 168 h 1756"/>
                <a:gd name="T100" fmla="*/ 66 w 1159"/>
                <a:gd name="T101" fmla="*/ 144 h 1756"/>
                <a:gd name="T102" fmla="*/ 66 w 1159"/>
                <a:gd name="T103" fmla="*/ 119 h 1756"/>
                <a:gd name="T104" fmla="*/ 66 w 1159"/>
                <a:gd name="T105" fmla="*/ 95 h 1756"/>
                <a:gd name="T106" fmla="*/ 66 w 1159"/>
                <a:gd name="T107" fmla="*/ 70 h 1756"/>
                <a:gd name="T108" fmla="*/ 67 w 1159"/>
                <a:gd name="T109" fmla="*/ 46 h 1756"/>
                <a:gd name="T110" fmla="*/ 69 w 1159"/>
                <a:gd name="T111" fmla="*/ 22 h 1756"/>
                <a:gd name="T112" fmla="*/ 73 w 1159"/>
                <a:gd name="T113" fmla="*/ 0 h 17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59"/>
                <a:gd name="T172" fmla="*/ 0 h 1756"/>
                <a:gd name="T173" fmla="*/ 1159 w 1159"/>
                <a:gd name="T174" fmla="*/ 1756 h 17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59" h="1756">
                  <a:moveTo>
                    <a:pt x="146" y="0"/>
                  </a:moveTo>
                  <a:lnTo>
                    <a:pt x="290" y="54"/>
                  </a:lnTo>
                  <a:lnTo>
                    <a:pt x="423" y="124"/>
                  </a:lnTo>
                  <a:lnTo>
                    <a:pt x="546" y="209"/>
                  </a:lnTo>
                  <a:lnTo>
                    <a:pt x="662" y="307"/>
                  </a:lnTo>
                  <a:lnTo>
                    <a:pt x="769" y="416"/>
                  </a:lnTo>
                  <a:lnTo>
                    <a:pt x="872" y="536"/>
                  </a:lnTo>
                  <a:lnTo>
                    <a:pt x="970" y="664"/>
                  </a:lnTo>
                  <a:lnTo>
                    <a:pt x="1065" y="802"/>
                  </a:lnTo>
                  <a:lnTo>
                    <a:pt x="1103" y="930"/>
                  </a:lnTo>
                  <a:lnTo>
                    <a:pt x="1131" y="1040"/>
                  </a:lnTo>
                  <a:lnTo>
                    <a:pt x="1149" y="1135"/>
                  </a:lnTo>
                  <a:lnTo>
                    <a:pt x="1159" y="1227"/>
                  </a:lnTo>
                  <a:lnTo>
                    <a:pt x="1159" y="1316"/>
                  </a:lnTo>
                  <a:lnTo>
                    <a:pt x="1153" y="1414"/>
                  </a:lnTo>
                  <a:lnTo>
                    <a:pt x="1139" y="1526"/>
                  </a:lnTo>
                  <a:lnTo>
                    <a:pt x="1120" y="1660"/>
                  </a:lnTo>
                  <a:lnTo>
                    <a:pt x="911" y="1722"/>
                  </a:lnTo>
                  <a:lnTo>
                    <a:pt x="705" y="1756"/>
                  </a:lnTo>
                  <a:lnTo>
                    <a:pt x="512" y="1754"/>
                  </a:lnTo>
                  <a:lnTo>
                    <a:pt x="343" y="1716"/>
                  </a:lnTo>
                  <a:lnTo>
                    <a:pt x="202" y="1630"/>
                  </a:lnTo>
                  <a:lnTo>
                    <a:pt x="104" y="1499"/>
                  </a:lnTo>
                  <a:lnTo>
                    <a:pt x="54" y="1311"/>
                  </a:lnTo>
                  <a:lnTo>
                    <a:pt x="66" y="1068"/>
                  </a:lnTo>
                  <a:lnTo>
                    <a:pt x="78" y="1051"/>
                  </a:lnTo>
                  <a:lnTo>
                    <a:pt x="87" y="1040"/>
                  </a:lnTo>
                  <a:lnTo>
                    <a:pt x="92" y="1029"/>
                  </a:lnTo>
                  <a:lnTo>
                    <a:pt x="97" y="1019"/>
                  </a:lnTo>
                  <a:lnTo>
                    <a:pt x="101" y="1008"/>
                  </a:lnTo>
                  <a:lnTo>
                    <a:pt x="106" y="998"/>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 name="Freeform 34">
              <a:extLst>
                <a:ext uri="{FF2B5EF4-FFF2-40B4-BE49-F238E27FC236}">
                  <a16:creationId xmlns:a16="http://schemas.microsoft.com/office/drawing/2014/main" id="{DEB73264-F13F-324A-B8FF-921239687291}"/>
                </a:ext>
              </a:extLst>
            </p:cNvPr>
            <p:cNvSpPr>
              <a:spLocks/>
            </p:cNvSpPr>
            <p:nvPr/>
          </p:nvSpPr>
          <p:spPr bwMode="auto">
            <a:xfrm>
              <a:off x="4377" y="2842"/>
              <a:ext cx="575" cy="869"/>
            </a:xfrm>
            <a:custGeom>
              <a:avLst/>
              <a:gdLst>
                <a:gd name="T0" fmla="*/ 73 w 1149"/>
                <a:gd name="T1" fmla="*/ 0 h 1738"/>
                <a:gd name="T2" fmla="*/ 145 w 1149"/>
                <a:gd name="T3" fmla="*/ 27 h 1738"/>
                <a:gd name="T4" fmla="*/ 211 w 1149"/>
                <a:gd name="T5" fmla="*/ 62 h 1738"/>
                <a:gd name="T6" fmla="*/ 272 w 1149"/>
                <a:gd name="T7" fmla="*/ 105 h 1738"/>
                <a:gd name="T8" fmla="*/ 329 w 1149"/>
                <a:gd name="T9" fmla="*/ 154 h 1738"/>
                <a:gd name="T10" fmla="*/ 382 w 1149"/>
                <a:gd name="T11" fmla="*/ 208 h 1738"/>
                <a:gd name="T12" fmla="*/ 432 w 1149"/>
                <a:gd name="T13" fmla="*/ 268 h 1738"/>
                <a:gd name="T14" fmla="*/ 480 w 1149"/>
                <a:gd name="T15" fmla="*/ 332 h 1738"/>
                <a:gd name="T16" fmla="*/ 527 w 1149"/>
                <a:gd name="T17" fmla="*/ 401 h 1738"/>
                <a:gd name="T18" fmla="*/ 546 w 1149"/>
                <a:gd name="T19" fmla="*/ 465 h 1738"/>
                <a:gd name="T20" fmla="*/ 560 w 1149"/>
                <a:gd name="T21" fmla="*/ 518 h 1738"/>
                <a:gd name="T22" fmla="*/ 569 w 1149"/>
                <a:gd name="T23" fmla="*/ 565 h 1738"/>
                <a:gd name="T24" fmla="*/ 574 w 1149"/>
                <a:gd name="T25" fmla="*/ 610 h 1738"/>
                <a:gd name="T26" fmla="*/ 575 w 1149"/>
                <a:gd name="T27" fmla="*/ 654 h 1738"/>
                <a:gd name="T28" fmla="*/ 572 w 1149"/>
                <a:gd name="T29" fmla="*/ 702 h 1738"/>
                <a:gd name="T30" fmla="*/ 565 w 1149"/>
                <a:gd name="T31" fmla="*/ 757 h 1738"/>
                <a:gd name="T32" fmla="*/ 556 w 1149"/>
                <a:gd name="T33" fmla="*/ 825 h 1738"/>
                <a:gd name="T34" fmla="*/ 452 w 1149"/>
                <a:gd name="T35" fmla="*/ 856 h 1738"/>
                <a:gd name="T36" fmla="*/ 352 w 1149"/>
                <a:gd name="T37" fmla="*/ 869 h 1738"/>
                <a:gd name="T38" fmla="*/ 258 w 1149"/>
                <a:gd name="T39" fmla="*/ 864 h 1738"/>
                <a:gd name="T40" fmla="*/ 177 w 1149"/>
                <a:gd name="T41" fmla="*/ 841 h 1738"/>
                <a:gd name="T42" fmla="*/ 110 w 1149"/>
                <a:gd name="T43" fmla="*/ 796 h 1738"/>
                <a:gd name="T44" fmla="*/ 63 w 1149"/>
                <a:gd name="T45" fmla="*/ 730 h 1738"/>
                <a:gd name="T46" fmla="*/ 39 w 1149"/>
                <a:gd name="T47" fmla="*/ 641 h 1738"/>
                <a:gd name="T48" fmla="*/ 44 w 1149"/>
                <a:gd name="T49" fmla="*/ 529 h 1738"/>
                <a:gd name="T50" fmla="*/ 50 w 1149"/>
                <a:gd name="T51" fmla="*/ 522 h 1738"/>
                <a:gd name="T52" fmla="*/ 53 w 1149"/>
                <a:gd name="T53" fmla="*/ 516 h 1738"/>
                <a:gd name="T54" fmla="*/ 54 w 1149"/>
                <a:gd name="T55" fmla="*/ 510 h 1738"/>
                <a:gd name="T56" fmla="*/ 54 w 1149"/>
                <a:gd name="T57" fmla="*/ 507 h 1738"/>
                <a:gd name="T58" fmla="*/ 54 w 1149"/>
                <a:gd name="T59" fmla="*/ 502 h 1738"/>
                <a:gd name="T60" fmla="*/ 55 w 1149"/>
                <a:gd name="T61" fmla="*/ 498 h 1738"/>
                <a:gd name="T62" fmla="*/ 57 w 1149"/>
                <a:gd name="T63" fmla="*/ 492 h 1738"/>
                <a:gd name="T64" fmla="*/ 64 w 1149"/>
                <a:gd name="T65" fmla="*/ 485 h 1738"/>
                <a:gd name="T66" fmla="*/ 56 w 1149"/>
                <a:gd name="T67" fmla="*/ 466 h 1738"/>
                <a:gd name="T68" fmla="*/ 48 w 1149"/>
                <a:gd name="T69" fmla="*/ 447 h 1738"/>
                <a:gd name="T70" fmla="*/ 40 w 1149"/>
                <a:gd name="T71" fmla="*/ 428 h 1738"/>
                <a:gd name="T72" fmla="*/ 32 w 1149"/>
                <a:gd name="T73" fmla="*/ 409 h 1738"/>
                <a:gd name="T74" fmla="*/ 24 w 1149"/>
                <a:gd name="T75" fmla="*/ 389 h 1738"/>
                <a:gd name="T76" fmla="*/ 16 w 1149"/>
                <a:gd name="T77" fmla="*/ 370 h 1738"/>
                <a:gd name="T78" fmla="*/ 8 w 1149"/>
                <a:gd name="T79" fmla="*/ 351 h 1738"/>
                <a:gd name="T80" fmla="*/ 0 w 1149"/>
                <a:gd name="T81" fmla="*/ 332 h 1738"/>
                <a:gd name="T82" fmla="*/ 7 w 1149"/>
                <a:gd name="T83" fmla="*/ 314 h 1738"/>
                <a:gd name="T84" fmla="*/ 15 w 1149"/>
                <a:gd name="T85" fmla="*/ 296 h 1738"/>
                <a:gd name="T86" fmla="*/ 22 w 1149"/>
                <a:gd name="T87" fmla="*/ 278 h 1738"/>
                <a:gd name="T88" fmla="*/ 30 w 1149"/>
                <a:gd name="T89" fmla="*/ 261 h 1738"/>
                <a:gd name="T90" fmla="*/ 37 w 1149"/>
                <a:gd name="T91" fmla="*/ 242 h 1738"/>
                <a:gd name="T92" fmla="*/ 45 w 1149"/>
                <a:gd name="T93" fmla="*/ 225 h 1738"/>
                <a:gd name="T94" fmla="*/ 52 w 1149"/>
                <a:gd name="T95" fmla="*/ 208 h 1738"/>
                <a:gd name="T96" fmla="*/ 60 w 1149"/>
                <a:gd name="T97" fmla="*/ 191 h 1738"/>
                <a:gd name="T98" fmla="*/ 64 w 1149"/>
                <a:gd name="T99" fmla="*/ 168 h 1738"/>
                <a:gd name="T100" fmla="*/ 66 w 1149"/>
                <a:gd name="T101" fmla="*/ 144 h 1738"/>
                <a:gd name="T102" fmla="*/ 66 w 1149"/>
                <a:gd name="T103" fmla="*/ 119 h 1738"/>
                <a:gd name="T104" fmla="*/ 66 w 1149"/>
                <a:gd name="T105" fmla="*/ 96 h 1738"/>
                <a:gd name="T106" fmla="*/ 66 w 1149"/>
                <a:gd name="T107" fmla="*/ 70 h 1738"/>
                <a:gd name="T108" fmla="*/ 67 w 1149"/>
                <a:gd name="T109" fmla="*/ 46 h 1738"/>
                <a:gd name="T110" fmla="*/ 69 w 1149"/>
                <a:gd name="T111" fmla="*/ 22 h 1738"/>
                <a:gd name="T112" fmla="*/ 73 w 1149"/>
                <a:gd name="T113" fmla="*/ 0 h 173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9"/>
                <a:gd name="T172" fmla="*/ 0 h 1738"/>
                <a:gd name="T173" fmla="*/ 1149 w 1149"/>
                <a:gd name="T174" fmla="*/ 1738 h 173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9" h="1738">
                  <a:moveTo>
                    <a:pt x="146" y="0"/>
                  </a:moveTo>
                  <a:lnTo>
                    <a:pt x="289" y="54"/>
                  </a:lnTo>
                  <a:lnTo>
                    <a:pt x="422" y="124"/>
                  </a:lnTo>
                  <a:lnTo>
                    <a:pt x="543" y="209"/>
                  </a:lnTo>
                  <a:lnTo>
                    <a:pt x="657" y="307"/>
                  </a:lnTo>
                  <a:lnTo>
                    <a:pt x="763" y="415"/>
                  </a:lnTo>
                  <a:lnTo>
                    <a:pt x="864" y="535"/>
                  </a:lnTo>
                  <a:lnTo>
                    <a:pt x="960" y="664"/>
                  </a:lnTo>
                  <a:lnTo>
                    <a:pt x="1054" y="802"/>
                  </a:lnTo>
                  <a:lnTo>
                    <a:pt x="1091" y="930"/>
                  </a:lnTo>
                  <a:lnTo>
                    <a:pt x="1120" y="1036"/>
                  </a:lnTo>
                  <a:lnTo>
                    <a:pt x="1138" y="1130"/>
                  </a:lnTo>
                  <a:lnTo>
                    <a:pt x="1148" y="1219"/>
                  </a:lnTo>
                  <a:lnTo>
                    <a:pt x="1149" y="1307"/>
                  </a:lnTo>
                  <a:lnTo>
                    <a:pt x="1143" y="1404"/>
                  </a:lnTo>
                  <a:lnTo>
                    <a:pt x="1129" y="1514"/>
                  </a:lnTo>
                  <a:lnTo>
                    <a:pt x="1111" y="1649"/>
                  </a:lnTo>
                  <a:lnTo>
                    <a:pt x="903" y="1711"/>
                  </a:lnTo>
                  <a:lnTo>
                    <a:pt x="703" y="1738"/>
                  </a:lnTo>
                  <a:lnTo>
                    <a:pt x="516" y="1728"/>
                  </a:lnTo>
                  <a:lnTo>
                    <a:pt x="353" y="1682"/>
                  </a:lnTo>
                  <a:lnTo>
                    <a:pt x="220" y="1592"/>
                  </a:lnTo>
                  <a:lnTo>
                    <a:pt x="126" y="1460"/>
                  </a:lnTo>
                  <a:lnTo>
                    <a:pt x="78" y="1282"/>
                  </a:lnTo>
                  <a:lnTo>
                    <a:pt x="88" y="1058"/>
                  </a:lnTo>
                  <a:lnTo>
                    <a:pt x="99" y="1043"/>
                  </a:lnTo>
                  <a:lnTo>
                    <a:pt x="106" y="1031"/>
                  </a:lnTo>
                  <a:lnTo>
                    <a:pt x="107" y="1021"/>
                  </a:lnTo>
                  <a:lnTo>
                    <a:pt x="108" y="1014"/>
                  </a:lnTo>
                  <a:lnTo>
                    <a:pt x="107" y="1005"/>
                  </a:lnTo>
                  <a:lnTo>
                    <a:pt x="109" y="996"/>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 name="Freeform 35">
              <a:extLst>
                <a:ext uri="{FF2B5EF4-FFF2-40B4-BE49-F238E27FC236}">
                  <a16:creationId xmlns:a16="http://schemas.microsoft.com/office/drawing/2014/main" id="{F84A9891-63D9-E748-B9D7-B47EBD660C4B}"/>
                </a:ext>
              </a:extLst>
            </p:cNvPr>
            <p:cNvSpPr>
              <a:spLocks/>
            </p:cNvSpPr>
            <p:nvPr/>
          </p:nvSpPr>
          <p:spPr bwMode="auto">
            <a:xfrm>
              <a:off x="4377" y="2842"/>
              <a:ext cx="570" cy="860"/>
            </a:xfrm>
            <a:custGeom>
              <a:avLst/>
              <a:gdLst>
                <a:gd name="T0" fmla="*/ 73 w 1140"/>
                <a:gd name="T1" fmla="*/ 0 h 1721"/>
                <a:gd name="T2" fmla="*/ 144 w 1140"/>
                <a:gd name="T3" fmla="*/ 27 h 1721"/>
                <a:gd name="T4" fmla="*/ 209 w 1140"/>
                <a:gd name="T5" fmla="*/ 62 h 1721"/>
                <a:gd name="T6" fmla="*/ 270 w 1140"/>
                <a:gd name="T7" fmla="*/ 104 h 1721"/>
                <a:gd name="T8" fmla="*/ 326 w 1140"/>
                <a:gd name="T9" fmla="*/ 153 h 1721"/>
                <a:gd name="T10" fmla="*/ 377 w 1140"/>
                <a:gd name="T11" fmla="*/ 207 h 1721"/>
                <a:gd name="T12" fmla="*/ 428 w 1140"/>
                <a:gd name="T13" fmla="*/ 267 h 1721"/>
                <a:gd name="T14" fmla="*/ 475 w 1140"/>
                <a:gd name="T15" fmla="*/ 331 h 1721"/>
                <a:gd name="T16" fmla="*/ 523 w 1140"/>
                <a:gd name="T17" fmla="*/ 400 h 1721"/>
                <a:gd name="T18" fmla="*/ 542 w 1140"/>
                <a:gd name="T19" fmla="*/ 463 h 1721"/>
                <a:gd name="T20" fmla="*/ 556 w 1140"/>
                <a:gd name="T21" fmla="*/ 517 h 1721"/>
                <a:gd name="T22" fmla="*/ 565 w 1140"/>
                <a:gd name="T23" fmla="*/ 563 h 1721"/>
                <a:gd name="T24" fmla="*/ 570 w 1140"/>
                <a:gd name="T25" fmla="*/ 606 h 1721"/>
                <a:gd name="T26" fmla="*/ 570 w 1140"/>
                <a:gd name="T27" fmla="*/ 649 h 1721"/>
                <a:gd name="T28" fmla="*/ 567 w 1140"/>
                <a:gd name="T29" fmla="*/ 697 h 1721"/>
                <a:gd name="T30" fmla="*/ 560 w 1140"/>
                <a:gd name="T31" fmla="*/ 752 h 1721"/>
                <a:gd name="T32" fmla="*/ 552 w 1140"/>
                <a:gd name="T33" fmla="*/ 818 h 1721"/>
                <a:gd name="T34" fmla="*/ 448 w 1140"/>
                <a:gd name="T35" fmla="*/ 849 h 1721"/>
                <a:gd name="T36" fmla="*/ 350 w 1140"/>
                <a:gd name="T37" fmla="*/ 860 h 1721"/>
                <a:gd name="T38" fmla="*/ 261 w 1140"/>
                <a:gd name="T39" fmla="*/ 851 h 1721"/>
                <a:gd name="T40" fmla="*/ 182 w 1140"/>
                <a:gd name="T41" fmla="*/ 824 h 1721"/>
                <a:gd name="T42" fmla="*/ 118 w 1140"/>
                <a:gd name="T43" fmla="*/ 777 h 1721"/>
                <a:gd name="T44" fmla="*/ 74 w 1140"/>
                <a:gd name="T45" fmla="*/ 711 h 1721"/>
                <a:gd name="T46" fmla="*/ 51 w 1140"/>
                <a:gd name="T47" fmla="*/ 626 h 1721"/>
                <a:gd name="T48" fmla="*/ 54 w 1140"/>
                <a:gd name="T49" fmla="*/ 524 h 1721"/>
                <a:gd name="T50" fmla="*/ 59 w 1140"/>
                <a:gd name="T51" fmla="*/ 516 h 1721"/>
                <a:gd name="T52" fmla="*/ 61 w 1140"/>
                <a:gd name="T53" fmla="*/ 511 h 1721"/>
                <a:gd name="T54" fmla="*/ 60 w 1140"/>
                <a:gd name="T55" fmla="*/ 507 h 1721"/>
                <a:gd name="T56" fmla="*/ 59 w 1140"/>
                <a:gd name="T57" fmla="*/ 504 h 1721"/>
                <a:gd name="T58" fmla="*/ 56 w 1140"/>
                <a:gd name="T59" fmla="*/ 500 h 1721"/>
                <a:gd name="T60" fmla="*/ 56 w 1140"/>
                <a:gd name="T61" fmla="*/ 497 h 1721"/>
                <a:gd name="T62" fmla="*/ 58 w 1140"/>
                <a:gd name="T63" fmla="*/ 492 h 1721"/>
                <a:gd name="T64" fmla="*/ 64 w 1140"/>
                <a:gd name="T65" fmla="*/ 485 h 1721"/>
                <a:gd name="T66" fmla="*/ 56 w 1140"/>
                <a:gd name="T67" fmla="*/ 466 h 1721"/>
                <a:gd name="T68" fmla="*/ 48 w 1140"/>
                <a:gd name="T69" fmla="*/ 447 h 1721"/>
                <a:gd name="T70" fmla="*/ 39 w 1140"/>
                <a:gd name="T71" fmla="*/ 427 h 1721"/>
                <a:gd name="T72" fmla="*/ 32 w 1140"/>
                <a:gd name="T73" fmla="*/ 408 h 1721"/>
                <a:gd name="T74" fmla="*/ 24 w 1140"/>
                <a:gd name="T75" fmla="*/ 389 h 1721"/>
                <a:gd name="T76" fmla="*/ 16 w 1140"/>
                <a:gd name="T77" fmla="*/ 369 h 1721"/>
                <a:gd name="T78" fmla="*/ 7 w 1140"/>
                <a:gd name="T79" fmla="*/ 350 h 1721"/>
                <a:gd name="T80" fmla="*/ 0 w 1140"/>
                <a:gd name="T81" fmla="*/ 331 h 1721"/>
                <a:gd name="T82" fmla="*/ 7 w 1140"/>
                <a:gd name="T83" fmla="*/ 313 h 1721"/>
                <a:gd name="T84" fmla="*/ 14 w 1140"/>
                <a:gd name="T85" fmla="*/ 296 h 1721"/>
                <a:gd name="T86" fmla="*/ 22 w 1140"/>
                <a:gd name="T87" fmla="*/ 277 h 1721"/>
                <a:gd name="T88" fmla="*/ 29 w 1140"/>
                <a:gd name="T89" fmla="*/ 260 h 1721"/>
                <a:gd name="T90" fmla="*/ 37 w 1140"/>
                <a:gd name="T91" fmla="*/ 242 h 1721"/>
                <a:gd name="T92" fmla="*/ 44 w 1140"/>
                <a:gd name="T93" fmla="*/ 225 h 1721"/>
                <a:gd name="T94" fmla="*/ 52 w 1140"/>
                <a:gd name="T95" fmla="*/ 207 h 1721"/>
                <a:gd name="T96" fmla="*/ 59 w 1140"/>
                <a:gd name="T97" fmla="*/ 190 h 1721"/>
                <a:gd name="T98" fmla="*/ 63 w 1140"/>
                <a:gd name="T99" fmla="*/ 168 h 1721"/>
                <a:gd name="T100" fmla="*/ 66 w 1140"/>
                <a:gd name="T101" fmla="*/ 144 h 1721"/>
                <a:gd name="T102" fmla="*/ 66 w 1140"/>
                <a:gd name="T103" fmla="*/ 119 h 1721"/>
                <a:gd name="T104" fmla="*/ 66 w 1140"/>
                <a:gd name="T105" fmla="*/ 95 h 1721"/>
                <a:gd name="T106" fmla="*/ 66 w 1140"/>
                <a:gd name="T107" fmla="*/ 70 h 1721"/>
                <a:gd name="T108" fmla="*/ 67 w 1140"/>
                <a:gd name="T109" fmla="*/ 46 h 1721"/>
                <a:gd name="T110" fmla="*/ 69 w 1140"/>
                <a:gd name="T111" fmla="*/ 22 h 1721"/>
                <a:gd name="T112" fmla="*/ 73 w 1140"/>
                <a:gd name="T113" fmla="*/ 0 h 172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0"/>
                <a:gd name="T172" fmla="*/ 0 h 1721"/>
                <a:gd name="T173" fmla="*/ 1140 w 1140"/>
                <a:gd name="T174" fmla="*/ 1721 h 172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0" h="1721">
                  <a:moveTo>
                    <a:pt x="146" y="0"/>
                  </a:moveTo>
                  <a:lnTo>
                    <a:pt x="289" y="54"/>
                  </a:lnTo>
                  <a:lnTo>
                    <a:pt x="419" y="124"/>
                  </a:lnTo>
                  <a:lnTo>
                    <a:pt x="540" y="208"/>
                  </a:lnTo>
                  <a:lnTo>
                    <a:pt x="652" y="306"/>
                  </a:lnTo>
                  <a:lnTo>
                    <a:pt x="755" y="415"/>
                  </a:lnTo>
                  <a:lnTo>
                    <a:pt x="856" y="535"/>
                  </a:lnTo>
                  <a:lnTo>
                    <a:pt x="950" y="663"/>
                  </a:lnTo>
                  <a:lnTo>
                    <a:pt x="1045" y="801"/>
                  </a:lnTo>
                  <a:lnTo>
                    <a:pt x="1083" y="927"/>
                  </a:lnTo>
                  <a:lnTo>
                    <a:pt x="1111" y="1035"/>
                  </a:lnTo>
                  <a:lnTo>
                    <a:pt x="1129" y="1127"/>
                  </a:lnTo>
                  <a:lnTo>
                    <a:pt x="1140" y="1213"/>
                  </a:lnTo>
                  <a:lnTo>
                    <a:pt x="1140" y="1298"/>
                  </a:lnTo>
                  <a:lnTo>
                    <a:pt x="1134" y="1394"/>
                  </a:lnTo>
                  <a:lnTo>
                    <a:pt x="1120" y="1504"/>
                  </a:lnTo>
                  <a:lnTo>
                    <a:pt x="1103" y="1637"/>
                  </a:lnTo>
                  <a:lnTo>
                    <a:pt x="896" y="1698"/>
                  </a:lnTo>
                  <a:lnTo>
                    <a:pt x="700" y="1721"/>
                  </a:lnTo>
                  <a:lnTo>
                    <a:pt x="521" y="1703"/>
                  </a:lnTo>
                  <a:lnTo>
                    <a:pt x="365" y="1648"/>
                  </a:lnTo>
                  <a:lnTo>
                    <a:pt x="237" y="1554"/>
                  </a:lnTo>
                  <a:lnTo>
                    <a:pt x="148" y="1422"/>
                  </a:lnTo>
                  <a:lnTo>
                    <a:pt x="103" y="1253"/>
                  </a:lnTo>
                  <a:lnTo>
                    <a:pt x="109" y="1048"/>
                  </a:lnTo>
                  <a:lnTo>
                    <a:pt x="119" y="1033"/>
                  </a:lnTo>
                  <a:lnTo>
                    <a:pt x="123" y="1023"/>
                  </a:lnTo>
                  <a:lnTo>
                    <a:pt x="121" y="1014"/>
                  </a:lnTo>
                  <a:lnTo>
                    <a:pt x="118" y="1009"/>
                  </a:lnTo>
                  <a:lnTo>
                    <a:pt x="113" y="1001"/>
                  </a:lnTo>
                  <a:lnTo>
                    <a:pt x="113" y="995"/>
                  </a:lnTo>
                  <a:lnTo>
                    <a:pt x="116"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 name="Freeform 36">
              <a:extLst>
                <a:ext uri="{FF2B5EF4-FFF2-40B4-BE49-F238E27FC236}">
                  <a16:creationId xmlns:a16="http://schemas.microsoft.com/office/drawing/2014/main" id="{6129383B-4629-4548-9569-011268BC891B}"/>
                </a:ext>
              </a:extLst>
            </p:cNvPr>
            <p:cNvSpPr>
              <a:spLocks/>
            </p:cNvSpPr>
            <p:nvPr/>
          </p:nvSpPr>
          <p:spPr bwMode="auto">
            <a:xfrm>
              <a:off x="4377" y="2842"/>
              <a:ext cx="566" cy="851"/>
            </a:xfrm>
            <a:custGeom>
              <a:avLst/>
              <a:gdLst>
                <a:gd name="T0" fmla="*/ 73 w 1131"/>
                <a:gd name="T1" fmla="*/ 0 h 1703"/>
                <a:gd name="T2" fmla="*/ 145 w 1131"/>
                <a:gd name="T3" fmla="*/ 27 h 1703"/>
                <a:gd name="T4" fmla="*/ 210 w 1131"/>
                <a:gd name="T5" fmla="*/ 62 h 1703"/>
                <a:gd name="T6" fmla="*/ 269 w 1131"/>
                <a:gd name="T7" fmla="*/ 104 h 1703"/>
                <a:gd name="T8" fmla="*/ 325 w 1131"/>
                <a:gd name="T9" fmla="*/ 153 h 1703"/>
                <a:gd name="T10" fmla="*/ 375 w 1131"/>
                <a:gd name="T11" fmla="*/ 207 h 1703"/>
                <a:gd name="T12" fmla="*/ 424 w 1131"/>
                <a:gd name="T13" fmla="*/ 266 h 1703"/>
                <a:gd name="T14" fmla="*/ 471 w 1131"/>
                <a:gd name="T15" fmla="*/ 331 h 1703"/>
                <a:gd name="T16" fmla="*/ 518 w 1131"/>
                <a:gd name="T17" fmla="*/ 400 h 1703"/>
                <a:gd name="T18" fmla="*/ 537 w 1131"/>
                <a:gd name="T19" fmla="*/ 463 h 1703"/>
                <a:gd name="T20" fmla="*/ 551 w 1131"/>
                <a:gd name="T21" fmla="*/ 515 h 1703"/>
                <a:gd name="T22" fmla="*/ 560 w 1131"/>
                <a:gd name="T23" fmla="*/ 561 h 1703"/>
                <a:gd name="T24" fmla="*/ 565 w 1131"/>
                <a:gd name="T25" fmla="*/ 603 h 1703"/>
                <a:gd name="T26" fmla="*/ 566 w 1131"/>
                <a:gd name="T27" fmla="*/ 645 h 1703"/>
                <a:gd name="T28" fmla="*/ 563 w 1131"/>
                <a:gd name="T29" fmla="*/ 691 h 1703"/>
                <a:gd name="T30" fmla="*/ 556 w 1131"/>
                <a:gd name="T31" fmla="*/ 745 h 1703"/>
                <a:gd name="T32" fmla="*/ 547 w 1131"/>
                <a:gd name="T33" fmla="*/ 812 h 1703"/>
                <a:gd name="T34" fmla="*/ 445 w 1131"/>
                <a:gd name="T35" fmla="*/ 843 h 1703"/>
                <a:gd name="T36" fmla="*/ 349 w 1131"/>
                <a:gd name="T37" fmla="*/ 851 h 1703"/>
                <a:gd name="T38" fmla="*/ 262 w 1131"/>
                <a:gd name="T39" fmla="*/ 838 h 1703"/>
                <a:gd name="T40" fmla="*/ 188 w 1131"/>
                <a:gd name="T41" fmla="*/ 807 h 1703"/>
                <a:gd name="T42" fmla="*/ 128 w 1131"/>
                <a:gd name="T43" fmla="*/ 757 h 1703"/>
                <a:gd name="T44" fmla="*/ 85 w 1131"/>
                <a:gd name="T45" fmla="*/ 692 h 1703"/>
                <a:gd name="T46" fmla="*/ 63 w 1131"/>
                <a:gd name="T47" fmla="*/ 611 h 1703"/>
                <a:gd name="T48" fmla="*/ 65 w 1131"/>
                <a:gd name="T49" fmla="*/ 518 h 1703"/>
                <a:gd name="T50" fmla="*/ 69 w 1131"/>
                <a:gd name="T51" fmla="*/ 511 h 1703"/>
                <a:gd name="T52" fmla="*/ 71 w 1131"/>
                <a:gd name="T53" fmla="*/ 507 h 1703"/>
                <a:gd name="T54" fmla="*/ 68 w 1131"/>
                <a:gd name="T55" fmla="*/ 504 h 1703"/>
                <a:gd name="T56" fmla="*/ 65 w 1131"/>
                <a:gd name="T57" fmla="*/ 502 h 1703"/>
                <a:gd name="T58" fmla="*/ 61 w 1131"/>
                <a:gd name="T59" fmla="*/ 499 h 1703"/>
                <a:gd name="T60" fmla="*/ 58 w 1131"/>
                <a:gd name="T61" fmla="*/ 496 h 1703"/>
                <a:gd name="T62" fmla="*/ 59 w 1131"/>
                <a:gd name="T63" fmla="*/ 492 h 1703"/>
                <a:gd name="T64" fmla="*/ 64 w 1131"/>
                <a:gd name="T65" fmla="*/ 485 h 1703"/>
                <a:gd name="T66" fmla="*/ 56 w 1131"/>
                <a:gd name="T67" fmla="*/ 466 h 1703"/>
                <a:gd name="T68" fmla="*/ 48 w 1131"/>
                <a:gd name="T69" fmla="*/ 447 h 1703"/>
                <a:gd name="T70" fmla="*/ 40 w 1131"/>
                <a:gd name="T71" fmla="*/ 427 h 1703"/>
                <a:gd name="T72" fmla="*/ 32 w 1131"/>
                <a:gd name="T73" fmla="*/ 408 h 1703"/>
                <a:gd name="T74" fmla="*/ 24 w 1131"/>
                <a:gd name="T75" fmla="*/ 389 h 1703"/>
                <a:gd name="T76" fmla="*/ 16 w 1131"/>
                <a:gd name="T77" fmla="*/ 369 h 1703"/>
                <a:gd name="T78" fmla="*/ 8 w 1131"/>
                <a:gd name="T79" fmla="*/ 350 h 1703"/>
                <a:gd name="T80" fmla="*/ 0 w 1131"/>
                <a:gd name="T81" fmla="*/ 331 h 1703"/>
                <a:gd name="T82" fmla="*/ 7 w 1131"/>
                <a:gd name="T83" fmla="*/ 313 h 1703"/>
                <a:gd name="T84" fmla="*/ 15 w 1131"/>
                <a:gd name="T85" fmla="*/ 296 h 1703"/>
                <a:gd name="T86" fmla="*/ 22 w 1131"/>
                <a:gd name="T87" fmla="*/ 277 h 1703"/>
                <a:gd name="T88" fmla="*/ 30 w 1131"/>
                <a:gd name="T89" fmla="*/ 260 h 1703"/>
                <a:gd name="T90" fmla="*/ 37 w 1131"/>
                <a:gd name="T91" fmla="*/ 242 h 1703"/>
                <a:gd name="T92" fmla="*/ 45 w 1131"/>
                <a:gd name="T93" fmla="*/ 225 h 1703"/>
                <a:gd name="T94" fmla="*/ 52 w 1131"/>
                <a:gd name="T95" fmla="*/ 207 h 1703"/>
                <a:gd name="T96" fmla="*/ 60 w 1131"/>
                <a:gd name="T97" fmla="*/ 190 h 1703"/>
                <a:gd name="T98" fmla="*/ 64 w 1131"/>
                <a:gd name="T99" fmla="*/ 168 h 1703"/>
                <a:gd name="T100" fmla="*/ 66 w 1131"/>
                <a:gd name="T101" fmla="*/ 144 h 1703"/>
                <a:gd name="T102" fmla="*/ 66 w 1131"/>
                <a:gd name="T103" fmla="*/ 119 h 1703"/>
                <a:gd name="T104" fmla="*/ 66 w 1131"/>
                <a:gd name="T105" fmla="*/ 95 h 1703"/>
                <a:gd name="T106" fmla="*/ 66 w 1131"/>
                <a:gd name="T107" fmla="*/ 70 h 1703"/>
                <a:gd name="T108" fmla="*/ 67 w 1131"/>
                <a:gd name="T109" fmla="*/ 46 h 1703"/>
                <a:gd name="T110" fmla="*/ 69 w 1131"/>
                <a:gd name="T111" fmla="*/ 22 h 1703"/>
                <a:gd name="T112" fmla="*/ 73 w 1131"/>
                <a:gd name="T113" fmla="*/ 0 h 17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31"/>
                <a:gd name="T172" fmla="*/ 0 h 1703"/>
                <a:gd name="T173" fmla="*/ 1131 w 1131"/>
                <a:gd name="T174" fmla="*/ 1703 h 17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31" h="1703">
                  <a:moveTo>
                    <a:pt x="146" y="0"/>
                  </a:moveTo>
                  <a:lnTo>
                    <a:pt x="289" y="54"/>
                  </a:lnTo>
                  <a:lnTo>
                    <a:pt x="419" y="124"/>
                  </a:lnTo>
                  <a:lnTo>
                    <a:pt x="537" y="208"/>
                  </a:lnTo>
                  <a:lnTo>
                    <a:pt x="649" y="306"/>
                  </a:lnTo>
                  <a:lnTo>
                    <a:pt x="750" y="414"/>
                  </a:lnTo>
                  <a:lnTo>
                    <a:pt x="848" y="533"/>
                  </a:lnTo>
                  <a:lnTo>
                    <a:pt x="942" y="662"/>
                  </a:lnTo>
                  <a:lnTo>
                    <a:pt x="1035" y="800"/>
                  </a:lnTo>
                  <a:lnTo>
                    <a:pt x="1073" y="926"/>
                  </a:lnTo>
                  <a:lnTo>
                    <a:pt x="1101" y="1031"/>
                  </a:lnTo>
                  <a:lnTo>
                    <a:pt x="1120" y="1122"/>
                  </a:lnTo>
                  <a:lnTo>
                    <a:pt x="1130" y="1206"/>
                  </a:lnTo>
                  <a:lnTo>
                    <a:pt x="1131" y="1290"/>
                  </a:lnTo>
                  <a:lnTo>
                    <a:pt x="1125" y="1382"/>
                  </a:lnTo>
                  <a:lnTo>
                    <a:pt x="1111" y="1491"/>
                  </a:lnTo>
                  <a:lnTo>
                    <a:pt x="1093" y="1624"/>
                  </a:lnTo>
                  <a:lnTo>
                    <a:pt x="889" y="1686"/>
                  </a:lnTo>
                  <a:lnTo>
                    <a:pt x="698" y="1703"/>
                  </a:lnTo>
                  <a:lnTo>
                    <a:pt x="524" y="1677"/>
                  </a:lnTo>
                  <a:lnTo>
                    <a:pt x="375" y="1614"/>
                  </a:lnTo>
                  <a:lnTo>
                    <a:pt x="255" y="1514"/>
                  </a:lnTo>
                  <a:lnTo>
                    <a:pt x="170" y="1384"/>
                  </a:lnTo>
                  <a:lnTo>
                    <a:pt x="126" y="1222"/>
                  </a:lnTo>
                  <a:lnTo>
                    <a:pt x="129" y="1036"/>
                  </a:lnTo>
                  <a:lnTo>
                    <a:pt x="138" y="1023"/>
                  </a:lnTo>
                  <a:lnTo>
                    <a:pt x="141" y="1014"/>
                  </a:lnTo>
                  <a:lnTo>
                    <a:pt x="136" y="1008"/>
                  </a:lnTo>
                  <a:lnTo>
                    <a:pt x="129" y="1004"/>
                  </a:lnTo>
                  <a:lnTo>
                    <a:pt x="121" y="999"/>
                  </a:lnTo>
                  <a:lnTo>
                    <a:pt x="116" y="993"/>
                  </a:lnTo>
                  <a:lnTo>
                    <a:pt x="117"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 name="Freeform 37">
              <a:extLst>
                <a:ext uri="{FF2B5EF4-FFF2-40B4-BE49-F238E27FC236}">
                  <a16:creationId xmlns:a16="http://schemas.microsoft.com/office/drawing/2014/main" id="{F931BC4E-736D-5F4C-BA92-6ECCCC5EF9DD}"/>
                </a:ext>
              </a:extLst>
            </p:cNvPr>
            <p:cNvSpPr>
              <a:spLocks/>
            </p:cNvSpPr>
            <p:nvPr/>
          </p:nvSpPr>
          <p:spPr bwMode="auto">
            <a:xfrm>
              <a:off x="4377" y="2842"/>
              <a:ext cx="561" cy="842"/>
            </a:xfrm>
            <a:custGeom>
              <a:avLst/>
              <a:gdLst>
                <a:gd name="T0" fmla="*/ 73 w 1123"/>
                <a:gd name="T1" fmla="*/ 0 h 1684"/>
                <a:gd name="T2" fmla="*/ 143 w 1123"/>
                <a:gd name="T3" fmla="*/ 27 h 1684"/>
                <a:gd name="T4" fmla="*/ 208 w 1123"/>
                <a:gd name="T5" fmla="*/ 62 h 1684"/>
                <a:gd name="T6" fmla="*/ 267 w 1123"/>
                <a:gd name="T7" fmla="*/ 104 h 1684"/>
                <a:gd name="T8" fmla="*/ 321 w 1123"/>
                <a:gd name="T9" fmla="*/ 153 h 1684"/>
                <a:gd name="T10" fmla="*/ 371 w 1123"/>
                <a:gd name="T11" fmla="*/ 206 h 1684"/>
                <a:gd name="T12" fmla="*/ 419 w 1123"/>
                <a:gd name="T13" fmla="*/ 266 h 1684"/>
                <a:gd name="T14" fmla="*/ 466 w 1123"/>
                <a:gd name="T15" fmla="*/ 330 h 1684"/>
                <a:gd name="T16" fmla="*/ 513 w 1123"/>
                <a:gd name="T17" fmla="*/ 399 h 1684"/>
                <a:gd name="T18" fmla="*/ 532 w 1123"/>
                <a:gd name="T19" fmla="*/ 462 h 1684"/>
                <a:gd name="T20" fmla="*/ 546 w 1123"/>
                <a:gd name="T21" fmla="*/ 514 h 1684"/>
                <a:gd name="T22" fmla="*/ 555 w 1123"/>
                <a:gd name="T23" fmla="*/ 559 h 1684"/>
                <a:gd name="T24" fmla="*/ 560 w 1123"/>
                <a:gd name="T25" fmla="*/ 600 h 1684"/>
                <a:gd name="T26" fmla="*/ 561 w 1123"/>
                <a:gd name="T27" fmla="*/ 641 h 1684"/>
                <a:gd name="T28" fmla="*/ 558 w 1123"/>
                <a:gd name="T29" fmla="*/ 686 h 1684"/>
                <a:gd name="T30" fmla="*/ 551 w 1123"/>
                <a:gd name="T31" fmla="*/ 740 h 1684"/>
                <a:gd name="T32" fmla="*/ 542 w 1123"/>
                <a:gd name="T33" fmla="*/ 807 h 1684"/>
                <a:gd name="T34" fmla="*/ 441 w 1123"/>
                <a:gd name="T35" fmla="*/ 837 h 1684"/>
                <a:gd name="T36" fmla="*/ 348 w 1123"/>
                <a:gd name="T37" fmla="*/ 842 h 1684"/>
                <a:gd name="T38" fmla="*/ 265 w 1123"/>
                <a:gd name="T39" fmla="*/ 825 h 1684"/>
                <a:gd name="T40" fmla="*/ 194 w 1123"/>
                <a:gd name="T41" fmla="*/ 790 h 1684"/>
                <a:gd name="T42" fmla="*/ 137 w 1123"/>
                <a:gd name="T43" fmla="*/ 738 h 1684"/>
                <a:gd name="T44" fmla="*/ 96 w 1123"/>
                <a:gd name="T45" fmla="*/ 673 h 1684"/>
                <a:gd name="T46" fmla="*/ 75 w 1123"/>
                <a:gd name="T47" fmla="*/ 596 h 1684"/>
                <a:gd name="T48" fmla="*/ 76 w 1123"/>
                <a:gd name="T49" fmla="*/ 513 h 1684"/>
                <a:gd name="T50" fmla="*/ 80 w 1123"/>
                <a:gd name="T51" fmla="*/ 506 h 1684"/>
                <a:gd name="T52" fmla="*/ 79 w 1123"/>
                <a:gd name="T53" fmla="*/ 502 h 1684"/>
                <a:gd name="T54" fmla="*/ 75 w 1123"/>
                <a:gd name="T55" fmla="*/ 500 h 1684"/>
                <a:gd name="T56" fmla="*/ 70 w 1123"/>
                <a:gd name="T57" fmla="*/ 499 h 1684"/>
                <a:gd name="T58" fmla="*/ 63 w 1123"/>
                <a:gd name="T59" fmla="*/ 497 h 1684"/>
                <a:gd name="T60" fmla="*/ 59 w 1123"/>
                <a:gd name="T61" fmla="*/ 495 h 1684"/>
                <a:gd name="T62" fmla="*/ 59 w 1123"/>
                <a:gd name="T63" fmla="*/ 491 h 1684"/>
                <a:gd name="T64" fmla="*/ 64 w 1123"/>
                <a:gd name="T65" fmla="*/ 485 h 1684"/>
                <a:gd name="T66" fmla="*/ 56 w 1123"/>
                <a:gd name="T67" fmla="*/ 466 h 1684"/>
                <a:gd name="T68" fmla="*/ 48 w 1123"/>
                <a:gd name="T69" fmla="*/ 447 h 1684"/>
                <a:gd name="T70" fmla="*/ 39 w 1123"/>
                <a:gd name="T71" fmla="*/ 427 h 1684"/>
                <a:gd name="T72" fmla="*/ 32 w 1123"/>
                <a:gd name="T73" fmla="*/ 409 h 1684"/>
                <a:gd name="T74" fmla="*/ 24 w 1123"/>
                <a:gd name="T75" fmla="*/ 389 h 1684"/>
                <a:gd name="T76" fmla="*/ 16 w 1123"/>
                <a:gd name="T77" fmla="*/ 370 h 1684"/>
                <a:gd name="T78" fmla="*/ 7 w 1123"/>
                <a:gd name="T79" fmla="*/ 351 h 1684"/>
                <a:gd name="T80" fmla="*/ 0 w 1123"/>
                <a:gd name="T81" fmla="*/ 332 h 1684"/>
                <a:gd name="T82" fmla="*/ 7 w 1123"/>
                <a:gd name="T83" fmla="*/ 314 h 1684"/>
                <a:gd name="T84" fmla="*/ 14 w 1123"/>
                <a:gd name="T85" fmla="*/ 296 h 1684"/>
                <a:gd name="T86" fmla="*/ 22 w 1123"/>
                <a:gd name="T87" fmla="*/ 278 h 1684"/>
                <a:gd name="T88" fmla="*/ 29 w 1123"/>
                <a:gd name="T89" fmla="*/ 261 h 1684"/>
                <a:gd name="T90" fmla="*/ 37 w 1123"/>
                <a:gd name="T91" fmla="*/ 242 h 1684"/>
                <a:gd name="T92" fmla="*/ 44 w 1123"/>
                <a:gd name="T93" fmla="*/ 225 h 1684"/>
                <a:gd name="T94" fmla="*/ 52 w 1123"/>
                <a:gd name="T95" fmla="*/ 208 h 1684"/>
                <a:gd name="T96" fmla="*/ 59 w 1123"/>
                <a:gd name="T97" fmla="*/ 191 h 1684"/>
                <a:gd name="T98" fmla="*/ 63 w 1123"/>
                <a:gd name="T99" fmla="*/ 168 h 1684"/>
                <a:gd name="T100" fmla="*/ 65 w 1123"/>
                <a:gd name="T101" fmla="*/ 144 h 1684"/>
                <a:gd name="T102" fmla="*/ 65 w 1123"/>
                <a:gd name="T103" fmla="*/ 119 h 1684"/>
                <a:gd name="T104" fmla="*/ 66 w 1123"/>
                <a:gd name="T105" fmla="*/ 96 h 1684"/>
                <a:gd name="T106" fmla="*/ 66 w 1123"/>
                <a:gd name="T107" fmla="*/ 70 h 1684"/>
                <a:gd name="T108" fmla="*/ 66 w 1123"/>
                <a:gd name="T109" fmla="*/ 46 h 1684"/>
                <a:gd name="T110" fmla="*/ 68 w 1123"/>
                <a:gd name="T111" fmla="*/ 22 h 1684"/>
                <a:gd name="T112" fmla="*/ 73 w 1123"/>
                <a:gd name="T113" fmla="*/ 0 h 168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3"/>
                <a:gd name="T172" fmla="*/ 0 h 1684"/>
                <a:gd name="T173" fmla="*/ 1123 w 1123"/>
                <a:gd name="T174" fmla="*/ 1684 h 168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3" h="1684">
                  <a:moveTo>
                    <a:pt x="146" y="0"/>
                  </a:moveTo>
                  <a:lnTo>
                    <a:pt x="287" y="54"/>
                  </a:lnTo>
                  <a:lnTo>
                    <a:pt x="417" y="124"/>
                  </a:lnTo>
                  <a:lnTo>
                    <a:pt x="535" y="207"/>
                  </a:lnTo>
                  <a:lnTo>
                    <a:pt x="642" y="305"/>
                  </a:lnTo>
                  <a:lnTo>
                    <a:pt x="743" y="412"/>
                  </a:lnTo>
                  <a:lnTo>
                    <a:pt x="839" y="531"/>
                  </a:lnTo>
                  <a:lnTo>
                    <a:pt x="932" y="659"/>
                  </a:lnTo>
                  <a:lnTo>
                    <a:pt x="1026" y="797"/>
                  </a:lnTo>
                  <a:lnTo>
                    <a:pt x="1064" y="924"/>
                  </a:lnTo>
                  <a:lnTo>
                    <a:pt x="1093" y="1028"/>
                  </a:lnTo>
                  <a:lnTo>
                    <a:pt x="1111" y="1117"/>
                  </a:lnTo>
                  <a:lnTo>
                    <a:pt x="1121" y="1199"/>
                  </a:lnTo>
                  <a:lnTo>
                    <a:pt x="1123" y="1281"/>
                  </a:lnTo>
                  <a:lnTo>
                    <a:pt x="1116" y="1372"/>
                  </a:lnTo>
                  <a:lnTo>
                    <a:pt x="1103" y="1480"/>
                  </a:lnTo>
                  <a:lnTo>
                    <a:pt x="1084" y="1613"/>
                  </a:lnTo>
                  <a:lnTo>
                    <a:pt x="882" y="1673"/>
                  </a:lnTo>
                  <a:lnTo>
                    <a:pt x="696" y="1684"/>
                  </a:lnTo>
                  <a:lnTo>
                    <a:pt x="530" y="1650"/>
                  </a:lnTo>
                  <a:lnTo>
                    <a:pt x="388" y="1580"/>
                  </a:lnTo>
                  <a:lnTo>
                    <a:pt x="274" y="1475"/>
                  </a:lnTo>
                  <a:lnTo>
                    <a:pt x="193" y="1345"/>
                  </a:lnTo>
                  <a:lnTo>
                    <a:pt x="151" y="1192"/>
                  </a:lnTo>
                  <a:lnTo>
                    <a:pt x="152" y="1026"/>
                  </a:lnTo>
                  <a:lnTo>
                    <a:pt x="160" y="1013"/>
                  </a:lnTo>
                  <a:lnTo>
                    <a:pt x="158" y="1005"/>
                  </a:lnTo>
                  <a:lnTo>
                    <a:pt x="151" y="1000"/>
                  </a:lnTo>
                  <a:lnTo>
                    <a:pt x="140" y="999"/>
                  </a:lnTo>
                  <a:lnTo>
                    <a:pt x="127" y="995"/>
                  </a:lnTo>
                  <a:lnTo>
                    <a:pt x="119" y="991"/>
                  </a:lnTo>
                  <a:lnTo>
                    <a:pt x="118" y="982"/>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 name="Freeform 38">
              <a:extLst>
                <a:ext uri="{FF2B5EF4-FFF2-40B4-BE49-F238E27FC236}">
                  <a16:creationId xmlns:a16="http://schemas.microsoft.com/office/drawing/2014/main" id="{91C07BBF-3583-5440-8269-AC4C8A42F533}"/>
                </a:ext>
              </a:extLst>
            </p:cNvPr>
            <p:cNvSpPr>
              <a:spLocks/>
            </p:cNvSpPr>
            <p:nvPr/>
          </p:nvSpPr>
          <p:spPr bwMode="auto">
            <a:xfrm>
              <a:off x="4668" y="3628"/>
              <a:ext cx="267" cy="363"/>
            </a:xfrm>
            <a:custGeom>
              <a:avLst/>
              <a:gdLst>
                <a:gd name="T0" fmla="*/ 78 w 534"/>
                <a:gd name="T1" fmla="*/ 31 h 724"/>
                <a:gd name="T2" fmla="*/ 57 w 534"/>
                <a:gd name="T3" fmla="*/ 70 h 724"/>
                <a:gd name="T4" fmla="*/ 39 w 534"/>
                <a:gd name="T5" fmla="*/ 105 h 724"/>
                <a:gd name="T6" fmla="*/ 26 w 534"/>
                <a:gd name="T7" fmla="*/ 134 h 724"/>
                <a:gd name="T8" fmla="*/ 20 w 534"/>
                <a:gd name="T9" fmla="*/ 159 h 724"/>
                <a:gd name="T10" fmla="*/ 22 w 534"/>
                <a:gd name="T11" fmla="*/ 182 h 724"/>
                <a:gd name="T12" fmla="*/ 35 w 534"/>
                <a:gd name="T13" fmla="*/ 205 h 724"/>
                <a:gd name="T14" fmla="*/ 60 w 534"/>
                <a:gd name="T15" fmla="*/ 228 h 724"/>
                <a:gd name="T16" fmla="*/ 100 w 534"/>
                <a:gd name="T17" fmla="*/ 253 h 724"/>
                <a:gd name="T18" fmla="*/ 89 w 534"/>
                <a:gd name="T19" fmla="*/ 259 h 724"/>
                <a:gd name="T20" fmla="*/ 77 w 534"/>
                <a:gd name="T21" fmla="*/ 266 h 724"/>
                <a:gd name="T22" fmla="*/ 63 w 534"/>
                <a:gd name="T23" fmla="*/ 275 h 724"/>
                <a:gd name="T24" fmla="*/ 50 w 534"/>
                <a:gd name="T25" fmla="*/ 285 h 724"/>
                <a:gd name="T26" fmla="*/ 36 w 534"/>
                <a:gd name="T27" fmla="*/ 293 h 724"/>
                <a:gd name="T28" fmla="*/ 22 w 534"/>
                <a:gd name="T29" fmla="*/ 302 h 724"/>
                <a:gd name="T30" fmla="*/ 10 w 534"/>
                <a:gd name="T31" fmla="*/ 310 h 724"/>
                <a:gd name="T32" fmla="*/ 0 w 534"/>
                <a:gd name="T33" fmla="*/ 315 h 724"/>
                <a:gd name="T34" fmla="*/ 3 w 534"/>
                <a:gd name="T35" fmla="*/ 323 h 724"/>
                <a:gd name="T36" fmla="*/ 8 w 534"/>
                <a:gd name="T37" fmla="*/ 330 h 724"/>
                <a:gd name="T38" fmla="*/ 14 w 534"/>
                <a:gd name="T39" fmla="*/ 334 h 724"/>
                <a:gd name="T40" fmla="*/ 21 w 534"/>
                <a:gd name="T41" fmla="*/ 339 h 724"/>
                <a:gd name="T42" fmla="*/ 27 w 534"/>
                <a:gd name="T43" fmla="*/ 343 h 724"/>
                <a:gd name="T44" fmla="*/ 33 w 534"/>
                <a:gd name="T45" fmla="*/ 348 h 724"/>
                <a:gd name="T46" fmla="*/ 37 w 534"/>
                <a:gd name="T47" fmla="*/ 354 h 724"/>
                <a:gd name="T48" fmla="*/ 41 w 534"/>
                <a:gd name="T49" fmla="*/ 363 h 724"/>
                <a:gd name="T50" fmla="*/ 66 w 534"/>
                <a:gd name="T51" fmla="*/ 350 h 724"/>
                <a:gd name="T52" fmla="*/ 90 w 534"/>
                <a:gd name="T53" fmla="*/ 337 h 724"/>
                <a:gd name="T54" fmla="*/ 115 w 534"/>
                <a:gd name="T55" fmla="*/ 323 h 724"/>
                <a:gd name="T56" fmla="*/ 139 w 534"/>
                <a:gd name="T57" fmla="*/ 311 h 724"/>
                <a:gd name="T58" fmla="*/ 163 w 534"/>
                <a:gd name="T59" fmla="*/ 298 h 724"/>
                <a:gd name="T60" fmla="*/ 188 w 534"/>
                <a:gd name="T61" fmla="*/ 285 h 724"/>
                <a:gd name="T62" fmla="*/ 212 w 534"/>
                <a:gd name="T63" fmla="*/ 271 h 724"/>
                <a:gd name="T64" fmla="*/ 237 w 534"/>
                <a:gd name="T65" fmla="*/ 259 h 724"/>
                <a:gd name="T66" fmla="*/ 258 w 534"/>
                <a:gd name="T67" fmla="*/ 237 h 724"/>
                <a:gd name="T68" fmla="*/ 267 w 534"/>
                <a:gd name="T69" fmla="*/ 221 h 724"/>
                <a:gd name="T70" fmla="*/ 266 w 534"/>
                <a:gd name="T71" fmla="*/ 209 h 724"/>
                <a:gd name="T72" fmla="*/ 256 w 534"/>
                <a:gd name="T73" fmla="*/ 201 h 724"/>
                <a:gd name="T74" fmla="*/ 237 w 534"/>
                <a:gd name="T75" fmla="*/ 194 h 724"/>
                <a:gd name="T76" fmla="*/ 211 w 534"/>
                <a:gd name="T77" fmla="*/ 187 h 724"/>
                <a:gd name="T78" fmla="*/ 179 w 534"/>
                <a:gd name="T79" fmla="*/ 180 h 724"/>
                <a:gd name="T80" fmla="*/ 142 w 534"/>
                <a:gd name="T81" fmla="*/ 172 h 724"/>
                <a:gd name="T82" fmla="*/ 148 w 534"/>
                <a:gd name="T83" fmla="*/ 160 h 724"/>
                <a:gd name="T84" fmla="*/ 155 w 534"/>
                <a:gd name="T85" fmla="*/ 149 h 724"/>
                <a:gd name="T86" fmla="*/ 162 w 534"/>
                <a:gd name="T87" fmla="*/ 137 h 724"/>
                <a:gd name="T88" fmla="*/ 169 w 534"/>
                <a:gd name="T89" fmla="*/ 126 h 724"/>
                <a:gd name="T90" fmla="*/ 175 w 534"/>
                <a:gd name="T91" fmla="*/ 114 h 724"/>
                <a:gd name="T92" fmla="*/ 182 w 534"/>
                <a:gd name="T93" fmla="*/ 103 h 724"/>
                <a:gd name="T94" fmla="*/ 189 w 534"/>
                <a:gd name="T95" fmla="*/ 92 h 724"/>
                <a:gd name="T96" fmla="*/ 196 w 534"/>
                <a:gd name="T97" fmla="*/ 80 h 724"/>
                <a:gd name="T98" fmla="*/ 185 w 534"/>
                <a:gd name="T99" fmla="*/ 42 h 724"/>
                <a:gd name="T100" fmla="*/ 170 w 534"/>
                <a:gd name="T101" fmla="*/ 17 h 724"/>
                <a:gd name="T102" fmla="*/ 152 w 534"/>
                <a:gd name="T103" fmla="*/ 4 h 724"/>
                <a:gd name="T104" fmla="*/ 133 w 534"/>
                <a:gd name="T105" fmla="*/ 0 h 724"/>
                <a:gd name="T106" fmla="*/ 113 w 534"/>
                <a:gd name="T107" fmla="*/ 3 h 724"/>
                <a:gd name="T108" fmla="*/ 97 w 534"/>
                <a:gd name="T109" fmla="*/ 11 h 724"/>
                <a:gd name="T110" fmla="*/ 84 w 534"/>
                <a:gd name="T111" fmla="*/ 20 h 724"/>
                <a:gd name="T112" fmla="*/ 78 w 53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724"/>
                <a:gd name="T173" fmla="*/ 534 w 53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724">
                  <a:moveTo>
                    <a:pt x="157" y="61"/>
                  </a:moveTo>
                  <a:lnTo>
                    <a:pt x="114" y="140"/>
                  </a:lnTo>
                  <a:lnTo>
                    <a:pt x="79" y="209"/>
                  </a:lnTo>
                  <a:lnTo>
                    <a:pt x="52" y="267"/>
                  </a:lnTo>
                  <a:lnTo>
                    <a:pt x="40" y="318"/>
                  </a:lnTo>
                  <a:lnTo>
                    <a:pt x="44" y="363"/>
                  </a:lnTo>
                  <a:lnTo>
                    <a:pt x="70" y="409"/>
                  </a:lnTo>
                  <a:lnTo>
                    <a:pt x="121" y="455"/>
                  </a:lnTo>
                  <a:lnTo>
                    <a:pt x="201" y="505"/>
                  </a:lnTo>
                  <a:lnTo>
                    <a:pt x="178" y="516"/>
                  </a:lnTo>
                  <a:lnTo>
                    <a:pt x="154" y="531"/>
                  </a:lnTo>
                  <a:lnTo>
                    <a:pt x="127" y="549"/>
                  </a:lnTo>
                  <a:lnTo>
                    <a:pt x="101" y="568"/>
                  </a:lnTo>
                  <a:lnTo>
                    <a:pt x="72" y="585"/>
                  </a:lnTo>
                  <a:lnTo>
                    <a:pt x="45" y="603"/>
                  </a:lnTo>
                  <a:lnTo>
                    <a:pt x="20" y="618"/>
                  </a:lnTo>
                  <a:lnTo>
                    <a:pt x="0" y="629"/>
                  </a:lnTo>
                  <a:lnTo>
                    <a:pt x="6" y="645"/>
                  </a:lnTo>
                  <a:lnTo>
                    <a:pt x="16" y="658"/>
                  </a:lnTo>
                  <a:lnTo>
                    <a:pt x="28" y="667"/>
                  </a:lnTo>
                  <a:lnTo>
                    <a:pt x="42" y="677"/>
                  </a:lnTo>
                  <a:lnTo>
                    <a:pt x="54" y="684"/>
                  </a:lnTo>
                  <a:lnTo>
                    <a:pt x="65" y="694"/>
                  </a:lnTo>
                  <a:lnTo>
                    <a:pt x="75" y="707"/>
                  </a:lnTo>
                  <a:lnTo>
                    <a:pt x="83" y="724"/>
                  </a:lnTo>
                  <a:lnTo>
                    <a:pt x="132" y="698"/>
                  </a:lnTo>
                  <a:lnTo>
                    <a:pt x="181" y="672"/>
                  </a:lnTo>
                  <a:lnTo>
                    <a:pt x="230" y="645"/>
                  </a:lnTo>
                  <a:lnTo>
                    <a:pt x="279" y="620"/>
                  </a:lnTo>
                  <a:lnTo>
                    <a:pt x="327" y="594"/>
                  </a:lnTo>
                  <a:lnTo>
                    <a:pt x="376" y="568"/>
                  </a:lnTo>
                  <a:lnTo>
                    <a:pt x="425" y="541"/>
                  </a:lnTo>
                  <a:lnTo>
                    <a:pt x="474" y="516"/>
                  </a:lnTo>
                  <a:lnTo>
                    <a:pt x="516" y="472"/>
                  </a:lnTo>
                  <a:lnTo>
                    <a:pt x="534" y="441"/>
                  </a:lnTo>
                  <a:lnTo>
                    <a:pt x="532" y="417"/>
                  </a:lnTo>
                  <a:lnTo>
                    <a:pt x="512" y="401"/>
                  </a:lnTo>
                  <a:lnTo>
                    <a:pt x="474" y="386"/>
                  </a:lnTo>
                  <a:lnTo>
                    <a:pt x="423" y="373"/>
                  </a:lnTo>
                  <a:lnTo>
                    <a:pt x="358" y="360"/>
                  </a:lnTo>
                  <a:lnTo>
                    <a:pt x="284" y="343"/>
                  </a:lnTo>
                  <a:lnTo>
                    <a:pt x="296" y="320"/>
                  </a:lnTo>
                  <a:lnTo>
                    <a:pt x="310" y="297"/>
                  </a:lnTo>
                  <a:lnTo>
                    <a:pt x="324" y="274"/>
                  </a:lnTo>
                  <a:lnTo>
                    <a:pt x="338" y="252"/>
                  </a:lnTo>
                  <a:lnTo>
                    <a:pt x="350" y="228"/>
                  </a:lnTo>
                  <a:lnTo>
                    <a:pt x="365" y="205"/>
                  </a:lnTo>
                  <a:lnTo>
                    <a:pt x="378" y="183"/>
                  </a:lnTo>
                  <a:lnTo>
                    <a:pt x="393" y="160"/>
                  </a:lnTo>
                  <a:lnTo>
                    <a:pt x="371" y="83"/>
                  </a:lnTo>
                  <a:lnTo>
                    <a:pt x="341" y="34"/>
                  </a:lnTo>
                  <a:lnTo>
                    <a:pt x="305" y="7"/>
                  </a:lnTo>
                  <a:lnTo>
                    <a:pt x="266" y="0"/>
                  </a:lnTo>
                  <a:lnTo>
                    <a:pt x="227" y="5"/>
                  </a:lnTo>
                  <a:lnTo>
                    <a:pt x="195" y="21"/>
                  </a:lnTo>
                  <a:lnTo>
                    <a:pt x="169" y="40"/>
                  </a:lnTo>
                  <a:lnTo>
                    <a:pt x="157" y="61"/>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 name="Freeform 39">
              <a:extLst>
                <a:ext uri="{FF2B5EF4-FFF2-40B4-BE49-F238E27FC236}">
                  <a16:creationId xmlns:a16="http://schemas.microsoft.com/office/drawing/2014/main" id="{0E0044FB-A2E6-A042-B96A-E13F68C12E80}"/>
                </a:ext>
              </a:extLst>
            </p:cNvPr>
            <p:cNvSpPr>
              <a:spLocks/>
            </p:cNvSpPr>
            <p:nvPr/>
          </p:nvSpPr>
          <p:spPr bwMode="auto">
            <a:xfrm>
              <a:off x="4676" y="3628"/>
              <a:ext cx="259" cy="363"/>
            </a:xfrm>
            <a:custGeom>
              <a:avLst/>
              <a:gdLst>
                <a:gd name="T0" fmla="*/ 71 w 519"/>
                <a:gd name="T1" fmla="*/ 31 h 724"/>
                <a:gd name="T2" fmla="*/ 50 w 519"/>
                <a:gd name="T3" fmla="*/ 70 h 724"/>
                <a:gd name="T4" fmla="*/ 34 w 519"/>
                <a:gd name="T5" fmla="*/ 104 h 724"/>
                <a:gd name="T6" fmla="*/ 22 w 519"/>
                <a:gd name="T7" fmla="*/ 133 h 724"/>
                <a:gd name="T8" fmla="*/ 18 w 519"/>
                <a:gd name="T9" fmla="*/ 159 h 724"/>
                <a:gd name="T10" fmla="*/ 22 w 519"/>
                <a:gd name="T11" fmla="*/ 182 h 724"/>
                <a:gd name="T12" fmla="*/ 37 w 519"/>
                <a:gd name="T13" fmla="*/ 204 h 724"/>
                <a:gd name="T14" fmla="*/ 63 w 519"/>
                <a:gd name="T15" fmla="*/ 227 h 724"/>
                <a:gd name="T16" fmla="*/ 104 w 519"/>
                <a:gd name="T17" fmla="*/ 253 h 724"/>
                <a:gd name="T18" fmla="*/ 96 w 519"/>
                <a:gd name="T19" fmla="*/ 258 h 724"/>
                <a:gd name="T20" fmla="*/ 86 w 519"/>
                <a:gd name="T21" fmla="*/ 267 h 724"/>
                <a:gd name="T22" fmla="*/ 72 w 519"/>
                <a:gd name="T23" fmla="*/ 276 h 724"/>
                <a:gd name="T24" fmla="*/ 57 w 519"/>
                <a:gd name="T25" fmla="*/ 288 h 724"/>
                <a:gd name="T26" fmla="*/ 41 w 519"/>
                <a:gd name="T27" fmla="*/ 298 h 724"/>
                <a:gd name="T28" fmla="*/ 25 w 519"/>
                <a:gd name="T29" fmla="*/ 307 h 724"/>
                <a:gd name="T30" fmla="*/ 11 w 519"/>
                <a:gd name="T31" fmla="*/ 315 h 724"/>
                <a:gd name="T32" fmla="*/ 0 w 519"/>
                <a:gd name="T33" fmla="*/ 322 h 724"/>
                <a:gd name="T34" fmla="*/ 2 w 519"/>
                <a:gd name="T35" fmla="*/ 328 h 724"/>
                <a:gd name="T36" fmla="*/ 7 w 519"/>
                <a:gd name="T37" fmla="*/ 334 h 724"/>
                <a:gd name="T38" fmla="*/ 11 w 519"/>
                <a:gd name="T39" fmla="*/ 338 h 724"/>
                <a:gd name="T40" fmla="*/ 17 w 519"/>
                <a:gd name="T41" fmla="*/ 342 h 724"/>
                <a:gd name="T42" fmla="*/ 21 w 519"/>
                <a:gd name="T43" fmla="*/ 345 h 724"/>
                <a:gd name="T44" fmla="*/ 26 w 519"/>
                <a:gd name="T45" fmla="*/ 349 h 724"/>
                <a:gd name="T46" fmla="*/ 30 w 519"/>
                <a:gd name="T47" fmla="*/ 355 h 724"/>
                <a:gd name="T48" fmla="*/ 34 w 519"/>
                <a:gd name="T49" fmla="*/ 363 h 724"/>
                <a:gd name="T50" fmla="*/ 58 w 519"/>
                <a:gd name="T51" fmla="*/ 350 h 724"/>
                <a:gd name="T52" fmla="*/ 83 w 519"/>
                <a:gd name="T53" fmla="*/ 337 h 724"/>
                <a:gd name="T54" fmla="*/ 107 w 519"/>
                <a:gd name="T55" fmla="*/ 323 h 724"/>
                <a:gd name="T56" fmla="*/ 132 w 519"/>
                <a:gd name="T57" fmla="*/ 311 h 724"/>
                <a:gd name="T58" fmla="*/ 156 w 519"/>
                <a:gd name="T59" fmla="*/ 298 h 724"/>
                <a:gd name="T60" fmla="*/ 180 w 519"/>
                <a:gd name="T61" fmla="*/ 285 h 724"/>
                <a:gd name="T62" fmla="*/ 205 w 519"/>
                <a:gd name="T63" fmla="*/ 271 h 724"/>
                <a:gd name="T64" fmla="*/ 229 w 519"/>
                <a:gd name="T65" fmla="*/ 259 h 724"/>
                <a:gd name="T66" fmla="*/ 250 w 519"/>
                <a:gd name="T67" fmla="*/ 237 h 724"/>
                <a:gd name="T68" fmla="*/ 259 w 519"/>
                <a:gd name="T69" fmla="*/ 221 h 724"/>
                <a:gd name="T70" fmla="*/ 258 w 519"/>
                <a:gd name="T71" fmla="*/ 209 h 724"/>
                <a:gd name="T72" fmla="*/ 248 w 519"/>
                <a:gd name="T73" fmla="*/ 201 h 724"/>
                <a:gd name="T74" fmla="*/ 229 w 519"/>
                <a:gd name="T75" fmla="*/ 194 h 724"/>
                <a:gd name="T76" fmla="*/ 204 w 519"/>
                <a:gd name="T77" fmla="*/ 187 h 724"/>
                <a:gd name="T78" fmla="*/ 171 w 519"/>
                <a:gd name="T79" fmla="*/ 180 h 724"/>
                <a:gd name="T80" fmla="*/ 134 w 519"/>
                <a:gd name="T81" fmla="*/ 172 h 724"/>
                <a:gd name="T82" fmla="*/ 140 w 519"/>
                <a:gd name="T83" fmla="*/ 160 h 724"/>
                <a:gd name="T84" fmla="*/ 147 w 519"/>
                <a:gd name="T85" fmla="*/ 149 h 724"/>
                <a:gd name="T86" fmla="*/ 154 w 519"/>
                <a:gd name="T87" fmla="*/ 137 h 724"/>
                <a:gd name="T88" fmla="*/ 161 w 519"/>
                <a:gd name="T89" fmla="*/ 126 h 724"/>
                <a:gd name="T90" fmla="*/ 167 w 519"/>
                <a:gd name="T91" fmla="*/ 114 h 724"/>
                <a:gd name="T92" fmla="*/ 175 w 519"/>
                <a:gd name="T93" fmla="*/ 103 h 724"/>
                <a:gd name="T94" fmla="*/ 181 w 519"/>
                <a:gd name="T95" fmla="*/ 92 h 724"/>
                <a:gd name="T96" fmla="*/ 189 w 519"/>
                <a:gd name="T97" fmla="*/ 80 h 724"/>
                <a:gd name="T98" fmla="*/ 178 w 519"/>
                <a:gd name="T99" fmla="*/ 42 h 724"/>
                <a:gd name="T100" fmla="*/ 163 w 519"/>
                <a:gd name="T101" fmla="*/ 17 h 724"/>
                <a:gd name="T102" fmla="*/ 145 w 519"/>
                <a:gd name="T103" fmla="*/ 4 h 724"/>
                <a:gd name="T104" fmla="*/ 125 w 519"/>
                <a:gd name="T105" fmla="*/ 0 h 724"/>
                <a:gd name="T106" fmla="*/ 106 w 519"/>
                <a:gd name="T107" fmla="*/ 3 h 724"/>
                <a:gd name="T108" fmla="*/ 90 w 519"/>
                <a:gd name="T109" fmla="*/ 11 h 724"/>
                <a:gd name="T110" fmla="*/ 77 w 519"/>
                <a:gd name="T111" fmla="*/ 20 h 724"/>
                <a:gd name="T112" fmla="*/ 71 w 519"/>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9"/>
                <a:gd name="T172" fmla="*/ 0 h 724"/>
                <a:gd name="T173" fmla="*/ 519 w 51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9" h="724">
                  <a:moveTo>
                    <a:pt x="142" y="61"/>
                  </a:moveTo>
                  <a:lnTo>
                    <a:pt x="101" y="140"/>
                  </a:lnTo>
                  <a:lnTo>
                    <a:pt x="68" y="208"/>
                  </a:lnTo>
                  <a:lnTo>
                    <a:pt x="44" y="266"/>
                  </a:lnTo>
                  <a:lnTo>
                    <a:pt x="37" y="317"/>
                  </a:lnTo>
                  <a:lnTo>
                    <a:pt x="45" y="362"/>
                  </a:lnTo>
                  <a:lnTo>
                    <a:pt x="74" y="407"/>
                  </a:lnTo>
                  <a:lnTo>
                    <a:pt x="127" y="452"/>
                  </a:lnTo>
                  <a:lnTo>
                    <a:pt x="208" y="504"/>
                  </a:lnTo>
                  <a:lnTo>
                    <a:pt x="193" y="515"/>
                  </a:lnTo>
                  <a:lnTo>
                    <a:pt x="172" y="533"/>
                  </a:lnTo>
                  <a:lnTo>
                    <a:pt x="144" y="551"/>
                  </a:lnTo>
                  <a:lnTo>
                    <a:pt x="114" y="574"/>
                  </a:lnTo>
                  <a:lnTo>
                    <a:pt x="82" y="594"/>
                  </a:lnTo>
                  <a:lnTo>
                    <a:pt x="50" y="613"/>
                  </a:lnTo>
                  <a:lnTo>
                    <a:pt x="22" y="629"/>
                  </a:lnTo>
                  <a:lnTo>
                    <a:pt x="0" y="642"/>
                  </a:lnTo>
                  <a:lnTo>
                    <a:pt x="5" y="655"/>
                  </a:lnTo>
                  <a:lnTo>
                    <a:pt x="14" y="667"/>
                  </a:lnTo>
                  <a:lnTo>
                    <a:pt x="23" y="674"/>
                  </a:lnTo>
                  <a:lnTo>
                    <a:pt x="34" y="682"/>
                  </a:lnTo>
                  <a:lnTo>
                    <a:pt x="43" y="688"/>
                  </a:lnTo>
                  <a:lnTo>
                    <a:pt x="53" y="697"/>
                  </a:lnTo>
                  <a:lnTo>
                    <a:pt x="60" y="708"/>
                  </a:lnTo>
                  <a:lnTo>
                    <a:pt x="68" y="724"/>
                  </a:lnTo>
                  <a:lnTo>
                    <a:pt x="117" y="698"/>
                  </a:lnTo>
                  <a:lnTo>
                    <a:pt x="166" y="672"/>
                  </a:lnTo>
                  <a:lnTo>
                    <a:pt x="215" y="645"/>
                  </a:lnTo>
                  <a:lnTo>
                    <a:pt x="264" y="620"/>
                  </a:lnTo>
                  <a:lnTo>
                    <a:pt x="312" y="594"/>
                  </a:lnTo>
                  <a:lnTo>
                    <a:pt x="361" y="568"/>
                  </a:lnTo>
                  <a:lnTo>
                    <a:pt x="410" y="541"/>
                  </a:lnTo>
                  <a:lnTo>
                    <a:pt x="459" y="516"/>
                  </a:lnTo>
                  <a:lnTo>
                    <a:pt x="501" y="472"/>
                  </a:lnTo>
                  <a:lnTo>
                    <a:pt x="519" y="441"/>
                  </a:lnTo>
                  <a:lnTo>
                    <a:pt x="517" y="417"/>
                  </a:lnTo>
                  <a:lnTo>
                    <a:pt x="497" y="401"/>
                  </a:lnTo>
                  <a:lnTo>
                    <a:pt x="459" y="386"/>
                  </a:lnTo>
                  <a:lnTo>
                    <a:pt x="408" y="373"/>
                  </a:lnTo>
                  <a:lnTo>
                    <a:pt x="343" y="360"/>
                  </a:lnTo>
                  <a:lnTo>
                    <a:pt x="269" y="343"/>
                  </a:lnTo>
                  <a:lnTo>
                    <a:pt x="281" y="320"/>
                  </a:lnTo>
                  <a:lnTo>
                    <a:pt x="295" y="297"/>
                  </a:lnTo>
                  <a:lnTo>
                    <a:pt x="309" y="274"/>
                  </a:lnTo>
                  <a:lnTo>
                    <a:pt x="323" y="252"/>
                  </a:lnTo>
                  <a:lnTo>
                    <a:pt x="335" y="228"/>
                  </a:lnTo>
                  <a:lnTo>
                    <a:pt x="350" y="205"/>
                  </a:lnTo>
                  <a:lnTo>
                    <a:pt x="363" y="183"/>
                  </a:lnTo>
                  <a:lnTo>
                    <a:pt x="378" y="160"/>
                  </a:lnTo>
                  <a:lnTo>
                    <a:pt x="356" y="83"/>
                  </a:lnTo>
                  <a:lnTo>
                    <a:pt x="326" y="34"/>
                  </a:lnTo>
                  <a:lnTo>
                    <a:pt x="290" y="7"/>
                  </a:lnTo>
                  <a:lnTo>
                    <a:pt x="251" y="0"/>
                  </a:lnTo>
                  <a:lnTo>
                    <a:pt x="212" y="5"/>
                  </a:lnTo>
                  <a:lnTo>
                    <a:pt x="180" y="21"/>
                  </a:lnTo>
                  <a:lnTo>
                    <a:pt x="154" y="40"/>
                  </a:lnTo>
                  <a:lnTo>
                    <a:pt x="142" y="61"/>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 name="Freeform 40">
              <a:extLst>
                <a:ext uri="{FF2B5EF4-FFF2-40B4-BE49-F238E27FC236}">
                  <a16:creationId xmlns:a16="http://schemas.microsoft.com/office/drawing/2014/main" id="{6FE22B11-D58F-ED45-B002-43B0CA916401}"/>
                </a:ext>
              </a:extLst>
            </p:cNvPr>
            <p:cNvSpPr>
              <a:spLocks/>
            </p:cNvSpPr>
            <p:nvPr/>
          </p:nvSpPr>
          <p:spPr bwMode="auto">
            <a:xfrm>
              <a:off x="4683" y="3628"/>
              <a:ext cx="252" cy="363"/>
            </a:xfrm>
            <a:custGeom>
              <a:avLst/>
              <a:gdLst>
                <a:gd name="T0" fmla="*/ 63 w 504"/>
                <a:gd name="T1" fmla="*/ 31 h 724"/>
                <a:gd name="T2" fmla="*/ 44 w 504"/>
                <a:gd name="T3" fmla="*/ 70 h 724"/>
                <a:gd name="T4" fmla="*/ 28 w 504"/>
                <a:gd name="T5" fmla="*/ 104 h 724"/>
                <a:gd name="T6" fmla="*/ 19 w 504"/>
                <a:gd name="T7" fmla="*/ 132 h 724"/>
                <a:gd name="T8" fmla="*/ 17 w 504"/>
                <a:gd name="T9" fmla="*/ 158 h 724"/>
                <a:gd name="T10" fmla="*/ 23 w 504"/>
                <a:gd name="T11" fmla="*/ 180 h 724"/>
                <a:gd name="T12" fmla="*/ 39 w 504"/>
                <a:gd name="T13" fmla="*/ 203 h 724"/>
                <a:gd name="T14" fmla="*/ 67 w 504"/>
                <a:gd name="T15" fmla="*/ 226 h 724"/>
                <a:gd name="T16" fmla="*/ 108 w 504"/>
                <a:gd name="T17" fmla="*/ 252 h 724"/>
                <a:gd name="T18" fmla="*/ 104 w 504"/>
                <a:gd name="T19" fmla="*/ 258 h 724"/>
                <a:gd name="T20" fmla="*/ 95 w 504"/>
                <a:gd name="T21" fmla="*/ 268 h 724"/>
                <a:gd name="T22" fmla="*/ 81 w 504"/>
                <a:gd name="T23" fmla="*/ 278 h 724"/>
                <a:gd name="T24" fmla="*/ 64 w 504"/>
                <a:gd name="T25" fmla="*/ 290 h 724"/>
                <a:gd name="T26" fmla="*/ 46 w 504"/>
                <a:gd name="T27" fmla="*/ 301 h 724"/>
                <a:gd name="T28" fmla="*/ 28 w 504"/>
                <a:gd name="T29" fmla="*/ 312 h 724"/>
                <a:gd name="T30" fmla="*/ 12 w 504"/>
                <a:gd name="T31" fmla="*/ 320 h 724"/>
                <a:gd name="T32" fmla="*/ 0 w 504"/>
                <a:gd name="T33" fmla="*/ 327 h 724"/>
                <a:gd name="T34" fmla="*/ 2 w 504"/>
                <a:gd name="T35" fmla="*/ 334 h 724"/>
                <a:gd name="T36" fmla="*/ 6 w 504"/>
                <a:gd name="T37" fmla="*/ 339 h 724"/>
                <a:gd name="T38" fmla="*/ 10 w 504"/>
                <a:gd name="T39" fmla="*/ 342 h 724"/>
                <a:gd name="T40" fmla="*/ 14 w 504"/>
                <a:gd name="T41" fmla="*/ 345 h 724"/>
                <a:gd name="T42" fmla="*/ 17 w 504"/>
                <a:gd name="T43" fmla="*/ 347 h 724"/>
                <a:gd name="T44" fmla="*/ 20 w 504"/>
                <a:gd name="T45" fmla="*/ 350 h 724"/>
                <a:gd name="T46" fmla="*/ 24 w 504"/>
                <a:gd name="T47" fmla="*/ 355 h 724"/>
                <a:gd name="T48" fmla="*/ 27 w 504"/>
                <a:gd name="T49" fmla="*/ 363 h 724"/>
                <a:gd name="T50" fmla="*/ 51 w 504"/>
                <a:gd name="T51" fmla="*/ 350 h 724"/>
                <a:gd name="T52" fmla="*/ 76 w 504"/>
                <a:gd name="T53" fmla="*/ 337 h 724"/>
                <a:gd name="T54" fmla="*/ 100 w 504"/>
                <a:gd name="T55" fmla="*/ 323 h 724"/>
                <a:gd name="T56" fmla="*/ 125 w 504"/>
                <a:gd name="T57" fmla="*/ 311 h 724"/>
                <a:gd name="T58" fmla="*/ 149 w 504"/>
                <a:gd name="T59" fmla="*/ 298 h 724"/>
                <a:gd name="T60" fmla="*/ 173 w 504"/>
                <a:gd name="T61" fmla="*/ 285 h 724"/>
                <a:gd name="T62" fmla="*/ 198 w 504"/>
                <a:gd name="T63" fmla="*/ 271 h 724"/>
                <a:gd name="T64" fmla="*/ 222 w 504"/>
                <a:gd name="T65" fmla="*/ 259 h 724"/>
                <a:gd name="T66" fmla="*/ 243 w 504"/>
                <a:gd name="T67" fmla="*/ 237 h 724"/>
                <a:gd name="T68" fmla="*/ 252 w 504"/>
                <a:gd name="T69" fmla="*/ 221 h 724"/>
                <a:gd name="T70" fmla="*/ 251 w 504"/>
                <a:gd name="T71" fmla="*/ 209 h 724"/>
                <a:gd name="T72" fmla="*/ 241 w 504"/>
                <a:gd name="T73" fmla="*/ 201 h 724"/>
                <a:gd name="T74" fmla="*/ 222 w 504"/>
                <a:gd name="T75" fmla="*/ 194 h 724"/>
                <a:gd name="T76" fmla="*/ 197 w 504"/>
                <a:gd name="T77" fmla="*/ 187 h 724"/>
                <a:gd name="T78" fmla="*/ 164 w 504"/>
                <a:gd name="T79" fmla="*/ 180 h 724"/>
                <a:gd name="T80" fmla="*/ 127 w 504"/>
                <a:gd name="T81" fmla="*/ 172 h 724"/>
                <a:gd name="T82" fmla="*/ 133 w 504"/>
                <a:gd name="T83" fmla="*/ 160 h 724"/>
                <a:gd name="T84" fmla="*/ 140 w 504"/>
                <a:gd name="T85" fmla="*/ 149 h 724"/>
                <a:gd name="T86" fmla="*/ 147 w 504"/>
                <a:gd name="T87" fmla="*/ 137 h 724"/>
                <a:gd name="T88" fmla="*/ 154 w 504"/>
                <a:gd name="T89" fmla="*/ 126 h 724"/>
                <a:gd name="T90" fmla="*/ 160 w 504"/>
                <a:gd name="T91" fmla="*/ 114 h 724"/>
                <a:gd name="T92" fmla="*/ 168 w 504"/>
                <a:gd name="T93" fmla="*/ 103 h 724"/>
                <a:gd name="T94" fmla="*/ 174 w 504"/>
                <a:gd name="T95" fmla="*/ 92 h 724"/>
                <a:gd name="T96" fmla="*/ 182 w 504"/>
                <a:gd name="T97" fmla="*/ 80 h 724"/>
                <a:gd name="T98" fmla="*/ 171 w 504"/>
                <a:gd name="T99" fmla="*/ 42 h 724"/>
                <a:gd name="T100" fmla="*/ 156 w 504"/>
                <a:gd name="T101" fmla="*/ 17 h 724"/>
                <a:gd name="T102" fmla="*/ 138 w 504"/>
                <a:gd name="T103" fmla="*/ 4 h 724"/>
                <a:gd name="T104" fmla="*/ 118 w 504"/>
                <a:gd name="T105" fmla="*/ 0 h 724"/>
                <a:gd name="T106" fmla="*/ 99 w 504"/>
                <a:gd name="T107" fmla="*/ 3 h 724"/>
                <a:gd name="T108" fmla="*/ 83 w 504"/>
                <a:gd name="T109" fmla="*/ 11 h 724"/>
                <a:gd name="T110" fmla="*/ 70 w 504"/>
                <a:gd name="T111" fmla="*/ 20 h 724"/>
                <a:gd name="T112" fmla="*/ 63 w 50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04"/>
                <a:gd name="T172" fmla="*/ 0 h 724"/>
                <a:gd name="T173" fmla="*/ 504 w 50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04" h="724">
                  <a:moveTo>
                    <a:pt x="127" y="61"/>
                  </a:moveTo>
                  <a:lnTo>
                    <a:pt x="87" y="140"/>
                  </a:lnTo>
                  <a:lnTo>
                    <a:pt x="55" y="208"/>
                  </a:lnTo>
                  <a:lnTo>
                    <a:pt x="37" y="264"/>
                  </a:lnTo>
                  <a:lnTo>
                    <a:pt x="33" y="316"/>
                  </a:lnTo>
                  <a:lnTo>
                    <a:pt x="45" y="360"/>
                  </a:lnTo>
                  <a:lnTo>
                    <a:pt x="78" y="405"/>
                  </a:lnTo>
                  <a:lnTo>
                    <a:pt x="133" y="451"/>
                  </a:lnTo>
                  <a:lnTo>
                    <a:pt x="216" y="502"/>
                  </a:lnTo>
                  <a:lnTo>
                    <a:pt x="208" y="515"/>
                  </a:lnTo>
                  <a:lnTo>
                    <a:pt x="190" y="534"/>
                  </a:lnTo>
                  <a:lnTo>
                    <a:pt x="161" y="555"/>
                  </a:lnTo>
                  <a:lnTo>
                    <a:pt x="128" y="579"/>
                  </a:lnTo>
                  <a:lnTo>
                    <a:pt x="91" y="600"/>
                  </a:lnTo>
                  <a:lnTo>
                    <a:pt x="55" y="622"/>
                  </a:lnTo>
                  <a:lnTo>
                    <a:pt x="24" y="638"/>
                  </a:lnTo>
                  <a:lnTo>
                    <a:pt x="0" y="652"/>
                  </a:lnTo>
                  <a:lnTo>
                    <a:pt x="4" y="667"/>
                  </a:lnTo>
                  <a:lnTo>
                    <a:pt x="12" y="677"/>
                  </a:lnTo>
                  <a:lnTo>
                    <a:pt x="19" y="682"/>
                  </a:lnTo>
                  <a:lnTo>
                    <a:pt x="27" y="688"/>
                  </a:lnTo>
                  <a:lnTo>
                    <a:pt x="33" y="692"/>
                  </a:lnTo>
                  <a:lnTo>
                    <a:pt x="40" y="698"/>
                  </a:lnTo>
                  <a:lnTo>
                    <a:pt x="47" y="708"/>
                  </a:lnTo>
                  <a:lnTo>
                    <a:pt x="53" y="724"/>
                  </a:lnTo>
                  <a:lnTo>
                    <a:pt x="102" y="698"/>
                  </a:lnTo>
                  <a:lnTo>
                    <a:pt x="151" y="672"/>
                  </a:lnTo>
                  <a:lnTo>
                    <a:pt x="200" y="645"/>
                  </a:lnTo>
                  <a:lnTo>
                    <a:pt x="249" y="620"/>
                  </a:lnTo>
                  <a:lnTo>
                    <a:pt x="297" y="594"/>
                  </a:lnTo>
                  <a:lnTo>
                    <a:pt x="346" y="568"/>
                  </a:lnTo>
                  <a:lnTo>
                    <a:pt x="395" y="541"/>
                  </a:lnTo>
                  <a:lnTo>
                    <a:pt x="444" y="516"/>
                  </a:lnTo>
                  <a:lnTo>
                    <a:pt x="486" y="472"/>
                  </a:lnTo>
                  <a:lnTo>
                    <a:pt x="504" y="441"/>
                  </a:lnTo>
                  <a:lnTo>
                    <a:pt x="502" y="417"/>
                  </a:lnTo>
                  <a:lnTo>
                    <a:pt x="482" y="401"/>
                  </a:lnTo>
                  <a:lnTo>
                    <a:pt x="444" y="386"/>
                  </a:lnTo>
                  <a:lnTo>
                    <a:pt x="393" y="373"/>
                  </a:lnTo>
                  <a:lnTo>
                    <a:pt x="328" y="360"/>
                  </a:lnTo>
                  <a:lnTo>
                    <a:pt x="254" y="343"/>
                  </a:lnTo>
                  <a:lnTo>
                    <a:pt x="266" y="320"/>
                  </a:lnTo>
                  <a:lnTo>
                    <a:pt x="280" y="297"/>
                  </a:lnTo>
                  <a:lnTo>
                    <a:pt x="294" y="274"/>
                  </a:lnTo>
                  <a:lnTo>
                    <a:pt x="308" y="252"/>
                  </a:lnTo>
                  <a:lnTo>
                    <a:pt x="320" y="228"/>
                  </a:lnTo>
                  <a:lnTo>
                    <a:pt x="335" y="205"/>
                  </a:lnTo>
                  <a:lnTo>
                    <a:pt x="348" y="183"/>
                  </a:lnTo>
                  <a:lnTo>
                    <a:pt x="363" y="160"/>
                  </a:lnTo>
                  <a:lnTo>
                    <a:pt x="341" y="83"/>
                  </a:lnTo>
                  <a:lnTo>
                    <a:pt x="311" y="34"/>
                  </a:lnTo>
                  <a:lnTo>
                    <a:pt x="275" y="7"/>
                  </a:lnTo>
                  <a:lnTo>
                    <a:pt x="236" y="0"/>
                  </a:lnTo>
                  <a:lnTo>
                    <a:pt x="197" y="5"/>
                  </a:lnTo>
                  <a:lnTo>
                    <a:pt x="165" y="21"/>
                  </a:lnTo>
                  <a:lnTo>
                    <a:pt x="139" y="40"/>
                  </a:lnTo>
                  <a:lnTo>
                    <a:pt x="127" y="61"/>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 name="Freeform 41">
              <a:extLst>
                <a:ext uri="{FF2B5EF4-FFF2-40B4-BE49-F238E27FC236}">
                  <a16:creationId xmlns:a16="http://schemas.microsoft.com/office/drawing/2014/main" id="{0C3EA71E-BA70-9C43-89AF-6B662E91D396}"/>
                </a:ext>
              </a:extLst>
            </p:cNvPr>
            <p:cNvSpPr>
              <a:spLocks/>
            </p:cNvSpPr>
            <p:nvPr/>
          </p:nvSpPr>
          <p:spPr bwMode="auto">
            <a:xfrm>
              <a:off x="4691" y="3628"/>
              <a:ext cx="244" cy="363"/>
            </a:xfrm>
            <a:custGeom>
              <a:avLst/>
              <a:gdLst>
                <a:gd name="T0" fmla="*/ 55 w 487"/>
                <a:gd name="T1" fmla="*/ 31 h 724"/>
                <a:gd name="T2" fmla="*/ 35 w 487"/>
                <a:gd name="T3" fmla="*/ 70 h 724"/>
                <a:gd name="T4" fmla="*/ 21 w 487"/>
                <a:gd name="T5" fmla="*/ 104 h 724"/>
                <a:gd name="T6" fmla="*/ 14 w 487"/>
                <a:gd name="T7" fmla="*/ 132 h 724"/>
                <a:gd name="T8" fmla="*/ 14 w 487"/>
                <a:gd name="T9" fmla="*/ 158 h 724"/>
                <a:gd name="T10" fmla="*/ 22 w 487"/>
                <a:gd name="T11" fmla="*/ 179 h 724"/>
                <a:gd name="T12" fmla="*/ 41 w 487"/>
                <a:gd name="T13" fmla="*/ 202 h 724"/>
                <a:gd name="T14" fmla="*/ 70 w 487"/>
                <a:gd name="T15" fmla="*/ 224 h 724"/>
                <a:gd name="T16" fmla="*/ 111 w 487"/>
                <a:gd name="T17" fmla="*/ 250 h 724"/>
                <a:gd name="T18" fmla="*/ 110 w 487"/>
                <a:gd name="T19" fmla="*/ 257 h 724"/>
                <a:gd name="T20" fmla="*/ 103 w 487"/>
                <a:gd name="T21" fmla="*/ 268 h 724"/>
                <a:gd name="T22" fmla="*/ 88 w 487"/>
                <a:gd name="T23" fmla="*/ 280 h 724"/>
                <a:gd name="T24" fmla="*/ 70 w 487"/>
                <a:gd name="T25" fmla="*/ 293 h 724"/>
                <a:gd name="T26" fmla="*/ 50 w 487"/>
                <a:gd name="T27" fmla="*/ 305 h 724"/>
                <a:gd name="T28" fmla="*/ 30 w 487"/>
                <a:gd name="T29" fmla="*/ 317 h 724"/>
                <a:gd name="T30" fmla="*/ 12 w 487"/>
                <a:gd name="T31" fmla="*/ 326 h 724"/>
                <a:gd name="T32" fmla="*/ 0 w 487"/>
                <a:gd name="T33" fmla="*/ 333 h 724"/>
                <a:gd name="T34" fmla="*/ 2 w 487"/>
                <a:gd name="T35" fmla="*/ 339 h 724"/>
                <a:gd name="T36" fmla="*/ 4 w 487"/>
                <a:gd name="T37" fmla="*/ 343 h 724"/>
                <a:gd name="T38" fmla="*/ 6 w 487"/>
                <a:gd name="T39" fmla="*/ 346 h 724"/>
                <a:gd name="T40" fmla="*/ 9 w 487"/>
                <a:gd name="T41" fmla="*/ 347 h 724"/>
                <a:gd name="T42" fmla="*/ 11 w 487"/>
                <a:gd name="T43" fmla="*/ 348 h 724"/>
                <a:gd name="T44" fmla="*/ 13 w 487"/>
                <a:gd name="T45" fmla="*/ 351 h 724"/>
                <a:gd name="T46" fmla="*/ 16 w 487"/>
                <a:gd name="T47" fmla="*/ 355 h 724"/>
                <a:gd name="T48" fmla="*/ 18 w 487"/>
                <a:gd name="T49" fmla="*/ 363 h 724"/>
                <a:gd name="T50" fmla="*/ 43 w 487"/>
                <a:gd name="T51" fmla="*/ 350 h 724"/>
                <a:gd name="T52" fmla="*/ 67 w 487"/>
                <a:gd name="T53" fmla="*/ 337 h 724"/>
                <a:gd name="T54" fmla="*/ 92 w 487"/>
                <a:gd name="T55" fmla="*/ 323 h 724"/>
                <a:gd name="T56" fmla="*/ 116 w 487"/>
                <a:gd name="T57" fmla="*/ 311 h 724"/>
                <a:gd name="T58" fmla="*/ 140 w 487"/>
                <a:gd name="T59" fmla="*/ 298 h 724"/>
                <a:gd name="T60" fmla="*/ 165 w 487"/>
                <a:gd name="T61" fmla="*/ 285 h 724"/>
                <a:gd name="T62" fmla="*/ 189 w 487"/>
                <a:gd name="T63" fmla="*/ 271 h 724"/>
                <a:gd name="T64" fmla="*/ 214 w 487"/>
                <a:gd name="T65" fmla="*/ 259 h 724"/>
                <a:gd name="T66" fmla="*/ 235 w 487"/>
                <a:gd name="T67" fmla="*/ 237 h 724"/>
                <a:gd name="T68" fmla="*/ 244 w 487"/>
                <a:gd name="T69" fmla="*/ 221 h 724"/>
                <a:gd name="T70" fmla="*/ 243 w 487"/>
                <a:gd name="T71" fmla="*/ 209 h 724"/>
                <a:gd name="T72" fmla="*/ 233 w 487"/>
                <a:gd name="T73" fmla="*/ 201 h 724"/>
                <a:gd name="T74" fmla="*/ 214 w 487"/>
                <a:gd name="T75" fmla="*/ 194 h 724"/>
                <a:gd name="T76" fmla="*/ 188 w 487"/>
                <a:gd name="T77" fmla="*/ 187 h 724"/>
                <a:gd name="T78" fmla="*/ 156 w 487"/>
                <a:gd name="T79" fmla="*/ 180 h 724"/>
                <a:gd name="T80" fmla="*/ 119 w 487"/>
                <a:gd name="T81" fmla="*/ 172 h 724"/>
                <a:gd name="T82" fmla="*/ 125 w 487"/>
                <a:gd name="T83" fmla="*/ 160 h 724"/>
                <a:gd name="T84" fmla="*/ 132 w 487"/>
                <a:gd name="T85" fmla="*/ 149 h 724"/>
                <a:gd name="T86" fmla="*/ 139 w 487"/>
                <a:gd name="T87" fmla="*/ 137 h 724"/>
                <a:gd name="T88" fmla="*/ 146 w 487"/>
                <a:gd name="T89" fmla="*/ 126 h 724"/>
                <a:gd name="T90" fmla="*/ 152 w 487"/>
                <a:gd name="T91" fmla="*/ 114 h 724"/>
                <a:gd name="T92" fmla="*/ 159 w 487"/>
                <a:gd name="T93" fmla="*/ 103 h 724"/>
                <a:gd name="T94" fmla="*/ 166 w 487"/>
                <a:gd name="T95" fmla="*/ 92 h 724"/>
                <a:gd name="T96" fmla="*/ 173 w 487"/>
                <a:gd name="T97" fmla="*/ 80 h 724"/>
                <a:gd name="T98" fmla="*/ 162 w 487"/>
                <a:gd name="T99" fmla="*/ 42 h 724"/>
                <a:gd name="T100" fmla="*/ 147 w 487"/>
                <a:gd name="T101" fmla="*/ 17 h 724"/>
                <a:gd name="T102" fmla="*/ 129 w 487"/>
                <a:gd name="T103" fmla="*/ 4 h 724"/>
                <a:gd name="T104" fmla="*/ 110 w 487"/>
                <a:gd name="T105" fmla="*/ 0 h 724"/>
                <a:gd name="T106" fmla="*/ 90 w 487"/>
                <a:gd name="T107" fmla="*/ 3 h 724"/>
                <a:gd name="T108" fmla="*/ 74 w 487"/>
                <a:gd name="T109" fmla="*/ 11 h 724"/>
                <a:gd name="T110" fmla="*/ 61 w 487"/>
                <a:gd name="T111" fmla="*/ 20 h 724"/>
                <a:gd name="T112" fmla="*/ 55 w 487"/>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87"/>
                <a:gd name="T172" fmla="*/ 0 h 724"/>
                <a:gd name="T173" fmla="*/ 487 w 487"/>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87" h="724">
                  <a:moveTo>
                    <a:pt x="110" y="61"/>
                  </a:moveTo>
                  <a:lnTo>
                    <a:pt x="70" y="140"/>
                  </a:lnTo>
                  <a:lnTo>
                    <a:pt x="42" y="208"/>
                  </a:lnTo>
                  <a:lnTo>
                    <a:pt x="27" y="264"/>
                  </a:lnTo>
                  <a:lnTo>
                    <a:pt x="27" y="315"/>
                  </a:lnTo>
                  <a:lnTo>
                    <a:pt x="43" y="358"/>
                  </a:lnTo>
                  <a:lnTo>
                    <a:pt x="81" y="402"/>
                  </a:lnTo>
                  <a:lnTo>
                    <a:pt x="139" y="447"/>
                  </a:lnTo>
                  <a:lnTo>
                    <a:pt x="222" y="499"/>
                  </a:lnTo>
                  <a:lnTo>
                    <a:pt x="220" y="513"/>
                  </a:lnTo>
                  <a:lnTo>
                    <a:pt x="205" y="534"/>
                  </a:lnTo>
                  <a:lnTo>
                    <a:pt x="176" y="558"/>
                  </a:lnTo>
                  <a:lnTo>
                    <a:pt x="140" y="584"/>
                  </a:lnTo>
                  <a:lnTo>
                    <a:pt x="99" y="609"/>
                  </a:lnTo>
                  <a:lnTo>
                    <a:pt x="59" y="632"/>
                  </a:lnTo>
                  <a:lnTo>
                    <a:pt x="23" y="650"/>
                  </a:lnTo>
                  <a:lnTo>
                    <a:pt x="0" y="664"/>
                  </a:lnTo>
                  <a:lnTo>
                    <a:pt x="3" y="677"/>
                  </a:lnTo>
                  <a:lnTo>
                    <a:pt x="7" y="685"/>
                  </a:lnTo>
                  <a:lnTo>
                    <a:pt x="12" y="690"/>
                  </a:lnTo>
                  <a:lnTo>
                    <a:pt x="17" y="693"/>
                  </a:lnTo>
                  <a:lnTo>
                    <a:pt x="21" y="694"/>
                  </a:lnTo>
                  <a:lnTo>
                    <a:pt x="26" y="700"/>
                  </a:lnTo>
                  <a:lnTo>
                    <a:pt x="31" y="708"/>
                  </a:lnTo>
                  <a:lnTo>
                    <a:pt x="36" y="724"/>
                  </a:lnTo>
                  <a:lnTo>
                    <a:pt x="85" y="698"/>
                  </a:lnTo>
                  <a:lnTo>
                    <a:pt x="134" y="672"/>
                  </a:lnTo>
                  <a:lnTo>
                    <a:pt x="183" y="645"/>
                  </a:lnTo>
                  <a:lnTo>
                    <a:pt x="232" y="620"/>
                  </a:lnTo>
                  <a:lnTo>
                    <a:pt x="280" y="594"/>
                  </a:lnTo>
                  <a:lnTo>
                    <a:pt x="329" y="568"/>
                  </a:lnTo>
                  <a:lnTo>
                    <a:pt x="378" y="541"/>
                  </a:lnTo>
                  <a:lnTo>
                    <a:pt x="427" y="516"/>
                  </a:lnTo>
                  <a:lnTo>
                    <a:pt x="469" y="472"/>
                  </a:lnTo>
                  <a:lnTo>
                    <a:pt x="487" y="441"/>
                  </a:lnTo>
                  <a:lnTo>
                    <a:pt x="485" y="417"/>
                  </a:lnTo>
                  <a:lnTo>
                    <a:pt x="465" y="401"/>
                  </a:lnTo>
                  <a:lnTo>
                    <a:pt x="427" y="386"/>
                  </a:lnTo>
                  <a:lnTo>
                    <a:pt x="376" y="373"/>
                  </a:lnTo>
                  <a:lnTo>
                    <a:pt x="311" y="360"/>
                  </a:lnTo>
                  <a:lnTo>
                    <a:pt x="237" y="343"/>
                  </a:lnTo>
                  <a:lnTo>
                    <a:pt x="249" y="320"/>
                  </a:lnTo>
                  <a:lnTo>
                    <a:pt x="263" y="297"/>
                  </a:lnTo>
                  <a:lnTo>
                    <a:pt x="277" y="274"/>
                  </a:lnTo>
                  <a:lnTo>
                    <a:pt x="291" y="252"/>
                  </a:lnTo>
                  <a:lnTo>
                    <a:pt x="303" y="228"/>
                  </a:lnTo>
                  <a:lnTo>
                    <a:pt x="318" y="205"/>
                  </a:lnTo>
                  <a:lnTo>
                    <a:pt x="331" y="183"/>
                  </a:lnTo>
                  <a:lnTo>
                    <a:pt x="346" y="160"/>
                  </a:lnTo>
                  <a:lnTo>
                    <a:pt x="324" y="83"/>
                  </a:lnTo>
                  <a:lnTo>
                    <a:pt x="294" y="34"/>
                  </a:lnTo>
                  <a:lnTo>
                    <a:pt x="258" y="7"/>
                  </a:lnTo>
                  <a:lnTo>
                    <a:pt x="219" y="0"/>
                  </a:lnTo>
                  <a:lnTo>
                    <a:pt x="180" y="5"/>
                  </a:lnTo>
                  <a:lnTo>
                    <a:pt x="148" y="21"/>
                  </a:lnTo>
                  <a:lnTo>
                    <a:pt x="122" y="40"/>
                  </a:lnTo>
                  <a:lnTo>
                    <a:pt x="110" y="61"/>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 name="Freeform 42">
              <a:extLst>
                <a:ext uri="{FF2B5EF4-FFF2-40B4-BE49-F238E27FC236}">
                  <a16:creationId xmlns:a16="http://schemas.microsoft.com/office/drawing/2014/main" id="{BAEB2E27-6578-A64C-A183-E427BE92B70F}"/>
                </a:ext>
              </a:extLst>
            </p:cNvPr>
            <p:cNvSpPr>
              <a:spLocks/>
            </p:cNvSpPr>
            <p:nvPr/>
          </p:nvSpPr>
          <p:spPr bwMode="auto">
            <a:xfrm>
              <a:off x="4699" y="3628"/>
              <a:ext cx="236" cy="363"/>
            </a:xfrm>
            <a:custGeom>
              <a:avLst/>
              <a:gdLst>
                <a:gd name="T0" fmla="*/ 48 w 472"/>
                <a:gd name="T1" fmla="*/ 31 h 724"/>
                <a:gd name="T2" fmla="*/ 28 w 472"/>
                <a:gd name="T3" fmla="*/ 70 h 724"/>
                <a:gd name="T4" fmla="*/ 15 w 472"/>
                <a:gd name="T5" fmla="*/ 104 h 724"/>
                <a:gd name="T6" fmla="*/ 9 w 472"/>
                <a:gd name="T7" fmla="*/ 131 h 724"/>
                <a:gd name="T8" fmla="*/ 12 w 472"/>
                <a:gd name="T9" fmla="*/ 156 h 724"/>
                <a:gd name="T10" fmla="*/ 22 w 472"/>
                <a:gd name="T11" fmla="*/ 178 h 724"/>
                <a:gd name="T12" fmla="*/ 43 w 472"/>
                <a:gd name="T13" fmla="*/ 201 h 724"/>
                <a:gd name="T14" fmla="*/ 73 w 472"/>
                <a:gd name="T15" fmla="*/ 223 h 724"/>
                <a:gd name="T16" fmla="*/ 115 w 472"/>
                <a:gd name="T17" fmla="*/ 249 h 724"/>
                <a:gd name="T18" fmla="*/ 118 w 472"/>
                <a:gd name="T19" fmla="*/ 257 h 724"/>
                <a:gd name="T20" fmla="*/ 112 w 472"/>
                <a:gd name="T21" fmla="*/ 268 h 724"/>
                <a:gd name="T22" fmla="*/ 97 w 472"/>
                <a:gd name="T23" fmla="*/ 281 h 724"/>
                <a:gd name="T24" fmla="*/ 77 w 472"/>
                <a:gd name="T25" fmla="*/ 295 h 724"/>
                <a:gd name="T26" fmla="*/ 55 w 472"/>
                <a:gd name="T27" fmla="*/ 308 h 724"/>
                <a:gd name="T28" fmla="*/ 32 w 472"/>
                <a:gd name="T29" fmla="*/ 321 h 724"/>
                <a:gd name="T30" fmla="*/ 13 w 472"/>
                <a:gd name="T31" fmla="*/ 331 h 724"/>
                <a:gd name="T32" fmla="*/ 0 w 472"/>
                <a:gd name="T33" fmla="*/ 338 h 724"/>
                <a:gd name="T34" fmla="*/ 1 w 472"/>
                <a:gd name="T35" fmla="*/ 345 h 724"/>
                <a:gd name="T36" fmla="*/ 3 w 472"/>
                <a:gd name="T37" fmla="*/ 348 h 724"/>
                <a:gd name="T38" fmla="*/ 4 w 472"/>
                <a:gd name="T39" fmla="*/ 350 h 724"/>
                <a:gd name="T40" fmla="*/ 5 w 472"/>
                <a:gd name="T41" fmla="*/ 350 h 724"/>
                <a:gd name="T42" fmla="*/ 6 w 472"/>
                <a:gd name="T43" fmla="*/ 350 h 724"/>
                <a:gd name="T44" fmla="*/ 7 w 472"/>
                <a:gd name="T45" fmla="*/ 352 h 724"/>
                <a:gd name="T46" fmla="*/ 8 w 472"/>
                <a:gd name="T47" fmla="*/ 355 h 724"/>
                <a:gd name="T48" fmla="*/ 11 w 472"/>
                <a:gd name="T49" fmla="*/ 363 h 724"/>
                <a:gd name="T50" fmla="*/ 35 w 472"/>
                <a:gd name="T51" fmla="*/ 350 h 724"/>
                <a:gd name="T52" fmla="*/ 59 w 472"/>
                <a:gd name="T53" fmla="*/ 337 h 724"/>
                <a:gd name="T54" fmla="*/ 84 w 472"/>
                <a:gd name="T55" fmla="*/ 323 h 724"/>
                <a:gd name="T56" fmla="*/ 109 w 472"/>
                <a:gd name="T57" fmla="*/ 311 h 724"/>
                <a:gd name="T58" fmla="*/ 133 w 472"/>
                <a:gd name="T59" fmla="*/ 298 h 724"/>
                <a:gd name="T60" fmla="*/ 157 w 472"/>
                <a:gd name="T61" fmla="*/ 285 h 724"/>
                <a:gd name="T62" fmla="*/ 182 w 472"/>
                <a:gd name="T63" fmla="*/ 271 h 724"/>
                <a:gd name="T64" fmla="*/ 206 w 472"/>
                <a:gd name="T65" fmla="*/ 259 h 724"/>
                <a:gd name="T66" fmla="*/ 227 w 472"/>
                <a:gd name="T67" fmla="*/ 237 h 724"/>
                <a:gd name="T68" fmla="*/ 236 w 472"/>
                <a:gd name="T69" fmla="*/ 221 h 724"/>
                <a:gd name="T70" fmla="*/ 235 w 472"/>
                <a:gd name="T71" fmla="*/ 209 h 724"/>
                <a:gd name="T72" fmla="*/ 225 w 472"/>
                <a:gd name="T73" fmla="*/ 201 h 724"/>
                <a:gd name="T74" fmla="*/ 206 w 472"/>
                <a:gd name="T75" fmla="*/ 194 h 724"/>
                <a:gd name="T76" fmla="*/ 181 w 472"/>
                <a:gd name="T77" fmla="*/ 187 h 724"/>
                <a:gd name="T78" fmla="*/ 148 w 472"/>
                <a:gd name="T79" fmla="*/ 180 h 724"/>
                <a:gd name="T80" fmla="*/ 111 w 472"/>
                <a:gd name="T81" fmla="*/ 172 h 724"/>
                <a:gd name="T82" fmla="*/ 117 w 472"/>
                <a:gd name="T83" fmla="*/ 160 h 724"/>
                <a:gd name="T84" fmla="*/ 124 w 472"/>
                <a:gd name="T85" fmla="*/ 149 h 724"/>
                <a:gd name="T86" fmla="*/ 131 w 472"/>
                <a:gd name="T87" fmla="*/ 137 h 724"/>
                <a:gd name="T88" fmla="*/ 138 w 472"/>
                <a:gd name="T89" fmla="*/ 126 h 724"/>
                <a:gd name="T90" fmla="*/ 144 w 472"/>
                <a:gd name="T91" fmla="*/ 114 h 724"/>
                <a:gd name="T92" fmla="*/ 152 w 472"/>
                <a:gd name="T93" fmla="*/ 103 h 724"/>
                <a:gd name="T94" fmla="*/ 158 w 472"/>
                <a:gd name="T95" fmla="*/ 92 h 724"/>
                <a:gd name="T96" fmla="*/ 166 w 472"/>
                <a:gd name="T97" fmla="*/ 80 h 724"/>
                <a:gd name="T98" fmla="*/ 155 w 472"/>
                <a:gd name="T99" fmla="*/ 42 h 724"/>
                <a:gd name="T100" fmla="*/ 140 w 472"/>
                <a:gd name="T101" fmla="*/ 17 h 724"/>
                <a:gd name="T102" fmla="*/ 121 w 472"/>
                <a:gd name="T103" fmla="*/ 4 h 724"/>
                <a:gd name="T104" fmla="*/ 102 w 472"/>
                <a:gd name="T105" fmla="*/ 0 h 724"/>
                <a:gd name="T106" fmla="*/ 83 w 472"/>
                <a:gd name="T107" fmla="*/ 3 h 724"/>
                <a:gd name="T108" fmla="*/ 67 w 472"/>
                <a:gd name="T109" fmla="*/ 11 h 724"/>
                <a:gd name="T110" fmla="*/ 54 w 472"/>
                <a:gd name="T111" fmla="*/ 20 h 724"/>
                <a:gd name="T112" fmla="*/ 48 w 472"/>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72"/>
                <a:gd name="T172" fmla="*/ 0 h 724"/>
                <a:gd name="T173" fmla="*/ 472 w 472"/>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72" h="724">
                  <a:moveTo>
                    <a:pt x="95" y="61"/>
                  </a:moveTo>
                  <a:lnTo>
                    <a:pt x="56" y="140"/>
                  </a:lnTo>
                  <a:lnTo>
                    <a:pt x="31" y="207"/>
                  </a:lnTo>
                  <a:lnTo>
                    <a:pt x="18" y="262"/>
                  </a:lnTo>
                  <a:lnTo>
                    <a:pt x="23" y="312"/>
                  </a:lnTo>
                  <a:lnTo>
                    <a:pt x="44" y="356"/>
                  </a:lnTo>
                  <a:lnTo>
                    <a:pt x="85" y="400"/>
                  </a:lnTo>
                  <a:lnTo>
                    <a:pt x="145" y="445"/>
                  </a:lnTo>
                  <a:lnTo>
                    <a:pt x="229" y="496"/>
                  </a:lnTo>
                  <a:lnTo>
                    <a:pt x="237" y="513"/>
                  </a:lnTo>
                  <a:lnTo>
                    <a:pt x="223" y="535"/>
                  </a:lnTo>
                  <a:lnTo>
                    <a:pt x="193" y="560"/>
                  </a:lnTo>
                  <a:lnTo>
                    <a:pt x="154" y="589"/>
                  </a:lnTo>
                  <a:lnTo>
                    <a:pt x="109" y="615"/>
                  </a:lnTo>
                  <a:lnTo>
                    <a:pt x="64" y="640"/>
                  </a:lnTo>
                  <a:lnTo>
                    <a:pt x="26" y="660"/>
                  </a:lnTo>
                  <a:lnTo>
                    <a:pt x="0" y="674"/>
                  </a:lnTo>
                  <a:lnTo>
                    <a:pt x="2" y="688"/>
                  </a:lnTo>
                  <a:lnTo>
                    <a:pt x="6" y="695"/>
                  </a:lnTo>
                  <a:lnTo>
                    <a:pt x="7" y="698"/>
                  </a:lnTo>
                  <a:lnTo>
                    <a:pt x="10" y="699"/>
                  </a:lnTo>
                  <a:lnTo>
                    <a:pt x="11" y="699"/>
                  </a:lnTo>
                  <a:lnTo>
                    <a:pt x="13" y="702"/>
                  </a:lnTo>
                  <a:lnTo>
                    <a:pt x="16" y="709"/>
                  </a:lnTo>
                  <a:lnTo>
                    <a:pt x="21" y="724"/>
                  </a:lnTo>
                  <a:lnTo>
                    <a:pt x="70" y="698"/>
                  </a:lnTo>
                  <a:lnTo>
                    <a:pt x="119" y="672"/>
                  </a:lnTo>
                  <a:lnTo>
                    <a:pt x="168" y="645"/>
                  </a:lnTo>
                  <a:lnTo>
                    <a:pt x="217" y="620"/>
                  </a:lnTo>
                  <a:lnTo>
                    <a:pt x="265" y="594"/>
                  </a:lnTo>
                  <a:lnTo>
                    <a:pt x="314" y="568"/>
                  </a:lnTo>
                  <a:lnTo>
                    <a:pt x="363" y="541"/>
                  </a:lnTo>
                  <a:lnTo>
                    <a:pt x="412" y="516"/>
                  </a:lnTo>
                  <a:lnTo>
                    <a:pt x="454" y="472"/>
                  </a:lnTo>
                  <a:lnTo>
                    <a:pt x="472" y="441"/>
                  </a:lnTo>
                  <a:lnTo>
                    <a:pt x="470" y="417"/>
                  </a:lnTo>
                  <a:lnTo>
                    <a:pt x="450" y="401"/>
                  </a:lnTo>
                  <a:lnTo>
                    <a:pt x="412" y="386"/>
                  </a:lnTo>
                  <a:lnTo>
                    <a:pt x="361" y="373"/>
                  </a:lnTo>
                  <a:lnTo>
                    <a:pt x="296" y="360"/>
                  </a:lnTo>
                  <a:lnTo>
                    <a:pt x="222" y="343"/>
                  </a:lnTo>
                  <a:lnTo>
                    <a:pt x="234" y="320"/>
                  </a:lnTo>
                  <a:lnTo>
                    <a:pt x="248" y="297"/>
                  </a:lnTo>
                  <a:lnTo>
                    <a:pt x="262" y="274"/>
                  </a:lnTo>
                  <a:lnTo>
                    <a:pt x="276" y="252"/>
                  </a:lnTo>
                  <a:lnTo>
                    <a:pt x="288" y="228"/>
                  </a:lnTo>
                  <a:lnTo>
                    <a:pt x="303" y="205"/>
                  </a:lnTo>
                  <a:lnTo>
                    <a:pt x="316" y="183"/>
                  </a:lnTo>
                  <a:lnTo>
                    <a:pt x="331" y="160"/>
                  </a:lnTo>
                  <a:lnTo>
                    <a:pt x="309" y="83"/>
                  </a:lnTo>
                  <a:lnTo>
                    <a:pt x="279" y="34"/>
                  </a:lnTo>
                  <a:lnTo>
                    <a:pt x="243" y="7"/>
                  </a:lnTo>
                  <a:lnTo>
                    <a:pt x="204" y="0"/>
                  </a:lnTo>
                  <a:lnTo>
                    <a:pt x="165" y="5"/>
                  </a:lnTo>
                  <a:lnTo>
                    <a:pt x="133" y="21"/>
                  </a:lnTo>
                  <a:lnTo>
                    <a:pt x="107" y="40"/>
                  </a:lnTo>
                  <a:lnTo>
                    <a:pt x="95" y="61"/>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 name="Freeform 43">
              <a:extLst>
                <a:ext uri="{FF2B5EF4-FFF2-40B4-BE49-F238E27FC236}">
                  <a16:creationId xmlns:a16="http://schemas.microsoft.com/office/drawing/2014/main" id="{6996203A-1192-654B-8867-8FF2D65CA798}"/>
                </a:ext>
              </a:extLst>
            </p:cNvPr>
            <p:cNvSpPr>
              <a:spLocks/>
            </p:cNvSpPr>
            <p:nvPr/>
          </p:nvSpPr>
          <p:spPr bwMode="auto">
            <a:xfrm>
              <a:off x="4706" y="3628"/>
              <a:ext cx="229" cy="363"/>
            </a:xfrm>
            <a:custGeom>
              <a:avLst/>
              <a:gdLst>
                <a:gd name="T0" fmla="*/ 41 w 459"/>
                <a:gd name="T1" fmla="*/ 31 h 724"/>
                <a:gd name="T2" fmla="*/ 22 w 459"/>
                <a:gd name="T3" fmla="*/ 70 h 724"/>
                <a:gd name="T4" fmla="*/ 11 w 459"/>
                <a:gd name="T5" fmla="*/ 104 h 724"/>
                <a:gd name="T6" fmla="*/ 6 w 459"/>
                <a:gd name="T7" fmla="*/ 131 h 724"/>
                <a:gd name="T8" fmla="*/ 11 w 459"/>
                <a:gd name="T9" fmla="*/ 156 h 724"/>
                <a:gd name="T10" fmla="*/ 23 w 459"/>
                <a:gd name="T11" fmla="*/ 178 h 724"/>
                <a:gd name="T12" fmla="*/ 45 w 459"/>
                <a:gd name="T13" fmla="*/ 201 h 724"/>
                <a:gd name="T14" fmla="*/ 76 w 459"/>
                <a:gd name="T15" fmla="*/ 223 h 724"/>
                <a:gd name="T16" fmla="*/ 119 w 459"/>
                <a:gd name="T17" fmla="*/ 248 h 724"/>
                <a:gd name="T18" fmla="*/ 127 w 459"/>
                <a:gd name="T19" fmla="*/ 256 h 724"/>
                <a:gd name="T20" fmla="*/ 121 w 459"/>
                <a:gd name="T21" fmla="*/ 268 h 724"/>
                <a:gd name="T22" fmla="*/ 106 w 459"/>
                <a:gd name="T23" fmla="*/ 282 h 724"/>
                <a:gd name="T24" fmla="*/ 85 w 459"/>
                <a:gd name="T25" fmla="*/ 298 h 724"/>
                <a:gd name="T26" fmla="*/ 59 w 459"/>
                <a:gd name="T27" fmla="*/ 312 h 724"/>
                <a:gd name="T28" fmla="*/ 34 w 459"/>
                <a:gd name="T29" fmla="*/ 326 h 724"/>
                <a:gd name="T30" fmla="*/ 14 w 459"/>
                <a:gd name="T31" fmla="*/ 337 h 724"/>
                <a:gd name="T32" fmla="*/ 0 w 459"/>
                <a:gd name="T33" fmla="*/ 344 h 724"/>
                <a:gd name="T34" fmla="*/ 1 w 459"/>
                <a:gd name="T35" fmla="*/ 350 h 724"/>
                <a:gd name="T36" fmla="*/ 2 w 459"/>
                <a:gd name="T37" fmla="*/ 353 h 724"/>
                <a:gd name="T38" fmla="*/ 2 w 459"/>
                <a:gd name="T39" fmla="*/ 353 h 724"/>
                <a:gd name="T40" fmla="*/ 2 w 459"/>
                <a:gd name="T41" fmla="*/ 353 h 724"/>
                <a:gd name="T42" fmla="*/ 1 w 459"/>
                <a:gd name="T43" fmla="*/ 352 h 724"/>
                <a:gd name="T44" fmla="*/ 1 w 459"/>
                <a:gd name="T45" fmla="*/ 352 h 724"/>
                <a:gd name="T46" fmla="*/ 1 w 459"/>
                <a:gd name="T47" fmla="*/ 355 h 724"/>
                <a:gd name="T48" fmla="*/ 4 w 459"/>
                <a:gd name="T49" fmla="*/ 363 h 724"/>
                <a:gd name="T50" fmla="*/ 28 w 459"/>
                <a:gd name="T51" fmla="*/ 350 h 724"/>
                <a:gd name="T52" fmla="*/ 53 w 459"/>
                <a:gd name="T53" fmla="*/ 337 h 724"/>
                <a:gd name="T54" fmla="*/ 77 w 459"/>
                <a:gd name="T55" fmla="*/ 323 h 724"/>
                <a:gd name="T56" fmla="*/ 102 w 459"/>
                <a:gd name="T57" fmla="*/ 311 h 724"/>
                <a:gd name="T58" fmla="*/ 126 w 459"/>
                <a:gd name="T59" fmla="*/ 298 h 724"/>
                <a:gd name="T60" fmla="*/ 150 w 459"/>
                <a:gd name="T61" fmla="*/ 285 h 724"/>
                <a:gd name="T62" fmla="*/ 175 w 459"/>
                <a:gd name="T63" fmla="*/ 271 h 724"/>
                <a:gd name="T64" fmla="*/ 199 w 459"/>
                <a:gd name="T65" fmla="*/ 259 h 724"/>
                <a:gd name="T66" fmla="*/ 220 w 459"/>
                <a:gd name="T67" fmla="*/ 237 h 724"/>
                <a:gd name="T68" fmla="*/ 229 w 459"/>
                <a:gd name="T69" fmla="*/ 221 h 724"/>
                <a:gd name="T70" fmla="*/ 228 w 459"/>
                <a:gd name="T71" fmla="*/ 209 h 724"/>
                <a:gd name="T72" fmla="*/ 218 w 459"/>
                <a:gd name="T73" fmla="*/ 201 h 724"/>
                <a:gd name="T74" fmla="*/ 199 w 459"/>
                <a:gd name="T75" fmla="*/ 194 h 724"/>
                <a:gd name="T76" fmla="*/ 174 w 459"/>
                <a:gd name="T77" fmla="*/ 187 h 724"/>
                <a:gd name="T78" fmla="*/ 141 w 459"/>
                <a:gd name="T79" fmla="*/ 180 h 724"/>
                <a:gd name="T80" fmla="*/ 104 w 459"/>
                <a:gd name="T81" fmla="*/ 172 h 724"/>
                <a:gd name="T82" fmla="*/ 110 w 459"/>
                <a:gd name="T83" fmla="*/ 160 h 724"/>
                <a:gd name="T84" fmla="*/ 117 w 459"/>
                <a:gd name="T85" fmla="*/ 149 h 724"/>
                <a:gd name="T86" fmla="*/ 124 w 459"/>
                <a:gd name="T87" fmla="*/ 137 h 724"/>
                <a:gd name="T88" fmla="*/ 131 w 459"/>
                <a:gd name="T89" fmla="*/ 126 h 724"/>
                <a:gd name="T90" fmla="*/ 137 w 459"/>
                <a:gd name="T91" fmla="*/ 114 h 724"/>
                <a:gd name="T92" fmla="*/ 145 w 459"/>
                <a:gd name="T93" fmla="*/ 103 h 724"/>
                <a:gd name="T94" fmla="*/ 151 w 459"/>
                <a:gd name="T95" fmla="*/ 92 h 724"/>
                <a:gd name="T96" fmla="*/ 159 w 459"/>
                <a:gd name="T97" fmla="*/ 80 h 724"/>
                <a:gd name="T98" fmla="*/ 148 w 459"/>
                <a:gd name="T99" fmla="*/ 42 h 724"/>
                <a:gd name="T100" fmla="*/ 133 w 459"/>
                <a:gd name="T101" fmla="*/ 17 h 724"/>
                <a:gd name="T102" fmla="*/ 115 w 459"/>
                <a:gd name="T103" fmla="*/ 4 h 724"/>
                <a:gd name="T104" fmla="*/ 95 w 459"/>
                <a:gd name="T105" fmla="*/ 0 h 724"/>
                <a:gd name="T106" fmla="*/ 76 w 459"/>
                <a:gd name="T107" fmla="*/ 3 h 724"/>
                <a:gd name="T108" fmla="*/ 60 w 459"/>
                <a:gd name="T109" fmla="*/ 11 h 724"/>
                <a:gd name="T110" fmla="*/ 47 w 459"/>
                <a:gd name="T111" fmla="*/ 20 h 724"/>
                <a:gd name="T112" fmla="*/ 41 w 459"/>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9"/>
                <a:gd name="T172" fmla="*/ 0 h 724"/>
                <a:gd name="T173" fmla="*/ 459 w 45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9" h="724">
                  <a:moveTo>
                    <a:pt x="82" y="61"/>
                  </a:moveTo>
                  <a:lnTo>
                    <a:pt x="44" y="140"/>
                  </a:lnTo>
                  <a:lnTo>
                    <a:pt x="22" y="207"/>
                  </a:lnTo>
                  <a:lnTo>
                    <a:pt x="13" y="262"/>
                  </a:lnTo>
                  <a:lnTo>
                    <a:pt x="22" y="312"/>
                  </a:lnTo>
                  <a:lnTo>
                    <a:pt x="47" y="356"/>
                  </a:lnTo>
                  <a:lnTo>
                    <a:pt x="91" y="400"/>
                  </a:lnTo>
                  <a:lnTo>
                    <a:pt x="153" y="444"/>
                  </a:lnTo>
                  <a:lnTo>
                    <a:pt x="239" y="495"/>
                  </a:lnTo>
                  <a:lnTo>
                    <a:pt x="254" y="511"/>
                  </a:lnTo>
                  <a:lnTo>
                    <a:pt x="242" y="535"/>
                  </a:lnTo>
                  <a:lnTo>
                    <a:pt x="212" y="563"/>
                  </a:lnTo>
                  <a:lnTo>
                    <a:pt x="170" y="594"/>
                  </a:lnTo>
                  <a:lnTo>
                    <a:pt x="118" y="623"/>
                  </a:lnTo>
                  <a:lnTo>
                    <a:pt x="69" y="650"/>
                  </a:lnTo>
                  <a:lnTo>
                    <a:pt x="28" y="672"/>
                  </a:lnTo>
                  <a:lnTo>
                    <a:pt x="0" y="687"/>
                  </a:lnTo>
                  <a:lnTo>
                    <a:pt x="3" y="699"/>
                  </a:lnTo>
                  <a:lnTo>
                    <a:pt x="4" y="704"/>
                  </a:lnTo>
                  <a:lnTo>
                    <a:pt x="4" y="705"/>
                  </a:lnTo>
                  <a:lnTo>
                    <a:pt x="4" y="704"/>
                  </a:lnTo>
                  <a:lnTo>
                    <a:pt x="3" y="702"/>
                  </a:lnTo>
                  <a:lnTo>
                    <a:pt x="3" y="703"/>
                  </a:lnTo>
                  <a:lnTo>
                    <a:pt x="3" y="709"/>
                  </a:lnTo>
                  <a:lnTo>
                    <a:pt x="8" y="724"/>
                  </a:lnTo>
                  <a:lnTo>
                    <a:pt x="57" y="698"/>
                  </a:lnTo>
                  <a:lnTo>
                    <a:pt x="106" y="672"/>
                  </a:lnTo>
                  <a:lnTo>
                    <a:pt x="155" y="645"/>
                  </a:lnTo>
                  <a:lnTo>
                    <a:pt x="204" y="620"/>
                  </a:lnTo>
                  <a:lnTo>
                    <a:pt x="252" y="594"/>
                  </a:lnTo>
                  <a:lnTo>
                    <a:pt x="301" y="568"/>
                  </a:lnTo>
                  <a:lnTo>
                    <a:pt x="350" y="541"/>
                  </a:lnTo>
                  <a:lnTo>
                    <a:pt x="399" y="516"/>
                  </a:lnTo>
                  <a:lnTo>
                    <a:pt x="441" y="472"/>
                  </a:lnTo>
                  <a:lnTo>
                    <a:pt x="459" y="441"/>
                  </a:lnTo>
                  <a:lnTo>
                    <a:pt x="457" y="417"/>
                  </a:lnTo>
                  <a:lnTo>
                    <a:pt x="437" y="401"/>
                  </a:lnTo>
                  <a:lnTo>
                    <a:pt x="399" y="386"/>
                  </a:lnTo>
                  <a:lnTo>
                    <a:pt x="348" y="373"/>
                  </a:lnTo>
                  <a:lnTo>
                    <a:pt x="283" y="360"/>
                  </a:lnTo>
                  <a:lnTo>
                    <a:pt x="209" y="343"/>
                  </a:lnTo>
                  <a:lnTo>
                    <a:pt x="221" y="320"/>
                  </a:lnTo>
                  <a:lnTo>
                    <a:pt x="235" y="297"/>
                  </a:lnTo>
                  <a:lnTo>
                    <a:pt x="249" y="274"/>
                  </a:lnTo>
                  <a:lnTo>
                    <a:pt x="263" y="252"/>
                  </a:lnTo>
                  <a:lnTo>
                    <a:pt x="275" y="228"/>
                  </a:lnTo>
                  <a:lnTo>
                    <a:pt x="290" y="205"/>
                  </a:lnTo>
                  <a:lnTo>
                    <a:pt x="303" y="183"/>
                  </a:lnTo>
                  <a:lnTo>
                    <a:pt x="318" y="160"/>
                  </a:lnTo>
                  <a:lnTo>
                    <a:pt x="296" y="83"/>
                  </a:lnTo>
                  <a:lnTo>
                    <a:pt x="266" y="34"/>
                  </a:lnTo>
                  <a:lnTo>
                    <a:pt x="230" y="7"/>
                  </a:lnTo>
                  <a:lnTo>
                    <a:pt x="191" y="0"/>
                  </a:lnTo>
                  <a:lnTo>
                    <a:pt x="152" y="5"/>
                  </a:lnTo>
                  <a:lnTo>
                    <a:pt x="120" y="21"/>
                  </a:lnTo>
                  <a:lnTo>
                    <a:pt x="94" y="40"/>
                  </a:lnTo>
                  <a:lnTo>
                    <a:pt x="82" y="61"/>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 name="Freeform 44">
              <a:extLst>
                <a:ext uri="{FF2B5EF4-FFF2-40B4-BE49-F238E27FC236}">
                  <a16:creationId xmlns:a16="http://schemas.microsoft.com/office/drawing/2014/main" id="{419770E3-7711-B441-91CA-602E39778B06}"/>
                </a:ext>
              </a:extLst>
            </p:cNvPr>
            <p:cNvSpPr>
              <a:spLocks/>
            </p:cNvSpPr>
            <p:nvPr/>
          </p:nvSpPr>
          <p:spPr bwMode="auto">
            <a:xfrm>
              <a:off x="4708" y="3628"/>
              <a:ext cx="227" cy="363"/>
            </a:xfrm>
            <a:custGeom>
              <a:avLst/>
              <a:gdLst>
                <a:gd name="T0" fmla="*/ 39 w 455"/>
                <a:gd name="T1" fmla="*/ 31 h 724"/>
                <a:gd name="T2" fmla="*/ 21 w 455"/>
                <a:gd name="T3" fmla="*/ 70 h 724"/>
                <a:gd name="T4" fmla="*/ 11 w 455"/>
                <a:gd name="T5" fmla="*/ 104 h 724"/>
                <a:gd name="T6" fmla="*/ 8 w 455"/>
                <a:gd name="T7" fmla="*/ 131 h 724"/>
                <a:gd name="T8" fmla="*/ 14 w 455"/>
                <a:gd name="T9" fmla="*/ 156 h 724"/>
                <a:gd name="T10" fmla="*/ 29 w 455"/>
                <a:gd name="T11" fmla="*/ 177 h 724"/>
                <a:gd name="T12" fmla="*/ 52 w 455"/>
                <a:gd name="T13" fmla="*/ 199 h 724"/>
                <a:gd name="T14" fmla="*/ 84 w 455"/>
                <a:gd name="T15" fmla="*/ 221 h 724"/>
                <a:gd name="T16" fmla="*/ 127 w 455"/>
                <a:gd name="T17" fmla="*/ 246 h 724"/>
                <a:gd name="T18" fmla="*/ 138 w 455"/>
                <a:gd name="T19" fmla="*/ 256 h 724"/>
                <a:gd name="T20" fmla="*/ 135 w 455"/>
                <a:gd name="T21" fmla="*/ 269 h 724"/>
                <a:gd name="T22" fmla="*/ 120 w 455"/>
                <a:gd name="T23" fmla="*/ 284 h 724"/>
                <a:gd name="T24" fmla="*/ 97 w 455"/>
                <a:gd name="T25" fmla="*/ 300 h 724"/>
                <a:gd name="T26" fmla="*/ 70 w 455"/>
                <a:gd name="T27" fmla="*/ 316 h 724"/>
                <a:gd name="T28" fmla="*/ 43 w 455"/>
                <a:gd name="T29" fmla="*/ 330 h 724"/>
                <a:gd name="T30" fmla="*/ 20 w 455"/>
                <a:gd name="T31" fmla="*/ 342 h 724"/>
                <a:gd name="T32" fmla="*/ 5 w 455"/>
                <a:gd name="T33" fmla="*/ 349 h 724"/>
                <a:gd name="T34" fmla="*/ 6 w 455"/>
                <a:gd name="T35" fmla="*/ 355 h 724"/>
                <a:gd name="T36" fmla="*/ 6 w 455"/>
                <a:gd name="T37" fmla="*/ 358 h 724"/>
                <a:gd name="T38" fmla="*/ 5 w 455"/>
                <a:gd name="T39" fmla="*/ 357 h 724"/>
                <a:gd name="T40" fmla="*/ 4 w 455"/>
                <a:gd name="T41" fmla="*/ 356 h 724"/>
                <a:gd name="T42" fmla="*/ 2 w 455"/>
                <a:gd name="T43" fmla="*/ 353 h 724"/>
                <a:gd name="T44" fmla="*/ 0 w 455"/>
                <a:gd name="T45" fmla="*/ 353 h 724"/>
                <a:gd name="T46" fmla="*/ 0 w 455"/>
                <a:gd name="T47" fmla="*/ 356 h 724"/>
                <a:gd name="T48" fmla="*/ 2 w 455"/>
                <a:gd name="T49" fmla="*/ 363 h 724"/>
                <a:gd name="T50" fmla="*/ 26 w 455"/>
                <a:gd name="T51" fmla="*/ 350 h 724"/>
                <a:gd name="T52" fmla="*/ 51 w 455"/>
                <a:gd name="T53" fmla="*/ 337 h 724"/>
                <a:gd name="T54" fmla="*/ 75 w 455"/>
                <a:gd name="T55" fmla="*/ 323 h 724"/>
                <a:gd name="T56" fmla="*/ 100 w 455"/>
                <a:gd name="T57" fmla="*/ 311 h 724"/>
                <a:gd name="T58" fmla="*/ 124 w 455"/>
                <a:gd name="T59" fmla="*/ 298 h 724"/>
                <a:gd name="T60" fmla="*/ 148 w 455"/>
                <a:gd name="T61" fmla="*/ 285 h 724"/>
                <a:gd name="T62" fmla="*/ 173 w 455"/>
                <a:gd name="T63" fmla="*/ 271 h 724"/>
                <a:gd name="T64" fmla="*/ 197 w 455"/>
                <a:gd name="T65" fmla="*/ 259 h 724"/>
                <a:gd name="T66" fmla="*/ 218 w 455"/>
                <a:gd name="T67" fmla="*/ 237 h 724"/>
                <a:gd name="T68" fmla="*/ 227 w 455"/>
                <a:gd name="T69" fmla="*/ 221 h 724"/>
                <a:gd name="T70" fmla="*/ 226 w 455"/>
                <a:gd name="T71" fmla="*/ 209 h 724"/>
                <a:gd name="T72" fmla="*/ 216 w 455"/>
                <a:gd name="T73" fmla="*/ 201 h 724"/>
                <a:gd name="T74" fmla="*/ 197 w 455"/>
                <a:gd name="T75" fmla="*/ 194 h 724"/>
                <a:gd name="T76" fmla="*/ 172 w 455"/>
                <a:gd name="T77" fmla="*/ 187 h 724"/>
                <a:gd name="T78" fmla="*/ 139 w 455"/>
                <a:gd name="T79" fmla="*/ 180 h 724"/>
                <a:gd name="T80" fmla="*/ 102 w 455"/>
                <a:gd name="T81" fmla="*/ 172 h 724"/>
                <a:gd name="T82" fmla="*/ 108 w 455"/>
                <a:gd name="T83" fmla="*/ 160 h 724"/>
                <a:gd name="T84" fmla="*/ 115 w 455"/>
                <a:gd name="T85" fmla="*/ 149 h 724"/>
                <a:gd name="T86" fmla="*/ 122 w 455"/>
                <a:gd name="T87" fmla="*/ 137 h 724"/>
                <a:gd name="T88" fmla="*/ 129 w 455"/>
                <a:gd name="T89" fmla="*/ 126 h 724"/>
                <a:gd name="T90" fmla="*/ 135 w 455"/>
                <a:gd name="T91" fmla="*/ 114 h 724"/>
                <a:gd name="T92" fmla="*/ 143 w 455"/>
                <a:gd name="T93" fmla="*/ 103 h 724"/>
                <a:gd name="T94" fmla="*/ 149 w 455"/>
                <a:gd name="T95" fmla="*/ 92 h 724"/>
                <a:gd name="T96" fmla="*/ 157 w 455"/>
                <a:gd name="T97" fmla="*/ 80 h 724"/>
                <a:gd name="T98" fmla="*/ 146 w 455"/>
                <a:gd name="T99" fmla="*/ 42 h 724"/>
                <a:gd name="T100" fmla="*/ 131 w 455"/>
                <a:gd name="T101" fmla="*/ 17 h 724"/>
                <a:gd name="T102" fmla="*/ 113 w 455"/>
                <a:gd name="T103" fmla="*/ 4 h 724"/>
                <a:gd name="T104" fmla="*/ 93 w 455"/>
                <a:gd name="T105" fmla="*/ 0 h 724"/>
                <a:gd name="T106" fmla="*/ 74 w 455"/>
                <a:gd name="T107" fmla="*/ 3 h 724"/>
                <a:gd name="T108" fmla="*/ 58 w 455"/>
                <a:gd name="T109" fmla="*/ 11 h 724"/>
                <a:gd name="T110" fmla="*/ 45 w 455"/>
                <a:gd name="T111" fmla="*/ 20 h 724"/>
                <a:gd name="T112" fmla="*/ 39 w 455"/>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5"/>
                <a:gd name="T172" fmla="*/ 0 h 724"/>
                <a:gd name="T173" fmla="*/ 455 w 455"/>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5" h="724">
                  <a:moveTo>
                    <a:pt x="78" y="61"/>
                  </a:moveTo>
                  <a:lnTo>
                    <a:pt x="42" y="140"/>
                  </a:lnTo>
                  <a:lnTo>
                    <a:pt x="22" y="207"/>
                  </a:lnTo>
                  <a:lnTo>
                    <a:pt x="16" y="262"/>
                  </a:lnTo>
                  <a:lnTo>
                    <a:pt x="29" y="311"/>
                  </a:lnTo>
                  <a:lnTo>
                    <a:pt x="58" y="353"/>
                  </a:lnTo>
                  <a:lnTo>
                    <a:pt x="104" y="397"/>
                  </a:lnTo>
                  <a:lnTo>
                    <a:pt x="169" y="441"/>
                  </a:lnTo>
                  <a:lnTo>
                    <a:pt x="255" y="491"/>
                  </a:lnTo>
                  <a:lnTo>
                    <a:pt x="277" y="510"/>
                  </a:lnTo>
                  <a:lnTo>
                    <a:pt x="271" y="536"/>
                  </a:lnTo>
                  <a:lnTo>
                    <a:pt x="240" y="566"/>
                  </a:lnTo>
                  <a:lnTo>
                    <a:pt x="195" y="599"/>
                  </a:lnTo>
                  <a:lnTo>
                    <a:pt x="141" y="630"/>
                  </a:lnTo>
                  <a:lnTo>
                    <a:pt x="87" y="659"/>
                  </a:lnTo>
                  <a:lnTo>
                    <a:pt x="40" y="682"/>
                  </a:lnTo>
                  <a:lnTo>
                    <a:pt x="11" y="697"/>
                  </a:lnTo>
                  <a:lnTo>
                    <a:pt x="13" y="709"/>
                  </a:lnTo>
                  <a:lnTo>
                    <a:pt x="13" y="714"/>
                  </a:lnTo>
                  <a:lnTo>
                    <a:pt x="10" y="713"/>
                  </a:lnTo>
                  <a:lnTo>
                    <a:pt x="8" y="711"/>
                  </a:lnTo>
                  <a:lnTo>
                    <a:pt x="4" y="705"/>
                  </a:lnTo>
                  <a:lnTo>
                    <a:pt x="1" y="705"/>
                  </a:lnTo>
                  <a:lnTo>
                    <a:pt x="0" y="711"/>
                  </a:lnTo>
                  <a:lnTo>
                    <a:pt x="4" y="724"/>
                  </a:lnTo>
                  <a:lnTo>
                    <a:pt x="53" y="698"/>
                  </a:lnTo>
                  <a:lnTo>
                    <a:pt x="102" y="672"/>
                  </a:lnTo>
                  <a:lnTo>
                    <a:pt x="151" y="645"/>
                  </a:lnTo>
                  <a:lnTo>
                    <a:pt x="200" y="620"/>
                  </a:lnTo>
                  <a:lnTo>
                    <a:pt x="248" y="594"/>
                  </a:lnTo>
                  <a:lnTo>
                    <a:pt x="297" y="568"/>
                  </a:lnTo>
                  <a:lnTo>
                    <a:pt x="346" y="541"/>
                  </a:lnTo>
                  <a:lnTo>
                    <a:pt x="395" y="516"/>
                  </a:lnTo>
                  <a:lnTo>
                    <a:pt x="437" y="472"/>
                  </a:lnTo>
                  <a:lnTo>
                    <a:pt x="455" y="441"/>
                  </a:lnTo>
                  <a:lnTo>
                    <a:pt x="453" y="417"/>
                  </a:lnTo>
                  <a:lnTo>
                    <a:pt x="433" y="401"/>
                  </a:lnTo>
                  <a:lnTo>
                    <a:pt x="395" y="386"/>
                  </a:lnTo>
                  <a:lnTo>
                    <a:pt x="344" y="373"/>
                  </a:lnTo>
                  <a:lnTo>
                    <a:pt x="279" y="360"/>
                  </a:lnTo>
                  <a:lnTo>
                    <a:pt x="205" y="343"/>
                  </a:lnTo>
                  <a:lnTo>
                    <a:pt x="217" y="320"/>
                  </a:lnTo>
                  <a:lnTo>
                    <a:pt x="231" y="297"/>
                  </a:lnTo>
                  <a:lnTo>
                    <a:pt x="245" y="274"/>
                  </a:lnTo>
                  <a:lnTo>
                    <a:pt x="259" y="252"/>
                  </a:lnTo>
                  <a:lnTo>
                    <a:pt x="271" y="228"/>
                  </a:lnTo>
                  <a:lnTo>
                    <a:pt x="286" y="205"/>
                  </a:lnTo>
                  <a:lnTo>
                    <a:pt x="299" y="183"/>
                  </a:lnTo>
                  <a:lnTo>
                    <a:pt x="314" y="160"/>
                  </a:lnTo>
                  <a:lnTo>
                    <a:pt x="292" y="83"/>
                  </a:lnTo>
                  <a:lnTo>
                    <a:pt x="262" y="34"/>
                  </a:lnTo>
                  <a:lnTo>
                    <a:pt x="226" y="7"/>
                  </a:lnTo>
                  <a:lnTo>
                    <a:pt x="187" y="0"/>
                  </a:lnTo>
                  <a:lnTo>
                    <a:pt x="148" y="5"/>
                  </a:lnTo>
                  <a:lnTo>
                    <a:pt x="116" y="21"/>
                  </a:lnTo>
                  <a:lnTo>
                    <a:pt x="90" y="40"/>
                  </a:lnTo>
                  <a:lnTo>
                    <a:pt x="78" y="61"/>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 name="Freeform 45">
              <a:extLst>
                <a:ext uri="{FF2B5EF4-FFF2-40B4-BE49-F238E27FC236}">
                  <a16:creationId xmlns:a16="http://schemas.microsoft.com/office/drawing/2014/main" id="{4B510D82-CED0-B245-BC8F-7F2C00E5ED45}"/>
                </a:ext>
              </a:extLst>
            </p:cNvPr>
            <p:cNvSpPr>
              <a:spLocks/>
            </p:cNvSpPr>
            <p:nvPr/>
          </p:nvSpPr>
          <p:spPr bwMode="auto">
            <a:xfrm>
              <a:off x="4708" y="3628"/>
              <a:ext cx="227" cy="363"/>
            </a:xfrm>
            <a:custGeom>
              <a:avLst/>
              <a:gdLst>
                <a:gd name="T0" fmla="*/ 39 w 454"/>
                <a:gd name="T1" fmla="*/ 31 h 724"/>
                <a:gd name="T2" fmla="*/ 21 w 454"/>
                <a:gd name="T3" fmla="*/ 70 h 724"/>
                <a:gd name="T4" fmla="*/ 12 w 454"/>
                <a:gd name="T5" fmla="*/ 103 h 724"/>
                <a:gd name="T6" fmla="*/ 12 w 454"/>
                <a:gd name="T7" fmla="*/ 131 h 724"/>
                <a:gd name="T8" fmla="*/ 20 w 454"/>
                <a:gd name="T9" fmla="*/ 155 h 724"/>
                <a:gd name="T10" fmla="*/ 36 w 454"/>
                <a:gd name="T11" fmla="*/ 176 h 724"/>
                <a:gd name="T12" fmla="*/ 61 w 454"/>
                <a:gd name="T13" fmla="*/ 198 h 724"/>
                <a:gd name="T14" fmla="*/ 95 w 454"/>
                <a:gd name="T15" fmla="*/ 220 h 724"/>
                <a:gd name="T16" fmla="*/ 138 w 454"/>
                <a:gd name="T17" fmla="*/ 246 h 724"/>
                <a:gd name="T18" fmla="*/ 154 w 454"/>
                <a:gd name="T19" fmla="*/ 255 h 724"/>
                <a:gd name="T20" fmla="*/ 152 w 454"/>
                <a:gd name="T21" fmla="*/ 270 h 724"/>
                <a:gd name="T22" fmla="*/ 136 w 454"/>
                <a:gd name="T23" fmla="*/ 285 h 724"/>
                <a:gd name="T24" fmla="*/ 111 w 454"/>
                <a:gd name="T25" fmla="*/ 303 h 724"/>
                <a:gd name="T26" fmla="*/ 82 w 454"/>
                <a:gd name="T27" fmla="*/ 320 h 724"/>
                <a:gd name="T28" fmla="*/ 53 w 454"/>
                <a:gd name="T29" fmla="*/ 335 h 724"/>
                <a:gd name="T30" fmla="*/ 28 w 454"/>
                <a:gd name="T31" fmla="*/ 347 h 724"/>
                <a:gd name="T32" fmla="*/ 14 w 454"/>
                <a:gd name="T33" fmla="*/ 355 h 724"/>
                <a:gd name="T34" fmla="*/ 14 w 454"/>
                <a:gd name="T35" fmla="*/ 361 h 724"/>
                <a:gd name="T36" fmla="*/ 13 w 454"/>
                <a:gd name="T37" fmla="*/ 363 h 724"/>
                <a:gd name="T38" fmla="*/ 10 w 454"/>
                <a:gd name="T39" fmla="*/ 361 h 724"/>
                <a:gd name="T40" fmla="*/ 7 w 454"/>
                <a:gd name="T41" fmla="*/ 359 h 724"/>
                <a:gd name="T42" fmla="*/ 4 w 454"/>
                <a:gd name="T43" fmla="*/ 355 h 724"/>
                <a:gd name="T44" fmla="*/ 2 w 454"/>
                <a:gd name="T45" fmla="*/ 354 h 724"/>
                <a:gd name="T46" fmla="*/ 0 w 454"/>
                <a:gd name="T47" fmla="*/ 356 h 724"/>
                <a:gd name="T48" fmla="*/ 2 w 454"/>
                <a:gd name="T49" fmla="*/ 363 h 724"/>
                <a:gd name="T50" fmla="*/ 26 w 454"/>
                <a:gd name="T51" fmla="*/ 350 h 724"/>
                <a:gd name="T52" fmla="*/ 51 w 454"/>
                <a:gd name="T53" fmla="*/ 337 h 724"/>
                <a:gd name="T54" fmla="*/ 75 w 454"/>
                <a:gd name="T55" fmla="*/ 323 h 724"/>
                <a:gd name="T56" fmla="*/ 100 w 454"/>
                <a:gd name="T57" fmla="*/ 311 h 724"/>
                <a:gd name="T58" fmla="*/ 123 w 454"/>
                <a:gd name="T59" fmla="*/ 298 h 724"/>
                <a:gd name="T60" fmla="*/ 148 w 454"/>
                <a:gd name="T61" fmla="*/ 285 h 724"/>
                <a:gd name="T62" fmla="*/ 173 w 454"/>
                <a:gd name="T63" fmla="*/ 271 h 724"/>
                <a:gd name="T64" fmla="*/ 197 w 454"/>
                <a:gd name="T65" fmla="*/ 259 h 724"/>
                <a:gd name="T66" fmla="*/ 218 w 454"/>
                <a:gd name="T67" fmla="*/ 237 h 724"/>
                <a:gd name="T68" fmla="*/ 227 w 454"/>
                <a:gd name="T69" fmla="*/ 221 h 724"/>
                <a:gd name="T70" fmla="*/ 226 w 454"/>
                <a:gd name="T71" fmla="*/ 209 h 724"/>
                <a:gd name="T72" fmla="*/ 216 w 454"/>
                <a:gd name="T73" fmla="*/ 201 h 724"/>
                <a:gd name="T74" fmla="*/ 197 w 454"/>
                <a:gd name="T75" fmla="*/ 194 h 724"/>
                <a:gd name="T76" fmla="*/ 172 w 454"/>
                <a:gd name="T77" fmla="*/ 187 h 724"/>
                <a:gd name="T78" fmla="*/ 139 w 454"/>
                <a:gd name="T79" fmla="*/ 180 h 724"/>
                <a:gd name="T80" fmla="*/ 102 w 454"/>
                <a:gd name="T81" fmla="*/ 172 h 724"/>
                <a:gd name="T82" fmla="*/ 108 w 454"/>
                <a:gd name="T83" fmla="*/ 160 h 724"/>
                <a:gd name="T84" fmla="*/ 115 w 454"/>
                <a:gd name="T85" fmla="*/ 149 h 724"/>
                <a:gd name="T86" fmla="*/ 122 w 454"/>
                <a:gd name="T87" fmla="*/ 137 h 724"/>
                <a:gd name="T88" fmla="*/ 129 w 454"/>
                <a:gd name="T89" fmla="*/ 126 h 724"/>
                <a:gd name="T90" fmla="*/ 135 w 454"/>
                <a:gd name="T91" fmla="*/ 114 h 724"/>
                <a:gd name="T92" fmla="*/ 143 w 454"/>
                <a:gd name="T93" fmla="*/ 103 h 724"/>
                <a:gd name="T94" fmla="*/ 149 w 454"/>
                <a:gd name="T95" fmla="*/ 92 h 724"/>
                <a:gd name="T96" fmla="*/ 157 w 454"/>
                <a:gd name="T97" fmla="*/ 80 h 724"/>
                <a:gd name="T98" fmla="*/ 146 w 454"/>
                <a:gd name="T99" fmla="*/ 42 h 724"/>
                <a:gd name="T100" fmla="*/ 131 w 454"/>
                <a:gd name="T101" fmla="*/ 17 h 724"/>
                <a:gd name="T102" fmla="*/ 113 w 454"/>
                <a:gd name="T103" fmla="*/ 4 h 724"/>
                <a:gd name="T104" fmla="*/ 93 w 454"/>
                <a:gd name="T105" fmla="*/ 0 h 724"/>
                <a:gd name="T106" fmla="*/ 74 w 454"/>
                <a:gd name="T107" fmla="*/ 3 h 724"/>
                <a:gd name="T108" fmla="*/ 57 w 454"/>
                <a:gd name="T109" fmla="*/ 11 h 724"/>
                <a:gd name="T110" fmla="*/ 45 w 454"/>
                <a:gd name="T111" fmla="*/ 20 h 724"/>
                <a:gd name="T112" fmla="*/ 39 w 45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4"/>
                <a:gd name="T172" fmla="*/ 0 h 724"/>
                <a:gd name="T173" fmla="*/ 454 w 45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4" h="724">
                  <a:moveTo>
                    <a:pt x="77" y="61"/>
                  </a:moveTo>
                  <a:lnTo>
                    <a:pt x="42" y="140"/>
                  </a:lnTo>
                  <a:lnTo>
                    <a:pt x="24" y="205"/>
                  </a:lnTo>
                  <a:lnTo>
                    <a:pt x="23" y="261"/>
                  </a:lnTo>
                  <a:lnTo>
                    <a:pt x="39" y="310"/>
                  </a:lnTo>
                  <a:lnTo>
                    <a:pt x="72" y="352"/>
                  </a:lnTo>
                  <a:lnTo>
                    <a:pt x="122" y="395"/>
                  </a:lnTo>
                  <a:lnTo>
                    <a:pt x="190" y="439"/>
                  </a:lnTo>
                  <a:lnTo>
                    <a:pt x="276" y="490"/>
                  </a:lnTo>
                  <a:lnTo>
                    <a:pt x="308" y="509"/>
                  </a:lnTo>
                  <a:lnTo>
                    <a:pt x="303" y="538"/>
                  </a:lnTo>
                  <a:lnTo>
                    <a:pt x="271" y="569"/>
                  </a:lnTo>
                  <a:lnTo>
                    <a:pt x="222" y="605"/>
                  </a:lnTo>
                  <a:lnTo>
                    <a:pt x="163" y="638"/>
                  </a:lnTo>
                  <a:lnTo>
                    <a:pt x="106" y="669"/>
                  </a:lnTo>
                  <a:lnTo>
                    <a:pt x="57" y="693"/>
                  </a:lnTo>
                  <a:lnTo>
                    <a:pt x="27" y="709"/>
                  </a:lnTo>
                  <a:lnTo>
                    <a:pt x="28" y="721"/>
                  </a:lnTo>
                  <a:lnTo>
                    <a:pt x="26" y="724"/>
                  </a:lnTo>
                  <a:lnTo>
                    <a:pt x="19" y="721"/>
                  </a:lnTo>
                  <a:lnTo>
                    <a:pt x="14" y="716"/>
                  </a:lnTo>
                  <a:lnTo>
                    <a:pt x="7" y="709"/>
                  </a:lnTo>
                  <a:lnTo>
                    <a:pt x="3" y="707"/>
                  </a:lnTo>
                  <a:lnTo>
                    <a:pt x="0" y="711"/>
                  </a:lnTo>
                  <a:lnTo>
                    <a:pt x="3" y="724"/>
                  </a:lnTo>
                  <a:lnTo>
                    <a:pt x="52" y="698"/>
                  </a:lnTo>
                  <a:lnTo>
                    <a:pt x="101" y="672"/>
                  </a:lnTo>
                  <a:lnTo>
                    <a:pt x="150" y="645"/>
                  </a:lnTo>
                  <a:lnTo>
                    <a:pt x="199" y="620"/>
                  </a:lnTo>
                  <a:lnTo>
                    <a:pt x="247" y="594"/>
                  </a:lnTo>
                  <a:lnTo>
                    <a:pt x="296" y="568"/>
                  </a:lnTo>
                  <a:lnTo>
                    <a:pt x="345" y="541"/>
                  </a:lnTo>
                  <a:lnTo>
                    <a:pt x="394" y="516"/>
                  </a:lnTo>
                  <a:lnTo>
                    <a:pt x="436" y="472"/>
                  </a:lnTo>
                  <a:lnTo>
                    <a:pt x="454" y="441"/>
                  </a:lnTo>
                  <a:lnTo>
                    <a:pt x="452" y="417"/>
                  </a:lnTo>
                  <a:lnTo>
                    <a:pt x="432" y="401"/>
                  </a:lnTo>
                  <a:lnTo>
                    <a:pt x="394" y="386"/>
                  </a:lnTo>
                  <a:lnTo>
                    <a:pt x="343" y="373"/>
                  </a:lnTo>
                  <a:lnTo>
                    <a:pt x="278" y="360"/>
                  </a:lnTo>
                  <a:lnTo>
                    <a:pt x="204" y="343"/>
                  </a:lnTo>
                  <a:lnTo>
                    <a:pt x="216" y="320"/>
                  </a:lnTo>
                  <a:lnTo>
                    <a:pt x="230" y="297"/>
                  </a:lnTo>
                  <a:lnTo>
                    <a:pt x="244" y="274"/>
                  </a:lnTo>
                  <a:lnTo>
                    <a:pt x="258" y="252"/>
                  </a:lnTo>
                  <a:lnTo>
                    <a:pt x="270" y="228"/>
                  </a:lnTo>
                  <a:lnTo>
                    <a:pt x="285" y="205"/>
                  </a:lnTo>
                  <a:lnTo>
                    <a:pt x="298" y="183"/>
                  </a:lnTo>
                  <a:lnTo>
                    <a:pt x="313" y="160"/>
                  </a:lnTo>
                  <a:lnTo>
                    <a:pt x="291" y="83"/>
                  </a:lnTo>
                  <a:lnTo>
                    <a:pt x="261" y="34"/>
                  </a:lnTo>
                  <a:lnTo>
                    <a:pt x="225" y="7"/>
                  </a:lnTo>
                  <a:lnTo>
                    <a:pt x="186" y="0"/>
                  </a:lnTo>
                  <a:lnTo>
                    <a:pt x="147" y="5"/>
                  </a:lnTo>
                  <a:lnTo>
                    <a:pt x="115" y="21"/>
                  </a:lnTo>
                  <a:lnTo>
                    <a:pt x="89" y="40"/>
                  </a:lnTo>
                  <a:lnTo>
                    <a:pt x="77" y="61"/>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 name="Freeform 46">
              <a:extLst>
                <a:ext uri="{FF2B5EF4-FFF2-40B4-BE49-F238E27FC236}">
                  <a16:creationId xmlns:a16="http://schemas.microsoft.com/office/drawing/2014/main" id="{B2F3B498-68EE-834E-BEC5-14ADF95F6DD3}"/>
                </a:ext>
              </a:extLst>
            </p:cNvPr>
            <p:cNvSpPr>
              <a:spLocks/>
            </p:cNvSpPr>
            <p:nvPr/>
          </p:nvSpPr>
          <p:spPr bwMode="auto">
            <a:xfrm>
              <a:off x="4610" y="3894"/>
              <a:ext cx="169" cy="140"/>
            </a:xfrm>
            <a:custGeom>
              <a:avLst/>
              <a:gdLst>
                <a:gd name="T0" fmla="*/ 75 w 338"/>
                <a:gd name="T1" fmla="*/ 0 h 280"/>
                <a:gd name="T2" fmla="*/ 110 w 338"/>
                <a:gd name="T3" fmla="*/ 9 h 280"/>
                <a:gd name="T4" fmla="*/ 134 w 338"/>
                <a:gd name="T5" fmla="*/ 19 h 280"/>
                <a:gd name="T6" fmla="*/ 148 w 338"/>
                <a:gd name="T7" fmla="*/ 27 h 280"/>
                <a:gd name="T8" fmla="*/ 156 w 338"/>
                <a:gd name="T9" fmla="*/ 36 h 280"/>
                <a:gd name="T10" fmla="*/ 159 w 338"/>
                <a:gd name="T11" fmla="*/ 45 h 280"/>
                <a:gd name="T12" fmla="*/ 161 w 338"/>
                <a:gd name="T13" fmla="*/ 55 h 280"/>
                <a:gd name="T14" fmla="*/ 163 w 338"/>
                <a:gd name="T15" fmla="*/ 67 h 280"/>
                <a:gd name="T16" fmla="*/ 169 w 338"/>
                <a:gd name="T17" fmla="*/ 80 h 280"/>
                <a:gd name="T18" fmla="*/ 147 w 338"/>
                <a:gd name="T19" fmla="*/ 102 h 280"/>
                <a:gd name="T20" fmla="*/ 124 w 338"/>
                <a:gd name="T21" fmla="*/ 118 h 280"/>
                <a:gd name="T22" fmla="*/ 102 w 338"/>
                <a:gd name="T23" fmla="*/ 129 h 280"/>
                <a:gd name="T24" fmla="*/ 82 w 338"/>
                <a:gd name="T25" fmla="*/ 136 h 280"/>
                <a:gd name="T26" fmla="*/ 61 w 338"/>
                <a:gd name="T27" fmla="*/ 140 h 280"/>
                <a:gd name="T28" fmla="*/ 42 w 338"/>
                <a:gd name="T29" fmla="*/ 140 h 280"/>
                <a:gd name="T30" fmla="*/ 23 w 338"/>
                <a:gd name="T31" fmla="*/ 138 h 280"/>
                <a:gd name="T32" fmla="*/ 6 w 338"/>
                <a:gd name="T33" fmla="*/ 136 h 280"/>
                <a:gd name="T34" fmla="*/ 0 w 338"/>
                <a:gd name="T35" fmla="*/ 123 h 280"/>
                <a:gd name="T36" fmla="*/ 0 w 338"/>
                <a:gd name="T37" fmla="*/ 108 h 280"/>
                <a:gd name="T38" fmla="*/ 3 w 338"/>
                <a:gd name="T39" fmla="*/ 90 h 280"/>
                <a:gd name="T40" fmla="*/ 12 w 338"/>
                <a:gd name="T41" fmla="*/ 71 h 280"/>
                <a:gd name="T42" fmla="*/ 23 w 338"/>
                <a:gd name="T43" fmla="*/ 51 h 280"/>
                <a:gd name="T44" fmla="*/ 39 w 338"/>
                <a:gd name="T45" fmla="*/ 33 h 280"/>
                <a:gd name="T46" fmla="*/ 55 w 338"/>
                <a:gd name="T47" fmla="*/ 15 h 280"/>
                <a:gd name="T48" fmla="*/ 75 w 338"/>
                <a:gd name="T49" fmla="*/ 0 h 28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8"/>
                <a:gd name="T76" fmla="*/ 0 h 280"/>
                <a:gd name="T77" fmla="*/ 338 w 338"/>
                <a:gd name="T78" fmla="*/ 280 h 28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8" h="280">
                  <a:moveTo>
                    <a:pt x="150" y="0"/>
                  </a:moveTo>
                  <a:lnTo>
                    <a:pt x="220" y="19"/>
                  </a:lnTo>
                  <a:lnTo>
                    <a:pt x="268" y="38"/>
                  </a:lnTo>
                  <a:lnTo>
                    <a:pt x="296" y="54"/>
                  </a:lnTo>
                  <a:lnTo>
                    <a:pt x="312" y="73"/>
                  </a:lnTo>
                  <a:lnTo>
                    <a:pt x="317" y="91"/>
                  </a:lnTo>
                  <a:lnTo>
                    <a:pt x="321" y="111"/>
                  </a:lnTo>
                  <a:lnTo>
                    <a:pt x="326" y="133"/>
                  </a:lnTo>
                  <a:lnTo>
                    <a:pt x="338" y="161"/>
                  </a:lnTo>
                  <a:lnTo>
                    <a:pt x="293" y="205"/>
                  </a:lnTo>
                  <a:lnTo>
                    <a:pt x="249" y="237"/>
                  </a:lnTo>
                  <a:lnTo>
                    <a:pt x="205" y="258"/>
                  </a:lnTo>
                  <a:lnTo>
                    <a:pt x="164" y="272"/>
                  </a:lnTo>
                  <a:lnTo>
                    <a:pt x="122" y="279"/>
                  </a:lnTo>
                  <a:lnTo>
                    <a:pt x="85" y="280"/>
                  </a:lnTo>
                  <a:lnTo>
                    <a:pt x="47" y="276"/>
                  </a:lnTo>
                  <a:lnTo>
                    <a:pt x="12" y="272"/>
                  </a:lnTo>
                  <a:lnTo>
                    <a:pt x="0" y="246"/>
                  </a:lnTo>
                  <a:lnTo>
                    <a:pt x="0" y="216"/>
                  </a:lnTo>
                  <a:lnTo>
                    <a:pt x="7" y="180"/>
                  </a:lnTo>
                  <a:lnTo>
                    <a:pt x="25" y="143"/>
                  </a:lnTo>
                  <a:lnTo>
                    <a:pt x="47" y="103"/>
                  </a:lnTo>
                  <a:lnTo>
                    <a:pt x="77" y="65"/>
                  </a:lnTo>
                  <a:lnTo>
                    <a:pt x="111" y="30"/>
                  </a:lnTo>
                  <a:lnTo>
                    <a:pt x="150" y="0"/>
                  </a:lnTo>
                  <a:close/>
                </a:path>
              </a:pathLst>
            </a:custGeom>
            <a:solidFill>
              <a:srgbClr val="FF005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 name="Freeform 47">
              <a:extLst>
                <a:ext uri="{FF2B5EF4-FFF2-40B4-BE49-F238E27FC236}">
                  <a16:creationId xmlns:a16="http://schemas.microsoft.com/office/drawing/2014/main" id="{85EDFCB3-4E55-4146-A3AA-AA574D7CFF79}"/>
                </a:ext>
              </a:extLst>
            </p:cNvPr>
            <p:cNvSpPr>
              <a:spLocks/>
            </p:cNvSpPr>
            <p:nvPr/>
          </p:nvSpPr>
          <p:spPr bwMode="auto">
            <a:xfrm>
              <a:off x="4091" y="3654"/>
              <a:ext cx="146" cy="173"/>
            </a:xfrm>
            <a:custGeom>
              <a:avLst/>
              <a:gdLst>
                <a:gd name="T0" fmla="*/ 146 w 291"/>
                <a:gd name="T1" fmla="*/ 27 h 346"/>
                <a:gd name="T2" fmla="*/ 138 w 291"/>
                <a:gd name="T3" fmla="*/ 45 h 346"/>
                <a:gd name="T4" fmla="*/ 131 w 291"/>
                <a:gd name="T5" fmla="*/ 63 h 346"/>
                <a:gd name="T6" fmla="*/ 123 w 291"/>
                <a:gd name="T7" fmla="*/ 82 h 346"/>
                <a:gd name="T8" fmla="*/ 116 w 291"/>
                <a:gd name="T9" fmla="*/ 100 h 346"/>
                <a:gd name="T10" fmla="*/ 108 w 291"/>
                <a:gd name="T11" fmla="*/ 118 h 346"/>
                <a:gd name="T12" fmla="*/ 100 w 291"/>
                <a:gd name="T13" fmla="*/ 137 h 346"/>
                <a:gd name="T14" fmla="*/ 92 w 291"/>
                <a:gd name="T15" fmla="*/ 155 h 346"/>
                <a:gd name="T16" fmla="*/ 86 w 291"/>
                <a:gd name="T17" fmla="*/ 173 h 346"/>
                <a:gd name="T18" fmla="*/ 69 w 291"/>
                <a:gd name="T19" fmla="*/ 152 h 346"/>
                <a:gd name="T20" fmla="*/ 53 w 291"/>
                <a:gd name="T21" fmla="*/ 131 h 346"/>
                <a:gd name="T22" fmla="*/ 37 w 291"/>
                <a:gd name="T23" fmla="*/ 110 h 346"/>
                <a:gd name="T24" fmla="*/ 24 w 291"/>
                <a:gd name="T25" fmla="*/ 91 h 346"/>
                <a:gd name="T26" fmla="*/ 12 w 291"/>
                <a:gd name="T27" fmla="*/ 72 h 346"/>
                <a:gd name="T28" fmla="*/ 4 w 291"/>
                <a:gd name="T29" fmla="*/ 54 h 346"/>
                <a:gd name="T30" fmla="*/ 0 w 291"/>
                <a:gd name="T31" fmla="*/ 40 h 346"/>
                <a:gd name="T32" fmla="*/ 3 w 291"/>
                <a:gd name="T33" fmla="*/ 28 h 346"/>
                <a:gd name="T34" fmla="*/ 19 w 291"/>
                <a:gd name="T35" fmla="*/ 13 h 346"/>
                <a:gd name="T36" fmla="*/ 36 w 291"/>
                <a:gd name="T37" fmla="*/ 5 h 346"/>
                <a:gd name="T38" fmla="*/ 52 w 291"/>
                <a:gd name="T39" fmla="*/ 0 h 346"/>
                <a:gd name="T40" fmla="*/ 69 w 291"/>
                <a:gd name="T41" fmla="*/ 1 h 346"/>
                <a:gd name="T42" fmla="*/ 86 w 291"/>
                <a:gd name="T43" fmla="*/ 5 h 346"/>
                <a:gd name="T44" fmla="*/ 105 w 291"/>
                <a:gd name="T45" fmla="*/ 11 h 346"/>
                <a:gd name="T46" fmla="*/ 124 w 291"/>
                <a:gd name="T47" fmla="*/ 19 h 346"/>
                <a:gd name="T48" fmla="*/ 146 w 291"/>
                <a:gd name="T49" fmla="*/ 27 h 3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1"/>
                <a:gd name="T76" fmla="*/ 0 h 346"/>
                <a:gd name="T77" fmla="*/ 291 w 291"/>
                <a:gd name="T78" fmla="*/ 346 h 3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1" h="346">
                  <a:moveTo>
                    <a:pt x="291" y="54"/>
                  </a:moveTo>
                  <a:lnTo>
                    <a:pt x="276" y="91"/>
                  </a:lnTo>
                  <a:lnTo>
                    <a:pt x="261" y="127"/>
                  </a:lnTo>
                  <a:lnTo>
                    <a:pt x="246" y="163"/>
                  </a:lnTo>
                  <a:lnTo>
                    <a:pt x="231" y="201"/>
                  </a:lnTo>
                  <a:lnTo>
                    <a:pt x="215" y="236"/>
                  </a:lnTo>
                  <a:lnTo>
                    <a:pt x="199" y="274"/>
                  </a:lnTo>
                  <a:lnTo>
                    <a:pt x="184" y="309"/>
                  </a:lnTo>
                  <a:lnTo>
                    <a:pt x="171" y="346"/>
                  </a:lnTo>
                  <a:lnTo>
                    <a:pt x="138" y="304"/>
                  </a:lnTo>
                  <a:lnTo>
                    <a:pt x="106" y="262"/>
                  </a:lnTo>
                  <a:lnTo>
                    <a:pt x="74" y="221"/>
                  </a:lnTo>
                  <a:lnTo>
                    <a:pt x="47" y="182"/>
                  </a:lnTo>
                  <a:lnTo>
                    <a:pt x="23" y="143"/>
                  </a:lnTo>
                  <a:lnTo>
                    <a:pt x="8" y="109"/>
                  </a:lnTo>
                  <a:lnTo>
                    <a:pt x="0" y="79"/>
                  </a:lnTo>
                  <a:lnTo>
                    <a:pt x="5" y="57"/>
                  </a:lnTo>
                  <a:lnTo>
                    <a:pt x="38" y="27"/>
                  </a:lnTo>
                  <a:lnTo>
                    <a:pt x="72" y="9"/>
                  </a:lnTo>
                  <a:lnTo>
                    <a:pt x="103" y="0"/>
                  </a:lnTo>
                  <a:lnTo>
                    <a:pt x="137" y="3"/>
                  </a:lnTo>
                  <a:lnTo>
                    <a:pt x="171" y="9"/>
                  </a:lnTo>
                  <a:lnTo>
                    <a:pt x="209" y="22"/>
                  </a:lnTo>
                  <a:lnTo>
                    <a:pt x="248" y="37"/>
                  </a:lnTo>
                  <a:lnTo>
                    <a:pt x="291" y="54"/>
                  </a:lnTo>
                  <a:close/>
                </a:path>
              </a:pathLst>
            </a:custGeom>
            <a:solidFill>
              <a:srgbClr val="FF005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 name="Freeform 48">
              <a:extLst>
                <a:ext uri="{FF2B5EF4-FFF2-40B4-BE49-F238E27FC236}">
                  <a16:creationId xmlns:a16="http://schemas.microsoft.com/office/drawing/2014/main" id="{D276859E-12C7-0F4B-8373-139A881A54E7}"/>
                </a:ext>
              </a:extLst>
            </p:cNvPr>
            <p:cNvSpPr>
              <a:spLocks/>
            </p:cNvSpPr>
            <p:nvPr/>
          </p:nvSpPr>
          <p:spPr bwMode="auto">
            <a:xfrm>
              <a:off x="4514" y="2857"/>
              <a:ext cx="157" cy="149"/>
            </a:xfrm>
            <a:custGeom>
              <a:avLst/>
              <a:gdLst>
                <a:gd name="T0" fmla="*/ 0 w 313"/>
                <a:gd name="T1" fmla="*/ 78 h 298"/>
                <a:gd name="T2" fmla="*/ 13 w 313"/>
                <a:gd name="T3" fmla="*/ 69 h 298"/>
                <a:gd name="T4" fmla="*/ 25 w 313"/>
                <a:gd name="T5" fmla="*/ 58 h 298"/>
                <a:gd name="T6" fmla="*/ 33 w 313"/>
                <a:gd name="T7" fmla="*/ 46 h 298"/>
                <a:gd name="T8" fmla="*/ 42 w 313"/>
                <a:gd name="T9" fmla="*/ 34 h 298"/>
                <a:gd name="T10" fmla="*/ 49 w 313"/>
                <a:gd name="T11" fmla="*/ 20 h 298"/>
                <a:gd name="T12" fmla="*/ 59 w 313"/>
                <a:gd name="T13" fmla="*/ 10 h 298"/>
                <a:gd name="T14" fmla="*/ 70 w 313"/>
                <a:gd name="T15" fmla="*/ 3 h 298"/>
                <a:gd name="T16" fmla="*/ 85 w 313"/>
                <a:gd name="T17" fmla="*/ 0 h 298"/>
                <a:gd name="T18" fmla="*/ 117 w 313"/>
                <a:gd name="T19" fmla="*/ 11 h 298"/>
                <a:gd name="T20" fmla="*/ 139 w 313"/>
                <a:gd name="T21" fmla="*/ 29 h 298"/>
                <a:gd name="T22" fmla="*/ 152 w 313"/>
                <a:gd name="T23" fmla="*/ 51 h 298"/>
                <a:gd name="T24" fmla="*/ 157 w 313"/>
                <a:gd name="T25" fmla="*/ 76 h 298"/>
                <a:gd name="T26" fmla="*/ 154 w 313"/>
                <a:gd name="T27" fmla="*/ 99 h 298"/>
                <a:gd name="T28" fmla="*/ 145 w 313"/>
                <a:gd name="T29" fmla="*/ 121 h 298"/>
                <a:gd name="T30" fmla="*/ 130 w 313"/>
                <a:gd name="T31" fmla="*/ 138 h 298"/>
                <a:gd name="T32" fmla="*/ 111 w 313"/>
                <a:gd name="T33" fmla="*/ 149 h 298"/>
                <a:gd name="T34" fmla="*/ 85 w 313"/>
                <a:gd name="T35" fmla="*/ 148 h 298"/>
                <a:gd name="T36" fmla="*/ 65 w 313"/>
                <a:gd name="T37" fmla="*/ 141 h 298"/>
                <a:gd name="T38" fmla="*/ 49 w 313"/>
                <a:gd name="T39" fmla="*/ 129 h 298"/>
                <a:gd name="T40" fmla="*/ 37 w 313"/>
                <a:gd name="T41" fmla="*/ 116 h 298"/>
                <a:gd name="T42" fmla="*/ 27 w 313"/>
                <a:gd name="T43" fmla="*/ 101 h 298"/>
                <a:gd name="T44" fmla="*/ 18 w 313"/>
                <a:gd name="T45" fmla="*/ 89 h 298"/>
                <a:gd name="T46" fmla="*/ 10 w 313"/>
                <a:gd name="T47" fmla="*/ 80 h 298"/>
                <a:gd name="T48" fmla="*/ 0 w 313"/>
                <a:gd name="T49" fmla="*/ 78 h 29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3"/>
                <a:gd name="T76" fmla="*/ 0 h 298"/>
                <a:gd name="T77" fmla="*/ 313 w 313"/>
                <a:gd name="T78" fmla="*/ 298 h 29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3" h="298">
                  <a:moveTo>
                    <a:pt x="0" y="156"/>
                  </a:moveTo>
                  <a:lnTo>
                    <a:pt x="26" y="138"/>
                  </a:lnTo>
                  <a:lnTo>
                    <a:pt x="49" y="117"/>
                  </a:lnTo>
                  <a:lnTo>
                    <a:pt x="65" y="92"/>
                  </a:lnTo>
                  <a:lnTo>
                    <a:pt x="83" y="67"/>
                  </a:lnTo>
                  <a:lnTo>
                    <a:pt x="98" y="41"/>
                  </a:lnTo>
                  <a:lnTo>
                    <a:pt x="117" y="21"/>
                  </a:lnTo>
                  <a:lnTo>
                    <a:pt x="139" y="6"/>
                  </a:lnTo>
                  <a:lnTo>
                    <a:pt x="169" y="0"/>
                  </a:lnTo>
                  <a:lnTo>
                    <a:pt x="233" y="23"/>
                  </a:lnTo>
                  <a:lnTo>
                    <a:pt x="277" y="59"/>
                  </a:lnTo>
                  <a:lnTo>
                    <a:pt x="303" y="103"/>
                  </a:lnTo>
                  <a:lnTo>
                    <a:pt x="313" y="152"/>
                  </a:lnTo>
                  <a:lnTo>
                    <a:pt x="307" y="198"/>
                  </a:lnTo>
                  <a:lnTo>
                    <a:pt x="290" y="242"/>
                  </a:lnTo>
                  <a:lnTo>
                    <a:pt x="260" y="276"/>
                  </a:lnTo>
                  <a:lnTo>
                    <a:pt x="221" y="298"/>
                  </a:lnTo>
                  <a:lnTo>
                    <a:pt x="169" y="296"/>
                  </a:lnTo>
                  <a:lnTo>
                    <a:pt x="130" y="282"/>
                  </a:lnTo>
                  <a:lnTo>
                    <a:pt x="98" y="258"/>
                  </a:lnTo>
                  <a:lnTo>
                    <a:pt x="74" y="232"/>
                  </a:lnTo>
                  <a:lnTo>
                    <a:pt x="53" y="202"/>
                  </a:lnTo>
                  <a:lnTo>
                    <a:pt x="36" y="178"/>
                  </a:lnTo>
                  <a:lnTo>
                    <a:pt x="19" y="161"/>
                  </a:lnTo>
                  <a:lnTo>
                    <a:pt x="0" y="156"/>
                  </a:lnTo>
                  <a:close/>
                </a:path>
              </a:pathLst>
            </a:custGeom>
            <a:solidFill>
              <a:srgbClr val="FFEBE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 name="Freeform 49">
              <a:extLst>
                <a:ext uri="{FF2B5EF4-FFF2-40B4-BE49-F238E27FC236}">
                  <a16:creationId xmlns:a16="http://schemas.microsoft.com/office/drawing/2014/main" id="{966AD283-C8C8-7D45-9F6F-BBE68E70D68D}"/>
                </a:ext>
              </a:extLst>
            </p:cNvPr>
            <p:cNvSpPr>
              <a:spLocks/>
            </p:cNvSpPr>
            <p:nvPr/>
          </p:nvSpPr>
          <p:spPr bwMode="auto">
            <a:xfrm>
              <a:off x="3806" y="3238"/>
              <a:ext cx="118" cy="112"/>
            </a:xfrm>
            <a:custGeom>
              <a:avLst/>
              <a:gdLst>
                <a:gd name="T0" fmla="*/ 0 w 237"/>
                <a:gd name="T1" fmla="*/ 0 h 224"/>
                <a:gd name="T2" fmla="*/ 15 w 237"/>
                <a:gd name="T3" fmla="*/ 2 h 224"/>
                <a:gd name="T4" fmla="*/ 33 w 237"/>
                <a:gd name="T5" fmla="*/ 11 h 224"/>
                <a:gd name="T6" fmla="*/ 51 w 237"/>
                <a:gd name="T7" fmla="*/ 25 h 224"/>
                <a:gd name="T8" fmla="*/ 69 w 237"/>
                <a:gd name="T9" fmla="*/ 42 h 224"/>
                <a:gd name="T10" fmla="*/ 86 w 237"/>
                <a:gd name="T11" fmla="*/ 60 h 224"/>
                <a:gd name="T12" fmla="*/ 100 w 237"/>
                <a:gd name="T13" fmla="*/ 79 h 224"/>
                <a:gd name="T14" fmla="*/ 111 w 237"/>
                <a:gd name="T15" fmla="*/ 97 h 224"/>
                <a:gd name="T16" fmla="*/ 118 w 237"/>
                <a:gd name="T17" fmla="*/ 112 h 2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224"/>
                <a:gd name="T29" fmla="*/ 237 w 237"/>
                <a:gd name="T30" fmla="*/ 224 h 2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224">
                  <a:moveTo>
                    <a:pt x="0" y="0"/>
                  </a:moveTo>
                  <a:lnTo>
                    <a:pt x="31" y="4"/>
                  </a:lnTo>
                  <a:lnTo>
                    <a:pt x="66" y="21"/>
                  </a:lnTo>
                  <a:lnTo>
                    <a:pt x="103" y="49"/>
                  </a:lnTo>
                  <a:lnTo>
                    <a:pt x="139" y="84"/>
                  </a:lnTo>
                  <a:lnTo>
                    <a:pt x="172" y="120"/>
                  </a:lnTo>
                  <a:lnTo>
                    <a:pt x="201" y="158"/>
                  </a:lnTo>
                  <a:lnTo>
                    <a:pt x="222" y="193"/>
                  </a:lnTo>
                  <a:lnTo>
                    <a:pt x="237" y="224"/>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 name="Freeform 50">
              <a:extLst>
                <a:ext uri="{FF2B5EF4-FFF2-40B4-BE49-F238E27FC236}">
                  <a16:creationId xmlns:a16="http://schemas.microsoft.com/office/drawing/2014/main" id="{31511F31-75F9-0342-B317-254FDF3C8D58}"/>
                </a:ext>
              </a:extLst>
            </p:cNvPr>
            <p:cNvSpPr>
              <a:spLocks/>
            </p:cNvSpPr>
            <p:nvPr/>
          </p:nvSpPr>
          <p:spPr bwMode="auto">
            <a:xfrm>
              <a:off x="3869" y="3207"/>
              <a:ext cx="119" cy="111"/>
            </a:xfrm>
            <a:custGeom>
              <a:avLst/>
              <a:gdLst>
                <a:gd name="T0" fmla="*/ 0 w 238"/>
                <a:gd name="T1" fmla="*/ 0 h 223"/>
                <a:gd name="T2" fmla="*/ 15 w 238"/>
                <a:gd name="T3" fmla="*/ 1 h 223"/>
                <a:gd name="T4" fmla="*/ 34 w 238"/>
                <a:gd name="T5" fmla="*/ 10 h 223"/>
                <a:gd name="T6" fmla="*/ 52 w 238"/>
                <a:gd name="T7" fmla="*/ 23 h 223"/>
                <a:gd name="T8" fmla="*/ 71 w 238"/>
                <a:gd name="T9" fmla="*/ 41 h 223"/>
                <a:gd name="T10" fmla="*/ 87 w 238"/>
                <a:gd name="T11" fmla="*/ 59 h 223"/>
                <a:gd name="T12" fmla="*/ 102 w 238"/>
                <a:gd name="T13" fmla="*/ 79 h 223"/>
                <a:gd name="T14" fmla="*/ 112 w 238"/>
                <a:gd name="T15" fmla="*/ 96 h 223"/>
                <a:gd name="T16" fmla="*/ 119 w 238"/>
                <a:gd name="T17" fmla="*/ 111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3"/>
                <a:gd name="T29" fmla="*/ 238 w 238"/>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3">
                  <a:moveTo>
                    <a:pt x="0" y="0"/>
                  </a:moveTo>
                  <a:lnTo>
                    <a:pt x="31" y="3"/>
                  </a:lnTo>
                  <a:lnTo>
                    <a:pt x="67" y="21"/>
                  </a:lnTo>
                  <a:lnTo>
                    <a:pt x="104" y="47"/>
                  </a:lnTo>
                  <a:lnTo>
                    <a:pt x="141" y="82"/>
                  </a:lnTo>
                  <a:lnTo>
                    <a:pt x="174" y="119"/>
                  </a:lnTo>
                  <a:lnTo>
                    <a:pt x="203" y="158"/>
                  </a:lnTo>
                  <a:lnTo>
                    <a:pt x="224" y="193"/>
                  </a:lnTo>
                  <a:lnTo>
                    <a:pt x="238" y="223"/>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 name="Freeform 51">
              <a:extLst>
                <a:ext uri="{FF2B5EF4-FFF2-40B4-BE49-F238E27FC236}">
                  <a16:creationId xmlns:a16="http://schemas.microsoft.com/office/drawing/2014/main" id="{8D7CFA12-19F2-A344-A080-063A957C1471}"/>
                </a:ext>
              </a:extLst>
            </p:cNvPr>
            <p:cNvSpPr>
              <a:spLocks/>
            </p:cNvSpPr>
            <p:nvPr/>
          </p:nvSpPr>
          <p:spPr bwMode="auto">
            <a:xfrm>
              <a:off x="3793" y="3217"/>
              <a:ext cx="18" cy="32"/>
            </a:xfrm>
            <a:custGeom>
              <a:avLst/>
              <a:gdLst>
                <a:gd name="T0" fmla="*/ 18 w 35"/>
                <a:gd name="T1" fmla="*/ 16 h 64"/>
                <a:gd name="T2" fmla="*/ 16 w 35"/>
                <a:gd name="T3" fmla="*/ 22 h 64"/>
                <a:gd name="T4" fmla="*/ 15 w 35"/>
                <a:gd name="T5" fmla="*/ 27 h 64"/>
                <a:gd name="T6" fmla="*/ 11 w 35"/>
                <a:gd name="T7" fmla="*/ 30 h 64"/>
                <a:gd name="T8" fmla="*/ 8 w 35"/>
                <a:gd name="T9" fmla="*/ 32 h 64"/>
                <a:gd name="T10" fmla="*/ 5 w 35"/>
                <a:gd name="T11" fmla="*/ 30 h 64"/>
                <a:gd name="T12" fmla="*/ 2 w 35"/>
                <a:gd name="T13" fmla="*/ 27 h 64"/>
                <a:gd name="T14" fmla="*/ 0 w 35"/>
                <a:gd name="T15" fmla="*/ 21 h 64"/>
                <a:gd name="T16" fmla="*/ 0 w 35"/>
                <a:gd name="T17" fmla="*/ 15 h 64"/>
                <a:gd name="T18" fmla="*/ 0 w 35"/>
                <a:gd name="T19" fmla="*/ 8 h 64"/>
                <a:gd name="T20" fmla="*/ 3 w 35"/>
                <a:gd name="T21" fmla="*/ 4 h 64"/>
                <a:gd name="T22" fmla="*/ 6 w 35"/>
                <a:gd name="T23" fmla="*/ 1 h 64"/>
                <a:gd name="T24" fmla="*/ 10 w 35"/>
                <a:gd name="T25" fmla="*/ 0 h 64"/>
                <a:gd name="T26" fmla="*/ 13 w 35"/>
                <a:gd name="T27" fmla="*/ 1 h 64"/>
                <a:gd name="T28" fmla="*/ 16 w 35"/>
                <a:gd name="T29" fmla="*/ 5 h 64"/>
                <a:gd name="T30" fmla="*/ 17 w 35"/>
                <a:gd name="T31" fmla="*/ 10 h 64"/>
                <a:gd name="T32" fmla="*/ 18 w 35"/>
                <a:gd name="T33" fmla="*/ 16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
                <a:gd name="T52" fmla="*/ 0 h 64"/>
                <a:gd name="T53" fmla="*/ 35 w 3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 h="64">
                  <a:moveTo>
                    <a:pt x="35" y="32"/>
                  </a:moveTo>
                  <a:lnTo>
                    <a:pt x="32" y="44"/>
                  </a:lnTo>
                  <a:lnTo>
                    <a:pt x="29" y="54"/>
                  </a:lnTo>
                  <a:lnTo>
                    <a:pt x="22" y="60"/>
                  </a:lnTo>
                  <a:lnTo>
                    <a:pt x="16" y="64"/>
                  </a:lnTo>
                  <a:lnTo>
                    <a:pt x="9" y="60"/>
                  </a:lnTo>
                  <a:lnTo>
                    <a:pt x="4" y="54"/>
                  </a:lnTo>
                  <a:lnTo>
                    <a:pt x="0" y="42"/>
                  </a:lnTo>
                  <a:lnTo>
                    <a:pt x="0" y="31"/>
                  </a:lnTo>
                  <a:lnTo>
                    <a:pt x="0" y="17"/>
                  </a:lnTo>
                  <a:lnTo>
                    <a:pt x="5" y="8"/>
                  </a:lnTo>
                  <a:lnTo>
                    <a:pt x="11" y="1"/>
                  </a:lnTo>
                  <a:lnTo>
                    <a:pt x="19" y="0"/>
                  </a:lnTo>
                  <a:lnTo>
                    <a:pt x="25" y="2"/>
                  </a:lnTo>
                  <a:lnTo>
                    <a:pt x="31" y="10"/>
                  </a:lnTo>
                  <a:lnTo>
                    <a:pt x="34" y="20"/>
                  </a:lnTo>
                  <a:lnTo>
                    <a:pt x="35" y="32"/>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 name="Freeform 52">
              <a:extLst>
                <a:ext uri="{FF2B5EF4-FFF2-40B4-BE49-F238E27FC236}">
                  <a16:creationId xmlns:a16="http://schemas.microsoft.com/office/drawing/2014/main" id="{550178E6-4454-7542-BED2-719EDD025744}"/>
                </a:ext>
              </a:extLst>
            </p:cNvPr>
            <p:cNvSpPr>
              <a:spLocks/>
            </p:cNvSpPr>
            <p:nvPr/>
          </p:nvSpPr>
          <p:spPr bwMode="auto">
            <a:xfrm>
              <a:off x="3866" y="3186"/>
              <a:ext cx="18" cy="33"/>
            </a:xfrm>
            <a:custGeom>
              <a:avLst/>
              <a:gdLst>
                <a:gd name="T0" fmla="*/ 18 w 38"/>
                <a:gd name="T1" fmla="*/ 17 h 65"/>
                <a:gd name="T2" fmla="*/ 16 w 38"/>
                <a:gd name="T3" fmla="*/ 23 h 65"/>
                <a:gd name="T4" fmla="*/ 14 w 38"/>
                <a:gd name="T5" fmla="*/ 28 h 65"/>
                <a:gd name="T6" fmla="*/ 11 w 38"/>
                <a:gd name="T7" fmla="*/ 31 h 65"/>
                <a:gd name="T8" fmla="*/ 8 w 38"/>
                <a:gd name="T9" fmla="*/ 33 h 65"/>
                <a:gd name="T10" fmla="*/ 4 w 38"/>
                <a:gd name="T11" fmla="*/ 31 h 65"/>
                <a:gd name="T12" fmla="*/ 2 w 38"/>
                <a:gd name="T13" fmla="*/ 27 h 65"/>
                <a:gd name="T14" fmla="*/ 0 w 38"/>
                <a:gd name="T15" fmla="*/ 24 h 65"/>
                <a:gd name="T16" fmla="*/ 0 w 38"/>
                <a:gd name="T17" fmla="*/ 22 h 65"/>
                <a:gd name="T18" fmla="*/ 0 w 38"/>
                <a:gd name="T19" fmla="*/ 19 h 65"/>
                <a:gd name="T20" fmla="*/ 0 w 38"/>
                <a:gd name="T21" fmla="*/ 15 h 65"/>
                <a:gd name="T22" fmla="*/ 0 w 38"/>
                <a:gd name="T23" fmla="*/ 9 h 65"/>
                <a:gd name="T24" fmla="*/ 3 w 38"/>
                <a:gd name="T25" fmla="*/ 5 h 65"/>
                <a:gd name="T26" fmla="*/ 6 w 38"/>
                <a:gd name="T27" fmla="*/ 1 h 65"/>
                <a:gd name="T28" fmla="*/ 9 w 38"/>
                <a:gd name="T29" fmla="*/ 0 h 65"/>
                <a:gd name="T30" fmla="*/ 12 w 38"/>
                <a:gd name="T31" fmla="*/ 2 h 65"/>
                <a:gd name="T32" fmla="*/ 16 w 38"/>
                <a:gd name="T33" fmla="*/ 5 h 65"/>
                <a:gd name="T34" fmla="*/ 17 w 38"/>
                <a:gd name="T35" fmla="*/ 10 h 65"/>
                <a:gd name="T36" fmla="*/ 18 w 38"/>
                <a:gd name="T37" fmla="*/ 17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65"/>
                <a:gd name="T59" fmla="*/ 38 w 38"/>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65">
                  <a:moveTo>
                    <a:pt x="38" y="33"/>
                  </a:moveTo>
                  <a:lnTo>
                    <a:pt x="34" y="45"/>
                  </a:lnTo>
                  <a:lnTo>
                    <a:pt x="29" y="55"/>
                  </a:lnTo>
                  <a:lnTo>
                    <a:pt x="23" y="62"/>
                  </a:lnTo>
                  <a:lnTo>
                    <a:pt x="16" y="65"/>
                  </a:lnTo>
                  <a:lnTo>
                    <a:pt x="9" y="62"/>
                  </a:lnTo>
                  <a:lnTo>
                    <a:pt x="4" y="54"/>
                  </a:lnTo>
                  <a:lnTo>
                    <a:pt x="1" y="48"/>
                  </a:lnTo>
                  <a:lnTo>
                    <a:pt x="0" y="43"/>
                  </a:lnTo>
                  <a:lnTo>
                    <a:pt x="0" y="37"/>
                  </a:lnTo>
                  <a:lnTo>
                    <a:pt x="1" y="30"/>
                  </a:lnTo>
                  <a:lnTo>
                    <a:pt x="1" y="18"/>
                  </a:lnTo>
                  <a:lnTo>
                    <a:pt x="6" y="9"/>
                  </a:lnTo>
                  <a:lnTo>
                    <a:pt x="13" y="2"/>
                  </a:lnTo>
                  <a:lnTo>
                    <a:pt x="20" y="0"/>
                  </a:lnTo>
                  <a:lnTo>
                    <a:pt x="26" y="3"/>
                  </a:lnTo>
                  <a:lnTo>
                    <a:pt x="33" y="9"/>
                  </a:lnTo>
                  <a:lnTo>
                    <a:pt x="35" y="19"/>
                  </a:lnTo>
                  <a:lnTo>
                    <a:pt x="38" y="33"/>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 name="Freeform 53">
              <a:extLst>
                <a:ext uri="{FF2B5EF4-FFF2-40B4-BE49-F238E27FC236}">
                  <a16:creationId xmlns:a16="http://schemas.microsoft.com/office/drawing/2014/main" id="{E9A35E41-36BC-284F-9011-DBC264D8450B}"/>
                </a:ext>
              </a:extLst>
            </p:cNvPr>
            <p:cNvSpPr>
              <a:spLocks/>
            </p:cNvSpPr>
            <p:nvPr/>
          </p:nvSpPr>
          <p:spPr bwMode="auto">
            <a:xfrm>
              <a:off x="3919" y="3231"/>
              <a:ext cx="18" cy="32"/>
            </a:xfrm>
            <a:custGeom>
              <a:avLst/>
              <a:gdLst>
                <a:gd name="T0" fmla="*/ 18 w 36"/>
                <a:gd name="T1" fmla="*/ 16 h 64"/>
                <a:gd name="T2" fmla="*/ 16 w 36"/>
                <a:gd name="T3" fmla="*/ 22 h 64"/>
                <a:gd name="T4" fmla="*/ 13 w 36"/>
                <a:gd name="T5" fmla="*/ 27 h 64"/>
                <a:gd name="T6" fmla="*/ 10 w 36"/>
                <a:gd name="T7" fmla="*/ 31 h 64"/>
                <a:gd name="T8" fmla="*/ 8 w 36"/>
                <a:gd name="T9" fmla="*/ 32 h 64"/>
                <a:gd name="T10" fmla="*/ 4 w 36"/>
                <a:gd name="T11" fmla="*/ 30 h 64"/>
                <a:gd name="T12" fmla="*/ 1 w 36"/>
                <a:gd name="T13" fmla="*/ 27 h 64"/>
                <a:gd name="T14" fmla="*/ 0 w 36"/>
                <a:gd name="T15" fmla="*/ 22 h 64"/>
                <a:gd name="T16" fmla="*/ 0 w 36"/>
                <a:gd name="T17" fmla="*/ 16 h 64"/>
                <a:gd name="T18" fmla="*/ 1 w 36"/>
                <a:gd name="T19" fmla="*/ 9 h 64"/>
                <a:gd name="T20" fmla="*/ 3 w 36"/>
                <a:gd name="T21" fmla="*/ 4 h 64"/>
                <a:gd name="T22" fmla="*/ 5 w 36"/>
                <a:gd name="T23" fmla="*/ 1 h 64"/>
                <a:gd name="T24" fmla="*/ 9 w 36"/>
                <a:gd name="T25" fmla="*/ 0 h 64"/>
                <a:gd name="T26" fmla="*/ 12 w 36"/>
                <a:gd name="T27" fmla="*/ 1 h 64"/>
                <a:gd name="T28" fmla="*/ 15 w 36"/>
                <a:gd name="T29" fmla="*/ 5 h 64"/>
                <a:gd name="T30" fmla="*/ 18 w 36"/>
                <a:gd name="T31" fmla="*/ 10 h 64"/>
                <a:gd name="T32" fmla="*/ 18 w 36"/>
                <a:gd name="T33" fmla="*/ 16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
                <a:gd name="T52" fmla="*/ 0 h 64"/>
                <a:gd name="T53" fmla="*/ 36 w 3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 h="64">
                  <a:moveTo>
                    <a:pt x="36" y="33"/>
                  </a:moveTo>
                  <a:lnTo>
                    <a:pt x="32" y="44"/>
                  </a:lnTo>
                  <a:lnTo>
                    <a:pt x="27" y="55"/>
                  </a:lnTo>
                  <a:lnTo>
                    <a:pt x="21" y="62"/>
                  </a:lnTo>
                  <a:lnTo>
                    <a:pt x="16" y="64"/>
                  </a:lnTo>
                  <a:lnTo>
                    <a:pt x="8" y="60"/>
                  </a:lnTo>
                  <a:lnTo>
                    <a:pt x="3" y="54"/>
                  </a:lnTo>
                  <a:lnTo>
                    <a:pt x="0" y="44"/>
                  </a:lnTo>
                  <a:lnTo>
                    <a:pt x="0" y="32"/>
                  </a:lnTo>
                  <a:lnTo>
                    <a:pt x="1" y="18"/>
                  </a:lnTo>
                  <a:lnTo>
                    <a:pt x="6" y="9"/>
                  </a:lnTo>
                  <a:lnTo>
                    <a:pt x="11" y="1"/>
                  </a:lnTo>
                  <a:lnTo>
                    <a:pt x="18" y="0"/>
                  </a:lnTo>
                  <a:lnTo>
                    <a:pt x="25" y="3"/>
                  </a:lnTo>
                  <a:lnTo>
                    <a:pt x="31" y="10"/>
                  </a:lnTo>
                  <a:lnTo>
                    <a:pt x="35" y="20"/>
                  </a:lnTo>
                  <a:lnTo>
                    <a:pt x="36" y="33"/>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 name="Freeform 54">
              <a:extLst>
                <a:ext uri="{FF2B5EF4-FFF2-40B4-BE49-F238E27FC236}">
                  <a16:creationId xmlns:a16="http://schemas.microsoft.com/office/drawing/2014/main" id="{9D975726-3AA0-6849-9FA0-8EDBC87F0494}"/>
                </a:ext>
              </a:extLst>
            </p:cNvPr>
            <p:cNvSpPr>
              <a:spLocks/>
            </p:cNvSpPr>
            <p:nvPr/>
          </p:nvSpPr>
          <p:spPr bwMode="auto">
            <a:xfrm>
              <a:off x="4329" y="2757"/>
              <a:ext cx="1004" cy="730"/>
            </a:xfrm>
            <a:custGeom>
              <a:avLst/>
              <a:gdLst>
                <a:gd name="T0" fmla="*/ 7 w 2009"/>
                <a:gd name="T1" fmla="*/ 582 h 1460"/>
                <a:gd name="T2" fmla="*/ 29 w 2009"/>
                <a:gd name="T3" fmla="*/ 532 h 1460"/>
                <a:gd name="T4" fmla="*/ 54 w 2009"/>
                <a:gd name="T5" fmla="*/ 483 h 1460"/>
                <a:gd name="T6" fmla="*/ 76 w 2009"/>
                <a:gd name="T7" fmla="*/ 433 h 1460"/>
                <a:gd name="T8" fmla="*/ 156 w 2009"/>
                <a:gd name="T9" fmla="*/ 298 h 1460"/>
                <a:gd name="T10" fmla="*/ 314 w 2009"/>
                <a:gd name="T11" fmla="*/ 134 h 1460"/>
                <a:gd name="T12" fmla="*/ 504 w 2009"/>
                <a:gd name="T13" fmla="*/ 38 h 1460"/>
                <a:gd name="T14" fmla="*/ 736 w 2009"/>
                <a:gd name="T15" fmla="*/ 13 h 1460"/>
                <a:gd name="T16" fmla="*/ 881 w 2009"/>
                <a:gd name="T17" fmla="*/ 30 h 1460"/>
                <a:gd name="T18" fmla="*/ 901 w 2009"/>
                <a:gd name="T19" fmla="*/ 31 h 1460"/>
                <a:gd name="T20" fmla="*/ 923 w 2009"/>
                <a:gd name="T21" fmla="*/ 25 h 1460"/>
                <a:gd name="T22" fmla="*/ 943 w 2009"/>
                <a:gd name="T23" fmla="*/ 11 h 1460"/>
                <a:gd name="T24" fmla="*/ 958 w 2009"/>
                <a:gd name="T25" fmla="*/ 11 h 1460"/>
                <a:gd name="T26" fmla="*/ 965 w 2009"/>
                <a:gd name="T27" fmla="*/ 33 h 1460"/>
                <a:gd name="T28" fmla="*/ 968 w 2009"/>
                <a:gd name="T29" fmla="*/ 56 h 1460"/>
                <a:gd name="T30" fmla="*/ 966 w 2009"/>
                <a:gd name="T31" fmla="*/ 82 h 1460"/>
                <a:gd name="T32" fmla="*/ 997 w 2009"/>
                <a:gd name="T33" fmla="*/ 201 h 1460"/>
                <a:gd name="T34" fmla="*/ 992 w 2009"/>
                <a:gd name="T35" fmla="*/ 399 h 1460"/>
                <a:gd name="T36" fmla="*/ 939 w 2009"/>
                <a:gd name="T37" fmla="*/ 560 h 1460"/>
                <a:gd name="T38" fmla="*/ 893 w 2009"/>
                <a:gd name="T39" fmla="*/ 663 h 1460"/>
                <a:gd name="T40" fmla="*/ 890 w 2009"/>
                <a:gd name="T41" fmla="*/ 696 h 1460"/>
                <a:gd name="T42" fmla="*/ 888 w 2009"/>
                <a:gd name="T43" fmla="*/ 706 h 1460"/>
                <a:gd name="T44" fmla="*/ 886 w 2009"/>
                <a:gd name="T45" fmla="*/ 711 h 1460"/>
                <a:gd name="T46" fmla="*/ 885 w 2009"/>
                <a:gd name="T47" fmla="*/ 720 h 1460"/>
                <a:gd name="T48" fmla="*/ 873 w 2009"/>
                <a:gd name="T49" fmla="*/ 722 h 1460"/>
                <a:gd name="T50" fmla="*/ 841 w 2009"/>
                <a:gd name="T51" fmla="*/ 714 h 1460"/>
                <a:gd name="T52" fmla="*/ 804 w 2009"/>
                <a:gd name="T53" fmla="*/ 710 h 1460"/>
                <a:gd name="T54" fmla="*/ 771 w 2009"/>
                <a:gd name="T55" fmla="*/ 703 h 1460"/>
                <a:gd name="T56" fmla="*/ 702 w 2009"/>
                <a:gd name="T57" fmla="*/ 669 h 1460"/>
                <a:gd name="T58" fmla="*/ 616 w 2009"/>
                <a:gd name="T59" fmla="*/ 602 h 1460"/>
                <a:gd name="T60" fmla="*/ 551 w 2009"/>
                <a:gd name="T61" fmla="*/ 523 h 1460"/>
                <a:gd name="T62" fmla="*/ 481 w 2009"/>
                <a:gd name="T63" fmla="*/ 432 h 1460"/>
                <a:gd name="T64" fmla="*/ 412 w 2009"/>
                <a:gd name="T65" fmla="*/ 379 h 1460"/>
                <a:gd name="T66" fmla="*/ 367 w 2009"/>
                <a:gd name="T67" fmla="*/ 382 h 1460"/>
                <a:gd name="T68" fmla="*/ 318 w 2009"/>
                <a:gd name="T69" fmla="*/ 399 h 1460"/>
                <a:gd name="T70" fmla="*/ 258 w 2009"/>
                <a:gd name="T71" fmla="*/ 428 h 1460"/>
                <a:gd name="T72" fmla="*/ 205 w 2009"/>
                <a:gd name="T73" fmla="*/ 471 h 1460"/>
                <a:gd name="T74" fmla="*/ 163 w 2009"/>
                <a:gd name="T75" fmla="*/ 523 h 1460"/>
                <a:gd name="T76" fmla="*/ 118 w 2009"/>
                <a:gd name="T77" fmla="*/ 579 h 1460"/>
                <a:gd name="T78" fmla="*/ 76 w 2009"/>
                <a:gd name="T79" fmla="*/ 632 h 1460"/>
                <a:gd name="T80" fmla="*/ 53 w 2009"/>
                <a:gd name="T81" fmla="*/ 654 h 1460"/>
                <a:gd name="T82" fmla="*/ 37 w 2009"/>
                <a:gd name="T83" fmla="*/ 641 h 1460"/>
                <a:gd name="T84" fmla="*/ 20 w 2009"/>
                <a:gd name="T85" fmla="*/ 623 h 1460"/>
                <a:gd name="T86" fmla="*/ 5 w 2009"/>
                <a:gd name="T87" fmla="*/ 610 h 1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09"/>
                <a:gd name="T133" fmla="*/ 0 h 1460"/>
                <a:gd name="T134" fmla="*/ 2009 w 2009"/>
                <a:gd name="T135" fmla="*/ 1460 h 146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09" h="1460">
                  <a:moveTo>
                    <a:pt x="0" y="1218"/>
                  </a:moveTo>
                  <a:lnTo>
                    <a:pt x="15" y="1164"/>
                  </a:lnTo>
                  <a:lnTo>
                    <a:pt x="36" y="1114"/>
                  </a:lnTo>
                  <a:lnTo>
                    <a:pt x="59" y="1064"/>
                  </a:lnTo>
                  <a:lnTo>
                    <a:pt x="84" y="1016"/>
                  </a:lnTo>
                  <a:lnTo>
                    <a:pt x="108" y="966"/>
                  </a:lnTo>
                  <a:lnTo>
                    <a:pt x="131" y="917"/>
                  </a:lnTo>
                  <a:lnTo>
                    <a:pt x="153" y="866"/>
                  </a:lnTo>
                  <a:lnTo>
                    <a:pt x="170" y="813"/>
                  </a:lnTo>
                  <a:lnTo>
                    <a:pt x="312" y="596"/>
                  </a:lnTo>
                  <a:lnTo>
                    <a:pt x="465" y="416"/>
                  </a:lnTo>
                  <a:lnTo>
                    <a:pt x="629" y="268"/>
                  </a:lnTo>
                  <a:lnTo>
                    <a:pt x="811" y="155"/>
                  </a:lnTo>
                  <a:lnTo>
                    <a:pt x="1009" y="76"/>
                  </a:lnTo>
                  <a:lnTo>
                    <a:pt x="1230" y="35"/>
                  </a:lnTo>
                  <a:lnTo>
                    <a:pt x="1472" y="27"/>
                  </a:lnTo>
                  <a:lnTo>
                    <a:pt x="1743" y="59"/>
                  </a:lnTo>
                  <a:lnTo>
                    <a:pt x="1762" y="61"/>
                  </a:lnTo>
                  <a:lnTo>
                    <a:pt x="1783" y="63"/>
                  </a:lnTo>
                  <a:lnTo>
                    <a:pt x="1803" y="63"/>
                  </a:lnTo>
                  <a:lnTo>
                    <a:pt x="1826" y="60"/>
                  </a:lnTo>
                  <a:lnTo>
                    <a:pt x="1846" y="51"/>
                  </a:lnTo>
                  <a:lnTo>
                    <a:pt x="1867" y="40"/>
                  </a:lnTo>
                  <a:lnTo>
                    <a:pt x="1887" y="22"/>
                  </a:lnTo>
                  <a:lnTo>
                    <a:pt x="1908" y="0"/>
                  </a:lnTo>
                  <a:lnTo>
                    <a:pt x="1917" y="21"/>
                  </a:lnTo>
                  <a:lnTo>
                    <a:pt x="1926" y="44"/>
                  </a:lnTo>
                  <a:lnTo>
                    <a:pt x="1931" y="66"/>
                  </a:lnTo>
                  <a:lnTo>
                    <a:pt x="1936" y="90"/>
                  </a:lnTo>
                  <a:lnTo>
                    <a:pt x="1937" y="113"/>
                  </a:lnTo>
                  <a:lnTo>
                    <a:pt x="1937" y="138"/>
                  </a:lnTo>
                  <a:lnTo>
                    <a:pt x="1933" y="164"/>
                  </a:lnTo>
                  <a:lnTo>
                    <a:pt x="1927" y="193"/>
                  </a:lnTo>
                  <a:lnTo>
                    <a:pt x="1994" y="403"/>
                  </a:lnTo>
                  <a:lnTo>
                    <a:pt x="2009" y="608"/>
                  </a:lnTo>
                  <a:lnTo>
                    <a:pt x="1984" y="798"/>
                  </a:lnTo>
                  <a:lnTo>
                    <a:pt x="1937" y="971"/>
                  </a:lnTo>
                  <a:lnTo>
                    <a:pt x="1878" y="1119"/>
                  </a:lnTo>
                  <a:lnTo>
                    <a:pt x="1823" y="1240"/>
                  </a:lnTo>
                  <a:lnTo>
                    <a:pt x="1787" y="1326"/>
                  </a:lnTo>
                  <a:lnTo>
                    <a:pt x="1782" y="1375"/>
                  </a:lnTo>
                  <a:lnTo>
                    <a:pt x="1780" y="1392"/>
                  </a:lnTo>
                  <a:lnTo>
                    <a:pt x="1779" y="1405"/>
                  </a:lnTo>
                  <a:lnTo>
                    <a:pt x="1777" y="1411"/>
                  </a:lnTo>
                  <a:lnTo>
                    <a:pt x="1775" y="1417"/>
                  </a:lnTo>
                  <a:lnTo>
                    <a:pt x="1773" y="1421"/>
                  </a:lnTo>
                  <a:lnTo>
                    <a:pt x="1772" y="1427"/>
                  </a:lnTo>
                  <a:lnTo>
                    <a:pt x="1770" y="1440"/>
                  </a:lnTo>
                  <a:lnTo>
                    <a:pt x="1770" y="1460"/>
                  </a:lnTo>
                  <a:lnTo>
                    <a:pt x="1747" y="1443"/>
                  </a:lnTo>
                  <a:lnTo>
                    <a:pt x="1718" y="1435"/>
                  </a:lnTo>
                  <a:lnTo>
                    <a:pt x="1683" y="1428"/>
                  </a:lnTo>
                  <a:lnTo>
                    <a:pt x="1646" y="1425"/>
                  </a:lnTo>
                  <a:lnTo>
                    <a:pt x="1609" y="1420"/>
                  </a:lnTo>
                  <a:lnTo>
                    <a:pt x="1574" y="1415"/>
                  </a:lnTo>
                  <a:lnTo>
                    <a:pt x="1543" y="1406"/>
                  </a:lnTo>
                  <a:lnTo>
                    <a:pt x="1522" y="1393"/>
                  </a:lnTo>
                  <a:lnTo>
                    <a:pt x="1404" y="1337"/>
                  </a:lnTo>
                  <a:lnTo>
                    <a:pt x="1310" y="1273"/>
                  </a:lnTo>
                  <a:lnTo>
                    <a:pt x="1232" y="1203"/>
                  </a:lnTo>
                  <a:lnTo>
                    <a:pt x="1167" y="1128"/>
                  </a:lnTo>
                  <a:lnTo>
                    <a:pt x="1103" y="1045"/>
                  </a:lnTo>
                  <a:lnTo>
                    <a:pt x="1038" y="957"/>
                  </a:lnTo>
                  <a:lnTo>
                    <a:pt x="962" y="865"/>
                  </a:lnTo>
                  <a:lnTo>
                    <a:pt x="871" y="768"/>
                  </a:lnTo>
                  <a:lnTo>
                    <a:pt x="825" y="758"/>
                  </a:lnTo>
                  <a:lnTo>
                    <a:pt x="781" y="758"/>
                  </a:lnTo>
                  <a:lnTo>
                    <a:pt x="735" y="764"/>
                  </a:lnTo>
                  <a:lnTo>
                    <a:pt x="688" y="779"/>
                  </a:lnTo>
                  <a:lnTo>
                    <a:pt x="637" y="799"/>
                  </a:lnTo>
                  <a:lnTo>
                    <a:pt x="580" y="826"/>
                  </a:lnTo>
                  <a:lnTo>
                    <a:pt x="516" y="857"/>
                  </a:lnTo>
                  <a:lnTo>
                    <a:pt x="446" y="895"/>
                  </a:lnTo>
                  <a:lnTo>
                    <a:pt x="410" y="942"/>
                  </a:lnTo>
                  <a:lnTo>
                    <a:pt x="371" y="994"/>
                  </a:lnTo>
                  <a:lnTo>
                    <a:pt x="326" y="1046"/>
                  </a:lnTo>
                  <a:lnTo>
                    <a:pt x="282" y="1103"/>
                  </a:lnTo>
                  <a:lnTo>
                    <a:pt x="237" y="1157"/>
                  </a:lnTo>
                  <a:lnTo>
                    <a:pt x="193" y="1210"/>
                  </a:lnTo>
                  <a:lnTo>
                    <a:pt x="153" y="1263"/>
                  </a:lnTo>
                  <a:lnTo>
                    <a:pt x="119" y="1313"/>
                  </a:lnTo>
                  <a:lnTo>
                    <a:pt x="106" y="1308"/>
                  </a:lnTo>
                  <a:lnTo>
                    <a:pt x="93" y="1297"/>
                  </a:lnTo>
                  <a:lnTo>
                    <a:pt x="75" y="1281"/>
                  </a:lnTo>
                  <a:lnTo>
                    <a:pt x="59" y="1264"/>
                  </a:lnTo>
                  <a:lnTo>
                    <a:pt x="40" y="1245"/>
                  </a:lnTo>
                  <a:lnTo>
                    <a:pt x="24" y="1230"/>
                  </a:lnTo>
                  <a:lnTo>
                    <a:pt x="10" y="1220"/>
                  </a:lnTo>
                  <a:lnTo>
                    <a:pt x="0" y="1218"/>
                  </a:lnTo>
                  <a:close/>
                </a:path>
              </a:pathLst>
            </a:custGeom>
            <a:solidFill>
              <a:srgbClr val="E3A68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 name="Freeform 55">
              <a:extLst>
                <a:ext uri="{FF2B5EF4-FFF2-40B4-BE49-F238E27FC236}">
                  <a16:creationId xmlns:a16="http://schemas.microsoft.com/office/drawing/2014/main" id="{38F4BD55-B569-A145-99C3-D8D4DB1A670F}"/>
                </a:ext>
              </a:extLst>
            </p:cNvPr>
            <p:cNvSpPr>
              <a:spLocks/>
            </p:cNvSpPr>
            <p:nvPr/>
          </p:nvSpPr>
          <p:spPr bwMode="auto">
            <a:xfrm>
              <a:off x="4335" y="2766"/>
              <a:ext cx="993" cy="694"/>
            </a:xfrm>
            <a:custGeom>
              <a:avLst/>
              <a:gdLst>
                <a:gd name="T0" fmla="*/ 9 w 1985"/>
                <a:gd name="T1" fmla="*/ 558 h 1387"/>
                <a:gd name="T2" fmla="*/ 29 w 1985"/>
                <a:gd name="T3" fmla="*/ 512 h 1387"/>
                <a:gd name="T4" fmla="*/ 51 w 1985"/>
                <a:gd name="T5" fmla="*/ 469 h 1387"/>
                <a:gd name="T6" fmla="*/ 71 w 1985"/>
                <a:gd name="T7" fmla="*/ 423 h 1387"/>
                <a:gd name="T8" fmla="*/ 150 w 1985"/>
                <a:gd name="T9" fmla="*/ 290 h 1387"/>
                <a:gd name="T10" fmla="*/ 308 w 1985"/>
                <a:gd name="T11" fmla="*/ 126 h 1387"/>
                <a:gd name="T12" fmla="*/ 496 w 1985"/>
                <a:gd name="T13" fmla="*/ 32 h 1387"/>
                <a:gd name="T14" fmla="*/ 726 w 1985"/>
                <a:gd name="T15" fmla="*/ 9 h 1387"/>
                <a:gd name="T16" fmla="*/ 871 w 1985"/>
                <a:gd name="T17" fmla="*/ 25 h 1387"/>
                <a:gd name="T18" fmla="*/ 891 w 1985"/>
                <a:gd name="T19" fmla="*/ 26 h 1387"/>
                <a:gd name="T20" fmla="*/ 913 w 1985"/>
                <a:gd name="T21" fmla="*/ 21 h 1387"/>
                <a:gd name="T22" fmla="*/ 933 w 1985"/>
                <a:gd name="T23" fmla="*/ 9 h 1387"/>
                <a:gd name="T24" fmla="*/ 949 w 1985"/>
                <a:gd name="T25" fmla="*/ 11 h 1387"/>
                <a:gd name="T26" fmla="*/ 957 w 1985"/>
                <a:gd name="T27" fmla="*/ 33 h 1387"/>
                <a:gd name="T28" fmla="*/ 960 w 1985"/>
                <a:gd name="T29" fmla="*/ 55 h 1387"/>
                <a:gd name="T30" fmla="*/ 958 w 1985"/>
                <a:gd name="T31" fmla="*/ 80 h 1387"/>
                <a:gd name="T32" fmla="*/ 987 w 1985"/>
                <a:gd name="T33" fmla="*/ 191 h 1387"/>
                <a:gd name="T34" fmla="*/ 982 w 1985"/>
                <a:gd name="T35" fmla="*/ 377 h 1387"/>
                <a:gd name="T36" fmla="*/ 932 w 1985"/>
                <a:gd name="T37" fmla="*/ 532 h 1387"/>
                <a:gd name="T38" fmla="*/ 886 w 1985"/>
                <a:gd name="T39" fmla="*/ 632 h 1387"/>
                <a:gd name="T40" fmla="*/ 879 w 1985"/>
                <a:gd name="T41" fmla="*/ 664 h 1387"/>
                <a:gd name="T42" fmla="*/ 877 w 1985"/>
                <a:gd name="T43" fmla="*/ 673 h 1387"/>
                <a:gd name="T44" fmla="*/ 873 w 1985"/>
                <a:gd name="T45" fmla="*/ 677 h 1387"/>
                <a:gd name="T46" fmla="*/ 869 w 1985"/>
                <a:gd name="T47" fmla="*/ 685 h 1387"/>
                <a:gd name="T48" fmla="*/ 858 w 1985"/>
                <a:gd name="T49" fmla="*/ 688 h 1387"/>
                <a:gd name="T50" fmla="*/ 828 w 1985"/>
                <a:gd name="T51" fmla="*/ 682 h 1387"/>
                <a:gd name="T52" fmla="*/ 794 w 1985"/>
                <a:gd name="T53" fmla="*/ 679 h 1387"/>
                <a:gd name="T54" fmla="*/ 764 w 1985"/>
                <a:gd name="T55" fmla="*/ 672 h 1387"/>
                <a:gd name="T56" fmla="*/ 695 w 1985"/>
                <a:gd name="T57" fmla="*/ 639 h 1387"/>
                <a:gd name="T58" fmla="*/ 610 w 1985"/>
                <a:gd name="T59" fmla="*/ 574 h 1387"/>
                <a:gd name="T60" fmla="*/ 546 w 1985"/>
                <a:gd name="T61" fmla="*/ 498 h 1387"/>
                <a:gd name="T62" fmla="*/ 476 w 1985"/>
                <a:gd name="T63" fmla="*/ 410 h 1387"/>
                <a:gd name="T64" fmla="*/ 407 w 1985"/>
                <a:gd name="T65" fmla="*/ 357 h 1387"/>
                <a:gd name="T66" fmla="*/ 361 w 1985"/>
                <a:gd name="T67" fmla="*/ 362 h 1387"/>
                <a:gd name="T68" fmla="*/ 310 w 1985"/>
                <a:gd name="T69" fmla="*/ 380 h 1387"/>
                <a:gd name="T70" fmla="*/ 249 w 1985"/>
                <a:gd name="T71" fmla="*/ 412 h 1387"/>
                <a:gd name="T72" fmla="*/ 197 w 1985"/>
                <a:gd name="T73" fmla="*/ 455 h 1387"/>
                <a:gd name="T74" fmla="*/ 157 w 1985"/>
                <a:gd name="T75" fmla="*/ 504 h 1387"/>
                <a:gd name="T76" fmla="*/ 114 w 1985"/>
                <a:gd name="T77" fmla="*/ 554 h 1387"/>
                <a:gd name="T78" fmla="*/ 74 w 1985"/>
                <a:gd name="T79" fmla="*/ 603 h 1387"/>
                <a:gd name="T80" fmla="*/ 51 w 1985"/>
                <a:gd name="T81" fmla="*/ 625 h 1387"/>
                <a:gd name="T82" fmla="*/ 36 w 1985"/>
                <a:gd name="T83" fmla="*/ 613 h 1387"/>
                <a:gd name="T84" fmla="*/ 20 w 1985"/>
                <a:gd name="T85" fmla="*/ 597 h 1387"/>
                <a:gd name="T86" fmla="*/ 5 w 1985"/>
                <a:gd name="T87" fmla="*/ 585 h 13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85"/>
                <a:gd name="T133" fmla="*/ 0 h 1387"/>
                <a:gd name="T134" fmla="*/ 1985 w 1985"/>
                <a:gd name="T135" fmla="*/ 1387 h 138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85" h="1387">
                  <a:moveTo>
                    <a:pt x="0" y="1168"/>
                  </a:moveTo>
                  <a:lnTo>
                    <a:pt x="17" y="1115"/>
                  </a:lnTo>
                  <a:lnTo>
                    <a:pt x="35" y="1069"/>
                  </a:lnTo>
                  <a:lnTo>
                    <a:pt x="57" y="1023"/>
                  </a:lnTo>
                  <a:lnTo>
                    <a:pt x="79" y="981"/>
                  </a:lnTo>
                  <a:lnTo>
                    <a:pt x="101" y="937"/>
                  </a:lnTo>
                  <a:lnTo>
                    <a:pt x="122" y="893"/>
                  </a:lnTo>
                  <a:lnTo>
                    <a:pt x="141" y="846"/>
                  </a:lnTo>
                  <a:lnTo>
                    <a:pt x="158" y="794"/>
                  </a:lnTo>
                  <a:lnTo>
                    <a:pt x="300" y="579"/>
                  </a:lnTo>
                  <a:lnTo>
                    <a:pt x="452" y="398"/>
                  </a:lnTo>
                  <a:lnTo>
                    <a:pt x="616" y="252"/>
                  </a:lnTo>
                  <a:lnTo>
                    <a:pt x="795" y="141"/>
                  </a:lnTo>
                  <a:lnTo>
                    <a:pt x="991" y="64"/>
                  </a:lnTo>
                  <a:lnTo>
                    <a:pt x="1209" y="23"/>
                  </a:lnTo>
                  <a:lnTo>
                    <a:pt x="1452" y="17"/>
                  </a:lnTo>
                  <a:lnTo>
                    <a:pt x="1722" y="49"/>
                  </a:lnTo>
                  <a:lnTo>
                    <a:pt x="1741" y="50"/>
                  </a:lnTo>
                  <a:lnTo>
                    <a:pt x="1762" y="52"/>
                  </a:lnTo>
                  <a:lnTo>
                    <a:pt x="1782" y="51"/>
                  </a:lnTo>
                  <a:lnTo>
                    <a:pt x="1805" y="49"/>
                  </a:lnTo>
                  <a:lnTo>
                    <a:pt x="1825" y="42"/>
                  </a:lnTo>
                  <a:lnTo>
                    <a:pt x="1846" y="33"/>
                  </a:lnTo>
                  <a:lnTo>
                    <a:pt x="1866" y="18"/>
                  </a:lnTo>
                  <a:lnTo>
                    <a:pt x="1888" y="0"/>
                  </a:lnTo>
                  <a:lnTo>
                    <a:pt x="1898" y="21"/>
                  </a:lnTo>
                  <a:lnTo>
                    <a:pt x="1906" y="44"/>
                  </a:lnTo>
                  <a:lnTo>
                    <a:pt x="1913" y="65"/>
                  </a:lnTo>
                  <a:lnTo>
                    <a:pt x="1918" y="87"/>
                  </a:lnTo>
                  <a:lnTo>
                    <a:pt x="1919" y="110"/>
                  </a:lnTo>
                  <a:lnTo>
                    <a:pt x="1920" y="134"/>
                  </a:lnTo>
                  <a:lnTo>
                    <a:pt x="1916" y="159"/>
                  </a:lnTo>
                  <a:lnTo>
                    <a:pt x="1913" y="186"/>
                  </a:lnTo>
                  <a:lnTo>
                    <a:pt x="1973" y="382"/>
                  </a:lnTo>
                  <a:lnTo>
                    <a:pt x="1985" y="574"/>
                  </a:lnTo>
                  <a:lnTo>
                    <a:pt x="1963" y="754"/>
                  </a:lnTo>
                  <a:lnTo>
                    <a:pt x="1919" y="921"/>
                  </a:lnTo>
                  <a:lnTo>
                    <a:pt x="1863" y="1064"/>
                  </a:lnTo>
                  <a:lnTo>
                    <a:pt x="1810" y="1180"/>
                  </a:lnTo>
                  <a:lnTo>
                    <a:pt x="1771" y="1264"/>
                  </a:lnTo>
                  <a:lnTo>
                    <a:pt x="1761" y="1310"/>
                  </a:lnTo>
                  <a:lnTo>
                    <a:pt x="1758" y="1327"/>
                  </a:lnTo>
                  <a:lnTo>
                    <a:pt x="1757" y="1339"/>
                  </a:lnTo>
                  <a:lnTo>
                    <a:pt x="1753" y="1346"/>
                  </a:lnTo>
                  <a:lnTo>
                    <a:pt x="1750" y="1351"/>
                  </a:lnTo>
                  <a:lnTo>
                    <a:pt x="1745" y="1353"/>
                  </a:lnTo>
                  <a:lnTo>
                    <a:pt x="1741" y="1359"/>
                  </a:lnTo>
                  <a:lnTo>
                    <a:pt x="1737" y="1369"/>
                  </a:lnTo>
                  <a:lnTo>
                    <a:pt x="1736" y="1387"/>
                  </a:lnTo>
                  <a:lnTo>
                    <a:pt x="1715" y="1376"/>
                  </a:lnTo>
                  <a:lnTo>
                    <a:pt x="1688" y="1368"/>
                  </a:lnTo>
                  <a:lnTo>
                    <a:pt x="1656" y="1364"/>
                  </a:lnTo>
                  <a:lnTo>
                    <a:pt x="1622" y="1362"/>
                  </a:lnTo>
                  <a:lnTo>
                    <a:pt x="1587" y="1357"/>
                  </a:lnTo>
                  <a:lnTo>
                    <a:pt x="1555" y="1353"/>
                  </a:lnTo>
                  <a:lnTo>
                    <a:pt x="1528" y="1344"/>
                  </a:lnTo>
                  <a:lnTo>
                    <a:pt x="1508" y="1333"/>
                  </a:lnTo>
                  <a:lnTo>
                    <a:pt x="1390" y="1277"/>
                  </a:lnTo>
                  <a:lnTo>
                    <a:pt x="1296" y="1215"/>
                  </a:lnTo>
                  <a:lnTo>
                    <a:pt x="1219" y="1148"/>
                  </a:lnTo>
                  <a:lnTo>
                    <a:pt x="1154" y="1075"/>
                  </a:lnTo>
                  <a:lnTo>
                    <a:pt x="1091" y="996"/>
                  </a:lnTo>
                  <a:lnTo>
                    <a:pt x="1026" y="911"/>
                  </a:lnTo>
                  <a:lnTo>
                    <a:pt x="951" y="820"/>
                  </a:lnTo>
                  <a:lnTo>
                    <a:pt x="861" y="724"/>
                  </a:lnTo>
                  <a:lnTo>
                    <a:pt x="814" y="714"/>
                  </a:lnTo>
                  <a:lnTo>
                    <a:pt x="768" y="714"/>
                  </a:lnTo>
                  <a:lnTo>
                    <a:pt x="721" y="723"/>
                  </a:lnTo>
                  <a:lnTo>
                    <a:pt x="672" y="739"/>
                  </a:lnTo>
                  <a:lnTo>
                    <a:pt x="619" y="760"/>
                  </a:lnTo>
                  <a:lnTo>
                    <a:pt x="562" y="789"/>
                  </a:lnTo>
                  <a:lnTo>
                    <a:pt x="498" y="823"/>
                  </a:lnTo>
                  <a:lnTo>
                    <a:pt x="429" y="863"/>
                  </a:lnTo>
                  <a:lnTo>
                    <a:pt x="394" y="909"/>
                  </a:lnTo>
                  <a:lnTo>
                    <a:pt x="355" y="958"/>
                  </a:lnTo>
                  <a:lnTo>
                    <a:pt x="314" y="1007"/>
                  </a:lnTo>
                  <a:lnTo>
                    <a:pt x="271" y="1059"/>
                  </a:lnTo>
                  <a:lnTo>
                    <a:pt x="227" y="1107"/>
                  </a:lnTo>
                  <a:lnTo>
                    <a:pt x="186" y="1158"/>
                  </a:lnTo>
                  <a:lnTo>
                    <a:pt x="147" y="1205"/>
                  </a:lnTo>
                  <a:lnTo>
                    <a:pt x="114" y="1254"/>
                  </a:lnTo>
                  <a:lnTo>
                    <a:pt x="102" y="1250"/>
                  </a:lnTo>
                  <a:lnTo>
                    <a:pt x="88" y="1240"/>
                  </a:lnTo>
                  <a:lnTo>
                    <a:pt x="72" y="1226"/>
                  </a:lnTo>
                  <a:lnTo>
                    <a:pt x="57" y="1210"/>
                  </a:lnTo>
                  <a:lnTo>
                    <a:pt x="39" y="1193"/>
                  </a:lnTo>
                  <a:lnTo>
                    <a:pt x="24" y="1180"/>
                  </a:lnTo>
                  <a:lnTo>
                    <a:pt x="10" y="1170"/>
                  </a:lnTo>
                  <a:lnTo>
                    <a:pt x="0" y="1168"/>
                  </a:lnTo>
                  <a:close/>
                </a:path>
              </a:pathLst>
            </a:custGeom>
            <a:solidFill>
              <a:srgbClr val="E6AB94"/>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 name="Freeform 56">
              <a:extLst>
                <a:ext uri="{FF2B5EF4-FFF2-40B4-BE49-F238E27FC236}">
                  <a16:creationId xmlns:a16="http://schemas.microsoft.com/office/drawing/2014/main" id="{66552C4D-9B86-E64E-903B-E129C7DCE69D}"/>
                </a:ext>
              </a:extLst>
            </p:cNvPr>
            <p:cNvSpPr>
              <a:spLocks/>
            </p:cNvSpPr>
            <p:nvPr/>
          </p:nvSpPr>
          <p:spPr bwMode="auto">
            <a:xfrm>
              <a:off x="4342" y="2777"/>
              <a:ext cx="979" cy="657"/>
            </a:xfrm>
            <a:custGeom>
              <a:avLst/>
              <a:gdLst>
                <a:gd name="T0" fmla="*/ 7 w 1959"/>
                <a:gd name="T1" fmla="*/ 532 h 1315"/>
                <a:gd name="T2" fmla="*/ 26 w 1959"/>
                <a:gd name="T3" fmla="*/ 490 h 1315"/>
                <a:gd name="T4" fmla="*/ 45 w 1959"/>
                <a:gd name="T5" fmla="*/ 453 h 1315"/>
                <a:gd name="T6" fmla="*/ 63 w 1959"/>
                <a:gd name="T7" fmla="*/ 411 h 1315"/>
                <a:gd name="T8" fmla="*/ 143 w 1959"/>
                <a:gd name="T9" fmla="*/ 279 h 1315"/>
                <a:gd name="T10" fmla="*/ 300 w 1959"/>
                <a:gd name="T11" fmla="*/ 116 h 1315"/>
                <a:gd name="T12" fmla="*/ 486 w 1959"/>
                <a:gd name="T13" fmla="*/ 24 h 1315"/>
                <a:gd name="T14" fmla="*/ 715 w 1959"/>
                <a:gd name="T15" fmla="*/ 1 h 1315"/>
                <a:gd name="T16" fmla="*/ 859 w 1959"/>
                <a:gd name="T17" fmla="*/ 17 h 1315"/>
                <a:gd name="T18" fmla="*/ 879 w 1959"/>
                <a:gd name="T19" fmla="*/ 18 h 1315"/>
                <a:gd name="T20" fmla="*/ 901 w 1959"/>
                <a:gd name="T21" fmla="*/ 15 h 1315"/>
                <a:gd name="T22" fmla="*/ 922 w 1959"/>
                <a:gd name="T23" fmla="*/ 7 h 1315"/>
                <a:gd name="T24" fmla="*/ 937 w 1959"/>
                <a:gd name="T25" fmla="*/ 10 h 1315"/>
                <a:gd name="T26" fmla="*/ 945 w 1959"/>
                <a:gd name="T27" fmla="*/ 31 h 1315"/>
                <a:gd name="T28" fmla="*/ 948 w 1959"/>
                <a:gd name="T29" fmla="*/ 52 h 1315"/>
                <a:gd name="T30" fmla="*/ 948 w 1959"/>
                <a:gd name="T31" fmla="*/ 76 h 1315"/>
                <a:gd name="T32" fmla="*/ 974 w 1959"/>
                <a:gd name="T33" fmla="*/ 180 h 1315"/>
                <a:gd name="T34" fmla="*/ 969 w 1959"/>
                <a:gd name="T35" fmla="*/ 356 h 1315"/>
                <a:gd name="T36" fmla="*/ 922 w 1959"/>
                <a:gd name="T37" fmla="*/ 503 h 1315"/>
                <a:gd name="T38" fmla="*/ 877 w 1959"/>
                <a:gd name="T39" fmla="*/ 601 h 1315"/>
                <a:gd name="T40" fmla="*/ 868 w 1959"/>
                <a:gd name="T41" fmla="*/ 630 h 1315"/>
                <a:gd name="T42" fmla="*/ 863 w 1959"/>
                <a:gd name="T43" fmla="*/ 638 h 1315"/>
                <a:gd name="T44" fmla="*/ 857 w 1959"/>
                <a:gd name="T45" fmla="*/ 643 h 1315"/>
                <a:gd name="T46" fmla="*/ 851 w 1959"/>
                <a:gd name="T47" fmla="*/ 649 h 1315"/>
                <a:gd name="T48" fmla="*/ 840 w 1959"/>
                <a:gd name="T49" fmla="*/ 653 h 1315"/>
                <a:gd name="T50" fmla="*/ 812 w 1959"/>
                <a:gd name="T51" fmla="*/ 648 h 1315"/>
                <a:gd name="T52" fmla="*/ 780 w 1959"/>
                <a:gd name="T53" fmla="*/ 644 h 1315"/>
                <a:gd name="T54" fmla="*/ 753 w 1959"/>
                <a:gd name="T55" fmla="*/ 639 h 1315"/>
                <a:gd name="T56" fmla="*/ 686 w 1959"/>
                <a:gd name="T57" fmla="*/ 606 h 1315"/>
                <a:gd name="T58" fmla="*/ 602 w 1959"/>
                <a:gd name="T59" fmla="*/ 544 h 1315"/>
                <a:gd name="T60" fmla="*/ 539 w 1959"/>
                <a:gd name="T61" fmla="*/ 472 h 1315"/>
                <a:gd name="T62" fmla="*/ 469 w 1959"/>
                <a:gd name="T63" fmla="*/ 386 h 1315"/>
                <a:gd name="T64" fmla="*/ 400 w 1959"/>
                <a:gd name="T65" fmla="*/ 334 h 1315"/>
                <a:gd name="T66" fmla="*/ 352 w 1959"/>
                <a:gd name="T67" fmla="*/ 339 h 1315"/>
                <a:gd name="T68" fmla="*/ 300 w 1959"/>
                <a:gd name="T69" fmla="*/ 359 h 1315"/>
                <a:gd name="T70" fmla="*/ 239 w 1959"/>
                <a:gd name="T71" fmla="*/ 394 h 1315"/>
                <a:gd name="T72" fmla="*/ 188 w 1959"/>
                <a:gd name="T73" fmla="*/ 438 h 1315"/>
                <a:gd name="T74" fmla="*/ 149 w 1959"/>
                <a:gd name="T75" fmla="*/ 483 h 1315"/>
                <a:gd name="T76" fmla="*/ 108 w 1959"/>
                <a:gd name="T77" fmla="*/ 528 h 1315"/>
                <a:gd name="T78" fmla="*/ 69 w 1959"/>
                <a:gd name="T79" fmla="*/ 573 h 1315"/>
                <a:gd name="T80" fmla="*/ 47 w 1959"/>
                <a:gd name="T81" fmla="*/ 596 h 1315"/>
                <a:gd name="T82" fmla="*/ 32 w 1959"/>
                <a:gd name="T83" fmla="*/ 584 h 1315"/>
                <a:gd name="T84" fmla="*/ 18 w 1959"/>
                <a:gd name="T85" fmla="*/ 569 h 1315"/>
                <a:gd name="T86" fmla="*/ 4 w 1959"/>
                <a:gd name="T87" fmla="*/ 559 h 131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59"/>
                <a:gd name="T133" fmla="*/ 0 h 1315"/>
                <a:gd name="T134" fmla="*/ 1959 w 1959"/>
                <a:gd name="T135" fmla="*/ 1315 h 131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59" h="1315">
                  <a:moveTo>
                    <a:pt x="0" y="1117"/>
                  </a:moveTo>
                  <a:lnTo>
                    <a:pt x="14" y="1065"/>
                  </a:lnTo>
                  <a:lnTo>
                    <a:pt x="33" y="1021"/>
                  </a:lnTo>
                  <a:lnTo>
                    <a:pt x="52" y="981"/>
                  </a:lnTo>
                  <a:lnTo>
                    <a:pt x="72" y="945"/>
                  </a:lnTo>
                  <a:lnTo>
                    <a:pt x="90" y="906"/>
                  </a:lnTo>
                  <a:lnTo>
                    <a:pt x="109" y="867"/>
                  </a:lnTo>
                  <a:lnTo>
                    <a:pt x="127" y="823"/>
                  </a:lnTo>
                  <a:lnTo>
                    <a:pt x="144" y="773"/>
                  </a:lnTo>
                  <a:lnTo>
                    <a:pt x="286" y="558"/>
                  </a:lnTo>
                  <a:lnTo>
                    <a:pt x="436" y="378"/>
                  </a:lnTo>
                  <a:lnTo>
                    <a:pt x="600" y="232"/>
                  </a:lnTo>
                  <a:lnTo>
                    <a:pt x="778" y="123"/>
                  </a:lnTo>
                  <a:lnTo>
                    <a:pt x="972" y="48"/>
                  </a:lnTo>
                  <a:lnTo>
                    <a:pt x="1189" y="7"/>
                  </a:lnTo>
                  <a:lnTo>
                    <a:pt x="1431" y="2"/>
                  </a:lnTo>
                  <a:lnTo>
                    <a:pt x="1701" y="34"/>
                  </a:lnTo>
                  <a:lnTo>
                    <a:pt x="1719" y="35"/>
                  </a:lnTo>
                  <a:lnTo>
                    <a:pt x="1739" y="38"/>
                  </a:lnTo>
                  <a:lnTo>
                    <a:pt x="1759" y="36"/>
                  </a:lnTo>
                  <a:lnTo>
                    <a:pt x="1782" y="36"/>
                  </a:lnTo>
                  <a:lnTo>
                    <a:pt x="1802" y="31"/>
                  </a:lnTo>
                  <a:lnTo>
                    <a:pt x="1823" y="24"/>
                  </a:lnTo>
                  <a:lnTo>
                    <a:pt x="1845" y="14"/>
                  </a:lnTo>
                  <a:lnTo>
                    <a:pt x="1866" y="0"/>
                  </a:lnTo>
                  <a:lnTo>
                    <a:pt x="1875" y="21"/>
                  </a:lnTo>
                  <a:lnTo>
                    <a:pt x="1884" y="43"/>
                  </a:lnTo>
                  <a:lnTo>
                    <a:pt x="1890" y="63"/>
                  </a:lnTo>
                  <a:lnTo>
                    <a:pt x="1895" y="84"/>
                  </a:lnTo>
                  <a:lnTo>
                    <a:pt x="1897" y="105"/>
                  </a:lnTo>
                  <a:lnTo>
                    <a:pt x="1899" y="128"/>
                  </a:lnTo>
                  <a:lnTo>
                    <a:pt x="1897" y="152"/>
                  </a:lnTo>
                  <a:lnTo>
                    <a:pt x="1894" y="179"/>
                  </a:lnTo>
                  <a:lnTo>
                    <a:pt x="1948" y="360"/>
                  </a:lnTo>
                  <a:lnTo>
                    <a:pt x="1959" y="540"/>
                  </a:lnTo>
                  <a:lnTo>
                    <a:pt x="1939" y="712"/>
                  </a:lnTo>
                  <a:lnTo>
                    <a:pt x="1897" y="870"/>
                  </a:lnTo>
                  <a:lnTo>
                    <a:pt x="1845" y="1007"/>
                  </a:lnTo>
                  <a:lnTo>
                    <a:pt x="1793" y="1120"/>
                  </a:lnTo>
                  <a:lnTo>
                    <a:pt x="1754" y="1202"/>
                  </a:lnTo>
                  <a:lnTo>
                    <a:pt x="1739" y="1246"/>
                  </a:lnTo>
                  <a:lnTo>
                    <a:pt x="1736" y="1261"/>
                  </a:lnTo>
                  <a:lnTo>
                    <a:pt x="1733" y="1271"/>
                  </a:lnTo>
                  <a:lnTo>
                    <a:pt x="1727" y="1277"/>
                  </a:lnTo>
                  <a:lnTo>
                    <a:pt x="1722" y="1282"/>
                  </a:lnTo>
                  <a:lnTo>
                    <a:pt x="1714" y="1286"/>
                  </a:lnTo>
                  <a:lnTo>
                    <a:pt x="1709" y="1291"/>
                  </a:lnTo>
                  <a:lnTo>
                    <a:pt x="1703" y="1299"/>
                  </a:lnTo>
                  <a:lnTo>
                    <a:pt x="1701" y="1315"/>
                  </a:lnTo>
                  <a:lnTo>
                    <a:pt x="1680" y="1306"/>
                  </a:lnTo>
                  <a:lnTo>
                    <a:pt x="1655" y="1301"/>
                  </a:lnTo>
                  <a:lnTo>
                    <a:pt x="1625" y="1297"/>
                  </a:lnTo>
                  <a:lnTo>
                    <a:pt x="1594" y="1294"/>
                  </a:lnTo>
                  <a:lnTo>
                    <a:pt x="1561" y="1289"/>
                  </a:lnTo>
                  <a:lnTo>
                    <a:pt x="1533" y="1286"/>
                  </a:lnTo>
                  <a:lnTo>
                    <a:pt x="1507" y="1278"/>
                  </a:lnTo>
                  <a:lnTo>
                    <a:pt x="1490" y="1269"/>
                  </a:lnTo>
                  <a:lnTo>
                    <a:pt x="1372" y="1213"/>
                  </a:lnTo>
                  <a:lnTo>
                    <a:pt x="1279" y="1154"/>
                  </a:lnTo>
                  <a:lnTo>
                    <a:pt x="1204" y="1089"/>
                  </a:lnTo>
                  <a:lnTo>
                    <a:pt x="1140" y="1020"/>
                  </a:lnTo>
                  <a:lnTo>
                    <a:pt x="1079" y="944"/>
                  </a:lnTo>
                  <a:lnTo>
                    <a:pt x="1013" y="861"/>
                  </a:lnTo>
                  <a:lnTo>
                    <a:pt x="938" y="772"/>
                  </a:lnTo>
                  <a:lnTo>
                    <a:pt x="848" y="677"/>
                  </a:lnTo>
                  <a:lnTo>
                    <a:pt x="800" y="668"/>
                  </a:lnTo>
                  <a:lnTo>
                    <a:pt x="753" y="669"/>
                  </a:lnTo>
                  <a:lnTo>
                    <a:pt x="704" y="678"/>
                  </a:lnTo>
                  <a:lnTo>
                    <a:pt x="653" y="695"/>
                  </a:lnTo>
                  <a:lnTo>
                    <a:pt x="600" y="719"/>
                  </a:lnTo>
                  <a:lnTo>
                    <a:pt x="542" y="752"/>
                  </a:lnTo>
                  <a:lnTo>
                    <a:pt x="479" y="788"/>
                  </a:lnTo>
                  <a:lnTo>
                    <a:pt x="411" y="832"/>
                  </a:lnTo>
                  <a:lnTo>
                    <a:pt x="376" y="877"/>
                  </a:lnTo>
                  <a:lnTo>
                    <a:pt x="339" y="922"/>
                  </a:lnTo>
                  <a:lnTo>
                    <a:pt x="299" y="967"/>
                  </a:lnTo>
                  <a:lnTo>
                    <a:pt x="258" y="1013"/>
                  </a:lnTo>
                  <a:lnTo>
                    <a:pt x="216" y="1056"/>
                  </a:lnTo>
                  <a:lnTo>
                    <a:pt x="176" y="1101"/>
                  </a:lnTo>
                  <a:lnTo>
                    <a:pt x="138" y="1147"/>
                  </a:lnTo>
                  <a:lnTo>
                    <a:pt x="105" y="1195"/>
                  </a:lnTo>
                  <a:lnTo>
                    <a:pt x="94" y="1192"/>
                  </a:lnTo>
                  <a:lnTo>
                    <a:pt x="80" y="1182"/>
                  </a:lnTo>
                  <a:lnTo>
                    <a:pt x="65" y="1168"/>
                  </a:lnTo>
                  <a:lnTo>
                    <a:pt x="52" y="1154"/>
                  </a:lnTo>
                  <a:lnTo>
                    <a:pt x="36" y="1139"/>
                  </a:lnTo>
                  <a:lnTo>
                    <a:pt x="21" y="1127"/>
                  </a:lnTo>
                  <a:lnTo>
                    <a:pt x="9" y="1118"/>
                  </a:lnTo>
                  <a:lnTo>
                    <a:pt x="0" y="1117"/>
                  </a:lnTo>
                  <a:close/>
                </a:path>
              </a:pathLst>
            </a:custGeom>
            <a:solidFill>
              <a:srgbClr val="EBB09C"/>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7" name="Freeform 57">
              <a:extLst>
                <a:ext uri="{FF2B5EF4-FFF2-40B4-BE49-F238E27FC236}">
                  <a16:creationId xmlns:a16="http://schemas.microsoft.com/office/drawing/2014/main" id="{E0CA6990-806B-4648-B9D2-6E7DF0337EA7}"/>
                </a:ext>
              </a:extLst>
            </p:cNvPr>
            <p:cNvSpPr>
              <a:spLocks/>
            </p:cNvSpPr>
            <p:nvPr/>
          </p:nvSpPr>
          <p:spPr bwMode="auto">
            <a:xfrm>
              <a:off x="4349" y="2782"/>
              <a:ext cx="967" cy="627"/>
            </a:xfrm>
            <a:custGeom>
              <a:avLst/>
              <a:gdLst>
                <a:gd name="T0" fmla="*/ 7 w 1934"/>
                <a:gd name="T1" fmla="*/ 513 h 1254"/>
                <a:gd name="T2" fmla="*/ 23 w 1934"/>
                <a:gd name="T3" fmla="*/ 475 h 1254"/>
                <a:gd name="T4" fmla="*/ 41 w 1934"/>
                <a:gd name="T5" fmla="*/ 443 h 1254"/>
                <a:gd name="T6" fmla="*/ 57 w 1934"/>
                <a:gd name="T7" fmla="*/ 405 h 1254"/>
                <a:gd name="T8" fmla="*/ 136 w 1934"/>
                <a:gd name="T9" fmla="*/ 274 h 1254"/>
                <a:gd name="T10" fmla="*/ 291 w 1934"/>
                <a:gd name="T11" fmla="*/ 112 h 1254"/>
                <a:gd name="T12" fmla="*/ 476 w 1934"/>
                <a:gd name="T13" fmla="*/ 21 h 1254"/>
                <a:gd name="T14" fmla="*/ 704 w 1934"/>
                <a:gd name="T15" fmla="*/ 0 h 1254"/>
                <a:gd name="T16" fmla="*/ 849 w 1934"/>
                <a:gd name="T17" fmla="*/ 17 h 1254"/>
                <a:gd name="T18" fmla="*/ 869 w 1934"/>
                <a:gd name="T19" fmla="*/ 18 h 1254"/>
                <a:gd name="T20" fmla="*/ 889 w 1934"/>
                <a:gd name="T21" fmla="*/ 15 h 1254"/>
                <a:gd name="T22" fmla="*/ 910 w 1934"/>
                <a:gd name="T23" fmla="*/ 10 h 1254"/>
                <a:gd name="T24" fmla="*/ 926 w 1934"/>
                <a:gd name="T25" fmla="*/ 15 h 1254"/>
                <a:gd name="T26" fmla="*/ 934 w 1934"/>
                <a:gd name="T27" fmla="*/ 36 h 1254"/>
                <a:gd name="T28" fmla="*/ 938 w 1934"/>
                <a:gd name="T29" fmla="*/ 55 h 1254"/>
                <a:gd name="T30" fmla="*/ 939 w 1934"/>
                <a:gd name="T31" fmla="*/ 77 h 1254"/>
                <a:gd name="T32" fmla="*/ 962 w 1934"/>
                <a:gd name="T33" fmla="*/ 173 h 1254"/>
                <a:gd name="T34" fmla="*/ 958 w 1934"/>
                <a:gd name="T35" fmla="*/ 339 h 1254"/>
                <a:gd name="T36" fmla="*/ 914 w 1934"/>
                <a:gd name="T37" fmla="*/ 480 h 1254"/>
                <a:gd name="T38" fmla="*/ 869 w 1934"/>
                <a:gd name="T39" fmla="*/ 575 h 1254"/>
                <a:gd name="T40" fmla="*/ 857 w 1934"/>
                <a:gd name="T41" fmla="*/ 602 h 1254"/>
                <a:gd name="T42" fmla="*/ 851 w 1934"/>
                <a:gd name="T43" fmla="*/ 610 h 1254"/>
                <a:gd name="T44" fmla="*/ 842 w 1934"/>
                <a:gd name="T45" fmla="*/ 614 h 1254"/>
                <a:gd name="T46" fmla="*/ 834 w 1934"/>
                <a:gd name="T47" fmla="*/ 621 h 1254"/>
                <a:gd name="T48" fmla="*/ 823 w 1934"/>
                <a:gd name="T49" fmla="*/ 624 h 1254"/>
                <a:gd name="T50" fmla="*/ 798 w 1934"/>
                <a:gd name="T51" fmla="*/ 621 h 1254"/>
                <a:gd name="T52" fmla="*/ 769 w 1934"/>
                <a:gd name="T53" fmla="*/ 618 h 1254"/>
                <a:gd name="T54" fmla="*/ 744 w 1934"/>
                <a:gd name="T55" fmla="*/ 613 h 1254"/>
                <a:gd name="T56" fmla="*/ 678 w 1934"/>
                <a:gd name="T57" fmla="*/ 581 h 1254"/>
                <a:gd name="T58" fmla="*/ 594 w 1934"/>
                <a:gd name="T59" fmla="*/ 522 h 1254"/>
                <a:gd name="T60" fmla="*/ 532 w 1934"/>
                <a:gd name="T61" fmla="*/ 451 h 1254"/>
                <a:gd name="T62" fmla="*/ 462 w 1934"/>
                <a:gd name="T63" fmla="*/ 367 h 1254"/>
                <a:gd name="T64" fmla="*/ 393 w 1934"/>
                <a:gd name="T65" fmla="*/ 316 h 1254"/>
                <a:gd name="T66" fmla="*/ 344 w 1934"/>
                <a:gd name="T67" fmla="*/ 322 h 1254"/>
                <a:gd name="T68" fmla="*/ 290 w 1934"/>
                <a:gd name="T69" fmla="*/ 344 h 1254"/>
                <a:gd name="T70" fmla="*/ 230 w 1934"/>
                <a:gd name="T71" fmla="*/ 381 h 1254"/>
                <a:gd name="T72" fmla="*/ 180 w 1934"/>
                <a:gd name="T73" fmla="*/ 427 h 1254"/>
                <a:gd name="T74" fmla="*/ 142 w 1934"/>
                <a:gd name="T75" fmla="*/ 468 h 1254"/>
                <a:gd name="T76" fmla="*/ 102 w 1934"/>
                <a:gd name="T77" fmla="*/ 508 h 1254"/>
                <a:gd name="T78" fmla="*/ 65 w 1934"/>
                <a:gd name="T79" fmla="*/ 550 h 1254"/>
                <a:gd name="T80" fmla="*/ 43 w 1934"/>
                <a:gd name="T81" fmla="*/ 571 h 1254"/>
                <a:gd name="T82" fmla="*/ 30 w 1934"/>
                <a:gd name="T83" fmla="*/ 561 h 1254"/>
                <a:gd name="T84" fmla="*/ 17 w 1934"/>
                <a:gd name="T85" fmla="*/ 548 h 1254"/>
                <a:gd name="T86" fmla="*/ 5 w 1934"/>
                <a:gd name="T87" fmla="*/ 538 h 1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4"/>
                <a:gd name="T133" fmla="*/ 0 h 1254"/>
                <a:gd name="T134" fmla="*/ 1934 w 1934"/>
                <a:gd name="T135" fmla="*/ 1254 h 125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4" h="1254">
                  <a:moveTo>
                    <a:pt x="0" y="1075"/>
                  </a:moveTo>
                  <a:lnTo>
                    <a:pt x="14" y="1025"/>
                  </a:lnTo>
                  <a:lnTo>
                    <a:pt x="30" y="985"/>
                  </a:lnTo>
                  <a:lnTo>
                    <a:pt x="46" y="950"/>
                  </a:lnTo>
                  <a:lnTo>
                    <a:pt x="65" y="919"/>
                  </a:lnTo>
                  <a:lnTo>
                    <a:pt x="81" y="886"/>
                  </a:lnTo>
                  <a:lnTo>
                    <a:pt x="98" y="852"/>
                  </a:lnTo>
                  <a:lnTo>
                    <a:pt x="114" y="811"/>
                  </a:lnTo>
                  <a:lnTo>
                    <a:pt x="130" y="763"/>
                  </a:lnTo>
                  <a:lnTo>
                    <a:pt x="272" y="548"/>
                  </a:lnTo>
                  <a:lnTo>
                    <a:pt x="421" y="368"/>
                  </a:lnTo>
                  <a:lnTo>
                    <a:pt x="582" y="224"/>
                  </a:lnTo>
                  <a:lnTo>
                    <a:pt x="759" y="117"/>
                  </a:lnTo>
                  <a:lnTo>
                    <a:pt x="952" y="43"/>
                  </a:lnTo>
                  <a:lnTo>
                    <a:pt x="1167" y="4"/>
                  </a:lnTo>
                  <a:lnTo>
                    <a:pt x="1408" y="0"/>
                  </a:lnTo>
                  <a:lnTo>
                    <a:pt x="1678" y="31"/>
                  </a:lnTo>
                  <a:lnTo>
                    <a:pt x="1697" y="33"/>
                  </a:lnTo>
                  <a:lnTo>
                    <a:pt x="1717" y="35"/>
                  </a:lnTo>
                  <a:lnTo>
                    <a:pt x="1737" y="35"/>
                  </a:lnTo>
                  <a:lnTo>
                    <a:pt x="1758" y="35"/>
                  </a:lnTo>
                  <a:lnTo>
                    <a:pt x="1778" y="31"/>
                  </a:lnTo>
                  <a:lnTo>
                    <a:pt x="1799" y="26"/>
                  </a:lnTo>
                  <a:lnTo>
                    <a:pt x="1819" y="19"/>
                  </a:lnTo>
                  <a:lnTo>
                    <a:pt x="1841" y="10"/>
                  </a:lnTo>
                  <a:lnTo>
                    <a:pt x="1851" y="31"/>
                  </a:lnTo>
                  <a:lnTo>
                    <a:pt x="1860" y="51"/>
                  </a:lnTo>
                  <a:lnTo>
                    <a:pt x="1867" y="71"/>
                  </a:lnTo>
                  <a:lnTo>
                    <a:pt x="1873" y="91"/>
                  </a:lnTo>
                  <a:lnTo>
                    <a:pt x="1876" y="110"/>
                  </a:lnTo>
                  <a:lnTo>
                    <a:pt x="1878" y="132"/>
                  </a:lnTo>
                  <a:lnTo>
                    <a:pt x="1877" y="154"/>
                  </a:lnTo>
                  <a:lnTo>
                    <a:pt x="1876" y="180"/>
                  </a:lnTo>
                  <a:lnTo>
                    <a:pt x="1924" y="347"/>
                  </a:lnTo>
                  <a:lnTo>
                    <a:pt x="1934" y="516"/>
                  </a:lnTo>
                  <a:lnTo>
                    <a:pt x="1915" y="678"/>
                  </a:lnTo>
                  <a:lnTo>
                    <a:pt x="1877" y="830"/>
                  </a:lnTo>
                  <a:lnTo>
                    <a:pt x="1827" y="961"/>
                  </a:lnTo>
                  <a:lnTo>
                    <a:pt x="1778" y="1070"/>
                  </a:lnTo>
                  <a:lnTo>
                    <a:pt x="1738" y="1149"/>
                  </a:lnTo>
                  <a:lnTo>
                    <a:pt x="1717" y="1192"/>
                  </a:lnTo>
                  <a:lnTo>
                    <a:pt x="1713" y="1204"/>
                  </a:lnTo>
                  <a:lnTo>
                    <a:pt x="1709" y="1213"/>
                  </a:lnTo>
                  <a:lnTo>
                    <a:pt x="1702" y="1219"/>
                  </a:lnTo>
                  <a:lnTo>
                    <a:pt x="1694" y="1224"/>
                  </a:lnTo>
                  <a:lnTo>
                    <a:pt x="1684" y="1228"/>
                  </a:lnTo>
                  <a:lnTo>
                    <a:pt x="1675" y="1234"/>
                  </a:lnTo>
                  <a:lnTo>
                    <a:pt x="1668" y="1242"/>
                  </a:lnTo>
                  <a:lnTo>
                    <a:pt x="1664" y="1254"/>
                  </a:lnTo>
                  <a:lnTo>
                    <a:pt x="1646" y="1248"/>
                  </a:lnTo>
                  <a:lnTo>
                    <a:pt x="1624" y="1244"/>
                  </a:lnTo>
                  <a:lnTo>
                    <a:pt x="1596" y="1241"/>
                  </a:lnTo>
                  <a:lnTo>
                    <a:pt x="1567" y="1239"/>
                  </a:lnTo>
                  <a:lnTo>
                    <a:pt x="1537" y="1236"/>
                  </a:lnTo>
                  <a:lnTo>
                    <a:pt x="1511" y="1232"/>
                  </a:lnTo>
                  <a:lnTo>
                    <a:pt x="1488" y="1226"/>
                  </a:lnTo>
                  <a:lnTo>
                    <a:pt x="1473" y="1218"/>
                  </a:lnTo>
                  <a:lnTo>
                    <a:pt x="1355" y="1162"/>
                  </a:lnTo>
                  <a:lnTo>
                    <a:pt x="1263" y="1104"/>
                  </a:lnTo>
                  <a:lnTo>
                    <a:pt x="1187" y="1043"/>
                  </a:lnTo>
                  <a:lnTo>
                    <a:pt x="1125" y="976"/>
                  </a:lnTo>
                  <a:lnTo>
                    <a:pt x="1063" y="902"/>
                  </a:lnTo>
                  <a:lnTo>
                    <a:pt x="999" y="822"/>
                  </a:lnTo>
                  <a:lnTo>
                    <a:pt x="924" y="734"/>
                  </a:lnTo>
                  <a:lnTo>
                    <a:pt x="834" y="640"/>
                  </a:lnTo>
                  <a:lnTo>
                    <a:pt x="786" y="632"/>
                  </a:lnTo>
                  <a:lnTo>
                    <a:pt x="739" y="633"/>
                  </a:lnTo>
                  <a:lnTo>
                    <a:pt x="688" y="644"/>
                  </a:lnTo>
                  <a:lnTo>
                    <a:pt x="637" y="664"/>
                  </a:lnTo>
                  <a:lnTo>
                    <a:pt x="580" y="689"/>
                  </a:lnTo>
                  <a:lnTo>
                    <a:pt x="522" y="723"/>
                  </a:lnTo>
                  <a:lnTo>
                    <a:pt x="460" y="763"/>
                  </a:lnTo>
                  <a:lnTo>
                    <a:pt x="395" y="810"/>
                  </a:lnTo>
                  <a:lnTo>
                    <a:pt x="360" y="855"/>
                  </a:lnTo>
                  <a:lnTo>
                    <a:pt x="322" y="897"/>
                  </a:lnTo>
                  <a:lnTo>
                    <a:pt x="283" y="937"/>
                  </a:lnTo>
                  <a:lnTo>
                    <a:pt x="244" y="977"/>
                  </a:lnTo>
                  <a:lnTo>
                    <a:pt x="203" y="1016"/>
                  </a:lnTo>
                  <a:lnTo>
                    <a:pt x="165" y="1058"/>
                  </a:lnTo>
                  <a:lnTo>
                    <a:pt x="129" y="1099"/>
                  </a:lnTo>
                  <a:lnTo>
                    <a:pt x="96" y="1145"/>
                  </a:lnTo>
                  <a:lnTo>
                    <a:pt x="85" y="1142"/>
                  </a:lnTo>
                  <a:lnTo>
                    <a:pt x="74" y="1134"/>
                  </a:lnTo>
                  <a:lnTo>
                    <a:pt x="60" y="1122"/>
                  </a:lnTo>
                  <a:lnTo>
                    <a:pt x="48" y="1109"/>
                  </a:lnTo>
                  <a:lnTo>
                    <a:pt x="34" y="1095"/>
                  </a:lnTo>
                  <a:lnTo>
                    <a:pt x="21" y="1084"/>
                  </a:lnTo>
                  <a:lnTo>
                    <a:pt x="9" y="1076"/>
                  </a:lnTo>
                  <a:lnTo>
                    <a:pt x="0" y="1075"/>
                  </a:lnTo>
                  <a:close/>
                </a:path>
              </a:pathLst>
            </a:custGeom>
            <a:solidFill>
              <a:srgbClr val="EDB5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8" name="Freeform 58">
              <a:extLst>
                <a:ext uri="{FF2B5EF4-FFF2-40B4-BE49-F238E27FC236}">
                  <a16:creationId xmlns:a16="http://schemas.microsoft.com/office/drawing/2014/main" id="{92C04F4C-BA63-0A4A-88DD-150FCEADBF89}"/>
                </a:ext>
              </a:extLst>
            </p:cNvPr>
            <p:cNvSpPr>
              <a:spLocks/>
            </p:cNvSpPr>
            <p:nvPr/>
          </p:nvSpPr>
          <p:spPr bwMode="auto">
            <a:xfrm>
              <a:off x="4356" y="2785"/>
              <a:ext cx="954" cy="599"/>
            </a:xfrm>
            <a:custGeom>
              <a:avLst/>
              <a:gdLst>
                <a:gd name="T0" fmla="*/ 7 w 1907"/>
                <a:gd name="T1" fmla="*/ 495 h 1197"/>
                <a:gd name="T2" fmla="*/ 21 w 1907"/>
                <a:gd name="T3" fmla="*/ 462 h 1197"/>
                <a:gd name="T4" fmla="*/ 36 w 1907"/>
                <a:gd name="T5" fmla="*/ 436 h 1197"/>
                <a:gd name="T6" fmla="*/ 51 w 1907"/>
                <a:gd name="T7" fmla="*/ 403 h 1197"/>
                <a:gd name="T8" fmla="*/ 129 w 1907"/>
                <a:gd name="T9" fmla="*/ 271 h 1197"/>
                <a:gd name="T10" fmla="*/ 283 w 1907"/>
                <a:gd name="T11" fmla="*/ 111 h 1197"/>
                <a:gd name="T12" fmla="*/ 467 w 1907"/>
                <a:gd name="T13" fmla="*/ 21 h 1197"/>
                <a:gd name="T14" fmla="*/ 693 w 1907"/>
                <a:gd name="T15" fmla="*/ 0 h 1197"/>
                <a:gd name="T16" fmla="*/ 837 w 1907"/>
                <a:gd name="T17" fmla="*/ 17 h 1197"/>
                <a:gd name="T18" fmla="*/ 857 w 1907"/>
                <a:gd name="T19" fmla="*/ 18 h 1197"/>
                <a:gd name="T20" fmla="*/ 879 w 1907"/>
                <a:gd name="T21" fmla="*/ 18 h 1197"/>
                <a:gd name="T22" fmla="*/ 900 w 1907"/>
                <a:gd name="T23" fmla="*/ 14 h 1197"/>
                <a:gd name="T24" fmla="*/ 915 w 1907"/>
                <a:gd name="T25" fmla="*/ 22 h 1197"/>
                <a:gd name="T26" fmla="*/ 923 w 1907"/>
                <a:gd name="T27" fmla="*/ 42 h 1197"/>
                <a:gd name="T28" fmla="*/ 928 w 1907"/>
                <a:gd name="T29" fmla="*/ 61 h 1197"/>
                <a:gd name="T30" fmla="*/ 929 w 1907"/>
                <a:gd name="T31" fmla="*/ 82 h 1197"/>
                <a:gd name="T32" fmla="*/ 950 w 1907"/>
                <a:gd name="T33" fmla="*/ 170 h 1197"/>
                <a:gd name="T34" fmla="*/ 945 w 1907"/>
                <a:gd name="T35" fmla="*/ 324 h 1197"/>
                <a:gd name="T36" fmla="*/ 905 w 1907"/>
                <a:gd name="T37" fmla="*/ 460 h 1197"/>
                <a:gd name="T38" fmla="*/ 861 w 1907"/>
                <a:gd name="T39" fmla="*/ 551 h 1197"/>
                <a:gd name="T40" fmla="*/ 847 w 1907"/>
                <a:gd name="T41" fmla="*/ 577 h 1197"/>
                <a:gd name="T42" fmla="*/ 838 w 1907"/>
                <a:gd name="T43" fmla="*/ 584 h 1197"/>
                <a:gd name="T44" fmla="*/ 828 w 1907"/>
                <a:gd name="T45" fmla="*/ 588 h 1197"/>
                <a:gd name="T46" fmla="*/ 817 w 1907"/>
                <a:gd name="T47" fmla="*/ 594 h 1197"/>
                <a:gd name="T48" fmla="*/ 806 w 1907"/>
                <a:gd name="T49" fmla="*/ 597 h 1197"/>
                <a:gd name="T50" fmla="*/ 783 w 1907"/>
                <a:gd name="T51" fmla="*/ 596 h 1197"/>
                <a:gd name="T52" fmla="*/ 757 w 1907"/>
                <a:gd name="T53" fmla="*/ 593 h 1197"/>
                <a:gd name="T54" fmla="*/ 735 w 1907"/>
                <a:gd name="T55" fmla="*/ 588 h 1197"/>
                <a:gd name="T56" fmla="*/ 669 w 1907"/>
                <a:gd name="T57" fmla="*/ 558 h 1197"/>
                <a:gd name="T58" fmla="*/ 586 w 1907"/>
                <a:gd name="T59" fmla="*/ 500 h 1197"/>
                <a:gd name="T60" fmla="*/ 525 w 1907"/>
                <a:gd name="T61" fmla="*/ 433 h 1197"/>
                <a:gd name="T62" fmla="*/ 457 w 1907"/>
                <a:gd name="T63" fmla="*/ 353 h 1197"/>
                <a:gd name="T64" fmla="*/ 387 w 1907"/>
                <a:gd name="T65" fmla="*/ 301 h 1197"/>
                <a:gd name="T66" fmla="*/ 336 w 1907"/>
                <a:gd name="T67" fmla="*/ 307 h 1197"/>
                <a:gd name="T68" fmla="*/ 280 w 1907"/>
                <a:gd name="T69" fmla="*/ 332 h 1197"/>
                <a:gd name="T70" fmla="*/ 220 w 1907"/>
                <a:gd name="T71" fmla="*/ 372 h 1197"/>
                <a:gd name="T72" fmla="*/ 171 w 1907"/>
                <a:gd name="T73" fmla="*/ 418 h 1197"/>
                <a:gd name="T74" fmla="*/ 134 w 1907"/>
                <a:gd name="T75" fmla="*/ 456 h 1197"/>
                <a:gd name="T76" fmla="*/ 97 w 1907"/>
                <a:gd name="T77" fmla="*/ 490 h 1197"/>
                <a:gd name="T78" fmla="*/ 60 w 1907"/>
                <a:gd name="T79" fmla="*/ 528 h 1197"/>
                <a:gd name="T80" fmla="*/ 38 w 1907"/>
                <a:gd name="T81" fmla="*/ 549 h 1197"/>
                <a:gd name="T82" fmla="*/ 28 w 1907"/>
                <a:gd name="T83" fmla="*/ 540 h 1197"/>
                <a:gd name="T84" fmla="*/ 16 w 1907"/>
                <a:gd name="T85" fmla="*/ 528 h 1197"/>
                <a:gd name="T86" fmla="*/ 4 w 1907"/>
                <a:gd name="T87" fmla="*/ 519 h 119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07"/>
                <a:gd name="T133" fmla="*/ 0 h 1197"/>
                <a:gd name="T134" fmla="*/ 1907 w 1907"/>
                <a:gd name="T135" fmla="*/ 1197 h 119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07" h="1197">
                  <a:moveTo>
                    <a:pt x="0" y="1038"/>
                  </a:moveTo>
                  <a:lnTo>
                    <a:pt x="13" y="989"/>
                  </a:lnTo>
                  <a:lnTo>
                    <a:pt x="29" y="953"/>
                  </a:lnTo>
                  <a:lnTo>
                    <a:pt x="42" y="923"/>
                  </a:lnTo>
                  <a:lnTo>
                    <a:pt x="57" y="898"/>
                  </a:lnTo>
                  <a:lnTo>
                    <a:pt x="71" y="871"/>
                  </a:lnTo>
                  <a:lnTo>
                    <a:pt x="86" y="841"/>
                  </a:lnTo>
                  <a:lnTo>
                    <a:pt x="101" y="805"/>
                  </a:lnTo>
                  <a:lnTo>
                    <a:pt x="116" y="757"/>
                  </a:lnTo>
                  <a:lnTo>
                    <a:pt x="257" y="542"/>
                  </a:lnTo>
                  <a:lnTo>
                    <a:pt x="406" y="364"/>
                  </a:lnTo>
                  <a:lnTo>
                    <a:pt x="565" y="221"/>
                  </a:lnTo>
                  <a:lnTo>
                    <a:pt x="741" y="114"/>
                  </a:lnTo>
                  <a:lnTo>
                    <a:pt x="933" y="42"/>
                  </a:lnTo>
                  <a:lnTo>
                    <a:pt x="1147" y="4"/>
                  </a:lnTo>
                  <a:lnTo>
                    <a:pt x="1385" y="0"/>
                  </a:lnTo>
                  <a:lnTo>
                    <a:pt x="1655" y="32"/>
                  </a:lnTo>
                  <a:lnTo>
                    <a:pt x="1674" y="33"/>
                  </a:lnTo>
                  <a:lnTo>
                    <a:pt x="1694" y="35"/>
                  </a:lnTo>
                  <a:lnTo>
                    <a:pt x="1714" y="35"/>
                  </a:lnTo>
                  <a:lnTo>
                    <a:pt x="1735" y="37"/>
                  </a:lnTo>
                  <a:lnTo>
                    <a:pt x="1757" y="35"/>
                  </a:lnTo>
                  <a:lnTo>
                    <a:pt x="1778" y="33"/>
                  </a:lnTo>
                  <a:lnTo>
                    <a:pt x="1799" y="28"/>
                  </a:lnTo>
                  <a:lnTo>
                    <a:pt x="1821" y="23"/>
                  </a:lnTo>
                  <a:lnTo>
                    <a:pt x="1829" y="43"/>
                  </a:lnTo>
                  <a:lnTo>
                    <a:pt x="1838" y="64"/>
                  </a:lnTo>
                  <a:lnTo>
                    <a:pt x="1846" y="83"/>
                  </a:lnTo>
                  <a:lnTo>
                    <a:pt x="1852" y="103"/>
                  </a:lnTo>
                  <a:lnTo>
                    <a:pt x="1856" y="122"/>
                  </a:lnTo>
                  <a:lnTo>
                    <a:pt x="1858" y="142"/>
                  </a:lnTo>
                  <a:lnTo>
                    <a:pt x="1858" y="163"/>
                  </a:lnTo>
                  <a:lnTo>
                    <a:pt x="1858" y="187"/>
                  </a:lnTo>
                  <a:lnTo>
                    <a:pt x="1900" y="339"/>
                  </a:lnTo>
                  <a:lnTo>
                    <a:pt x="1907" y="495"/>
                  </a:lnTo>
                  <a:lnTo>
                    <a:pt x="1890" y="648"/>
                  </a:lnTo>
                  <a:lnTo>
                    <a:pt x="1856" y="793"/>
                  </a:lnTo>
                  <a:lnTo>
                    <a:pt x="1809" y="920"/>
                  </a:lnTo>
                  <a:lnTo>
                    <a:pt x="1763" y="1025"/>
                  </a:lnTo>
                  <a:lnTo>
                    <a:pt x="1721" y="1101"/>
                  </a:lnTo>
                  <a:lnTo>
                    <a:pt x="1696" y="1142"/>
                  </a:lnTo>
                  <a:lnTo>
                    <a:pt x="1693" y="1153"/>
                  </a:lnTo>
                  <a:lnTo>
                    <a:pt x="1685" y="1162"/>
                  </a:lnTo>
                  <a:lnTo>
                    <a:pt x="1676" y="1167"/>
                  </a:lnTo>
                  <a:lnTo>
                    <a:pt x="1666" y="1172"/>
                  </a:lnTo>
                  <a:lnTo>
                    <a:pt x="1655" y="1176"/>
                  </a:lnTo>
                  <a:lnTo>
                    <a:pt x="1645" y="1181"/>
                  </a:lnTo>
                  <a:lnTo>
                    <a:pt x="1634" y="1187"/>
                  </a:lnTo>
                  <a:lnTo>
                    <a:pt x="1627" y="1197"/>
                  </a:lnTo>
                  <a:lnTo>
                    <a:pt x="1611" y="1193"/>
                  </a:lnTo>
                  <a:lnTo>
                    <a:pt x="1591" y="1192"/>
                  </a:lnTo>
                  <a:lnTo>
                    <a:pt x="1566" y="1191"/>
                  </a:lnTo>
                  <a:lnTo>
                    <a:pt x="1540" y="1189"/>
                  </a:lnTo>
                  <a:lnTo>
                    <a:pt x="1513" y="1186"/>
                  </a:lnTo>
                  <a:lnTo>
                    <a:pt x="1489" y="1182"/>
                  </a:lnTo>
                  <a:lnTo>
                    <a:pt x="1469" y="1176"/>
                  </a:lnTo>
                  <a:lnTo>
                    <a:pt x="1457" y="1169"/>
                  </a:lnTo>
                  <a:lnTo>
                    <a:pt x="1338" y="1116"/>
                  </a:lnTo>
                  <a:lnTo>
                    <a:pt x="1246" y="1059"/>
                  </a:lnTo>
                  <a:lnTo>
                    <a:pt x="1172" y="999"/>
                  </a:lnTo>
                  <a:lnTo>
                    <a:pt x="1109" y="936"/>
                  </a:lnTo>
                  <a:lnTo>
                    <a:pt x="1049" y="866"/>
                  </a:lnTo>
                  <a:lnTo>
                    <a:pt x="987" y="790"/>
                  </a:lnTo>
                  <a:lnTo>
                    <a:pt x="913" y="705"/>
                  </a:lnTo>
                  <a:lnTo>
                    <a:pt x="822" y="611"/>
                  </a:lnTo>
                  <a:lnTo>
                    <a:pt x="773" y="601"/>
                  </a:lnTo>
                  <a:lnTo>
                    <a:pt x="725" y="603"/>
                  </a:lnTo>
                  <a:lnTo>
                    <a:pt x="672" y="614"/>
                  </a:lnTo>
                  <a:lnTo>
                    <a:pt x="618" y="637"/>
                  </a:lnTo>
                  <a:lnTo>
                    <a:pt x="560" y="664"/>
                  </a:lnTo>
                  <a:lnTo>
                    <a:pt x="501" y="701"/>
                  </a:lnTo>
                  <a:lnTo>
                    <a:pt x="440" y="743"/>
                  </a:lnTo>
                  <a:lnTo>
                    <a:pt x="376" y="793"/>
                  </a:lnTo>
                  <a:lnTo>
                    <a:pt x="342" y="836"/>
                  </a:lnTo>
                  <a:lnTo>
                    <a:pt x="306" y="875"/>
                  </a:lnTo>
                  <a:lnTo>
                    <a:pt x="268" y="911"/>
                  </a:lnTo>
                  <a:lnTo>
                    <a:pt x="232" y="946"/>
                  </a:lnTo>
                  <a:lnTo>
                    <a:pt x="193" y="980"/>
                  </a:lnTo>
                  <a:lnTo>
                    <a:pt x="156" y="1017"/>
                  </a:lnTo>
                  <a:lnTo>
                    <a:pt x="120" y="1055"/>
                  </a:lnTo>
                  <a:lnTo>
                    <a:pt x="87" y="1101"/>
                  </a:lnTo>
                  <a:lnTo>
                    <a:pt x="76" y="1097"/>
                  </a:lnTo>
                  <a:lnTo>
                    <a:pt x="66" y="1090"/>
                  </a:lnTo>
                  <a:lnTo>
                    <a:pt x="55" y="1079"/>
                  </a:lnTo>
                  <a:lnTo>
                    <a:pt x="44" y="1068"/>
                  </a:lnTo>
                  <a:lnTo>
                    <a:pt x="31" y="1055"/>
                  </a:lnTo>
                  <a:lnTo>
                    <a:pt x="20" y="1045"/>
                  </a:lnTo>
                  <a:lnTo>
                    <a:pt x="8" y="1038"/>
                  </a:lnTo>
                  <a:lnTo>
                    <a:pt x="0" y="1038"/>
                  </a:lnTo>
                  <a:close/>
                </a:path>
              </a:pathLst>
            </a:custGeom>
            <a:solidFill>
              <a:srgbClr val="F2BAA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9" name="Freeform 59">
              <a:extLst>
                <a:ext uri="{FF2B5EF4-FFF2-40B4-BE49-F238E27FC236}">
                  <a16:creationId xmlns:a16="http://schemas.microsoft.com/office/drawing/2014/main" id="{5135F21B-1A8A-DF44-B6AB-0BF788203F0B}"/>
                </a:ext>
              </a:extLst>
            </p:cNvPr>
            <p:cNvSpPr>
              <a:spLocks/>
            </p:cNvSpPr>
            <p:nvPr/>
          </p:nvSpPr>
          <p:spPr bwMode="auto">
            <a:xfrm>
              <a:off x="4363" y="2788"/>
              <a:ext cx="940" cy="569"/>
            </a:xfrm>
            <a:custGeom>
              <a:avLst/>
              <a:gdLst>
                <a:gd name="T0" fmla="*/ 6 w 1882"/>
                <a:gd name="T1" fmla="*/ 476 h 1137"/>
                <a:gd name="T2" fmla="*/ 19 w 1882"/>
                <a:gd name="T3" fmla="*/ 447 h 1137"/>
                <a:gd name="T4" fmla="*/ 31 w 1882"/>
                <a:gd name="T5" fmla="*/ 427 h 1137"/>
                <a:gd name="T6" fmla="*/ 44 w 1882"/>
                <a:gd name="T7" fmla="*/ 398 h 1137"/>
                <a:gd name="T8" fmla="*/ 122 w 1882"/>
                <a:gd name="T9" fmla="*/ 268 h 1137"/>
                <a:gd name="T10" fmla="*/ 275 w 1882"/>
                <a:gd name="T11" fmla="*/ 108 h 1137"/>
                <a:gd name="T12" fmla="*/ 456 w 1882"/>
                <a:gd name="T13" fmla="*/ 20 h 1137"/>
                <a:gd name="T14" fmla="*/ 682 w 1882"/>
                <a:gd name="T15" fmla="*/ 0 h 1137"/>
                <a:gd name="T16" fmla="*/ 825 w 1882"/>
                <a:gd name="T17" fmla="*/ 17 h 1137"/>
                <a:gd name="T18" fmla="*/ 845 w 1882"/>
                <a:gd name="T19" fmla="*/ 19 h 1137"/>
                <a:gd name="T20" fmla="*/ 866 w 1882"/>
                <a:gd name="T21" fmla="*/ 19 h 1137"/>
                <a:gd name="T22" fmla="*/ 887 w 1882"/>
                <a:gd name="T23" fmla="*/ 19 h 1137"/>
                <a:gd name="T24" fmla="*/ 902 w 1882"/>
                <a:gd name="T25" fmla="*/ 29 h 1137"/>
                <a:gd name="T26" fmla="*/ 911 w 1882"/>
                <a:gd name="T27" fmla="*/ 48 h 1137"/>
                <a:gd name="T28" fmla="*/ 916 w 1882"/>
                <a:gd name="T29" fmla="*/ 65 h 1137"/>
                <a:gd name="T30" fmla="*/ 919 w 1882"/>
                <a:gd name="T31" fmla="*/ 85 h 1137"/>
                <a:gd name="T32" fmla="*/ 937 w 1882"/>
                <a:gd name="T33" fmla="*/ 165 h 1137"/>
                <a:gd name="T34" fmla="*/ 932 w 1882"/>
                <a:gd name="T35" fmla="*/ 310 h 1137"/>
                <a:gd name="T36" fmla="*/ 895 w 1882"/>
                <a:gd name="T37" fmla="*/ 439 h 1137"/>
                <a:gd name="T38" fmla="*/ 852 w 1882"/>
                <a:gd name="T39" fmla="*/ 526 h 1137"/>
                <a:gd name="T40" fmla="*/ 834 w 1882"/>
                <a:gd name="T41" fmla="*/ 550 h 1137"/>
                <a:gd name="T42" fmla="*/ 825 w 1882"/>
                <a:gd name="T43" fmla="*/ 556 h 1137"/>
                <a:gd name="T44" fmla="*/ 811 w 1882"/>
                <a:gd name="T45" fmla="*/ 560 h 1137"/>
                <a:gd name="T46" fmla="*/ 799 w 1882"/>
                <a:gd name="T47" fmla="*/ 565 h 1137"/>
                <a:gd name="T48" fmla="*/ 788 w 1882"/>
                <a:gd name="T49" fmla="*/ 568 h 1137"/>
                <a:gd name="T50" fmla="*/ 768 w 1882"/>
                <a:gd name="T51" fmla="*/ 568 h 1137"/>
                <a:gd name="T52" fmla="*/ 744 w 1882"/>
                <a:gd name="T53" fmla="*/ 566 h 1137"/>
                <a:gd name="T54" fmla="*/ 724 w 1882"/>
                <a:gd name="T55" fmla="*/ 563 h 1137"/>
                <a:gd name="T56" fmla="*/ 660 w 1882"/>
                <a:gd name="T57" fmla="*/ 534 h 1137"/>
                <a:gd name="T58" fmla="*/ 578 w 1882"/>
                <a:gd name="T59" fmla="*/ 479 h 1137"/>
                <a:gd name="T60" fmla="*/ 517 w 1882"/>
                <a:gd name="T61" fmla="*/ 415 h 1137"/>
                <a:gd name="T62" fmla="*/ 450 w 1882"/>
                <a:gd name="T63" fmla="*/ 336 h 1137"/>
                <a:gd name="T64" fmla="*/ 381 w 1882"/>
                <a:gd name="T65" fmla="*/ 284 h 1137"/>
                <a:gd name="T66" fmla="*/ 328 w 1882"/>
                <a:gd name="T67" fmla="*/ 293 h 1137"/>
                <a:gd name="T68" fmla="*/ 271 w 1882"/>
                <a:gd name="T69" fmla="*/ 320 h 1137"/>
                <a:gd name="T70" fmla="*/ 210 w 1882"/>
                <a:gd name="T71" fmla="*/ 361 h 1137"/>
                <a:gd name="T72" fmla="*/ 162 w 1882"/>
                <a:gd name="T73" fmla="*/ 409 h 1137"/>
                <a:gd name="T74" fmla="*/ 127 w 1882"/>
                <a:gd name="T75" fmla="*/ 442 h 1137"/>
                <a:gd name="T76" fmla="*/ 91 w 1882"/>
                <a:gd name="T77" fmla="*/ 472 h 1137"/>
                <a:gd name="T78" fmla="*/ 56 w 1882"/>
                <a:gd name="T79" fmla="*/ 506 h 1137"/>
                <a:gd name="T80" fmla="*/ 34 w 1882"/>
                <a:gd name="T81" fmla="*/ 526 h 1137"/>
                <a:gd name="T82" fmla="*/ 24 w 1882"/>
                <a:gd name="T83" fmla="*/ 518 h 1137"/>
                <a:gd name="T84" fmla="*/ 14 w 1882"/>
                <a:gd name="T85" fmla="*/ 508 h 1137"/>
                <a:gd name="T86" fmla="*/ 4 w 1882"/>
                <a:gd name="T87" fmla="*/ 501 h 113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82"/>
                <a:gd name="T133" fmla="*/ 0 h 1137"/>
                <a:gd name="T134" fmla="*/ 1882 w 1882"/>
                <a:gd name="T135" fmla="*/ 1137 h 113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82" h="1137">
                  <a:moveTo>
                    <a:pt x="0" y="1000"/>
                  </a:moveTo>
                  <a:lnTo>
                    <a:pt x="13" y="952"/>
                  </a:lnTo>
                  <a:lnTo>
                    <a:pt x="27" y="919"/>
                  </a:lnTo>
                  <a:lnTo>
                    <a:pt x="39" y="894"/>
                  </a:lnTo>
                  <a:lnTo>
                    <a:pt x="52" y="875"/>
                  </a:lnTo>
                  <a:lnTo>
                    <a:pt x="63" y="854"/>
                  </a:lnTo>
                  <a:lnTo>
                    <a:pt x="76" y="829"/>
                  </a:lnTo>
                  <a:lnTo>
                    <a:pt x="88" y="795"/>
                  </a:lnTo>
                  <a:lnTo>
                    <a:pt x="103" y="750"/>
                  </a:lnTo>
                  <a:lnTo>
                    <a:pt x="244" y="535"/>
                  </a:lnTo>
                  <a:lnTo>
                    <a:pt x="392" y="358"/>
                  </a:lnTo>
                  <a:lnTo>
                    <a:pt x="550" y="216"/>
                  </a:lnTo>
                  <a:lnTo>
                    <a:pt x="723" y="111"/>
                  </a:lnTo>
                  <a:lnTo>
                    <a:pt x="913" y="40"/>
                  </a:lnTo>
                  <a:lnTo>
                    <a:pt x="1127" y="3"/>
                  </a:lnTo>
                  <a:lnTo>
                    <a:pt x="1365" y="0"/>
                  </a:lnTo>
                  <a:lnTo>
                    <a:pt x="1633" y="32"/>
                  </a:lnTo>
                  <a:lnTo>
                    <a:pt x="1652" y="33"/>
                  </a:lnTo>
                  <a:lnTo>
                    <a:pt x="1672" y="36"/>
                  </a:lnTo>
                  <a:lnTo>
                    <a:pt x="1692" y="37"/>
                  </a:lnTo>
                  <a:lnTo>
                    <a:pt x="1713" y="38"/>
                  </a:lnTo>
                  <a:lnTo>
                    <a:pt x="1734" y="38"/>
                  </a:lnTo>
                  <a:lnTo>
                    <a:pt x="1755" y="38"/>
                  </a:lnTo>
                  <a:lnTo>
                    <a:pt x="1776" y="37"/>
                  </a:lnTo>
                  <a:lnTo>
                    <a:pt x="1798" y="37"/>
                  </a:lnTo>
                  <a:lnTo>
                    <a:pt x="1806" y="57"/>
                  </a:lnTo>
                  <a:lnTo>
                    <a:pt x="1815" y="77"/>
                  </a:lnTo>
                  <a:lnTo>
                    <a:pt x="1823" y="95"/>
                  </a:lnTo>
                  <a:lnTo>
                    <a:pt x="1830" y="114"/>
                  </a:lnTo>
                  <a:lnTo>
                    <a:pt x="1834" y="130"/>
                  </a:lnTo>
                  <a:lnTo>
                    <a:pt x="1838" y="150"/>
                  </a:lnTo>
                  <a:lnTo>
                    <a:pt x="1839" y="170"/>
                  </a:lnTo>
                  <a:lnTo>
                    <a:pt x="1840" y="194"/>
                  </a:lnTo>
                  <a:lnTo>
                    <a:pt x="1875" y="330"/>
                  </a:lnTo>
                  <a:lnTo>
                    <a:pt x="1882" y="476"/>
                  </a:lnTo>
                  <a:lnTo>
                    <a:pt x="1865" y="620"/>
                  </a:lnTo>
                  <a:lnTo>
                    <a:pt x="1834" y="756"/>
                  </a:lnTo>
                  <a:lnTo>
                    <a:pt x="1791" y="878"/>
                  </a:lnTo>
                  <a:lnTo>
                    <a:pt x="1747" y="979"/>
                  </a:lnTo>
                  <a:lnTo>
                    <a:pt x="1705" y="1051"/>
                  </a:lnTo>
                  <a:lnTo>
                    <a:pt x="1675" y="1090"/>
                  </a:lnTo>
                  <a:lnTo>
                    <a:pt x="1670" y="1099"/>
                  </a:lnTo>
                  <a:lnTo>
                    <a:pt x="1662" y="1107"/>
                  </a:lnTo>
                  <a:lnTo>
                    <a:pt x="1651" y="1112"/>
                  </a:lnTo>
                  <a:lnTo>
                    <a:pt x="1638" y="1117"/>
                  </a:lnTo>
                  <a:lnTo>
                    <a:pt x="1624" y="1120"/>
                  </a:lnTo>
                  <a:lnTo>
                    <a:pt x="1612" y="1125"/>
                  </a:lnTo>
                  <a:lnTo>
                    <a:pt x="1599" y="1129"/>
                  </a:lnTo>
                  <a:lnTo>
                    <a:pt x="1592" y="1136"/>
                  </a:lnTo>
                  <a:lnTo>
                    <a:pt x="1578" y="1136"/>
                  </a:lnTo>
                  <a:lnTo>
                    <a:pt x="1560" y="1137"/>
                  </a:lnTo>
                  <a:lnTo>
                    <a:pt x="1538" y="1136"/>
                  </a:lnTo>
                  <a:lnTo>
                    <a:pt x="1514" y="1136"/>
                  </a:lnTo>
                  <a:lnTo>
                    <a:pt x="1489" y="1132"/>
                  </a:lnTo>
                  <a:lnTo>
                    <a:pt x="1468" y="1130"/>
                  </a:lnTo>
                  <a:lnTo>
                    <a:pt x="1450" y="1125"/>
                  </a:lnTo>
                  <a:lnTo>
                    <a:pt x="1440" y="1121"/>
                  </a:lnTo>
                  <a:lnTo>
                    <a:pt x="1322" y="1067"/>
                  </a:lnTo>
                  <a:lnTo>
                    <a:pt x="1232" y="1015"/>
                  </a:lnTo>
                  <a:lnTo>
                    <a:pt x="1158" y="957"/>
                  </a:lnTo>
                  <a:lnTo>
                    <a:pt x="1096" y="897"/>
                  </a:lnTo>
                  <a:lnTo>
                    <a:pt x="1036" y="829"/>
                  </a:lnTo>
                  <a:lnTo>
                    <a:pt x="975" y="755"/>
                  </a:lnTo>
                  <a:lnTo>
                    <a:pt x="901" y="671"/>
                  </a:lnTo>
                  <a:lnTo>
                    <a:pt x="811" y="577"/>
                  </a:lnTo>
                  <a:lnTo>
                    <a:pt x="762" y="568"/>
                  </a:lnTo>
                  <a:lnTo>
                    <a:pt x="712" y="572"/>
                  </a:lnTo>
                  <a:lnTo>
                    <a:pt x="656" y="586"/>
                  </a:lnTo>
                  <a:lnTo>
                    <a:pt x="601" y="609"/>
                  </a:lnTo>
                  <a:lnTo>
                    <a:pt x="542" y="639"/>
                  </a:lnTo>
                  <a:lnTo>
                    <a:pt x="483" y="676"/>
                  </a:lnTo>
                  <a:lnTo>
                    <a:pt x="421" y="721"/>
                  </a:lnTo>
                  <a:lnTo>
                    <a:pt x="359" y="774"/>
                  </a:lnTo>
                  <a:lnTo>
                    <a:pt x="325" y="817"/>
                  </a:lnTo>
                  <a:lnTo>
                    <a:pt x="291" y="853"/>
                  </a:lnTo>
                  <a:lnTo>
                    <a:pt x="255" y="884"/>
                  </a:lnTo>
                  <a:lnTo>
                    <a:pt x="220" y="914"/>
                  </a:lnTo>
                  <a:lnTo>
                    <a:pt x="182" y="943"/>
                  </a:lnTo>
                  <a:lnTo>
                    <a:pt x="147" y="974"/>
                  </a:lnTo>
                  <a:lnTo>
                    <a:pt x="113" y="1011"/>
                  </a:lnTo>
                  <a:lnTo>
                    <a:pt x="81" y="1055"/>
                  </a:lnTo>
                  <a:lnTo>
                    <a:pt x="69" y="1052"/>
                  </a:lnTo>
                  <a:lnTo>
                    <a:pt x="59" y="1046"/>
                  </a:lnTo>
                  <a:lnTo>
                    <a:pt x="49" y="1036"/>
                  </a:lnTo>
                  <a:lnTo>
                    <a:pt x="39" y="1027"/>
                  </a:lnTo>
                  <a:lnTo>
                    <a:pt x="28" y="1016"/>
                  </a:lnTo>
                  <a:lnTo>
                    <a:pt x="18" y="1007"/>
                  </a:lnTo>
                  <a:lnTo>
                    <a:pt x="8" y="1001"/>
                  </a:lnTo>
                  <a:lnTo>
                    <a:pt x="0" y="1000"/>
                  </a:lnTo>
                  <a:close/>
                </a:path>
              </a:pathLst>
            </a:custGeom>
            <a:solidFill>
              <a:srgbClr val="F5BF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0" name="Freeform 60">
              <a:extLst>
                <a:ext uri="{FF2B5EF4-FFF2-40B4-BE49-F238E27FC236}">
                  <a16:creationId xmlns:a16="http://schemas.microsoft.com/office/drawing/2014/main" id="{AE705D8B-CDA7-9A45-9512-AAB1D20D1C62}"/>
                </a:ext>
              </a:extLst>
            </p:cNvPr>
            <p:cNvSpPr>
              <a:spLocks/>
            </p:cNvSpPr>
            <p:nvPr/>
          </p:nvSpPr>
          <p:spPr bwMode="auto">
            <a:xfrm>
              <a:off x="4370" y="2792"/>
              <a:ext cx="928" cy="542"/>
            </a:xfrm>
            <a:custGeom>
              <a:avLst/>
              <a:gdLst>
                <a:gd name="T0" fmla="*/ 6 w 1857"/>
                <a:gd name="T1" fmla="*/ 458 h 1084"/>
                <a:gd name="T2" fmla="*/ 17 w 1857"/>
                <a:gd name="T3" fmla="*/ 433 h 1084"/>
                <a:gd name="T4" fmla="*/ 26 w 1857"/>
                <a:gd name="T5" fmla="*/ 418 h 1084"/>
                <a:gd name="T6" fmla="*/ 37 w 1857"/>
                <a:gd name="T7" fmla="*/ 394 h 1084"/>
                <a:gd name="T8" fmla="*/ 115 w 1857"/>
                <a:gd name="T9" fmla="*/ 265 h 1084"/>
                <a:gd name="T10" fmla="*/ 266 w 1857"/>
                <a:gd name="T11" fmla="*/ 106 h 1084"/>
                <a:gd name="T12" fmla="*/ 446 w 1857"/>
                <a:gd name="T13" fmla="*/ 18 h 1084"/>
                <a:gd name="T14" fmla="*/ 671 w 1857"/>
                <a:gd name="T15" fmla="*/ 0 h 1084"/>
                <a:gd name="T16" fmla="*/ 814 w 1857"/>
                <a:gd name="T17" fmla="*/ 17 h 1084"/>
                <a:gd name="T18" fmla="*/ 834 w 1857"/>
                <a:gd name="T19" fmla="*/ 19 h 1084"/>
                <a:gd name="T20" fmla="*/ 855 w 1857"/>
                <a:gd name="T21" fmla="*/ 20 h 1084"/>
                <a:gd name="T22" fmla="*/ 876 w 1857"/>
                <a:gd name="T23" fmla="*/ 22 h 1084"/>
                <a:gd name="T24" fmla="*/ 892 w 1857"/>
                <a:gd name="T25" fmla="*/ 34 h 1084"/>
                <a:gd name="T26" fmla="*/ 900 w 1857"/>
                <a:gd name="T27" fmla="*/ 52 h 1084"/>
                <a:gd name="T28" fmla="*/ 907 w 1857"/>
                <a:gd name="T29" fmla="*/ 69 h 1084"/>
                <a:gd name="T30" fmla="*/ 910 w 1857"/>
                <a:gd name="T31" fmla="*/ 87 h 1084"/>
                <a:gd name="T32" fmla="*/ 925 w 1857"/>
                <a:gd name="T33" fmla="*/ 160 h 1084"/>
                <a:gd name="T34" fmla="*/ 921 w 1857"/>
                <a:gd name="T35" fmla="*/ 294 h 1084"/>
                <a:gd name="T36" fmla="*/ 886 w 1857"/>
                <a:gd name="T37" fmla="*/ 417 h 1084"/>
                <a:gd name="T38" fmla="*/ 844 w 1857"/>
                <a:gd name="T39" fmla="*/ 500 h 1084"/>
                <a:gd name="T40" fmla="*/ 823 w 1857"/>
                <a:gd name="T41" fmla="*/ 523 h 1084"/>
                <a:gd name="T42" fmla="*/ 812 w 1857"/>
                <a:gd name="T43" fmla="*/ 529 h 1084"/>
                <a:gd name="T44" fmla="*/ 797 w 1857"/>
                <a:gd name="T45" fmla="*/ 533 h 1084"/>
                <a:gd name="T46" fmla="*/ 782 w 1857"/>
                <a:gd name="T47" fmla="*/ 537 h 1084"/>
                <a:gd name="T48" fmla="*/ 772 w 1857"/>
                <a:gd name="T49" fmla="*/ 541 h 1084"/>
                <a:gd name="T50" fmla="*/ 754 w 1857"/>
                <a:gd name="T51" fmla="*/ 542 h 1084"/>
                <a:gd name="T52" fmla="*/ 732 w 1857"/>
                <a:gd name="T53" fmla="*/ 540 h 1084"/>
                <a:gd name="T54" fmla="*/ 715 w 1857"/>
                <a:gd name="T55" fmla="*/ 537 h 1084"/>
                <a:gd name="T56" fmla="*/ 652 w 1857"/>
                <a:gd name="T57" fmla="*/ 509 h 1084"/>
                <a:gd name="T58" fmla="*/ 570 w 1857"/>
                <a:gd name="T59" fmla="*/ 456 h 1084"/>
                <a:gd name="T60" fmla="*/ 511 w 1857"/>
                <a:gd name="T61" fmla="*/ 395 h 1084"/>
                <a:gd name="T62" fmla="*/ 444 w 1857"/>
                <a:gd name="T63" fmla="*/ 319 h 1084"/>
                <a:gd name="T64" fmla="*/ 374 w 1857"/>
                <a:gd name="T65" fmla="*/ 269 h 1084"/>
                <a:gd name="T66" fmla="*/ 320 w 1857"/>
                <a:gd name="T67" fmla="*/ 277 h 1084"/>
                <a:gd name="T68" fmla="*/ 261 w 1857"/>
                <a:gd name="T69" fmla="*/ 306 h 1084"/>
                <a:gd name="T70" fmla="*/ 201 w 1857"/>
                <a:gd name="T71" fmla="*/ 350 h 1084"/>
                <a:gd name="T72" fmla="*/ 154 w 1857"/>
                <a:gd name="T73" fmla="*/ 398 h 1084"/>
                <a:gd name="T74" fmla="*/ 120 w 1857"/>
                <a:gd name="T75" fmla="*/ 428 h 1084"/>
                <a:gd name="T76" fmla="*/ 86 w 1857"/>
                <a:gd name="T77" fmla="*/ 453 h 1084"/>
                <a:gd name="T78" fmla="*/ 52 w 1857"/>
                <a:gd name="T79" fmla="*/ 483 h 1084"/>
                <a:gd name="T80" fmla="*/ 31 w 1857"/>
                <a:gd name="T81" fmla="*/ 503 h 1084"/>
                <a:gd name="T82" fmla="*/ 22 w 1857"/>
                <a:gd name="T83" fmla="*/ 497 h 1084"/>
                <a:gd name="T84" fmla="*/ 12 w 1857"/>
                <a:gd name="T85" fmla="*/ 487 h 1084"/>
                <a:gd name="T86" fmla="*/ 4 w 1857"/>
                <a:gd name="T87" fmla="*/ 481 h 10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57"/>
                <a:gd name="T133" fmla="*/ 0 h 1084"/>
                <a:gd name="T134" fmla="*/ 1857 w 1857"/>
                <a:gd name="T135" fmla="*/ 1084 h 10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57" h="1084">
                  <a:moveTo>
                    <a:pt x="0" y="962"/>
                  </a:moveTo>
                  <a:lnTo>
                    <a:pt x="12" y="916"/>
                  </a:lnTo>
                  <a:lnTo>
                    <a:pt x="24" y="886"/>
                  </a:lnTo>
                  <a:lnTo>
                    <a:pt x="34" y="866"/>
                  </a:lnTo>
                  <a:lnTo>
                    <a:pt x="44" y="852"/>
                  </a:lnTo>
                  <a:lnTo>
                    <a:pt x="53" y="837"/>
                  </a:lnTo>
                  <a:lnTo>
                    <a:pt x="63" y="818"/>
                  </a:lnTo>
                  <a:lnTo>
                    <a:pt x="74" y="788"/>
                  </a:lnTo>
                  <a:lnTo>
                    <a:pt x="89" y="743"/>
                  </a:lnTo>
                  <a:lnTo>
                    <a:pt x="230" y="529"/>
                  </a:lnTo>
                  <a:lnTo>
                    <a:pt x="376" y="352"/>
                  </a:lnTo>
                  <a:lnTo>
                    <a:pt x="533" y="212"/>
                  </a:lnTo>
                  <a:lnTo>
                    <a:pt x="705" y="108"/>
                  </a:lnTo>
                  <a:lnTo>
                    <a:pt x="893" y="36"/>
                  </a:lnTo>
                  <a:lnTo>
                    <a:pt x="1105" y="1"/>
                  </a:lnTo>
                  <a:lnTo>
                    <a:pt x="1342" y="0"/>
                  </a:lnTo>
                  <a:lnTo>
                    <a:pt x="1610" y="31"/>
                  </a:lnTo>
                  <a:lnTo>
                    <a:pt x="1629" y="34"/>
                  </a:lnTo>
                  <a:lnTo>
                    <a:pt x="1649" y="36"/>
                  </a:lnTo>
                  <a:lnTo>
                    <a:pt x="1669" y="38"/>
                  </a:lnTo>
                  <a:lnTo>
                    <a:pt x="1691" y="40"/>
                  </a:lnTo>
                  <a:lnTo>
                    <a:pt x="1711" y="41"/>
                  </a:lnTo>
                  <a:lnTo>
                    <a:pt x="1732" y="43"/>
                  </a:lnTo>
                  <a:lnTo>
                    <a:pt x="1753" y="45"/>
                  </a:lnTo>
                  <a:lnTo>
                    <a:pt x="1776" y="49"/>
                  </a:lnTo>
                  <a:lnTo>
                    <a:pt x="1785" y="69"/>
                  </a:lnTo>
                  <a:lnTo>
                    <a:pt x="1794" y="89"/>
                  </a:lnTo>
                  <a:lnTo>
                    <a:pt x="1801" y="105"/>
                  </a:lnTo>
                  <a:lnTo>
                    <a:pt x="1809" y="123"/>
                  </a:lnTo>
                  <a:lnTo>
                    <a:pt x="1814" y="139"/>
                  </a:lnTo>
                  <a:lnTo>
                    <a:pt x="1819" y="157"/>
                  </a:lnTo>
                  <a:lnTo>
                    <a:pt x="1821" y="175"/>
                  </a:lnTo>
                  <a:lnTo>
                    <a:pt x="1822" y="198"/>
                  </a:lnTo>
                  <a:lnTo>
                    <a:pt x="1851" y="321"/>
                  </a:lnTo>
                  <a:lnTo>
                    <a:pt x="1857" y="454"/>
                  </a:lnTo>
                  <a:lnTo>
                    <a:pt x="1842" y="588"/>
                  </a:lnTo>
                  <a:lnTo>
                    <a:pt x="1814" y="719"/>
                  </a:lnTo>
                  <a:lnTo>
                    <a:pt x="1773" y="835"/>
                  </a:lnTo>
                  <a:lnTo>
                    <a:pt x="1731" y="932"/>
                  </a:lnTo>
                  <a:lnTo>
                    <a:pt x="1688" y="1001"/>
                  </a:lnTo>
                  <a:lnTo>
                    <a:pt x="1652" y="1038"/>
                  </a:lnTo>
                  <a:lnTo>
                    <a:pt x="1647" y="1045"/>
                  </a:lnTo>
                  <a:lnTo>
                    <a:pt x="1638" y="1053"/>
                  </a:lnTo>
                  <a:lnTo>
                    <a:pt x="1624" y="1058"/>
                  </a:lnTo>
                  <a:lnTo>
                    <a:pt x="1610" y="1063"/>
                  </a:lnTo>
                  <a:lnTo>
                    <a:pt x="1594" y="1065"/>
                  </a:lnTo>
                  <a:lnTo>
                    <a:pt x="1579" y="1069"/>
                  </a:lnTo>
                  <a:lnTo>
                    <a:pt x="1565" y="1073"/>
                  </a:lnTo>
                  <a:lnTo>
                    <a:pt x="1557" y="1078"/>
                  </a:lnTo>
                  <a:lnTo>
                    <a:pt x="1545" y="1081"/>
                  </a:lnTo>
                  <a:lnTo>
                    <a:pt x="1529" y="1084"/>
                  </a:lnTo>
                  <a:lnTo>
                    <a:pt x="1508" y="1084"/>
                  </a:lnTo>
                  <a:lnTo>
                    <a:pt x="1488" y="1084"/>
                  </a:lnTo>
                  <a:lnTo>
                    <a:pt x="1465" y="1080"/>
                  </a:lnTo>
                  <a:lnTo>
                    <a:pt x="1446" y="1078"/>
                  </a:lnTo>
                  <a:lnTo>
                    <a:pt x="1431" y="1074"/>
                  </a:lnTo>
                  <a:lnTo>
                    <a:pt x="1422" y="1070"/>
                  </a:lnTo>
                  <a:lnTo>
                    <a:pt x="1304" y="1018"/>
                  </a:lnTo>
                  <a:lnTo>
                    <a:pt x="1214" y="966"/>
                  </a:lnTo>
                  <a:lnTo>
                    <a:pt x="1141" y="912"/>
                  </a:lnTo>
                  <a:lnTo>
                    <a:pt x="1081" y="855"/>
                  </a:lnTo>
                  <a:lnTo>
                    <a:pt x="1022" y="791"/>
                  </a:lnTo>
                  <a:lnTo>
                    <a:pt x="961" y="719"/>
                  </a:lnTo>
                  <a:lnTo>
                    <a:pt x="888" y="638"/>
                  </a:lnTo>
                  <a:lnTo>
                    <a:pt x="798" y="545"/>
                  </a:lnTo>
                  <a:lnTo>
                    <a:pt x="749" y="538"/>
                  </a:lnTo>
                  <a:lnTo>
                    <a:pt x="696" y="541"/>
                  </a:lnTo>
                  <a:lnTo>
                    <a:pt x="641" y="554"/>
                  </a:lnTo>
                  <a:lnTo>
                    <a:pt x="583" y="579"/>
                  </a:lnTo>
                  <a:lnTo>
                    <a:pt x="522" y="612"/>
                  </a:lnTo>
                  <a:lnTo>
                    <a:pt x="462" y="653"/>
                  </a:lnTo>
                  <a:lnTo>
                    <a:pt x="402" y="701"/>
                  </a:lnTo>
                  <a:lnTo>
                    <a:pt x="341" y="757"/>
                  </a:lnTo>
                  <a:lnTo>
                    <a:pt x="308" y="797"/>
                  </a:lnTo>
                  <a:lnTo>
                    <a:pt x="275" y="831"/>
                  </a:lnTo>
                  <a:lnTo>
                    <a:pt x="241" y="857"/>
                  </a:lnTo>
                  <a:lnTo>
                    <a:pt x="207" y="882"/>
                  </a:lnTo>
                  <a:lnTo>
                    <a:pt x="172" y="906"/>
                  </a:lnTo>
                  <a:lnTo>
                    <a:pt x="138" y="934"/>
                  </a:lnTo>
                  <a:lnTo>
                    <a:pt x="104" y="966"/>
                  </a:lnTo>
                  <a:lnTo>
                    <a:pt x="73" y="1009"/>
                  </a:lnTo>
                  <a:lnTo>
                    <a:pt x="63" y="1006"/>
                  </a:lnTo>
                  <a:lnTo>
                    <a:pt x="54" y="1001"/>
                  </a:lnTo>
                  <a:lnTo>
                    <a:pt x="44" y="994"/>
                  </a:lnTo>
                  <a:lnTo>
                    <a:pt x="35" y="985"/>
                  </a:lnTo>
                  <a:lnTo>
                    <a:pt x="25" y="975"/>
                  </a:lnTo>
                  <a:lnTo>
                    <a:pt x="18" y="967"/>
                  </a:lnTo>
                  <a:lnTo>
                    <a:pt x="8" y="962"/>
                  </a:lnTo>
                  <a:lnTo>
                    <a:pt x="0" y="962"/>
                  </a:lnTo>
                  <a:close/>
                </a:path>
              </a:pathLst>
            </a:custGeom>
            <a:solidFill>
              <a:srgbClr val="FAC4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1" name="Freeform 61">
              <a:extLst>
                <a:ext uri="{FF2B5EF4-FFF2-40B4-BE49-F238E27FC236}">
                  <a16:creationId xmlns:a16="http://schemas.microsoft.com/office/drawing/2014/main" id="{7262593A-B6C6-1D45-9E4E-3483EE1CC588}"/>
                </a:ext>
              </a:extLst>
            </p:cNvPr>
            <p:cNvSpPr>
              <a:spLocks/>
            </p:cNvSpPr>
            <p:nvPr/>
          </p:nvSpPr>
          <p:spPr bwMode="auto">
            <a:xfrm>
              <a:off x="4377" y="2795"/>
              <a:ext cx="915" cy="517"/>
            </a:xfrm>
            <a:custGeom>
              <a:avLst/>
              <a:gdLst>
                <a:gd name="T0" fmla="*/ 5 w 1831"/>
                <a:gd name="T1" fmla="*/ 440 h 1034"/>
                <a:gd name="T2" fmla="*/ 14 w 1831"/>
                <a:gd name="T3" fmla="*/ 419 h 1034"/>
                <a:gd name="T4" fmla="*/ 21 w 1831"/>
                <a:gd name="T5" fmla="*/ 410 h 1034"/>
                <a:gd name="T6" fmla="*/ 31 w 1831"/>
                <a:gd name="T7" fmla="*/ 390 h 1034"/>
                <a:gd name="T8" fmla="*/ 107 w 1831"/>
                <a:gd name="T9" fmla="*/ 261 h 1034"/>
                <a:gd name="T10" fmla="*/ 257 w 1831"/>
                <a:gd name="T11" fmla="*/ 103 h 1034"/>
                <a:gd name="T12" fmla="*/ 436 w 1831"/>
                <a:gd name="T13" fmla="*/ 17 h 1034"/>
                <a:gd name="T14" fmla="*/ 659 w 1831"/>
                <a:gd name="T15" fmla="*/ 0 h 1034"/>
                <a:gd name="T16" fmla="*/ 803 w 1831"/>
                <a:gd name="T17" fmla="*/ 17 h 1034"/>
                <a:gd name="T18" fmla="*/ 822 w 1831"/>
                <a:gd name="T19" fmla="*/ 19 h 1034"/>
                <a:gd name="T20" fmla="*/ 843 w 1831"/>
                <a:gd name="T21" fmla="*/ 22 h 1034"/>
                <a:gd name="T22" fmla="*/ 864 w 1831"/>
                <a:gd name="T23" fmla="*/ 27 h 1034"/>
                <a:gd name="T24" fmla="*/ 880 w 1831"/>
                <a:gd name="T25" fmla="*/ 41 h 1034"/>
                <a:gd name="T26" fmla="*/ 889 w 1831"/>
                <a:gd name="T27" fmla="*/ 59 h 1034"/>
                <a:gd name="T28" fmla="*/ 896 w 1831"/>
                <a:gd name="T29" fmla="*/ 74 h 1034"/>
                <a:gd name="T30" fmla="*/ 900 w 1831"/>
                <a:gd name="T31" fmla="*/ 91 h 1034"/>
                <a:gd name="T32" fmla="*/ 913 w 1831"/>
                <a:gd name="T33" fmla="*/ 157 h 1034"/>
                <a:gd name="T34" fmla="*/ 909 w 1831"/>
                <a:gd name="T35" fmla="*/ 280 h 1034"/>
                <a:gd name="T36" fmla="*/ 878 w 1831"/>
                <a:gd name="T37" fmla="*/ 397 h 1034"/>
                <a:gd name="T38" fmla="*/ 836 w 1831"/>
                <a:gd name="T39" fmla="*/ 476 h 1034"/>
                <a:gd name="T40" fmla="*/ 812 w 1831"/>
                <a:gd name="T41" fmla="*/ 496 h 1034"/>
                <a:gd name="T42" fmla="*/ 799 w 1831"/>
                <a:gd name="T43" fmla="*/ 502 h 1034"/>
                <a:gd name="T44" fmla="*/ 782 w 1831"/>
                <a:gd name="T45" fmla="*/ 506 h 1034"/>
                <a:gd name="T46" fmla="*/ 766 w 1831"/>
                <a:gd name="T47" fmla="*/ 509 h 1034"/>
                <a:gd name="T48" fmla="*/ 755 w 1831"/>
                <a:gd name="T49" fmla="*/ 514 h 1034"/>
                <a:gd name="T50" fmla="*/ 739 w 1831"/>
                <a:gd name="T51" fmla="*/ 517 h 1034"/>
                <a:gd name="T52" fmla="*/ 720 w 1831"/>
                <a:gd name="T53" fmla="*/ 515 h 1034"/>
                <a:gd name="T54" fmla="*/ 705 w 1831"/>
                <a:gd name="T55" fmla="*/ 513 h 1034"/>
                <a:gd name="T56" fmla="*/ 644 w 1831"/>
                <a:gd name="T57" fmla="*/ 485 h 1034"/>
                <a:gd name="T58" fmla="*/ 563 w 1831"/>
                <a:gd name="T59" fmla="*/ 435 h 1034"/>
                <a:gd name="T60" fmla="*/ 504 w 1831"/>
                <a:gd name="T61" fmla="*/ 376 h 1034"/>
                <a:gd name="T62" fmla="*/ 437 w 1831"/>
                <a:gd name="T63" fmla="*/ 302 h 1034"/>
                <a:gd name="T64" fmla="*/ 368 w 1831"/>
                <a:gd name="T65" fmla="*/ 252 h 1034"/>
                <a:gd name="T66" fmla="*/ 312 w 1831"/>
                <a:gd name="T67" fmla="*/ 262 h 1034"/>
                <a:gd name="T68" fmla="*/ 252 w 1831"/>
                <a:gd name="T69" fmla="*/ 293 h 1034"/>
                <a:gd name="T70" fmla="*/ 190 w 1831"/>
                <a:gd name="T71" fmla="*/ 340 h 1034"/>
                <a:gd name="T72" fmla="*/ 145 w 1831"/>
                <a:gd name="T73" fmla="*/ 389 h 1034"/>
                <a:gd name="T74" fmla="*/ 112 w 1831"/>
                <a:gd name="T75" fmla="*/ 415 h 1034"/>
                <a:gd name="T76" fmla="*/ 79 w 1831"/>
                <a:gd name="T77" fmla="*/ 435 h 1034"/>
                <a:gd name="T78" fmla="*/ 47 w 1831"/>
                <a:gd name="T79" fmla="*/ 461 h 1034"/>
                <a:gd name="T80" fmla="*/ 27 w 1831"/>
                <a:gd name="T81" fmla="*/ 480 h 1034"/>
                <a:gd name="T82" fmla="*/ 19 w 1831"/>
                <a:gd name="T83" fmla="*/ 475 h 1034"/>
                <a:gd name="T84" fmla="*/ 11 w 1831"/>
                <a:gd name="T85" fmla="*/ 467 h 1034"/>
                <a:gd name="T86" fmla="*/ 4 w 1831"/>
                <a:gd name="T87" fmla="*/ 462 h 10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31"/>
                <a:gd name="T133" fmla="*/ 0 h 1034"/>
                <a:gd name="T134" fmla="*/ 1831 w 1831"/>
                <a:gd name="T135" fmla="*/ 1034 h 10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31" h="1034">
                  <a:moveTo>
                    <a:pt x="0" y="925"/>
                  </a:moveTo>
                  <a:lnTo>
                    <a:pt x="11" y="880"/>
                  </a:lnTo>
                  <a:lnTo>
                    <a:pt x="21" y="854"/>
                  </a:lnTo>
                  <a:lnTo>
                    <a:pt x="29" y="839"/>
                  </a:lnTo>
                  <a:lnTo>
                    <a:pt x="36" y="831"/>
                  </a:lnTo>
                  <a:lnTo>
                    <a:pt x="43" y="821"/>
                  </a:lnTo>
                  <a:lnTo>
                    <a:pt x="51" y="807"/>
                  </a:lnTo>
                  <a:lnTo>
                    <a:pt x="62" y="780"/>
                  </a:lnTo>
                  <a:lnTo>
                    <a:pt x="75" y="737"/>
                  </a:lnTo>
                  <a:lnTo>
                    <a:pt x="214" y="523"/>
                  </a:lnTo>
                  <a:lnTo>
                    <a:pt x="361" y="347"/>
                  </a:lnTo>
                  <a:lnTo>
                    <a:pt x="515" y="207"/>
                  </a:lnTo>
                  <a:lnTo>
                    <a:pt x="686" y="104"/>
                  </a:lnTo>
                  <a:lnTo>
                    <a:pt x="873" y="35"/>
                  </a:lnTo>
                  <a:lnTo>
                    <a:pt x="1084" y="2"/>
                  </a:lnTo>
                  <a:lnTo>
                    <a:pt x="1319" y="0"/>
                  </a:lnTo>
                  <a:lnTo>
                    <a:pt x="1588" y="33"/>
                  </a:lnTo>
                  <a:lnTo>
                    <a:pt x="1606" y="35"/>
                  </a:lnTo>
                  <a:lnTo>
                    <a:pt x="1625" y="38"/>
                  </a:lnTo>
                  <a:lnTo>
                    <a:pt x="1645" y="39"/>
                  </a:lnTo>
                  <a:lnTo>
                    <a:pt x="1667" y="43"/>
                  </a:lnTo>
                  <a:lnTo>
                    <a:pt x="1687" y="45"/>
                  </a:lnTo>
                  <a:lnTo>
                    <a:pt x="1708" y="49"/>
                  </a:lnTo>
                  <a:lnTo>
                    <a:pt x="1729" y="54"/>
                  </a:lnTo>
                  <a:lnTo>
                    <a:pt x="1752" y="63"/>
                  </a:lnTo>
                  <a:lnTo>
                    <a:pt x="1761" y="83"/>
                  </a:lnTo>
                  <a:lnTo>
                    <a:pt x="1771" y="102"/>
                  </a:lnTo>
                  <a:lnTo>
                    <a:pt x="1778" y="118"/>
                  </a:lnTo>
                  <a:lnTo>
                    <a:pt x="1787" y="134"/>
                  </a:lnTo>
                  <a:lnTo>
                    <a:pt x="1792" y="149"/>
                  </a:lnTo>
                  <a:lnTo>
                    <a:pt x="1797" y="166"/>
                  </a:lnTo>
                  <a:lnTo>
                    <a:pt x="1801" y="183"/>
                  </a:lnTo>
                  <a:lnTo>
                    <a:pt x="1805" y="206"/>
                  </a:lnTo>
                  <a:lnTo>
                    <a:pt x="1827" y="314"/>
                  </a:lnTo>
                  <a:lnTo>
                    <a:pt x="1831" y="435"/>
                  </a:lnTo>
                  <a:lnTo>
                    <a:pt x="1818" y="560"/>
                  </a:lnTo>
                  <a:lnTo>
                    <a:pt x="1793" y="683"/>
                  </a:lnTo>
                  <a:lnTo>
                    <a:pt x="1757" y="794"/>
                  </a:lnTo>
                  <a:lnTo>
                    <a:pt x="1716" y="886"/>
                  </a:lnTo>
                  <a:lnTo>
                    <a:pt x="1672" y="953"/>
                  </a:lnTo>
                  <a:lnTo>
                    <a:pt x="1632" y="987"/>
                  </a:lnTo>
                  <a:lnTo>
                    <a:pt x="1624" y="993"/>
                  </a:lnTo>
                  <a:lnTo>
                    <a:pt x="1614" y="999"/>
                  </a:lnTo>
                  <a:lnTo>
                    <a:pt x="1599" y="1004"/>
                  </a:lnTo>
                  <a:lnTo>
                    <a:pt x="1584" y="1010"/>
                  </a:lnTo>
                  <a:lnTo>
                    <a:pt x="1565" y="1013"/>
                  </a:lnTo>
                  <a:lnTo>
                    <a:pt x="1549" y="1017"/>
                  </a:lnTo>
                  <a:lnTo>
                    <a:pt x="1532" y="1019"/>
                  </a:lnTo>
                  <a:lnTo>
                    <a:pt x="1521" y="1022"/>
                  </a:lnTo>
                  <a:lnTo>
                    <a:pt x="1510" y="1028"/>
                  </a:lnTo>
                  <a:lnTo>
                    <a:pt x="1496" y="1033"/>
                  </a:lnTo>
                  <a:lnTo>
                    <a:pt x="1479" y="1033"/>
                  </a:lnTo>
                  <a:lnTo>
                    <a:pt x="1461" y="1034"/>
                  </a:lnTo>
                  <a:lnTo>
                    <a:pt x="1441" y="1030"/>
                  </a:lnTo>
                  <a:lnTo>
                    <a:pt x="1425" y="1028"/>
                  </a:lnTo>
                  <a:lnTo>
                    <a:pt x="1411" y="1025"/>
                  </a:lnTo>
                  <a:lnTo>
                    <a:pt x="1405" y="1023"/>
                  </a:lnTo>
                  <a:lnTo>
                    <a:pt x="1288" y="971"/>
                  </a:lnTo>
                  <a:lnTo>
                    <a:pt x="1198" y="921"/>
                  </a:lnTo>
                  <a:lnTo>
                    <a:pt x="1126" y="870"/>
                  </a:lnTo>
                  <a:lnTo>
                    <a:pt x="1066" y="815"/>
                  </a:lnTo>
                  <a:lnTo>
                    <a:pt x="1008" y="753"/>
                  </a:lnTo>
                  <a:lnTo>
                    <a:pt x="948" y="685"/>
                  </a:lnTo>
                  <a:lnTo>
                    <a:pt x="875" y="604"/>
                  </a:lnTo>
                  <a:lnTo>
                    <a:pt x="786" y="513"/>
                  </a:lnTo>
                  <a:lnTo>
                    <a:pt x="736" y="505"/>
                  </a:lnTo>
                  <a:lnTo>
                    <a:pt x="684" y="510"/>
                  </a:lnTo>
                  <a:lnTo>
                    <a:pt x="625" y="525"/>
                  </a:lnTo>
                  <a:lnTo>
                    <a:pt x="566" y="552"/>
                  </a:lnTo>
                  <a:lnTo>
                    <a:pt x="504" y="586"/>
                  </a:lnTo>
                  <a:lnTo>
                    <a:pt x="443" y="629"/>
                  </a:lnTo>
                  <a:lnTo>
                    <a:pt x="381" y="680"/>
                  </a:lnTo>
                  <a:lnTo>
                    <a:pt x="322" y="738"/>
                  </a:lnTo>
                  <a:lnTo>
                    <a:pt x="290" y="779"/>
                  </a:lnTo>
                  <a:lnTo>
                    <a:pt x="257" y="809"/>
                  </a:lnTo>
                  <a:lnTo>
                    <a:pt x="225" y="831"/>
                  </a:lnTo>
                  <a:lnTo>
                    <a:pt x="193" y="851"/>
                  </a:lnTo>
                  <a:lnTo>
                    <a:pt x="159" y="870"/>
                  </a:lnTo>
                  <a:lnTo>
                    <a:pt x="127" y="893"/>
                  </a:lnTo>
                  <a:lnTo>
                    <a:pt x="94" y="923"/>
                  </a:lnTo>
                  <a:lnTo>
                    <a:pt x="64" y="964"/>
                  </a:lnTo>
                  <a:lnTo>
                    <a:pt x="54" y="961"/>
                  </a:lnTo>
                  <a:lnTo>
                    <a:pt x="46" y="958"/>
                  </a:lnTo>
                  <a:lnTo>
                    <a:pt x="39" y="950"/>
                  </a:lnTo>
                  <a:lnTo>
                    <a:pt x="31" y="944"/>
                  </a:lnTo>
                  <a:lnTo>
                    <a:pt x="23" y="935"/>
                  </a:lnTo>
                  <a:lnTo>
                    <a:pt x="15" y="929"/>
                  </a:lnTo>
                  <a:lnTo>
                    <a:pt x="8" y="925"/>
                  </a:lnTo>
                  <a:lnTo>
                    <a:pt x="0" y="925"/>
                  </a:lnTo>
                  <a:close/>
                </a:path>
              </a:pathLst>
            </a:custGeom>
            <a:solidFill>
              <a:srgbClr val="FFCC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2" name="Freeform 62">
              <a:extLst>
                <a:ext uri="{FF2B5EF4-FFF2-40B4-BE49-F238E27FC236}">
                  <a16:creationId xmlns:a16="http://schemas.microsoft.com/office/drawing/2014/main" id="{E5268FC4-57C2-5C4C-9A1F-43E19D32FC22}"/>
                </a:ext>
              </a:extLst>
            </p:cNvPr>
            <p:cNvSpPr>
              <a:spLocks/>
            </p:cNvSpPr>
            <p:nvPr/>
          </p:nvSpPr>
          <p:spPr bwMode="auto">
            <a:xfrm>
              <a:off x="4473" y="2960"/>
              <a:ext cx="208" cy="212"/>
            </a:xfrm>
            <a:custGeom>
              <a:avLst/>
              <a:gdLst>
                <a:gd name="T0" fmla="*/ 0 w 417"/>
                <a:gd name="T1" fmla="*/ 178 h 425"/>
                <a:gd name="T2" fmla="*/ 10 w 417"/>
                <a:gd name="T3" fmla="*/ 162 h 425"/>
                <a:gd name="T4" fmla="*/ 26 w 417"/>
                <a:gd name="T5" fmla="*/ 143 h 425"/>
                <a:gd name="T6" fmla="*/ 43 w 417"/>
                <a:gd name="T7" fmla="*/ 119 h 425"/>
                <a:gd name="T8" fmla="*/ 62 w 417"/>
                <a:gd name="T9" fmla="*/ 96 h 425"/>
                <a:gd name="T10" fmla="*/ 80 w 417"/>
                <a:gd name="T11" fmla="*/ 71 h 425"/>
                <a:gd name="T12" fmla="*/ 98 w 417"/>
                <a:gd name="T13" fmla="*/ 49 h 425"/>
                <a:gd name="T14" fmla="*/ 113 w 417"/>
                <a:gd name="T15" fmla="*/ 29 h 425"/>
                <a:gd name="T16" fmla="*/ 125 w 417"/>
                <a:gd name="T17" fmla="*/ 13 h 425"/>
                <a:gd name="T18" fmla="*/ 148 w 417"/>
                <a:gd name="T19" fmla="*/ 3 h 425"/>
                <a:gd name="T20" fmla="*/ 171 w 417"/>
                <a:gd name="T21" fmla="*/ 0 h 425"/>
                <a:gd name="T22" fmla="*/ 191 w 417"/>
                <a:gd name="T23" fmla="*/ 2 h 425"/>
                <a:gd name="T24" fmla="*/ 205 w 417"/>
                <a:gd name="T25" fmla="*/ 10 h 425"/>
                <a:gd name="T26" fmla="*/ 208 w 417"/>
                <a:gd name="T27" fmla="*/ 24 h 425"/>
                <a:gd name="T28" fmla="*/ 200 w 417"/>
                <a:gd name="T29" fmla="*/ 44 h 425"/>
                <a:gd name="T30" fmla="*/ 177 w 417"/>
                <a:gd name="T31" fmla="*/ 69 h 425"/>
                <a:gd name="T32" fmla="*/ 136 w 417"/>
                <a:gd name="T33" fmla="*/ 100 h 425"/>
                <a:gd name="T34" fmla="*/ 120 w 417"/>
                <a:gd name="T35" fmla="*/ 114 h 425"/>
                <a:gd name="T36" fmla="*/ 104 w 417"/>
                <a:gd name="T37" fmla="*/ 128 h 425"/>
                <a:gd name="T38" fmla="*/ 88 w 417"/>
                <a:gd name="T39" fmla="*/ 141 h 425"/>
                <a:gd name="T40" fmla="*/ 72 w 417"/>
                <a:gd name="T41" fmla="*/ 156 h 425"/>
                <a:gd name="T42" fmla="*/ 56 w 417"/>
                <a:gd name="T43" fmla="*/ 169 h 425"/>
                <a:gd name="T44" fmla="*/ 40 w 417"/>
                <a:gd name="T45" fmla="*/ 184 h 425"/>
                <a:gd name="T46" fmla="*/ 24 w 417"/>
                <a:gd name="T47" fmla="*/ 198 h 425"/>
                <a:gd name="T48" fmla="*/ 9 w 417"/>
                <a:gd name="T49" fmla="*/ 212 h 425"/>
                <a:gd name="T50" fmla="*/ 7 w 417"/>
                <a:gd name="T51" fmla="*/ 208 h 425"/>
                <a:gd name="T52" fmla="*/ 6 w 417"/>
                <a:gd name="T53" fmla="*/ 203 h 425"/>
                <a:gd name="T54" fmla="*/ 4 w 417"/>
                <a:gd name="T55" fmla="*/ 199 h 425"/>
                <a:gd name="T56" fmla="*/ 4 w 417"/>
                <a:gd name="T57" fmla="*/ 195 h 425"/>
                <a:gd name="T58" fmla="*/ 2 w 417"/>
                <a:gd name="T59" fmla="*/ 191 h 425"/>
                <a:gd name="T60" fmla="*/ 2 w 417"/>
                <a:gd name="T61" fmla="*/ 186 h 425"/>
                <a:gd name="T62" fmla="*/ 0 w 417"/>
                <a:gd name="T63" fmla="*/ 182 h 425"/>
                <a:gd name="T64" fmla="*/ 0 w 417"/>
                <a:gd name="T65" fmla="*/ 178 h 4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7"/>
                <a:gd name="T100" fmla="*/ 0 h 425"/>
                <a:gd name="T101" fmla="*/ 417 w 417"/>
                <a:gd name="T102" fmla="*/ 425 h 4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7" h="425">
                  <a:moveTo>
                    <a:pt x="0" y="357"/>
                  </a:moveTo>
                  <a:lnTo>
                    <a:pt x="21" y="324"/>
                  </a:lnTo>
                  <a:lnTo>
                    <a:pt x="52" y="286"/>
                  </a:lnTo>
                  <a:lnTo>
                    <a:pt x="87" y="239"/>
                  </a:lnTo>
                  <a:lnTo>
                    <a:pt x="124" y="192"/>
                  </a:lnTo>
                  <a:lnTo>
                    <a:pt x="161" y="143"/>
                  </a:lnTo>
                  <a:lnTo>
                    <a:pt x="197" y="98"/>
                  </a:lnTo>
                  <a:lnTo>
                    <a:pt x="226" y="58"/>
                  </a:lnTo>
                  <a:lnTo>
                    <a:pt x="250" y="27"/>
                  </a:lnTo>
                  <a:lnTo>
                    <a:pt x="296" y="7"/>
                  </a:lnTo>
                  <a:lnTo>
                    <a:pt x="343" y="0"/>
                  </a:lnTo>
                  <a:lnTo>
                    <a:pt x="383" y="5"/>
                  </a:lnTo>
                  <a:lnTo>
                    <a:pt x="410" y="21"/>
                  </a:lnTo>
                  <a:lnTo>
                    <a:pt x="417" y="49"/>
                  </a:lnTo>
                  <a:lnTo>
                    <a:pt x="401" y="88"/>
                  </a:lnTo>
                  <a:lnTo>
                    <a:pt x="354" y="138"/>
                  </a:lnTo>
                  <a:lnTo>
                    <a:pt x="272" y="200"/>
                  </a:lnTo>
                  <a:lnTo>
                    <a:pt x="240" y="228"/>
                  </a:lnTo>
                  <a:lnTo>
                    <a:pt x="208" y="256"/>
                  </a:lnTo>
                  <a:lnTo>
                    <a:pt x="176" y="283"/>
                  </a:lnTo>
                  <a:lnTo>
                    <a:pt x="144" y="312"/>
                  </a:lnTo>
                  <a:lnTo>
                    <a:pt x="112" y="339"/>
                  </a:lnTo>
                  <a:lnTo>
                    <a:pt x="80" y="368"/>
                  </a:lnTo>
                  <a:lnTo>
                    <a:pt x="48" y="396"/>
                  </a:lnTo>
                  <a:lnTo>
                    <a:pt x="18" y="425"/>
                  </a:lnTo>
                  <a:lnTo>
                    <a:pt x="14" y="416"/>
                  </a:lnTo>
                  <a:lnTo>
                    <a:pt x="13" y="407"/>
                  </a:lnTo>
                  <a:lnTo>
                    <a:pt x="9" y="398"/>
                  </a:lnTo>
                  <a:lnTo>
                    <a:pt x="8" y="391"/>
                  </a:lnTo>
                  <a:lnTo>
                    <a:pt x="5" y="382"/>
                  </a:lnTo>
                  <a:lnTo>
                    <a:pt x="4" y="373"/>
                  </a:lnTo>
                  <a:lnTo>
                    <a:pt x="1" y="365"/>
                  </a:lnTo>
                  <a:lnTo>
                    <a:pt x="0" y="357"/>
                  </a:lnTo>
                  <a:close/>
                </a:path>
              </a:pathLst>
            </a:custGeom>
            <a:solidFill>
              <a:srgbClr val="FFCC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3" name="Freeform 63">
              <a:extLst>
                <a:ext uri="{FF2B5EF4-FFF2-40B4-BE49-F238E27FC236}">
                  <a16:creationId xmlns:a16="http://schemas.microsoft.com/office/drawing/2014/main" id="{CFC56D31-ED35-6E45-9B34-E42B7A5F2AF7}"/>
                </a:ext>
              </a:extLst>
            </p:cNvPr>
            <p:cNvSpPr>
              <a:spLocks/>
            </p:cNvSpPr>
            <p:nvPr/>
          </p:nvSpPr>
          <p:spPr bwMode="auto">
            <a:xfrm>
              <a:off x="4474" y="2978"/>
              <a:ext cx="192" cy="192"/>
            </a:xfrm>
            <a:custGeom>
              <a:avLst/>
              <a:gdLst>
                <a:gd name="T0" fmla="*/ 0 w 385"/>
                <a:gd name="T1" fmla="*/ 161 h 385"/>
                <a:gd name="T2" fmla="*/ 10 w 385"/>
                <a:gd name="T3" fmla="*/ 146 h 385"/>
                <a:gd name="T4" fmla="*/ 24 w 385"/>
                <a:gd name="T5" fmla="*/ 129 h 385"/>
                <a:gd name="T6" fmla="*/ 40 w 385"/>
                <a:gd name="T7" fmla="*/ 108 h 385"/>
                <a:gd name="T8" fmla="*/ 58 w 385"/>
                <a:gd name="T9" fmla="*/ 87 h 385"/>
                <a:gd name="T10" fmla="*/ 74 w 385"/>
                <a:gd name="T11" fmla="*/ 65 h 385"/>
                <a:gd name="T12" fmla="*/ 90 w 385"/>
                <a:gd name="T13" fmla="*/ 45 h 385"/>
                <a:gd name="T14" fmla="*/ 104 w 385"/>
                <a:gd name="T15" fmla="*/ 27 h 385"/>
                <a:gd name="T16" fmla="*/ 115 w 385"/>
                <a:gd name="T17" fmla="*/ 14 h 385"/>
                <a:gd name="T18" fmla="*/ 137 w 385"/>
                <a:gd name="T19" fmla="*/ 4 h 385"/>
                <a:gd name="T20" fmla="*/ 159 w 385"/>
                <a:gd name="T21" fmla="*/ 0 h 385"/>
                <a:gd name="T22" fmla="*/ 177 w 385"/>
                <a:gd name="T23" fmla="*/ 1 h 385"/>
                <a:gd name="T24" fmla="*/ 189 w 385"/>
                <a:gd name="T25" fmla="*/ 8 h 385"/>
                <a:gd name="T26" fmla="*/ 192 w 385"/>
                <a:gd name="T27" fmla="*/ 19 h 385"/>
                <a:gd name="T28" fmla="*/ 185 w 385"/>
                <a:gd name="T29" fmla="*/ 37 h 385"/>
                <a:gd name="T30" fmla="*/ 164 w 385"/>
                <a:gd name="T31" fmla="*/ 59 h 385"/>
                <a:gd name="T32" fmla="*/ 128 w 385"/>
                <a:gd name="T33" fmla="*/ 88 h 385"/>
                <a:gd name="T34" fmla="*/ 113 w 385"/>
                <a:gd name="T35" fmla="*/ 101 h 385"/>
                <a:gd name="T36" fmla="*/ 98 w 385"/>
                <a:gd name="T37" fmla="*/ 114 h 385"/>
                <a:gd name="T38" fmla="*/ 83 w 385"/>
                <a:gd name="T39" fmla="*/ 127 h 385"/>
                <a:gd name="T40" fmla="*/ 68 w 385"/>
                <a:gd name="T41" fmla="*/ 140 h 385"/>
                <a:gd name="T42" fmla="*/ 53 w 385"/>
                <a:gd name="T43" fmla="*/ 153 h 385"/>
                <a:gd name="T44" fmla="*/ 38 w 385"/>
                <a:gd name="T45" fmla="*/ 166 h 385"/>
                <a:gd name="T46" fmla="*/ 23 w 385"/>
                <a:gd name="T47" fmla="*/ 179 h 385"/>
                <a:gd name="T48" fmla="*/ 9 w 385"/>
                <a:gd name="T49" fmla="*/ 192 h 385"/>
                <a:gd name="T50" fmla="*/ 7 w 385"/>
                <a:gd name="T51" fmla="*/ 188 h 385"/>
                <a:gd name="T52" fmla="*/ 6 w 385"/>
                <a:gd name="T53" fmla="*/ 184 h 385"/>
                <a:gd name="T54" fmla="*/ 5 w 385"/>
                <a:gd name="T55" fmla="*/ 180 h 385"/>
                <a:gd name="T56" fmla="*/ 4 w 385"/>
                <a:gd name="T57" fmla="*/ 177 h 385"/>
                <a:gd name="T58" fmla="*/ 3 w 385"/>
                <a:gd name="T59" fmla="*/ 172 h 385"/>
                <a:gd name="T60" fmla="*/ 2 w 385"/>
                <a:gd name="T61" fmla="*/ 168 h 385"/>
                <a:gd name="T62" fmla="*/ 1 w 385"/>
                <a:gd name="T63" fmla="*/ 165 h 385"/>
                <a:gd name="T64" fmla="*/ 0 w 385"/>
                <a:gd name="T65" fmla="*/ 161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85"/>
                <a:gd name="T100" fmla="*/ 0 h 385"/>
                <a:gd name="T101" fmla="*/ 385 w 38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85" h="385">
                  <a:moveTo>
                    <a:pt x="0" y="322"/>
                  </a:moveTo>
                  <a:lnTo>
                    <a:pt x="20" y="293"/>
                  </a:lnTo>
                  <a:lnTo>
                    <a:pt x="48" y="258"/>
                  </a:lnTo>
                  <a:lnTo>
                    <a:pt x="81" y="217"/>
                  </a:lnTo>
                  <a:lnTo>
                    <a:pt x="116" y="174"/>
                  </a:lnTo>
                  <a:lnTo>
                    <a:pt x="148" y="131"/>
                  </a:lnTo>
                  <a:lnTo>
                    <a:pt x="181" y="90"/>
                  </a:lnTo>
                  <a:lnTo>
                    <a:pt x="209" y="55"/>
                  </a:lnTo>
                  <a:lnTo>
                    <a:pt x="231" y="28"/>
                  </a:lnTo>
                  <a:lnTo>
                    <a:pt x="275" y="8"/>
                  </a:lnTo>
                  <a:lnTo>
                    <a:pt x="318" y="0"/>
                  </a:lnTo>
                  <a:lnTo>
                    <a:pt x="354" y="3"/>
                  </a:lnTo>
                  <a:lnTo>
                    <a:pt x="379" y="17"/>
                  </a:lnTo>
                  <a:lnTo>
                    <a:pt x="385" y="39"/>
                  </a:lnTo>
                  <a:lnTo>
                    <a:pt x="370" y="74"/>
                  </a:lnTo>
                  <a:lnTo>
                    <a:pt x="329" y="119"/>
                  </a:lnTo>
                  <a:lnTo>
                    <a:pt x="256" y="177"/>
                  </a:lnTo>
                  <a:lnTo>
                    <a:pt x="226" y="202"/>
                  </a:lnTo>
                  <a:lnTo>
                    <a:pt x="196" y="228"/>
                  </a:lnTo>
                  <a:lnTo>
                    <a:pt x="166" y="255"/>
                  </a:lnTo>
                  <a:lnTo>
                    <a:pt x="136" y="281"/>
                  </a:lnTo>
                  <a:lnTo>
                    <a:pt x="106" y="306"/>
                  </a:lnTo>
                  <a:lnTo>
                    <a:pt x="77" y="332"/>
                  </a:lnTo>
                  <a:lnTo>
                    <a:pt x="47" y="359"/>
                  </a:lnTo>
                  <a:lnTo>
                    <a:pt x="18" y="385"/>
                  </a:lnTo>
                  <a:lnTo>
                    <a:pt x="15" y="376"/>
                  </a:lnTo>
                  <a:lnTo>
                    <a:pt x="13" y="369"/>
                  </a:lnTo>
                  <a:lnTo>
                    <a:pt x="10" y="361"/>
                  </a:lnTo>
                  <a:lnTo>
                    <a:pt x="9" y="354"/>
                  </a:lnTo>
                  <a:lnTo>
                    <a:pt x="7" y="345"/>
                  </a:lnTo>
                  <a:lnTo>
                    <a:pt x="4" y="337"/>
                  </a:lnTo>
                  <a:lnTo>
                    <a:pt x="2" y="330"/>
                  </a:lnTo>
                  <a:lnTo>
                    <a:pt x="0" y="322"/>
                  </a:lnTo>
                  <a:close/>
                </a:path>
              </a:pathLst>
            </a:custGeom>
            <a:solidFill>
              <a:srgbClr val="FCC7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4" name="Freeform 64">
              <a:extLst>
                <a:ext uri="{FF2B5EF4-FFF2-40B4-BE49-F238E27FC236}">
                  <a16:creationId xmlns:a16="http://schemas.microsoft.com/office/drawing/2014/main" id="{C8C83AF2-8A6F-034A-9401-35EDD535C8B1}"/>
                </a:ext>
              </a:extLst>
            </p:cNvPr>
            <p:cNvSpPr>
              <a:spLocks/>
            </p:cNvSpPr>
            <p:nvPr/>
          </p:nvSpPr>
          <p:spPr bwMode="auto">
            <a:xfrm>
              <a:off x="4476" y="2996"/>
              <a:ext cx="175" cy="174"/>
            </a:xfrm>
            <a:custGeom>
              <a:avLst/>
              <a:gdLst>
                <a:gd name="T0" fmla="*/ 0 w 350"/>
                <a:gd name="T1" fmla="*/ 144 h 347"/>
                <a:gd name="T2" fmla="*/ 10 w 350"/>
                <a:gd name="T3" fmla="*/ 131 h 347"/>
                <a:gd name="T4" fmla="*/ 22 w 350"/>
                <a:gd name="T5" fmla="*/ 115 h 347"/>
                <a:gd name="T6" fmla="*/ 37 w 350"/>
                <a:gd name="T7" fmla="*/ 97 h 347"/>
                <a:gd name="T8" fmla="*/ 52 w 350"/>
                <a:gd name="T9" fmla="*/ 79 h 347"/>
                <a:gd name="T10" fmla="*/ 67 w 350"/>
                <a:gd name="T11" fmla="*/ 60 h 347"/>
                <a:gd name="T12" fmla="*/ 82 w 350"/>
                <a:gd name="T13" fmla="*/ 43 h 347"/>
                <a:gd name="T14" fmla="*/ 94 w 350"/>
                <a:gd name="T15" fmla="*/ 26 h 347"/>
                <a:gd name="T16" fmla="*/ 104 w 350"/>
                <a:gd name="T17" fmla="*/ 14 h 347"/>
                <a:gd name="T18" fmla="*/ 124 w 350"/>
                <a:gd name="T19" fmla="*/ 4 h 347"/>
                <a:gd name="T20" fmla="*/ 145 w 350"/>
                <a:gd name="T21" fmla="*/ 0 h 347"/>
                <a:gd name="T22" fmla="*/ 161 w 350"/>
                <a:gd name="T23" fmla="*/ 0 h 347"/>
                <a:gd name="T24" fmla="*/ 172 w 350"/>
                <a:gd name="T25" fmla="*/ 6 h 347"/>
                <a:gd name="T26" fmla="*/ 175 w 350"/>
                <a:gd name="T27" fmla="*/ 15 h 347"/>
                <a:gd name="T28" fmla="*/ 170 w 350"/>
                <a:gd name="T29" fmla="*/ 30 h 347"/>
                <a:gd name="T30" fmla="*/ 151 w 350"/>
                <a:gd name="T31" fmla="*/ 50 h 347"/>
                <a:gd name="T32" fmla="*/ 118 w 350"/>
                <a:gd name="T33" fmla="*/ 75 h 347"/>
                <a:gd name="T34" fmla="*/ 103 w 350"/>
                <a:gd name="T35" fmla="*/ 86 h 347"/>
                <a:gd name="T36" fmla="*/ 90 w 350"/>
                <a:gd name="T37" fmla="*/ 99 h 347"/>
                <a:gd name="T38" fmla="*/ 76 w 350"/>
                <a:gd name="T39" fmla="*/ 111 h 347"/>
                <a:gd name="T40" fmla="*/ 63 w 350"/>
                <a:gd name="T41" fmla="*/ 123 h 347"/>
                <a:gd name="T42" fmla="*/ 48 w 350"/>
                <a:gd name="T43" fmla="*/ 135 h 347"/>
                <a:gd name="T44" fmla="*/ 35 w 350"/>
                <a:gd name="T45" fmla="*/ 149 h 347"/>
                <a:gd name="T46" fmla="*/ 21 w 350"/>
                <a:gd name="T47" fmla="*/ 160 h 347"/>
                <a:gd name="T48" fmla="*/ 7 w 350"/>
                <a:gd name="T49" fmla="*/ 174 h 347"/>
                <a:gd name="T50" fmla="*/ 6 w 350"/>
                <a:gd name="T51" fmla="*/ 170 h 347"/>
                <a:gd name="T52" fmla="*/ 5 w 350"/>
                <a:gd name="T53" fmla="*/ 166 h 347"/>
                <a:gd name="T54" fmla="*/ 5 w 350"/>
                <a:gd name="T55" fmla="*/ 162 h 347"/>
                <a:gd name="T56" fmla="*/ 4 w 350"/>
                <a:gd name="T57" fmla="*/ 159 h 347"/>
                <a:gd name="T58" fmla="*/ 3 w 350"/>
                <a:gd name="T59" fmla="*/ 155 h 347"/>
                <a:gd name="T60" fmla="*/ 2 w 350"/>
                <a:gd name="T61" fmla="*/ 151 h 347"/>
                <a:gd name="T62" fmla="*/ 1 w 350"/>
                <a:gd name="T63" fmla="*/ 147 h 347"/>
                <a:gd name="T64" fmla="*/ 0 w 350"/>
                <a:gd name="T65" fmla="*/ 144 h 3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0"/>
                <a:gd name="T100" fmla="*/ 0 h 347"/>
                <a:gd name="T101" fmla="*/ 350 w 350"/>
                <a:gd name="T102" fmla="*/ 347 h 3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0" h="347">
                  <a:moveTo>
                    <a:pt x="0" y="288"/>
                  </a:moveTo>
                  <a:lnTo>
                    <a:pt x="19" y="261"/>
                  </a:lnTo>
                  <a:lnTo>
                    <a:pt x="44" y="230"/>
                  </a:lnTo>
                  <a:lnTo>
                    <a:pt x="73" y="194"/>
                  </a:lnTo>
                  <a:lnTo>
                    <a:pt x="104" y="157"/>
                  </a:lnTo>
                  <a:lnTo>
                    <a:pt x="134" y="120"/>
                  </a:lnTo>
                  <a:lnTo>
                    <a:pt x="163" y="85"/>
                  </a:lnTo>
                  <a:lnTo>
                    <a:pt x="188" y="52"/>
                  </a:lnTo>
                  <a:lnTo>
                    <a:pt x="208" y="27"/>
                  </a:lnTo>
                  <a:lnTo>
                    <a:pt x="248" y="8"/>
                  </a:lnTo>
                  <a:lnTo>
                    <a:pt x="289" y="0"/>
                  </a:lnTo>
                  <a:lnTo>
                    <a:pt x="321" y="0"/>
                  </a:lnTo>
                  <a:lnTo>
                    <a:pt x="344" y="11"/>
                  </a:lnTo>
                  <a:lnTo>
                    <a:pt x="350" y="30"/>
                  </a:lnTo>
                  <a:lnTo>
                    <a:pt x="339" y="60"/>
                  </a:lnTo>
                  <a:lnTo>
                    <a:pt x="301" y="99"/>
                  </a:lnTo>
                  <a:lnTo>
                    <a:pt x="236" y="150"/>
                  </a:lnTo>
                  <a:lnTo>
                    <a:pt x="207" y="172"/>
                  </a:lnTo>
                  <a:lnTo>
                    <a:pt x="180" y="198"/>
                  </a:lnTo>
                  <a:lnTo>
                    <a:pt x="152" y="221"/>
                  </a:lnTo>
                  <a:lnTo>
                    <a:pt x="126" y="246"/>
                  </a:lnTo>
                  <a:lnTo>
                    <a:pt x="97" y="270"/>
                  </a:lnTo>
                  <a:lnTo>
                    <a:pt x="69" y="297"/>
                  </a:lnTo>
                  <a:lnTo>
                    <a:pt x="42" y="320"/>
                  </a:lnTo>
                  <a:lnTo>
                    <a:pt x="15" y="347"/>
                  </a:lnTo>
                  <a:lnTo>
                    <a:pt x="13" y="339"/>
                  </a:lnTo>
                  <a:lnTo>
                    <a:pt x="11" y="332"/>
                  </a:lnTo>
                  <a:lnTo>
                    <a:pt x="9" y="324"/>
                  </a:lnTo>
                  <a:lnTo>
                    <a:pt x="8" y="317"/>
                  </a:lnTo>
                  <a:lnTo>
                    <a:pt x="5" y="309"/>
                  </a:lnTo>
                  <a:lnTo>
                    <a:pt x="4" y="302"/>
                  </a:lnTo>
                  <a:lnTo>
                    <a:pt x="1" y="294"/>
                  </a:lnTo>
                  <a:lnTo>
                    <a:pt x="0" y="288"/>
                  </a:lnTo>
                  <a:close/>
                </a:path>
              </a:pathLst>
            </a:custGeom>
            <a:solidFill>
              <a:srgbClr val="FAC4B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5" name="Freeform 65">
              <a:extLst>
                <a:ext uri="{FF2B5EF4-FFF2-40B4-BE49-F238E27FC236}">
                  <a16:creationId xmlns:a16="http://schemas.microsoft.com/office/drawing/2014/main" id="{51D4DC2B-934B-A142-BF53-B3B3272323F3}"/>
                </a:ext>
              </a:extLst>
            </p:cNvPr>
            <p:cNvSpPr>
              <a:spLocks/>
            </p:cNvSpPr>
            <p:nvPr/>
          </p:nvSpPr>
          <p:spPr bwMode="auto">
            <a:xfrm>
              <a:off x="4477" y="3014"/>
              <a:ext cx="158" cy="155"/>
            </a:xfrm>
            <a:custGeom>
              <a:avLst/>
              <a:gdLst>
                <a:gd name="T0" fmla="*/ 0 w 315"/>
                <a:gd name="T1" fmla="*/ 127 h 309"/>
                <a:gd name="T2" fmla="*/ 8 w 315"/>
                <a:gd name="T3" fmla="*/ 115 h 309"/>
                <a:gd name="T4" fmla="*/ 20 w 315"/>
                <a:gd name="T5" fmla="*/ 101 h 309"/>
                <a:gd name="T6" fmla="*/ 32 w 315"/>
                <a:gd name="T7" fmla="*/ 86 h 309"/>
                <a:gd name="T8" fmla="*/ 47 w 315"/>
                <a:gd name="T9" fmla="*/ 70 h 309"/>
                <a:gd name="T10" fmla="*/ 60 w 315"/>
                <a:gd name="T11" fmla="*/ 54 h 309"/>
                <a:gd name="T12" fmla="*/ 72 w 315"/>
                <a:gd name="T13" fmla="*/ 39 h 309"/>
                <a:gd name="T14" fmla="*/ 84 w 315"/>
                <a:gd name="T15" fmla="*/ 25 h 309"/>
                <a:gd name="T16" fmla="*/ 93 w 315"/>
                <a:gd name="T17" fmla="*/ 14 h 309"/>
                <a:gd name="T18" fmla="*/ 111 w 315"/>
                <a:gd name="T19" fmla="*/ 5 h 309"/>
                <a:gd name="T20" fmla="*/ 129 w 315"/>
                <a:gd name="T21" fmla="*/ 1 h 309"/>
                <a:gd name="T22" fmla="*/ 144 w 315"/>
                <a:gd name="T23" fmla="*/ 0 h 309"/>
                <a:gd name="T24" fmla="*/ 154 w 315"/>
                <a:gd name="T25" fmla="*/ 4 h 309"/>
                <a:gd name="T26" fmla="*/ 158 w 315"/>
                <a:gd name="T27" fmla="*/ 11 h 309"/>
                <a:gd name="T28" fmla="*/ 153 w 315"/>
                <a:gd name="T29" fmla="*/ 24 h 309"/>
                <a:gd name="T30" fmla="*/ 136 w 315"/>
                <a:gd name="T31" fmla="*/ 40 h 309"/>
                <a:gd name="T32" fmla="*/ 109 w 315"/>
                <a:gd name="T33" fmla="*/ 63 h 309"/>
                <a:gd name="T34" fmla="*/ 96 w 315"/>
                <a:gd name="T35" fmla="*/ 74 h 309"/>
                <a:gd name="T36" fmla="*/ 82 w 315"/>
                <a:gd name="T37" fmla="*/ 85 h 309"/>
                <a:gd name="T38" fmla="*/ 70 w 315"/>
                <a:gd name="T39" fmla="*/ 97 h 309"/>
                <a:gd name="T40" fmla="*/ 58 w 315"/>
                <a:gd name="T41" fmla="*/ 108 h 309"/>
                <a:gd name="T42" fmla="*/ 45 w 315"/>
                <a:gd name="T43" fmla="*/ 120 h 309"/>
                <a:gd name="T44" fmla="*/ 32 w 315"/>
                <a:gd name="T45" fmla="*/ 131 h 309"/>
                <a:gd name="T46" fmla="*/ 20 w 315"/>
                <a:gd name="T47" fmla="*/ 143 h 309"/>
                <a:gd name="T48" fmla="*/ 7 w 315"/>
                <a:gd name="T49" fmla="*/ 155 h 309"/>
                <a:gd name="T50" fmla="*/ 6 w 315"/>
                <a:gd name="T51" fmla="*/ 151 h 309"/>
                <a:gd name="T52" fmla="*/ 5 w 315"/>
                <a:gd name="T53" fmla="*/ 147 h 309"/>
                <a:gd name="T54" fmla="*/ 3 w 315"/>
                <a:gd name="T55" fmla="*/ 144 h 309"/>
                <a:gd name="T56" fmla="*/ 3 w 315"/>
                <a:gd name="T57" fmla="*/ 140 h 309"/>
                <a:gd name="T58" fmla="*/ 1 w 315"/>
                <a:gd name="T59" fmla="*/ 134 h 309"/>
                <a:gd name="T60" fmla="*/ 0 w 315"/>
                <a:gd name="T61" fmla="*/ 127 h 3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5"/>
                <a:gd name="T94" fmla="*/ 0 h 309"/>
                <a:gd name="T95" fmla="*/ 315 w 315"/>
                <a:gd name="T96" fmla="*/ 309 h 3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5" h="309">
                  <a:moveTo>
                    <a:pt x="0" y="254"/>
                  </a:moveTo>
                  <a:lnTo>
                    <a:pt x="16" y="229"/>
                  </a:lnTo>
                  <a:lnTo>
                    <a:pt x="39" y="201"/>
                  </a:lnTo>
                  <a:lnTo>
                    <a:pt x="64" y="171"/>
                  </a:lnTo>
                  <a:lnTo>
                    <a:pt x="93" y="140"/>
                  </a:lnTo>
                  <a:lnTo>
                    <a:pt x="119" y="107"/>
                  </a:lnTo>
                  <a:lnTo>
                    <a:pt x="144" y="77"/>
                  </a:lnTo>
                  <a:lnTo>
                    <a:pt x="167" y="50"/>
                  </a:lnTo>
                  <a:lnTo>
                    <a:pt x="186" y="27"/>
                  </a:lnTo>
                  <a:lnTo>
                    <a:pt x="222" y="10"/>
                  </a:lnTo>
                  <a:lnTo>
                    <a:pt x="258" y="1"/>
                  </a:lnTo>
                  <a:lnTo>
                    <a:pt x="287" y="0"/>
                  </a:lnTo>
                  <a:lnTo>
                    <a:pt x="308" y="7"/>
                  </a:lnTo>
                  <a:lnTo>
                    <a:pt x="315" y="22"/>
                  </a:lnTo>
                  <a:lnTo>
                    <a:pt x="305" y="47"/>
                  </a:lnTo>
                  <a:lnTo>
                    <a:pt x="272" y="80"/>
                  </a:lnTo>
                  <a:lnTo>
                    <a:pt x="217" y="125"/>
                  </a:lnTo>
                  <a:lnTo>
                    <a:pt x="191" y="148"/>
                  </a:lnTo>
                  <a:lnTo>
                    <a:pt x="164" y="170"/>
                  </a:lnTo>
                  <a:lnTo>
                    <a:pt x="139" y="193"/>
                  </a:lnTo>
                  <a:lnTo>
                    <a:pt x="115" y="216"/>
                  </a:lnTo>
                  <a:lnTo>
                    <a:pt x="89" y="239"/>
                  </a:lnTo>
                  <a:lnTo>
                    <a:pt x="64" y="262"/>
                  </a:lnTo>
                  <a:lnTo>
                    <a:pt x="39" y="285"/>
                  </a:lnTo>
                  <a:lnTo>
                    <a:pt x="14" y="309"/>
                  </a:lnTo>
                  <a:lnTo>
                    <a:pt x="11" y="302"/>
                  </a:lnTo>
                  <a:lnTo>
                    <a:pt x="9" y="294"/>
                  </a:lnTo>
                  <a:lnTo>
                    <a:pt x="6" y="287"/>
                  </a:lnTo>
                  <a:lnTo>
                    <a:pt x="5" y="280"/>
                  </a:lnTo>
                  <a:lnTo>
                    <a:pt x="1" y="267"/>
                  </a:lnTo>
                  <a:lnTo>
                    <a:pt x="0" y="254"/>
                  </a:lnTo>
                  <a:close/>
                </a:path>
              </a:pathLst>
            </a:custGeom>
            <a:solidFill>
              <a:srgbClr val="F7C2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6" name="Freeform 66">
              <a:extLst>
                <a:ext uri="{FF2B5EF4-FFF2-40B4-BE49-F238E27FC236}">
                  <a16:creationId xmlns:a16="http://schemas.microsoft.com/office/drawing/2014/main" id="{DD4F9E7D-903F-DC4C-8455-59C02F94ECAA}"/>
                </a:ext>
              </a:extLst>
            </p:cNvPr>
            <p:cNvSpPr>
              <a:spLocks/>
            </p:cNvSpPr>
            <p:nvPr/>
          </p:nvSpPr>
          <p:spPr bwMode="auto">
            <a:xfrm>
              <a:off x="4478" y="3031"/>
              <a:ext cx="141" cy="136"/>
            </a:xfrm>
            <a:custGeom>
              <a:avLst/>
              <a:gdLst>
                <a:gd name="T0" fmla="*/ 0 w 282"/>
                <a:gd name="T1" fmla="*/ 112 h 272"/>
                <a:gd name="T2" fmla="*/ 7 w 282"/>
                <a:gd name="T3" fmla="*/ 100 h 272"/>
                <a:gd name="T4" fmla="*/ 18 w 282"/>
                <a:gd name="T5" fmla="*/ 88 h 272"/>
                <a:gd name="T6" fmla="*/ 28 w 282"/>
                <a:gd name="T7" fmla="*/ 75 h 272"/>
                <a:gd name="T8" fmla="*/ 41 w 282"/>
                <a:gd name="T9" fmla="*/ 63 h 272"/>
                <a:gd name="T10" fmla="*/ 53 w 282"/>
                <a:gd name="T11" fmla="*/ 49 h 272"/>
                <a:gd name="T12" fmla="*/ 64 w 282"/>
                <a:gd name="T13" fmla="*/ 37 h 272"/>
                <a:gd name="T14" fmla="*/ 74 w 282"/>
                <a:gd name="T15" fmla="*/ 25 h 272"/>
                <a:gd name="T16" fmla="*/ 83 w 282"/>
                <a:gd name="T17" fmla="*/ 15 h 272"/>
                <a:gd name="T18" fmla="*/ 100 w 282"/>
                <a:gd name="T19" fmla="*/ 7 h 272"/>
                <a:gd name="T20" fmla="*/ 116 w 282"/>
                <a:gd name="T21" fmla="*/ 2 h 272"/>
                <a:gd name="T22" fmla="*/ 130 w 282"/>
                <a:gd name="T23" fmla="*/ 0 h 272"/>
                <a:gd name="T24" fmla="*/ 139 w 282"/>
                <a:gd name="T25" fmla="*/ 2 h 272"/>
                <a:gd name="T26" fmla="*/ 141 w 282"/>
                <a:gd name="T27" fmla="*/ 9 h 272"/>
                <a:gd name="T28" fmla="*/ 138 w 282"/>
                <a:gd name="T29" fmla="*/ 18 h 272"/>
                <a:gd name="T30" fmla="*/ 123 w 282"/>
                <a:gd name="T31" fmla="*/ 31 h 272"/>
                <a:gd name="T32" fmla="*/ 100 w 282"/>
                <a:gd name="T33" fmla="*/ 51 h 272"/>
                <a:gd name="T34" fmla="*/ 88 w 282"/>
                <a:gd name="T35" fmla="*/ 61 h 272"/>
                <a:gd name="T36" fmla="*/ 76 w 282"/>
                <a:gd name="T37" fmla="*/ 71 h 272"/>
                <a:gd name="T38" fmla="*/ 65 w 282"/>
                <a:gd name="T39" fmla="*/ 82 h 272"/>
                <a:gd name="T40" fmla="*/ 53 w 282"/>
                <a:gd name="T41" fmla="*/ 93 h 272"/>
                <a:gd name="T42" fmla="*/ 41 w 282"/>
                <a:gd name="T43" fmla="*/ 104 h 272"/>
                <a:gd name="T44" fmla="*/ 30 w 282"/>
                <a:gd name="T45" fmla="*/ 115 h 272"/>
                <a:gd name="T46" fmla="*/ 18 w 282"/>
                <a:gd name="T47" fmla="*/ 125 h 272"/>
                <a:gd name="T48" fmla="*/ 7 w 282"/>
                <a:gd name="T49" fmla="*/ 136 h 272"/>
                <a:gd name="T50" fmla="*/ 5 w 282"/>
                <a:gd name="T51" fmla="*/ 130 h 272"/>
                <a:gd name="T52" fmla="*/ 3 w 282"/>
                <a:gd name="T53" fmla="*/ 123 h 272"/>
                <a:gd name="T54" fmla="*/ 1 w 282"/>
                <a:gd name="T55" fmla="*/ 117 h 272"/>
                <a:gd name="T56" fmla="*/ 0 w 282"/>
                <a:gd name="T57" fmla="*/ 112 h 2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82"/>
                <a:gd name="T88" fmla="*/ 0 h 272"/>
                <a:gd name="T89" fmla="*/ 282 w 282"/>
                <a:gd name="T90" fmla="*/ 272 h 2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82" h="272">
                  <a:moveTo>
                    <a:pt x="0" y="224"/>
                  </a:moveTo>
                  <a:lnTo>
                    <a:pt x="15" y="201"/>
                  </a:lnTo>
                  <a:lnTo>
                    <a:pt x="35" y="177"/>
                  </a:lnTo>
                  <a:lnTo>
                    <a:pt x="57" y="151"/>
                  </a:lnTo>
                  <a:lnTo>
                    <a:pt x="82" y="126"/>
                  </a:lnTo>
                  <a:lnTo>
                    <a:pt x="106" y="99"/>
                  </a:lnTo>
                  <a:lnTo>
                    <a:pt x="128" y="74"/>
                  </a:lnTo>
                  <a:lnTo>
                    <a:pt x="148" y="51"/>
                  </a:lnTo>
                  <a:lnTo>
                    <a:pt x="166" y="31"/>
                  </a:lnTo>
                  <a:lnTo>
                    <a:pt x="200" y="14"/>
                  </a:lnTo>
                  <a:lnTo>
                    <a:pt x="232" y="4"/>
                  </a:lnTo>
                  <a:lnTo>
                    <a:pt x="259" y="0"/>
                  </a:lnTo>
                  <a:lnTo>
                    <a:pt x="277" y="5"/>
                  </a:lnTo>
                  <a:lnTo>
                    <a:pt x="282" y="17"/>
                  </a:lnTo>
                  <a:lnTo>
                    <a:pt x="275" y="36"/>
                  </a:lnTo>
                  <a:lnTo>
                    <a:pt x="247" y="63"/>
                  </a:lnTo>
                  <a:lnTo>
                    <a:pt x="201" y="102"/>
                  </a:lnTo>
                  <a:lnTo>
                    <a:pt x="176" y="122"/>
                  </a:lnTo>
                  <a:lnTo>
                    <a:pt x="153" y="143"/>
                  </a:lnTo>
                  <a:lnTo>
                    <a:pt x="129" y="165"/>
                  </a:lnTo>
                  <a:lnTo>
                    <a:pt x="107" y="187"/>
                  </a:lnTo>
                  <a:lnTo>
                    <a:pt x="83" y="209"/>
                  </a:lnTo>
                  <a:lnTo>
                    <a:pt x="60" y="230"/>
                  </a:lnTo>
                  <a:lnTo>
                    <a:pt x="37" y="251"/>
                  </a:lnTo>
                  <a:lnTo>
                    <a:pt x="14" y="272"/>
                  </a:lnTo>
                  <a:lnTo>
                    <a:pt x="10" y="260"/>
                  </a:lnTo>
                  <a:lnTo>
                    <a:pt x="6" y="247"/>
                  </a:lnTo>
                  <a:lnTo>
                    <a:pt x="3" y="235"/>
                  </a:lnTo>
                  <a:lnTo>
                    <a:pt x="0" y="224"/>
                  </a:lnTo>
                  <a:close/>
                </a:path>
              </a:pathLst>
            </a:custGeom>
            <a:solidFill>
              <a:srgbClr val="F5BDB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7" name="Freeform 67">
              <a:extLst>
                <a:ext uri="{FF2B5EF4-FFF2-40B4-BE49-F238E27FC236}">
                  <a16:creationId xmlns:a16="http://schemas.microsoft.com/office/drawing/2014/main" id="{ACFBCF19-A2DE-494C-A7D9-C55C71EF2DF1}"/>
                </a:ext>
              </a:extLst>
            </p:cNvPr>
            <p:cNvSpPr>
              <a:spLocks/>
            </p:cNvSpPr>
            <p:nvPr/>
          </p:nvSpPr>
          <p:spPr bwMode="auto">
            <a:xfrm>
              <a:off x="4480" y="3047"/>
              <a:ext cx="124" cy="119"/>
            </a:xfrm>
            <a:custGeom>
              <a:avLst/>
              <a:gdLst>
                <a:gd name="T0" fmla="*/ 0 w 248"/>
                <a:gd name="T1" fmla="*/ 96 h 238"/>
                <a:gd name="T2" fmla="*/ 7 w 248"/>
                <a:gd name="T3" fmla="*/ 86 h 238"/>
                <a:gd name="T4" fmla="*/ 15 w 248"/>
                <a:gd name="T5" fmla="*/ 76 h 238"/>
                <a:gd name="T6" fmla="*/ 25 w 248"/>
                <a:gd name="T7" fmla="*/ 66 h 238"/>
                <a:gd name="T8" fmla="*/ 35 w 248"/>
                <a:gd name="T9" fmla="*/ 56 h 238"/>
                <a:gd name="T10" fmla="*/ 45 w 248"/>
                <a:gd name="T11" fmla="*/ 45 h 238"/>
                <a:gd name="T12" fmla="*/ 55 w 248"/>
                <a:gd name="T13" fmla="*/ 35 h 238"/>
                <a:gd name="T14" fmla="*/ 64 w 248"/>
                <a:gd name="T15" fmla="*/ 25 h 238"/>
                <a:gd name="T16" fmla="*/ 72 w 248"/>
                <a:gd name="T17" fmla="*/ 17 h 238"/>
                <a:gd name="T18" fmla="*/ 87 w 248"/>
                <a:gd name="T19" fmla="*/ 8 h 238"/>
                <a:gd name="T20" fmla="*/ 102 w 248"/>
                <a:gd name="T21" fmla="*/ 3 h 238"/>
                <a:gd name="T22" fmla="*/ 114 w 248"/>
                <a:gd name="T23" fmla="*/ 0 h 238"/>
                <a:gd name="T24" fmla="*/ 122 w 248"/>
                <a:gd name="T25" fmla="*/ 2 h 238"/>
                <a:gd name="T26" fmla="*/ 124 w 248"/>
                <a:gd name="T27" fmla="*/ 5 h 238"/>
                <a:gd name="T28" fmla="*/ 121 w 248"/>
                <a:gd name="T29" fmla="*/ 12 h 238"/>
                <a:gd name="T30" fmla="*/ 110 w 248"/>
                <a:gd name="T31" fmla="*/ 24 h 238"/>
                <a:gd name="T32" fmla="*/ 91 w 248"/>
                <a:gd name="T33" fmla="*/ 40 h 238"/>
                <a:gd name="T34" fmla="*/ 79 w 248"/>
                <a:gd name="T35" fmla="*/ 50 h 238"/>
                <a:gd name="T36" fmla="*/ 69 w 248"/>
                <a:gd name="T37" fmla="*/ 59 h 238"/>
                <a:gd name="T38" fmla="*/ 58 w 248"/>
                <a:gd name="T39" fmla="*/ 69 h 238"/>
                <a:gd name="T40" fmla="*/ 48 w 248"/>
                <a:gd name="T41" fmla="*/ 80 h 238"/>
                <a:gd name="T42" fmla="*/ 37 w 248"/>
                <a:gd name="T43" fmla="*/ 89 h 238"/>
                <a:gd name="T44" fmla="*/ 27 w 248"/>
                <a:gd name="T45" fmla="*/ 99 h 238"/>
                <a:gd name="T46" fmla="*/ 16 w 248"/>
                <a:gd name="T47" fmla="*/ 109 h 238"/>
                <a:gd name="T48" fmla="*/ 5 w 248"/>
                <a:gd name="T49" fmla="*/ 119 h 238"/>
                <a:gd name="T50" fmla="*/ 3 w 248"/>
                <a:gd name="T51" fmla="*/ 113 h 238"/>
                <a:gd name="T52" fmla="*/ 3 w 248"/>
                <a:gd name="T53" fmla="*/ 107 h 238"/>
                <a:gd name="T54" fmla="*/ 1 w 248"/>
                <a:gd name="T55" fmla="*/ 102 h 238"/>
                <a:gd name="T56" fmla="*/ 0 w 248"/>
                <a:gd name="T57" fmla="*/ 96 h 23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8"/>
                <a:gd name="T88" fmla="*/ 0 h 238"/>
                <a:gd name="T89" fmla="*/ 248 w 248"/>
                <a:gd name="T90" fmla="*/ 238 h 23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8" h="238">
                  <a:moveTo>
                    <a:pt x="0" y="192"/>
                  </a:moveTo>
                  <a:lnTo>
                    <a:pt x="13" y="172"/>
                  </a:lnTo>
                  <a:lnTo>
                    <a:pt x="30" y="152"/>
                  </a:lnTo>
                  <a:lnTo>
                    <a:pt x="49" y="132"/>
                  </a:lnTo>
                  <a:lnTo>
                    <a:pt x="70" y="112"/>
                  </a:lnTo>
                  <a:lnTo>
                    <a:pt x="90" y="90"/>
                  </a:lnTo>
                  <a:lnTo>
                    <a:pt x="110" y="70"/>
                  </a:lnTo>
                  <a:lnTo>
                    <a:pt x="128" y="50"/>
                  </a:lnTo>
                  <a:lnTo>
                    <a:pt x="143" y="33"/>
                  </a:lnTo>
                  <a:lnTo>
                    <a:pt x="174" y="16"/>
                  </a:lnTo>
                  <a:lnTo>
                    <a:pt x="203" y="6"/>
                  </a:lnTo>
                  <a:lnTo>
                    <a:pt x="227" y="0"/>
                  </a:lnTo>
                  <a:lnTo>
                    <a:pt x="243" y="3"/>
                  </a:lnTo>
                  <a:lnTo>
                    <a:pt x="248" y="9"/>
                  </a:lnTo>
                  <a:lnTo>
                    <a:pt x="242" y="24"/>
                  </a:lnTo>
                  <a:lnTo>
                    <a:pt x="219" y="48"/>
                  </a:lnTo>
                  <a:lnTo>
                    <a:pt x="181" y="80"/>
                  </a:lnTo>
                  <a:lnTo>
                    <a:pt x="158" y="99"/>
                  </a:lnTo>
                  <a:lnTo>
                    <a:pt x="137" y="118"/>
                  </a:lnTo>
                  <a:lnTo>
                    <a:pt x="115" y="138"/>
                  </a:lnTo>
                  <a:lnTo>
                    <a:pt x="95" y="159"/>
                  </a:lnTo>
                  <a:lnTo>
                    <a:pt x="74" y="178"/>
                  </a:lnTo>
                  <a:lnTo>
                    <a:pt x="53" y="198"/>
                  </a:lnTo>
                  <a:lnTo>
                    <a:pt x="31" y="218"/>
                  </a:lnTo>
                  <a:lnTo>
                    <a:pt x="10" y="238"/>
                  </a:lnTo>
                  <a:lnTo>
                    <a:pt x="6" y="226"/>
                  </a:lnTo>
                  <a:lnTo>
                    <a:pt x="5" y="214"/>
                  </a:lnTo>
                  <a:lnTo>
                    <a:pt x="1" y="203"/>
                  </a:lnTo>
                  <a:lnTo>
                    <a:pt x="0" y="192"/>
                  </a:lnTo>
                  <a:close/>
                </a:path>
              </a:pathLst>
            </a:custGeom>
            <a:solidFill>
              <a:srgbClr val="F2BAA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8" name="Freeform 68">
              <a:extLst>
                <a:ext uri="{FF2B5EF4-FFF2-40B4-BE49-F238E27FC236}">
                  <a16:creationId xmlns:a16="http://schemas.microsoft.com/office/drawing/2014/main" id="{49B5E0CC-B93C-1A48-B795-148769763AB7}"/>
                </a:ext>
              </a:extLst>
            </p:cNvPr>
            <p:cNvSpPr>
              <a:spLocks/>
            </p:cNvSpPr>
            <p:nvPr/>
          </p:nvSpPr>
          <p:spPr bwMode="auto">
            <a:xfrm>
              <a:off x="4481" y="3064"/>
              <a:ext cx="107" cy="100"/>
            </a:xfrm>
            <a:custGeom>
              <a:avLst/>
              <a:gdLst>
                <a:gd name="T0" fmla="*/ 0 w 215"/>
                <a:gd name="T1" fmla="*/ 80 h 200"/>
                <a:gd name="T2" fmla="*/ 6 w 215"/>
                <a:gd name="T3" fmla="*/ 72 h 200"/>
                <a:gd name="T4" fmla="*/ 13 w 215"/>
                <a:gd name="T5" fmla="*/ 64 h 200"/>
                <a:gd name="T6" fmla="*/ 21 w 215"/>
                <a:gd name="T7" fmla="*/ 55 h 200"/>
                <a:gd name="T8" fmla="*/ 31 w 215"/>
                <a:gd name="T9" fmla="*/ 48 h 200"/>
                <a:gd name="T10" fmla="*/ 39 w 215"/>
                <a:gd name="T11" fmla="*/ 40 h 200"/>
                <a:gd name="T12" fmla="*/ 47 w 215"/>
                <a:gd name="T13" fmla="*/ 33 h 200"/>
                <a:gd name="T14" fmla="*/ 54 w 215"/>
                <a:gd name="T15" fmla="*/ 25 h 200"/>
                <a:gd name="T16" fmla="*/ 61 w 215"/>
                <a:gd name="T17" fmla="*/ 18 h 200"/>
                <a:gd name="T18" fmla="*/ 75 w 215"/>
                <a:gd name="T19" fmla="*/ 10 h 200"/>
                <a:gd name="T20" fmla="*/ 88 w 215"/>
                <a:gd name="T21" fmla="*/ 5 h 200"/>
                <a:gd name="T22" fmla="*/ 98 w 215"/>
                <a:gd name="T23" fmla="*/ 1 h 200"/>
                <a:gd name="T24" fmla="*/ 105 w 215"/>
                <a:gd name="T25" fmla="*/ 0 h 200"/>
                <a:gd name="T26" fmla="*/ 107 w 215"/>
                <a:gd name="T27" fmla="*/ 1 h 200"/>
                <a:gd name="T28" fmla="*/ 105 w 215"/>
                <a:gd name="T29" fmla="*/ 6 h 200"/>
                <a:gd name="T30" fmla="*/ 96 w 215"/>
                <a:gd name="T31" fmla="*/ 15 h 200"/>
                <a:gd name="T32" fmla="*/ 82 w 215"/>
                <a:gd name="T33" fmla="*/ 28 h 200"/>
                <a:gd name="T34" fmla="*/ 71 w 215"/>
                <a:gd name="T35" fmla="*/ 37 h 200"/>
                <a:gd name="T36" fmla="*/ 62 w 215"/>
                <a:gd name="T37" fmla="*/ 46 h 200"/>
                <a:gd name="T38" fmla="*/ 53 w 215"/>
                <a:gd name="T39" fmla="*/ 54 h 200"/>
                <a:gd name="T40" fmla="*/ 43 w 215"/>
                <a:gd name="T41" fmla="*/ 64 h 200"/>
                <a:gd name="T42" fmla="*/ 34 w 215"/>
                <a:gd name="T43" fmla="*/ 73 h 200"/>
                <a:gd name="T44" fmla="*/ 24 w 215"/>
                <a:gd name="T45" fmla="*/ 82 h 200"/>
                <a:gd name="T46" fmla="*/ 14 w 215"/>
                <a:gd name="T47" fmla="*/ 91 h 200"/>
                <a:gd name="T48" fmla="*/ 5 w 215"/>
                <a:gd name="T49" fmla="*/ 100 h 200"/>
                <a:gd name="T50" fmla="*/ 4 w 215"/>
                <a:gd name="T51" fmla="*/ 95 h 200"/>
                <a:gd name="T52" fmla="*/ 2 w 215"/>
                <a:gd name="T53" fmla="*/ 90 h 200"/>
                <a:gd name="T54" fmla="*/ 1 w 215"/>
                <a:gd name="T55" fmla="*/ 85 h 200"/>
                <a:gd name="T56" fmla="*/ 0 w 215"/>
                <a:gd name="T57" fmla="*/ 80 h 2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15"/>
                <a:gd name="T88" fmla="*/ 0 h 200"/>
                <a:gd name="T89" fmla="*/ 215 w 215"/>
                <a:gd name="T90" fmla="*/ 200 h 2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15" h="200">
                  <a:moveTo>
                    <a:pt x="0" y="159"/>
                  </a:moveTo>
                  <a:lnTo>
                    <a:pt x="12" y="143"/>
                  </a:lnTo>
                  <a:lnTo>
                    <a:pt x="27" y="128"/>
                  </a:lnTo>
                  <a:lnTo>
                    <a:pt x="43" y="111"/>
                  </a:lnTo>
                  <a:lnTo>
                    <a:pt x="62" y="96"/>
                  </a:lnTo>
                  <a:lnTo>
                    <a:pt x="78" y="80"/>
                  </a:lnTo>
                  <a:lnTo>
                    <a:pt x="94" y="65"/>
                  </a:lnTo>
                  <a:lnTo>
                    <a:pt x="108" y="50"/>
                  </a:lnTo>
                  <a:lnTo>
                    <a:pt x="123" y="35"/>
                  </a:lnTo>
                  <a:lnTo>
                    <a:pt x="151" y="20"/>
                  </a:lnTo>
                  <a:lnTo>
                    <a:pt x="176" y="9"/>
                  </a:lnTo>
                  <a:lnTo>
                    <a:pt x="196" y="1"/>
                  </a:lnTo>
                  <a:lnTo>
                    <a:pt x="211" y="0"/>
                  </a:lnTo>
                  <a:lnTo>
                    <a:pt x="215" y="2"/>
                  </a:lnTo>
                  <a:lnTo>
                    <a:pt x="211" y="12"/>
                  </a:lnTo>
                  <a:lnTo>
                    <a:pt x="193" y="30"/>
                  </a:lnTo>
                  <a:lnTo>
                    <a:pt x="165" y="56"/>
                  </a:lnTo>
                  <a:lnTo>
                    <a:pt x="143" y="73"/>
                  </a:lnTo>
                  <a:lnTo>
                    <a:pt x="124" y="91"/>
                  </a:lnTo>
                  <a:lnTo>
                    <a:pt x="106" y="109"/>
                  </a:lnTo>
                  <a:lnTo>
                    <a:pt x="87" y="128"/>
                  </a:lnTo>
                  <a:lnTo>
                    <a:pt x="68" y="145"/>
                  </a:lnTo>
                  <a:lnTo>
                    <a:pt x="49" y="164"/>
                  </a:lnTo>
                  <a:lnTo>
                    <a:pt x="29" y="182"/>
                  </a:lnTo>
                  <a:lnTo>
                    <a:pt x="10" y="200"/>
                  </a:lnTo>
                  <a:lnTo>
                    <a:pt x="8" y="189"/>
                  </a:lnTo>
                  <a:lnTo>
                    <a:pt x="5" y="179"/>
                  </a:lnTo>
                  <a:lnTo>
                    <a:pt x="3" y="169"/>
                  </a:lnTo>
                  <a:lnTo>
                    <a:pt x="0" y="159"/>
                  </a:lnTo>
                  <a:close/>
                </a:path>
              </a:pathLst>
            </a:custGeom>
            <a:solidFill>
              <a:srgbClr val="F0B8A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9" name="Freeform 69">
              <a:extLst>
                <a:ext uri="{FF2B5EF4-FFF2-40B4-BE49-F238E27FC236}">
                  <a16:creationId xmlns:a16="http://schemas.microsoft.com/office/drawing/2014/main" id="{85327298-11D7-D242-9204-8DA1D7DE6E65}"/>
                </a:ext>
              </a:extLst>
            </p:cNvPr>
            <p:cNvSpPr>
              <a:spLocks/>
            </p:cNvSpPr>
            <p:nvPr/>
          </p:nvSpPr>
          <p:spPr bwMode="auto">
            <a:xfrm>
              <a:off x="4482" y="3078"/>
              <a:ext cx="91" cy="86"/>
            </a:xfrm>
            <a:custGeom>
              <a:avLst/>
              <a:gdLst>
                <a:gd name="T0" fmla="*/ 0 w 181"/>
                <a:gd name="T1" fmla="*/ 67 h 170"/>
                <a:gd name="T2" fmla="*/ 5 w 181"/>
                <a:gd name="T3" fmla="*/ 60 h 170"/>
                <a:gd name="T4" fmla="*/ 12 w 181"/>
                <a:gd name="T5" fmla="*/ 54 h 170"/>
                <a:gd name="T6" fmla="*/ 18 w 181"/>
                <a:gd name="T7" fmla="*/ 48 h 170"/>
                <a:gd name="T8" fmla="*/ 25 w 181"/>
                <a:gd name="T9" fmla="*/ 44 h 170"/>
                <a:gd name="T10" fmla="*/ 32 w 181"/>
                <a:gd name="T11" fmla="*/ 38 h 170"/>
                <a:gd name="T12" fmla="*/ 38 w 181"/>
                <a:gd name="T13" fmla="*/ 33 h 170"/>
                <a:gd name="T14" fmla="*/ 44 w 181"/>
                <a:gd name="T15" fmla="*/ 26 h 170"/>
                <a:gd name="T16" fmla="*/ 50 w 181"/>
                <a:gd name="T17" fmla="*/ 21 h 170"/>
                <a:gd name="T18" fmla="*/ 62 w 181"/>
                <a:gd name="T19" fmla="*/ 13 h 170"/>
                <a:gd name="T20" fmla="*/ 74 w 181"/>
                <a:gd name="T21" fmla="*/ 8 h 170"/>
                <a:gd name="T22" fmla="*/ 82 w 181"/>
                <a:gd name="T23" fmla="*/ 3 h 170"/>
                <a:gd name="T24" fmla="*/ 89 w 181"/>
                <a:gd name="T25" fmla="*/ 1 h 170"/>
                <a:gd name="T26" fmla="*/ 91 w 181"/>
                <a:gd name="T27" fmla="*/ 0 h 170"/>
                <a:gd name="T28" fmla="*/ 89 w 181"/>
                <a:gd name="T29" fmla="*/ 3 h 170"/>
                <a:gd name="T30" fmla="*/ 83 w 181"/>
                <a:gd name="T31" fmla="*/ 9 h 170"/>
                <a:gd name="T32" fmla="*/ 72 w 181"/>
                <a:gd name="T33" fmla="*/ 19 h 170"/>
                <a:gd name="T34" fmla="*/ 63 w 181"/>
                <a:gd name="T35" fmla="*/ 26 h 170"/>
                <a:gd name="T36" fmla="*/ 55 w 181"/>
                <a:gd name="T37" fmla="*/ 35 h 170"/>
                <a:gd name="T38" fmla="*/ 47 w 181"/>
                <a:gd name="T39" fmla="*/ 43 h 170"/>
                <a:gd name="T40" fmla="*/ 38 w 181"/>
                <a:gd name="T41" fmla="*/ 52 h 170"/>
                <a:gd name="T42" fmla="*/ 30 w 181"/>
                <a:gd name="T43" fmla="*/ 60 h 170"/>
                <a:gd name="T44" fmla="*/ 22 w 181"/>
                <a:gd name="T45" fmla="*/ 69 h 170"/>
                <a:gd name="T46" fmla="*/ 13 w 181"/>
                <a:gd name="T47" fmla="*/ 77 h 170"/>
                <a:gd name="T48" fmla="*/ 5 w 181"/>
                <a:gd name="T49" fmla="*/ 86 h 170"/>
                <a:gd name="T50" fmla="*/ 3 w 181"/>
                <a:gd name="T51" fmla="*/ 81 h 170"/>
                <a:gd name="T52" fmla="*/ 2 w 181"/>
                <a:gd name="T53" fmla="*/ 76 h 170"/>
                <a:gd name="T54" fmla="*/ 1 w 181"/>
                <a:gd name="T55" fmla="*/ 71 h 170"/>
                <a:gd name="T56" fmla="*/ 0 w 181"/>
                <a:gd name="T57" fmla="*/ 67 h 1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1"/>
                <a:gd name="T88" fmla="*/ 0 h 170"/>
                <a:gd name="T89" fmla="*/ 181 w 181"/>
                <a:gd name="T90" fmla="*/ 170 h 17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1" h="170">
                  <a:moveTo>
                    <a:pt x="0" y="133"/>
                  </a:moveTo>
                  <a:lnTo>
                    <a:pt x="10" y="118"/>
                  </a:lnTo>
                  <a:lnTo>
                    <a:pt x="23" y="106"/>
                  </a:lnTo>
                  <a:lnTo>
                    <a:pt x="35" y="95"/>
                  </a:lnTo>
                  <a:lnTo>
                    <a:pt x="50" y="86"/>
                  </a:lnTo>
                  <a:lnTo>
                    <a:pt x="63" y="75"/>
                  </a:lnTo>
                  <a:lnTo>
                    <a:pt x="76" y="65"/>
                  </a:lnTo>
                  <a:lnTo>
                    <a:pt x="88" y="52"/>
                  </a:lnTo>
                  <a:lnTo>
                    <a:pt x="100" y="41"/>
                  </a:lnTo>
                  <a:lnTo>
                    <a:pt x="124" y="26"/>
                  </a:lnTo>
                  <a:lnTo>
                    <a:pt x="147" y="15"/>
                  </a:lnTo>
                  <a:lnTo>
                    <a:pt x="163" y="6"/>
                  </a:lnTo>
                  <a:lnTo>
                    <a:pt x="177" y="1"/>
                  </a:lnTo>
                  <a:lnTo>
                    <a:pt x="181" y="0"/>
                  </a:lnTo>
                  <a:lnTo>
                    <a:pt x="178" y="6"/>
                  </a:lnTo>
                  <a:lnTo>
                    <a:pt x="166" y="17"/>
                  </a:lnTo>
                  <a:lnTo>
                    <a:pt x="144" y="37"/>
                  </a:lnTo>
                  <a:lnTo>
                    <a:pt x="125" y="52"/>
                  </a:lnTo>
                  <a:lnTo>
                    <a:pt x="109" y="69"/>
                  </a:lnTo>
                  <a:lnTo>
                    <a:pt x="93" y="85"/>
                  </a:lnTo>
                  <a:lnTo>
                    <a:pt x="76" y="102"/>
                  </a:lnTo>
                  <a:lnTo>
                    <a:pt x="60" y="119"/>
                  </a:lnTo>
                  <a:lnTo>
                    <a:pt x="44" y="136"/>
                  </a:lnTo>
                  <a:lnTo>
                    <a:pt x="26" y="153"/>
                  </a:lnTo>
                  <a:lnTo>
                    <a:pt x="9" y="170"/>
                  </a:lnTo>
                  <a:lnTo>
                    <a:pt x="5" y="160"/>
                  </a:lnTo>
                  <a:lnTo>
                    <a:pt x="4" y="150"/>
                  </a:lnTo>
                  <a:lnTo>
                    <a:pt x="1" y="140"/>
                  </a:lnTo>
                  <a:lnTo>
                    <a:pt x="0" y="133"/>
                  </a:lnTo>
                  <a:close/>
                </a:path>
              </a:pathLst>
            </a:custGeom>
            <a:solidFill>
              <a:srgbClr val="EDB5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0" name="Freeform 70">
              <a:extLst>
                <a:ext uri="{FF2B5EF4-FFF2-40B4-BE49-F238E27FC236}">
                  <a16:creationId xmlns:a16="http://schemas.microsoft.com/office/drawing/2014/main" id="{37E0CB0C-FC3C-6F4A-98CB-FDD8106D0BFC}"/>
                </a:ext>
              </a:extLst>
            </p:cNvPr>
            <p:cNvSpPr>
              <a:spLocks/>
            </p:cNvSpPr>
            <p:nvPr/>
          </p:nvSpPr>
          <p:spPr bwMode="auto">
            <a:xfrm>
              <a:off x="4355" y="3100"/>
              <a:ext cx="426" cy="323"/>
            </a:xfrm>
            <a:custGeom>
              <a:avLst/>
              <a:gdLst>
                <a:gd name="T0" fmla="*/ 417 w 852"/>
                <a:gd name="T1" fmla="*/ 104 h 647"/>
                <a:gd name="T2" fmla="*/ 426 w 852"/>
                <a:gd name="T3" fmla="*/ 203 h 647"/>
                <a:gd name="T4" fmla="*/ 421 w 852"/>
                <a:gd name="T5" fmla="*/ 279 h 647"/>
                <a:gd name="T6" fmla="*/ 393 w 852"/>
                <a:gd name="T7" fmla="*/ 319 h 647"/>
                <a:gd name="T8" fmla="*/ 295 w 852"/>
                <a:gd name="T9" fmla="*/ 319 h 647"/>
                <a:gd name="T10" fmla="*/ 197 w 852"/>
                <a:gd name="T11" fmla="*/ 313 h 647"/>
                <a:gd name="T12" fmla="*/ 137 w 852"/>
                <a:gd name="T13" fmla="*/ 288 h 647"/>
                <a:gd name="T14" fmla="*/ 74 w 852"/>
                <a:gd name="T15" fmla="*/ 220 h 647"/>
                <a:gd name="T16" fmla="*/ 15 w 852"/>
                <a:gd name="T17" fmla="*/ 155 h 647"/>
                <a:gd name="T18" fmla="*/ 0 w 852"/>
                <a:gd name="T19" fmla="*/ 135 h 647"/>
                <a:gd name="T20" fmla="*/ 7 w 852"/>
                <a:gd name="T21" fmla="*/ 118 h 647"/>
                <a:gd name="T22" fmla="*/ 28 w 852"/>
                <a:gd name="T23" fmla="*/ 109 h 647"/>
                <a:gd name="T24" fmla="*/ 37 w 852"/>
                <a:gd name="T25" fmla="*/ 95 h 647"/>
                <a:gd name="T26" fmla="*/ 31 w 852"/>
                <a:gd name="T27" fmla="*/ 68 h 647"/>
                <a:gd name="T28" fmla="*/ 41 w 852"/>
                <a:gd name="T29" fmla="*/ 51 h 647"/>
                <a:gd name="T30" fmla="*/ 63 w 852"/>
                <a:gd name="T31" fmla="*/ 47 h 647"/>
                <a:gd name="T32" fmla="*/ 67 w 852"/>
                <a:gd name="T33" fmla="*/ 32 h 647"/>
                <a:gd name="T34" fmla="*/ 68 w 852"/>
                <a:gd name="T35" fmla="*/ 5 h 647"/>
                <a:gd name="T36" fmla="*/ 92 w 852"/>
                <a:gd name="T37" fmla="*/ 1 h 647"/>
                <a:gd name="T38" fmla="*/ 127 w 852"/>
                <a:gd name="T39" fmla="*/ 25 h 647"/>
                <a:gd name="T40" fmla="*/ 147 w 852"/>
                <a:gd name="T41" fmla="*/ 59 h 647"/>
                <a:gd name="T42" fmla="*/ 150 w 852"/>
                <a:gd name="T43" fmla="*/ 77 h 647"/>
                <a:gd name="T44" fmla="*/ 154 w 852"/>
                <a:gd name="T45" fmla="*/ 95 h 647"/>
                <a:gd name="T46" fmla="*/ 158 w 852"/>
                <a:gd name="T47" fmla="*/ 114 h 647"/>
                <a:gd name="T48" fmla="*/ 179 w 852"/>
                <a:gd name="T49" fmla="*/ 151 h 647"/>
                <a:gd name="T50" fmla="*/ 204 w 852"/>
                <a:gd name="T51" fmla="*/ 185 h 647"/>
                <a:gd name="T52" fmla="*/ 228 w 852"/>
                <a:gd name="T53" fmla="*/ 197 h 647"/>
                <a:gd name="T54" fmla="*/ 271 w 852"/>
                <a:gd name="T55" fmla="*/ 197 h 647"/>
                <a:gd name="T56" fmla="*/ 297 w 852"/>
                <a:gd name="T57" fmla="*/ 183 h 647"/>
                <a:gd name="T58" fmla="*/ 282 w 852"/>
                <a:gd name="T59" fmla="*/ 163 h 647"/>
                <a:gd name="T60" fmla="*/ 268 w 852"/>
                <a:gd name="T61" fmla="*/ 145 h 647"/>
                <a:gd name="T62" fmla="*/ 252 w 852"/>
                <a:gd name="T63" fmla="*/ 126 h 647"/>
                <a:gd name="T64" fmla="*/ 253 w 852"/>
                <a:gd name="T65" fmla="*/ 88 h 647"/>
                <a:gd name="T66" fmla="*/ 289 w 852"/>
                <a:gd name="T67" fmla="*/ 48 h 647"/>
                <a:gd name="T68" fmla="*/ 340 w 852"/>
                <a:gd name="T69" fmla="*/ 26 h 647"/>
                <a:gd name="T70" fmla="*/ 390 w 852"/>
                <a:gd name="T71" fmla="*/ 33 h 6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2"/>
                <a:gd name="T109" fmla="*/ 0 h 647"/>
                <a:gd name="T110" fmla="*/ 852 w 852"/>
                <a:gd name="T111" fmla="*/ 647 h 6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2" h="647">
                  <a:moveTo>
                    <a:pt x="819" y="101"/>
                  </a:moveTo>
                  <a:lnTo>
                    <a:pt x="833" y="208"/>
                  </a:lnTo>
                  <a:lnTo>
                    <a:pt x="846" y="312"/>
                  </a:lnTo>
                  <a:lnTo>
                    <a:pt x="852" y="406"/>
                  </a:lnTo>
                  <a:lnTo>
                    <a:pt x="851" y="490"/>
                  </a:lnTo>
                  <a:lnTo>
                    <a:pt x="841" y="559"/>
                  </a:lnTo>
                  <a:lnTo>
                    <a:pt x="819" y="609"/>
                  </a:lnTo>
                  <a:lnTo>
                    <a:pt x="785" y="639"/>
                  </a:lnTo>
                  <a:lnTo>
                    <a:pt x="737" y="647"/>
                  </a:lnTo>
                  <a:lnTo>
                    <a:pt x="589" y="638"/>
                  </a:lnTo>
                  <a:lnTo>
                    <a:pt x="478" y="634"/>
                  </a:lnTo>
                  <a:lnTo>
                    <a:pt x="394" y="626"/>
                  </a:lnTo>
                  <a:lnTo>
                    <a:pt x="330" y="609"/>
                  </a:lnTo>
                  <a:lnTo>
                    <a:pt x="273" y="576"/>
                  </a:lnTo>
                  <a:lnTo>
                    <a:pt x="216" y="523"/>
                  </a:lnTo>
                  <a:lnTo>
                    <a:pt x="148" y="441"/>
                  </a:lnTo>
                  <a:lnTo>
                    <a:pt x="63" y="327"/>
                  </a:lnTo>
                  <a:lnTo>
                    <a:pt x="31" y="310"/>
                  </a:lnTo>
                  <a:lnTo>
                    <a:pt x="10" y="292"/>
                  </a:lnTo>
                  <a:lnTo>
                    <a:pt x="0" y="271"/>
                  </a:lnTo>
                  <a:lnTo>
                    <a:pt x="3" y="253"/>
                  </a:lnTo>
                  <a:lnTo>
                    <a:pt x="13" y="236"/>
                  </a:lnTo>
                  <a:lnTo>
                    <a:pt x="32" y="225"/>
                  </a:lnTo>
                  <a:lnTo>
                    <a:pt x="57" y="218"/>
                  </a:lnTo>
                  <a:lnTo>
                    <a:pt x="89" y="220"/>
                  </a:lnTo>
                  <a:lnTo>
                    <a:pt x="73" y="190"/>
                  </a:lnTo>
                  <a:lnTo>
                    <a:pt x="64" y="162"/>
                  </a:lnTo>
                  <a:lnTo>
                    <a:pt x="63" y="137"/>
                  </a:lnTo>
                  <a:lnTo>
                    <a:pt x="71" y="117"/>
                  </a:lnTo>
                  <a:lnTo>
                    <a:pt x="82" y="102"/>
                  </a:lnTo>
                  <a:lnTo>
                    <a:pt x="102" y="94"/>
                  </a:lnTo>
                  <a:lnTo>
                    <a:pt x="127" y="94"/>
                  </a:lnTo>
                  <a:lnTo>
                    <a:pt x="160" y="107"/>
                  </a:lnTo>
                  <a:lnTo>
                    <a:pt x="133" y="65"/>
                  </a:lnTo>
                  <a:lnTo>
                    <a:pt x="127" y="33"/>
                  </a:lnTo>
                  <a:lnTo>
                    <a:pt x="136" y="10"/>
                  </a:lnTo>
                  <a:lnTo>
                    <a:pt x="156" y="0"/>
                  </a:lnTo>
                  <a:lnTo>
                    <a:pt x="184" y="2"/>
                  </a:lnTo>
                  <a:lnTo>
                    <a:pt x="219" y="19"/>
                  </a:lnTo>
                  <a:lnTo>
                    <a:pt x="255" y="50"/>
                  </a:lnTo>
                  <a:lnTo>
                    <a:pt x="291" y="101"/>
                  </a:lnTo>
                  <a:lnTo>
                    <a:pt x="294" y="118"/>
                  </a:lnTo>
                  <a:lnTo>
                    <a:pt x="298" y="137"/>
                  </a:lnTo>
                  <a:lnTo>
                    <a:pt x="300" y="154"/>
                  </a:lnTo>
                  <a:lnTo>
                    <a:pt x="304" y="173"/>
                  </a:lnTo>
                  <a:lnTo>
                    <a:pt x="308" y="191"/>
                  </a:lnTo>
                  <a:lnTo>
                    <a:pt x="311" y="210"/>
                  </a:lnTo>
                  <a:lnTo>
                    <a:pt x="315" y="228"/>
                  </a:lnTo>
                  <a:lnTo>
                    <a:pt x="319" y="247"/>
                  </a:lnTo>
                  <a:lnTo>
                    <a:pt x="357" y="302"/>
                  </a:lnTo>
                  <a:lnTo>
                    <a:pt x="385" y="342"/>
                  </a:lnTo>
                  <a:lnTo>
                    <a:pt x="408" y="370"/>
                  </a:lnTo>
                  <a:lnTo>
                    <a:pt x="432" y="386"/>
                  </a:lnTo>
                  <a:lnTo>
                    <a:pt x="457" y="394"/>
                  </a:lnTo>
                  <a:lnTo>
                    <a:pt x="493" y="396"/>
                  </a:lnTo>
                  <a:lnTo>
                    <a:pt x="541" y="394"/>
                  </a:lnTo>
                  <a:lnTo>
                    <a:pt x="609" y="391"/>
                  </a:lnTo>
                  <a:lnTo>
                    <a:pt x="594" y="366"/>
                  </a:lnTo>
                  <a:lnTo>
                    <a:pt x="579" y="346"/>
                  </a:lnTo>
                  <a:lnTo>
                    <a:pt x="563" y="326"/>
                  </a:lnTo>
                  <a:lnTo>
                    <a:pt x="550" y="310"/>
                  </a:lnTo>
                  <a:lnTo>
                    <a:pt x="535" y="291"/>
                  </a:lnTo>
                  <a:lnTo>
                    <a:pt x="520" y="274"/>
                  </a:lnTo>
                  <a:lnTo>
                    <a:pt x="505" y="252"/>
                  </a:lnTo>
                  <a:lnTo>
                    <a:pt x="491" y="230"/>
                  </a:lnTo>
                  <a:lnTo>
                    <a:pt x="506" y="177"/>
                  </a:lnTo>
                  <a:lnTo>
                    <a:pt x="536" y="133"/>
                  </a:lnTo>
                  <a:lnTo>
                    <a:pt x="577" y="96"/>
                  </a:lnTo>
                  <a:lnTo>
                    <a:pt x="627" y="69"/>
                  </a:lnTo>
                  <a:lnTo>
                    <a:pt x="679" y="53"/>
                  </a:lnTo>
                  <a:lnTo>
                    <a:pt x="732" y="53"/>
                  </a:lnTo>
                  <a:lnTo>
                    <a:pt x="779" y="67"/>
                  </a:lnTo>
                  <a:lnTo>
                    <a:pt x="819" y="101"/>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1" name="Freeform 71">
              <a:extLst>
                <a:ext uri="{FF2B5EF4-FFF2-40B4-BE49-F238E27FC236}">
                  <a16:creationId xmlns:a16="http://schemas.microsoft.com/office/drawing/2014/main" id="{80E22BED-3D99-FD40-A0A8-29EE1AB151D1}"/>
                </a:ext>
              </a:extLst>
            </p:cNvPr>
            <p:cNvSpPr>
              <a:spLocks/>
            </p:cNvSpPr>
            <p:nvPr/>
          </p:nvSpPr>
          <p:spPr bwMode="auto">
            <a:xfrm>
              <a:off x="4361" y="3112"/>
              <a:ext cx="413" cy="303"/>
            </a:xfrm>
            <a:custGeom>
              <a:avLst/>
              <a:gdLst>
                <a:gd name="T0" fmla="*/ 401 w 825"/>
                <a:gd name="T1" fmla="*/ 94 h 607"/>
                <a:gd name="T2" fmla="*/ 412 w 825"/>
                <a:gd name="T3" fmla="*/ 189 h 607"/>
                <a:gd name="T4" fmla="*/ 408 w 825"/>
                <a:gd name="T5" fmla="*/ 260 h 607"/>
                <a:gd name="T6" fmla="*/ 381 w 825"/>
                <a:gd name="T7" fmla="*/ 298 h 607"/>
                <a:gd name="T8" fmla="*/ 282 w 825"/>
                <a:gd name="T9" fmla="*/ 299 h 607"/>
                <a:gd name="T10" fmla="*/ 186 w 825"/>
                <a:gd name="T11" fmla="*/ 290 h 607"/>
                <a:gd name="T12" fmla="*/ 128 w 825"/>
                <a:gd name="T13" fmla="*/ 264 h 607"/>
                <a:gd name="T14" fmla="*/ 70 w 825"/>
                <a:gd name="T15" fmla="*/ 203 h 607"/>
                <a:gd name="T16" fmla="*/ 15 w 825"/>
                <a:gd name="T17" fmla="*/ 145 h 607"/>
                <a:gd name="T18" fmla="*/ 0 w 825"/>
                <a:gd name="T19" fmla="*/ 126 h 607"/>
                <a:gd name="T20" fmla="*/ 7 w 825"/>
                <a:gd name="T21" fmla="*/ 108 h 607"/>
                <a:gd name="T22" fmla="*/ 28 w 825"/>
                <a:gd name="T23" fmla="*/ 99 h 607"/>
                <a:gd name="T24" fmla="*/ 37 w 825"/>
                <a:gd name="T25" fmla="*/ 85 h 607"/>
                <a:gd name="T26" fmla="*/ 33 w 825"/>
                <a:gd name="T27" fmla="*/ 60 h 607"/>
                <a:gd name="T28" fmla="*/ 43 w 825"/>
                <a:gd name="T29" fmla="*/ 44 h 607"/>
                <a:gd name="T30" fmla="*/ 64 w 825"/>
                <a:gd name="T31" fmla="*/ 42 h 607"/>
                <a:gd name="T32" fmla="*/ 68 w 825"/>
                <a:gd name="T33" fmla="*/ 29 h 607"/>
                <a:gd name="T34" fmla="*/ 69 w 825"/>
                <a:gd name="T35" fmla="*/ 4 h 607"/>
                <a:gd name="T36" fmla="*/ 92 w 825"/>
                <a:gd name="T37" fmla="*/ 2 h 607"/>
                <a:gd name="T38" fmla="*/ 123 w 825"/>
                <a:gd name="T39" fmla="*/ 26 h 607"/>
                <a:gd name="T40" fmla="*/ 141 w 825"/>
                <a:gd name="T41" fmla="*/ 57 h 607"/>
                <a:gd name="T42" fmla="*/ 144 w 825"/>
                <a:gd name="T43" fmla="*/ 72 h 607"/>
                <a:gd name="T44" fmla="*/ 148 w 825"/>
                <a:gd name="T45" fmla="*/ 86 h 607"/>
                <a:gd name="T46" fmla="*/ 151 w 825"/>
                <a:gd name="T47" fmla="*/ 102 h 607"/>
                <a:gd name="T48" fmla="*/ 171 w 825"/>
                <a:gd name="T49" fmla="*/ 139 h 607"/>
                <a:gd name="T50" fmla="*/ 197 w 825"/>
                <a:gd name="T51" fmla="*/ 174 h 607"/>
                <a:gd name="T52" fmla="*/ 224 w 825"/>
                <a:gd name="T53" fmla="*/ 187 h 607"/>
                <a:gd name="T54" fmla="*/ 268 w 825"/>
                <a:gd name="T55" fmla="*/ 187 h 607"/>
                <a:gd name="T56" fmla="*/ 294 w 825"/>
                <a:gd name="T57" fmla="*/ 173 h 607"/>
                <a:gd name="T58" fmla="*/ 279 w 825"/>
                <a:gd name="T59" fmla="*/ 152 h 607"/>
                <a:gd name="T60" fmla="*/ 264 w 825"/>
                <a:gd name="T61" fmla="*/ 133 h 607"/>
                <a:gd name="T62" fmla="*/ 250 w 825"/>
                <a:gd name="T63" fmla="*/ 112 h 607"/>
                <a:gd name="T64" fmla="*/ 249 w 825"/>
                <a:gd name="T65" fmla="*/ 75 h 607"/>
                <a:gd name="T66" fmla="*/ 282 w 825"/>
                <a:gd name="T67" fmla="*/ 36 h 607"/>
                <a:gd name="T68" fmla="*/ 328 w 825"/>
                <a:gd name="T69" fmla="*/ 16 h 607"/>
                <a:gd name="T70" fmla="*/ 374 w 825"/>
                <a:gd name="T71" fmla="*/ 24 h 6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25"/>
                <a:gd name="T109" fmla="*/ 0 h 607"/>
                <a:gd name="T110" fmla="*/ 825 w 825"/>
                <a:gd name="T111" fmla="*/ 607 h 60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25" h="607">
                  <a:moveTo>
                    <a:pt x="786" y="83"/>
                  </a:moveTo>
                  <a:lnTo>
                    <a:pt x="801" y="189"/>
                  </a:lnTo>
                  <a:lnTo>
                    <a:pt x="815" y="290"/>
                  </a:lnTo>
                  <a:lnTo>
                    <a:pt x="823" y="379"/>
                  </a:lnTo>
                  <a:lnTo>
                    <a:pt x="825" y="458"/>
                  </a:lnTo>
                  <a:lnTo>
                    <a:pt x="816" y="520"/>
                  </a:lnTo>
                  <a:lnTo>
                    <a:pt x="796" y="569"/>
                  </a:lnTo>
                  <a:lnTo>
                    <a:pt x="762" y="597"/>
                  </a:lnTo>
                  <a:lnTo>
                    <a:pt x="712" y="607"/>
                  </a:lnTo>
                  <a:lnTo>
                    <a:pt x="564" y="598"/>
                  </a:lnTo>
                  <a:lnTo>
                    <a:pt x="455" y="592"/>
                  </a:lnTo>
                  <a:lnTo>
                    <a:pt x="372" y="580"/>
                  </a:lnTo>
                  <a:lnTo>
                    <a:pt x="310" y="562"/>
                  </a:lnTo>
                  <a:lnTo>
                    <a:pt x="255" y="529"/>
                  </a:lnTo>
                  <a:lnTo>
                    <a:pt x="202" y="479"/>
                  </a:lnTo>
                  <a:lnTo>
                    <a:pt x="140" y="406"/>
                  </a:lnTo>
                  <a:lnTo>
                    <a:pt x="63" y="307"/>
                  </a:lnTo>
                  <a:lnTo>
                    <a:pt x="29" y="290"/>
                  </a:lnTo>
                  <a:lnTo>
                    <a:pt x="9" y="272"/>
                  </a:lnTo>
                  <a:lnTo>
                    <a:pt x="0" y="252"/>
                  </a:lnTo>
                  <a:lnTo>
                    <a:pt x="2" y="234"/>
                  </a:lnTo>
                  <a:lnTo>
                    <a:pt x="13" y="217"/>
                  </a:lnTo>
                  <a:lnTo>
                    <a:pt x="31" y="206"/>
                  </a:lnTo>
                  <a:lnTo>
                    <a:pt x="56" y="199"/>
                  </a:lnTo>
                  <a:lnTo>
                    <a:pt x="89" y="201"/>
                  </a:lnTo>
                  <a:lnTo>
                    <a:pt x="73" y="171"/>
                  </a:lnTo>
                  <a:lnTo>
                    <a:pt x="65" y="144"/>
                  </a:lnTo>
                  <a:lnTo>
                    <a:pt x="65" y="120"/>
                  </a:lnTo>
                  <a:lnTo>
                    <a:pt x="73" y="103"/>
                  </a:lnTo>
                  <a:lnTo>
                    <a:pt x="85" y="89"/>
                  </a:lnTo>
                  <a:lnTo>
                    <a:pt x="104" y="84"/>
                  </a:lnTo>
                  <a:lnTo>
                    <a:pt x="128" y="85"/>
                  </a:lnTo>
                  <a:lnTo>
                    <a:pt x="158" y="99"/>
                  </a:lnTo>
                  <a:lnTo>
                    <a:pt x="135" y="58"/>
                  </a:lnTo>
                  <a:lnTo>
                    <a:pt x="130" y="28"/>
                  </a:lnTo>
                  <a:lnTo>
                    <a:pt x="138" y="8"/>
                  </a:lnTo>
                  <a:lnTo>
                    <a:pt x="158" y="0"/>
                  </a:lnTo>
                  <a:lnTo>
                    <a:pt x="183" y="4"/>
                  </a:lnTo>
                  <a:lnTo>
                    <a:pt x="214" y="21"/>
                  </a:lnTo>
                  <a:lnTo>
                    <a:pt x="246" y="53"/>
                  </a:lnTo>
                  <a:lnTo>
                    <a:pt x="278" y="99"/>
                  </a:lnTo>
                  <a:lnTo>
                    <a:pt x="281" y="114"/>
                  </a:lnTo>
                  <a:lnTo>
                    <a:pt x="285" y="130"/>
                  </a:lnTo>
                  <a:lnTo>
                    <a:pt x="287" y="144"/>
                  </a:lnTo>
                  <a:lnTo>
                    <a:pt x="291" y="159"/>
                  </a:lnTo>
                  <a:lnTo>
                    <a:pt x="295" y="173"/>
                  </a:lnTo>
                  <a:lnTo>
                    <a:pt x="298" y="189"/>
                  </a:lnTo>
                  <a:lnTo>
                    <a:pt x="302" y="204"/>
                  </a:lnTo>
                  <a:lnTo>
                    <a:pt x="306" y="223"/>
                  </a:lnTo>
                  <a:lnTo>
                    <a:pt x="341" y="278"/>
                  </a:lnTo>
                  <a:lnTo>
                    <a:pt x="370" y="321"/>
                  </a:lnTo>
                  <a:lnTo>
                    <a:pt x="394" y="349"/>
                  </a:lnTo>
                  <a:lnTo>
                    <a:pt x="419" y="366"/>
                  </a:lnTo>
                  <a:lnTo>
                    <a:pt x="448" y="374"/>
                  </a:lnTo>
                  <a:lnTo>
                    <a:pt x="485" y="376"/>
                  </a:lnTo>
                  <a:lnTo>
                    <a:pt x="535" y="374"/>
                  </a:lnTo>
                  <a:lnTo>
                    <a:pt x="604" y="371"/>
                  </a:lnTo>
                  <a:lnTo>
                    <a:pt x="588" y="346"/>
                  </a:lnTo>
                  <a:lnTo>
                    <a:pt x="573" y="325"/>
                  </a:lnTo>
                  <a:lnTo>
                    <a:pt x="558" y="305"/>
                  </a:lnTo>
                  <a:lnTo>
                    <a:pt x="543" y="286"/>
                  </a:lnTo>
                  <a:lnTo>
                    <a:pt x="528" y="266"/>
                  </a:lnTo>
                  <a:lnTo>
                    <a:pt x="513" y="247"/>
                  </a:lnTo>
                  <a:lnTo>
                    <a:pt x="499" y="224"/>
                  </a:lnTo>
                  <a:lnTo>
                    <a:pt x="485" y="202"/>
                  </a:lnTo>
                  <a:lnTo>
                    <a:pt x="498" y="151"/>
                  </a:lnTo>
                  <a:lnTo>
                    <a:pt x="525" y="108"/>
                  </a:lnTo>
                  <a:lnTo>
                    <a:pt x="563" y="72"/>
                  </a:lnTo>
                  <a:lnTo>
                    <a:pt x="608" y="48"/>
                  </a:lnTo>
                  <a:lnTo>
                    <a:pt x="656" y="33"/>
                  </a:lnTo>
                  <a:lnTo>
                    <a:pt x="703" y="34"/>
                  </a:lnTo>
                  <a:lnTo>
                    <a:pt x="747" y="49"/>
                  </a:lnTo>
                  <a:lnTo>
                    <a:pt x="786" y="83"/>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2" name="Freeform 72">
              <a:extLst>
                <a:ext uri="{FF2B5EF4-FFF2-40B4-BE49-F238E27FC236}">
                  <a16:creationId xmlns:a16="http://schemas.microsoft.com/office/drawing/2014/main" id="{14985E18-CC82-824F-A331-442518DAB4CC}"/>
                </a:ext>
              </a:extLst>
            </p:cNvPr>
            <p:cNvSpPr>
              <a:spLocks/>
            </p:cNvSpPr>
            <p:nvPr/>
          </p:nvSpPr>
          <p:spPr bwMode="auto">
            <a:xfrm>
              <a:off x="4367" y="3123"/>
              <a:ext cx="402" cy="284"/>
            </a:xfrm>
            <a:custGeom>
              <a:avLst/>
              <a:gdLst>
                <a:gd name="T0" fmla="*/ 387 w 804"/>
                <a:gd name="T1" fmla="*/ 86 h 569"/>
                <a:gd name="T2" fmla="*/ 400 w 804"/>
                <a:gd name="T3" fmla="*/ 176 h 569"/>
                <a:gd name="T4" fmla="*/ 399 w 804"/>
                <a:gd name="T5" fmla="*/ 242 h 569"/>
                <a:gd name="T6" fmla="*/ 372 w 804"/>
                <a:gd name="T7" fmla="*/ 278 h 569"/>
                <a:gd name="T8" fmla="*/ 272 w 804"/>
                <a:gd name="T9" fmla="*/ 279 h 569"/>
                <a:gd name="T10" fmla="*/ 176 w 804"/>
                <a:gd name="T11" fmla="*/ 267 h 569"/>
                <a:gd name="T12" fmla="*/ 118 w 804"/>
                <a:gd name="T13" fmla="*/ 241 h 569"/>
                <a:gd name="T14" fmla="*/ 67 w 804"/>
                <a:gd name="T15" fmla="*/ 185 h 569"/>
                <a:gd name="T16" fmla="*/ 15 w 804"/>
                <a:gd name="T17" fmla="*/ 134 h 569"/>
                <a:gd name="T18" fmla="*/ 0 w 804"/>
                <a:gd name="T19" fmla="*/ 116 h 569"/>
                <a:gd name="T20" fmla="*/ 6 w 804"/>
                <a:gd name="T21" fmla="*/ 98 h 569"/>
                <a:gd name="T22" fmla="*/ 28 w 804"/>
                <a:gd name="T23" fmla="*/ 89 h 569"/>
                <a:gd name="T24" fmla="*/ 37 w 804"/>
                <a:gd name="T25" fmla="*/ 76 h 569"/>
                <a:gd name="T26" fmla="*/ 34 w 804"/>
                <a:gd name="T27" fmla="*/ 52 h 569"/>
                <a:gd name="T28" fmla="*/ 45 w 804"/>
                <a:gd name="T29" fmla="*/ 38 h 569"/>
                <a:gd name="T30" fmla="*/ 65 w 804"/>
                <a:gd name="T31" fmla="*/ 38 h 569"/>
                <a:gd name="T32" fmla="*/ 68 w 804"/>
                <a:gd name="T33" fmla="*/ 25 h 569"/>
                <a:gd name="T34" fmla="*/ 71 w 804"/>
                <a:gd name="T35" fmla="*/ 3 h 569"/>
                <a:gd name="T36" fmla="*/ 93 w 804"/>
                <a:gd name="T37" fmla="*/ 1 h 569"/>
                <a:gd name="T38" fmla="*/ 120 w 804"/>
                <a:gd name="T39" fmla="*/ 25 h 569"/>
                <a:gd name="T40" fmla="*/ 136 w 804"/>
                <a:gd name="T41" fmla="*/ 55 h 569"/>
                <a:gd name="T42" fmla="*/ 139 w 804"/>
                <a:gd name="T43" fmla="*/ 68 h 569"/>
                <a:gd name="T44" fmla="*/ 142 w 804"/>
                <a:gd name="T45" fmla="*/ 79 h 569"/>
                <a:gd name="T46" fmla="*/ 146 w 804"/>
                <a:gd name="T47" fmla="*/ 91 h 569"/>
                <a:gd name="T48" fmla="*/ 164 w 804"/>
                <a:gd name="T49" fmla="*/ 128 h 569"/>
                <a:gd name="T50" fmla="*/ 191 w 804"/>
                <a:gd name="T51" fmla="*/ 163 h 569"/>
                <a:gd name="T52" fmla="*/ 219 w 804"/>
                <a:gd name="T53" fmla="*/ 177 h 569"/>
                <a:gd name="T54" fmla="*/ 266 w 804"/>
                <a:gd name="T55" fmla="*/ 177 h 569"/>
                <a:gd name="T56" fmla="*/ 293 w 804"/>
                <a:gd name="T57" fmla="*/ 163 h 569"/>
                <a:gd name="T58" fmla="*/ 278 w 804"/>
                <a:gd name="T59" fmla="*/ 141 h 569"/>
                <a:gd name="T60" fmla="*/ 262 w 804"/>
                <a:gd name="T61" fmla="*/ 121 h 569"/>
                <a:gd name="T62" fmla="*/ 247 w 804"/>
                <a:gd name="T63" fmla="*/ 100 h 569"/>
                <a:gd name="T64" fmla="*/ 246 w 804"/>
                <a:gd name="T65" fmla="*/ 62 h 569"/>
                <a:gd name="T66" fmla="*/ 276 w 804"/>
                <a:gd name="T67" fmla="*/ 24 h 569"/>
                <a:gd name="T68" fmla="*/ 318 w 804"/>
                <a:gd name="T69" fmla="*/ 7 h 569"/>
                <a:gd name="T70" fmla="*/ 361 w 804"/>
                <a:gd name="T71" fmla="*/ 17 h 56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04"/>
                <a:gd name="T109" fmla="*/ 0 h 569"/>
                <a:gd name="T110" fmla="*/ 804 w 804"/>
                <a:gd name="T111" fmla="*/ 569 h 56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04" h="569">
                  <a:moveTo>
                    <a:pt x="759" y="69"/>
                  </a:moveTo>
                  <a:lnTo>
                    <a:pt x="774" y="173"/>
                  </a:lnTo>
                  <a:lnTo>
                    <a:pt x="789" y="269"/>
                  </a:lnTo>
                  <a:lnTo>
                    <a:pt x="799" y="353"/>
                  </a:lnTo>
                  <a:lnTo>
                    <a:pt x="804" y="427"/>
                  </a:lnTo>
                  <a:lnTo>
                    <a:pt x="797" y="485"/>
                  </a:lnTo>
                  <a:lnTo>
                    <a:pt x="778" y="530"/>
                  </a:lnTo>
                  <a:lnTo>
                    <a:pt x="743" y="557"/>
                  </a:lnTo>
                  <a:lnTo>
                    <a:pt x="691" y="569"/>
                  </a:lnTo>
                  <a:lnTo>
                    <a:pt x="543" y="559"/>
                  </a:lnTo>
                  <a:lnTo>
                    <a:pt x="434" y="549"/>
                  </a:lnTo>
                  <a:lnTo>
                    <a:pt x="351" y="535"/>
                  </a:lnTo>
                  <a:lnTo>
                    <a:pt x="290" y="515"/>
                  </a:lnTo>
                  <a:lnTo>
                    <a:pt x="237" y="482"/>
                  </a:lnTo>
                  <a:lnTo>
                    <a:pt x="188" y="436"/>
                  </a:lnTo>
                  <a:lnTo>
                    <a:pt x="133" y="371"/>
                  </a:lnTo>
                  <a:lnTo>
                    <a:pt x="64" y="287"/>
                  </a:lnTo>
                  <a:lnTo>
                    <a:pt x="30" y="269"/>
                  </a:lnTo>
                  <a:lnTo>
                    <a:pt x="10" y="250"/>
                  </a:lnTo>
                  <a:lnTo>
                    <a:pt x="0" y="232"/>
                  </a:lnTo>
                  <a:lnTo>
                    <a:pt x="3" y="214"/>
                  </a:lnTo>
                  <a:lnTo>
                    <a:pt x="13" y="196"/>
                  </a:lnTo>
                  <a:lnTo>
                    <a:pt x="32" y="185"/>
                  </a:lnTo>
                  <a:lnTo>
                    <a:pt x="57" y="179"/>
                  </a:lnTo>
                  <a:lnTo>
                    <a:pt x="89" y="181"/>
                  </a:lnTo>
                  <a:lnTo>
                    <a:pt x="73" y="153"/>
                  </a:lnTo>
                  <a:lnTo>
                    <a:pt x="68" y="128"/>
                  </a:lnTo>
                  <a:lnTo>
                    <a:pt x="68" y="105"/>
                  </a:lnTo>
                  <a:lnTo>
                    <a:pt x="77" y="89"/>
                  </a:lnTo>
                  <a:lnTo>
                    <a:pt x="89" y="77"/>
                  </a:lnTo>
                  <a:lnTo>
                    <a:pt x="108" y="74"/>
                  </a:lnTo>
                  <a:lnTo>
                    <a:pt x="129" y="77"/>
                  </a:lnTo>
                  <a:lnTo>
                    <a:pt x="154" y="90"/>
                  </a:lnTo>
                  <a:lnTo>
                    <a:pt x="136" y="51"/>
                  </a:lnTo>
                  <a:lnTo>
                    <a:pt x="133" y="24"/>
                  </a:lnTo>
                  <a:lnTo>
                    <a:pt x="141" y="6"/>
                  </a:lnTo>
                  <a:lnTo>
                    <a:pt x="161" y="0"/>
                  </a:lnTo>
                  <a:lnTo>
                    <a:pt x="185" y="3"/>
                  </a:lnTo>
                  <a:lnTo>
                    <a:pt x="212" y="21"/>
                  </a:lnTo>
                  <a:lnTo>
                    <a:pt x="241" y="51"/>
                  </a:lnTo>
                  <a:lnTo>
                    <a:pt x="269" y="95"/>
                  </a:lnTo>
                  <a:lnTo>
                    <a:pt x="271" y="111"/>
                  </a:lnTo>
                  <a:lnTo>
                    <a:pt x="274" y="125"/>
                  </a:lnTo>
                  <a:lnTo>
                    <a:pt x="277" y="136"/>
                  </a:lnTo>
                  <a:lnTo>
                    <a:pt x="281" y="148"/>
                  </a:lnTo>
                  <a:lnTo>
                    <a:pt x="284" y="158"/>
                  </a:lnTo>
                  <a:lnTo>
                    <a:pt x="287" y="169"/>
                  </a:lnTo>
                  <a:lnTo>
                    <a:pt x="291" y="183"/>
                  </a:lnTo>
                  <a:lnTo>
                    <a:pt x="295" y="200"/>
                  </a:lnTo>
                  <a:lnTo>
                    <a:pt x="328" y="257"/>
                  </a:lnTo>
                  <a:lnTo>
                    <a:pt x="356" y="299"/>
                  </a:lnTo>
                  <a:lnTo>
                    <a:pt x="381" y="327"/>
                  </a:lnTo>
                  <a:lnTo>
                    <a:pt x="409" y="346"/>
                  </a:lnTo>
                  <a:lnTo>
                    <a:pt x="439" y="354"/>
                  </a:lnTo>
                  <a:lnTo>
                    <a:pt x="479" y="357"/>
                  </a:lnTo>
                  <a:lnTo>
                    <a:pt x="531" y="354"/>
                  </a:lnTo>
                  <a:lnTo>
                    <a:pt x="600" y="352"/>
                  </a:lnTo>
                  <a:lnTo>
                    <a:pt x="585" y="326"/>
                  </a:lnTo>
                  <a:lnTo>
                    <a:pt x="570" y="304"/>
                  </a:lnTo>
                  <a:lnTo>
                    <a:pt x="555" y="283"/>
                  </a:lnTo>
                  <a:lnTo>
                    <a:pt x="539" y="264"/>
                  </a:lnTo>
                  <a:lnTo>
                    <a:pt x="524" y="243"/>
                  </a:lnTo>
                  <a:lnTo>
                    <a:pt x="509" y="223"/>
                  </a:lnTo>
                  <a:lnTo>
                    <a:pt x="494" y="200"/>
                  </a:lnTo>
                  <a:lnTo>
                    <a:pt x="479" y="176"/>
                  </a:lnTo>
                  <a:lnTo>
                    <a:pt x="492" y="125"/>
                  </a:lnTo>
                  <a:lnTo>
                    <a:pt x="517" y="82"/>
                  </a:lnTo>
                  <a:lnTo>
                    <a:pt x="551" y="49"/>
                  </a:lnTo>
                  <a:lnTo>
                    <a:pt x="592" y="27"/>
                  </a:lnTo>
                  <a:lnTo>
                    <a:pt x="635" y="15"/>
                  </a:lnTo>
                  <a:lnTo>
                    <a:pt x="680" y="17"/>
                  </a:lnTo>
                  <a:lnTo>
                    <a:pt x="721" y="34"/>
                  </a:lnTo>
                  <a:lnTo>
                    <a:pt x="759" y="69"/>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3" name="Freeform 73">
              <a:extLst>
                <a:ext uri="{FF2B5EF4-FFF2-40B4-BE49-F238E27FC236}">
                  <a16:creationId xmlns:a16="http://schemas.microsoft.com/office/drawing/2014/main" id="{292DFD5D-3B40-3A48-B478-D58F3ACC8337}"/>
                </a:ext>
              </a:extLst>
            </p:cNvPr>
            <p:cNvSpPr>
              <a:spLocks/>
            </p:cNvSpPr>
            <p:nvPr/>
          </p:nvSpPr>
          <p:spPr bwMode="auto">
            <a:xfrm>
              <a:off x="4373" y="3132"/>
              <a:ext cx="390" cy="268"/>
            </a:xfrm>
            <a:custGeom>
              <a:avLst/>
              <a:gdLst>
                <a:gd name="T0" fmla="*/ 372 w 779"/>
                <a:gd name="T1" fmla="*/ 80 h 536"/>
                <a:gd name="T2" fmla="*/ 386 w 779"/>
                <a:gd name="T3" fmla="*/ 166 h 536"/>
                <a:gd name="T4" fmla="*/ 387 w 779"/>
                <a:gd name="T5" fmla="*/ 226 h 536"/>
                <a:gd name="T6" fmla="*/ 361 w 779"/>
                <a:gd name="T7" fmla="*/ 261 h 536"/>
                <a:gd name="T8" fmla="*/ 260 w 779"/>
                <a:gd name="T9" fmla="*/ 262 h 536"/>
                <a:gd name="T10" fmla="*/ 164 w 779"/>
                <a:gd name="T11" fmla="*/ 247 h 536"/>
                <a:gd name="T12" fmla="*/ 109 w 779"/>
                <a:gd name="T13" fmla="*/ 219 h 536"/>
                <a:gd name="T14" fmla="*/ 62 w 779"/>
                <a:gd name="T15" fmla="*/ 170 h 536"/>
                <a:gd name="T16" fmla="*/ 15 w 779"/>
                <a:gd name="T17" fmla="*/ 127 h 536"/>
                <a:gd name="T18" fmla="*/ 0 w 779"/>
                <a:gd name="T19" fmla="*/ 108 h 536"/>
                <a:gd name="T20" fmla="*/ 6 w 779"/>
                <a:gd name="T21" fmla="*/ 91 h 536"/>
                <a:gd name="T22" fmla="*/ 28 w 779"/>
                <a:gd name="T23" fmla="*/ 83 h 536"/>
                <a:gd name="T24" fmla="*/ 37 w 779"/>
                <a:gd name="T25" fmla="*/ 70 h 536"/>
                <a:gd name="T26" fmla="*/ 35 w 779"/>
                <a:gd name="T27" fmla="*/ 47 h 536"/>
                <a:gd name="T28" fmla="*/ 47 w 779"/>
                <a:gd name="T29" fmla="*/ 35 h 536"/>
                <a:gd name="T30" fmla="*/ 65 w 779"/>
                <a:gd name="T31" fmla="*/ 36 h 536"/>
                <a:gd name="T32" fmla="*/ 68 w 779"/>
                <a:gd name="T33" fmla="*/ 24 h 536"/>
                <a:gd name="T34" fmla="*/ 72 w 779"/>
                <a:gd name="T35" fmla="*/ 4 h 536"/>
                <a:gd name="T36" fmla="*/ 92 w 779"/>
                <a:gd name="T37" fmla="*/ 5 h 536"/>
                <a:gd name="T38" fmla="*/ 117 w 779"/>
                <a:gd name="T39" fmla="*/ 28 h 536"/>
                <a:gd name="T40" fmla="*/ 129 w 779"/>
                <a:gd name="T41" fmla="*/ 56 h 536"/>
                <a:gd name="T42" fmla="*/ 132 w 779"/>
                <a:gd name="T43" fmla="*/ 66 h 536"/>
                <a:gd name="T44" fmla="*/ 136 w 779"/>
                <a:gd name="T45" fmla="*/ 73 h 536"/>
                <a:gd name="T46" fmla="*/ 139 w 779"/>
                <a:gd name="T47" fmla="*/ 83 h 536"/>
                <a:gd name="T48" fmla="*/ 157 w 779"/>
                <a:gd name="T49" fmla="*/ 120 h 536"/>
                <a:gd name="T50" fmla="*/ 183 w 779"/>
                <a:gd name="T51" fmla="*/ 156 h 536"/>
                <a:gd name="T52" fmla="*/ 215 w 779"/>
                <a:gd name="T53" fmla="*/ 170 h 536"/>
                <a:gd name="T54" fmla="*/ 263 w 779"/>
                <a:gd name="T55" fmla="*/ 170 h 536"/>
                <a:gd name="T56" fmla="*/ 289 w 779"/>
                <a:gd name="T57" fmla="*/ 155 h 536"/>
                <a:gd name="T58" fmla="*/ 274 w 779"/>
                <a:gd name="T59" fmla="*/ 133 h 536"/>
                <a:gd name="T60" fmla="*/ 259 w 779"/>
                <a:gd name="T61" fmla="*/ 112 h 536"/>
                <a:gd name="T62" fmla="*/ 244 w 779"/>
                <a:gd name="T63" fmla="*/ 89 h 536"/>
                <a:gd name="T64" fmla="*/ 242 w 779"/>
                <a:gd name="T65" fmla="*/ 51 h 536"/>
                <a:gd name="T66" fmla="*/ 269 w 779"/>
                <a:gd name="T67" fmla="*/ 15 h 536"/>
                <a:gd name="T68" fmla="*/ 306 w 779"/>
                <a:gd name="T69" fmla="*/ 0 h 536"/>
                <a:gd name="T70" fmla="*/ 346 w 779"/>
                <a:gd name="T71" fmla="*/ 11 h 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79"/>
                <a:gd name="T109" fmla="*/ 0 h 536"/>
                <a:gd name="T110" fmla="*/ 779 w 779"/>
                <a:gd name="T111" fmla="*/ 536 h 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79" h="536">
                  <a:moveTo>
                    <a:pt x="727" y="58"/>
                  </a:moveTo>
                  <a:lnTo>
                    <a:pt x="743" y="161"/>
                  </a:lnTo>
                  <a:lnTo>
                    <a:pt x="760" y="254"/>
                  </a:lnTo>
                  <a:lnTo>
                    <a:pt x="772" y="333"/>
                  </a:lnTo>
                  <a:lnTo>
                    <a:pt x="779" y="400"/>
                  </a:lnTo>
                  <a:lnTo>
                    <a:pt x="774" y="453"/>
                  </a:lnTo>
                  <a:lnTo>
                    <a:pt x="757" y="494"/>
                  </a:lnTo>
                  <a:lnTo>
                    <a:pt x="722" y="521"/>
                  </a:lnTo>
                  <a:lnTo>
                    <a:pt x="668" y="536"/>
                  </a:lnTo>
                  <a:lnTo>
                    <a:pt x="520" y="524"/>
                  </a:lnTo>
                  <a:lnTo>
                    <a:pt x="410" y="512"/>
                  </a:lnTo>
                  <a:lnTo>
                    <a:pt x="328" y="494"/>
                  </a:lnTo>
                  <a:lnTo>
                    <a:pt x="267" y="472"/>
                  </a:lnTo>
                  <a:lnTo>
                    <a:pt x="217" y="439"/>
                  </a:lnTo>
                  <a:lnTo>
                    <a:pt x="173" y="396"/>
                  </a:lnTo>
                  <a:lnTo>
                    <a:pt x="123" y="340"/>
                  </a:lnTo>
                  <a:lnTo>
                    <a:pt x="62" y="270"/>
                  </a:lnTo>
                  <a:lnTo>
                    <a:pt x="29" y="254"/>
                  </a:lnTo>
                  <a:lnTo>
                    <a:pt x="9" y="236"/>
                  </a:lnTo>
                  <a:lnTo>
                    <a:pt x="0" y="217"/>
                  </a:lnTo>
                  <a:lnTo>
                    <a:pt x="2" y="200"/>
                  </a:lnTo>
                  <a:lnTo>
                    <a:pt x="12" y="183"/>
                  </a:lnTo>
                  <a:lnTo>
                    <a:pt x="31" y="172"/>
                  </a:lnTo>
                  <a:lnTo>
                    <a:pt x="56" y="166"/>
                  </a:lnTo>
                  <a:lnTo>
                    <a:pt x="89" y="168"/>
                  </a:lnTo>
                  <a:lnTo>
                    <a:pt x="73" y="140"/>
                  </a:lnTo>
                  <a:lnTo>
                    <a:pt x="68" y="116"/>
                  </a:lnTo>
                  <a:lnTo>
                    <a:pt x="69" y="94"/>
                  </a:lnTo>
                  <a:lnTo>
                    <a:pt x="79" y="81"/>
                  </a:lnTo>
                  <a:lnTo>
                    <a:pt x="93" y="71"/>
                  </a:lnTo>
                  <a:lnTo>
                    <a:pt x="110" y="68"/>
                  </a:lnTo>
                  <a:lnTo>
                    <a:pt x="130" y="72"/>
                  </a:lnTo>
                  <a:lnTo>
                    <a:pt x="153" y="86"/>
                  </a:lnTo>
                  <a:lnTo>
                    <a:pt x="136" y="48"/>
                  </a:lnTo>
                  <a:lnTo>
                    <a:pt x="135" y="23"/>
                  </a:lnTo>
                  <a:lnTo>
                    <a:pt x="144" y="8"/>
                  </a:lnTo>
                  <a:lnTo>
                    <a:pt x="162" y="4"/>
                  </a:lnTo>
                  <a:lnTo>
                    <a:pt x="183" y="11"/>
                  </a:lnTo>
                  <a:lnTo>
                    <a:pt x="208" y="28"/>
                  </a:lnTo>
                  <a:lnTo>
                    <a:pt x="233" y="57"/>
                  </a:lnTo>
                  <a:lnTo>
                    <a:pt x="256" y="97"/>
                  </a:lnTo>
                  <a:lnTo>
                    <a:pt x="258" y="112"/>
                  </a:lnTo>
                  <a:lnTo>
                    <a:pt x="261" y="123"/>
                  </a:lnTo>
                  <a:lnTo>
                    <a:pt x="264" y="132"/>
                  </a:lnTo>
                  <a:lnTo>
                    <a:pt x="268" y="140"/>
                  </a:lnTo>
                  <a:lnTo>
                    <a:pt x="271" y="146"/>
                  </a:lnTo>
                  <a:lnTo>
                    <a:pt x="274" y="155"/>
                  </a:lnTo>
                  <a:lnTo>
                    <a:pt x="278" y="166"/>
                  </a:lnTo>
                  <a:lnTo>
                    <a:pt x="282" y="182"/>
                  </a:lnTo>
                  <a:lnTo>
                    <a:pt x="313" y="240"/>
                  </a:lnTo>
                  <a:lnTo>
                    <a:pt x="341" y="284"/>
                  </a:lnTo>
                  <a:lnTo>
                    <a:pt x="366" y="313"/>
                  </a:lnTo>
                  <a:lnTo>
                    <a:pt x="396" y="331"/>
                  </a:lnTo>
                  <a:lnTo>
                    <a:pt x="429" y="340"/>
                  </a:lnTo>
                  <a:lnTo>
                    <a:pt x="471" y="343"/>
                  </a:lnTo>
                  <a:lnTo>
                    <a:pt x="525" y="340"/>
                  </a:lnTo>
                  <a:lnTo>
                    <a:pt x="594" y="338"/>
                  </a:lnTo>
                  <a:lnTo>
                    <a:pt x="578" y="310"/>
                  </a:lnTo>
                  <a:lnTo>
                    <a:pt x="563" y="287"/>
                  </a:lnTo>
                  <a:lnTo>
                    <a:pt x="548" y="265"/>
                  </a:lnTo>
                  <a:lnTo>
                    <a:pt x="533" y="245"/>
                  </a:lnTo>
                  <a:lnTo>
                    <a:pt x="518" y="224"/>
                  </a:lnTo>
                  <a:lnTo>
                    <a:pt x="503" y="202"/>
                  </a:lnTo>
                  <a:lnTo>
                    <a:pt x="488" y="178"/>
                  </a:lnTo>
                  <a:lnTo>
                    <a:pt x="473" y="155"/>
                  </a:lnTo>
                  <a:lnTo>
                    <a:pt x="484" y="103"/>
                  </a:lnTo>
                  <a:lnTo>
                    <a:pt x="506" y="63"/>
                  </a:lnTo>
                  <a:lnTo>
                    <a:pt x="537" y="31"/>
                  </a:lnTo>
                  <a:lnTo>
                    <a:pt x="573" y="11"/>
                  </a:lnTo>
                  <a:lnTo>
                    <a:pt x="611" y="0"/>
                  </a:lnTo>
                  <a:lnTo>
                    <a:pt x="652" y="6"/>
                  </a:lnTo>
                  <a:lnTo>
                    <a:pt x="691" y="23"/>
                  </a:lnTo>
                  <a:lnTo>
                    <a:pt x="727" y="58"/>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4" name="Freeform 74">
              <a:extLst>
                <a:ext uri="{FF2B5EF4-FFF2-40B4-BE49-F238E27FC236}">
                  <a16:creationId xmlns:a16="http://schemas.microsoft.com/office/drawing/2014/main" id="{276226DD-F588-A348-84CE-BF95B5F1797B}"/>
                </a:ext>
              </a:extLst>
            </p:cNvPr>
            <p:cNvSpPr>
              <a:spLocks/>
            </p:cNvSpPr>
            <p:nvPr/>
          </p:nvSpPr>
          <p:spPr bwMode="auto">
            <a:xfrm>
              <a:off x="4379" y="3134"/>
              <a:ext cx="378" cy="259"/>
            </a:xfrm>
            <a:custGeom>
              <a:avLst/>
              <a:gdLst>
                <a:gd name="T0" fmla="*/ 356 w 756"/>
                <a:gd name="T1" fmla="*/ 81 h 518"/>
                <a:gd name="T2" fmla="*/ 374 w 756"/>
                <a:gd name="T3" fmla="*/ 162 h 518"/>
                <a:gd name="T4" fmla="*/ 377 w 756"/>
                <a:gd name="T5" fmla="*/ 218 h 518"/>
                <a:gd name="T6" fmla="*/ 351 w 756"/>
                <a:gd name="T7" fmla="*/ 250 h 518"/>
                <a:gd name="T8" fmla="*/ 249 w 756"/>
                <a:gd name="T9" fmla="*/ 252 h 518"/>
                <a:gd name="T10" fmla="*/ 154 w 756"/>
                <a:gd name="T11" fmla="*/ 234 h 518"/>
                <a:gd name="T12" fmla="*/ 100 w 756"/>
                <a:gd name="T13" fmla="*/ 205 h 518"/>
                <a:gd name="T14" fmla="*/ 58 w 756"/>
                <a:gd name="T15" fmla="*/ 162 h 518"/>
                <a:gd name="T16" fmla="*/ 15 w 756"/>
                <a:gd name="T17" fmla="*/ 126 h 518"/>
                <a:gd name="T18" fmla="*/ 0 w 756"/>
                <a:gd name="T19" fmla="*/ 108 h 518"/>
                <a:gd name="T20" fmla="*/ 6 w 756"/>
                <a:gd name="T21" fmla="*/ 91 h 518"/>
                <a:gd name="T22" fmla="*/ 28 w 756"/>
                <a:gd name="T23" fmla="*/ 83 h 518"/>
                <a:gd name="T24" fmla="*/ 37 w 756"/>
                <a:gd name="T25" fmla="*/ 71 h 518"/>
                <a:gd name="T26" fmla="*/ 36 w 756"/>
                <a:gd name="T27" fmla="*/ 50 h 518"/>
                <a:gd name="T28" fmla="*/ 48 w 756"/>
                <a:gd name="T29" fmla="*/ 39 h 518"/>
                <a:gd name="T30" fmla="*/ 66 w 756"/>
                <a:gd name="T31" fmla="*/ 42 h 518"/>
                <a:gd name="T32" fmla="*/ 69 w 756"/>
                <a:gd name="T33" fmla="*/ 31 h 518"/>
                <a:gd name="T34" fmla="*/ 74 w 756"/>
                <a:gd name="T35" fmla="*/ 12 h 518"/>
                <a:gd name="T36" fmla="*/ 92 w 756"/>
                <a:gd name="T37" fmla="*/ 16 h 518"/>
                <a:gd name="T38" fmla="*/ 113 w 756"/>
                <a:gd name="T39" fmla="*/ 39 h 518"/>
                <a:gd name="T40" fmla="*/ 123 w 756"/>
                <a:gd name="T41" fmla="*/ 64 h 518"/>
                <a:gd name="T42" fmla="*/ 126 w 756"/>
                <a:gd name="T43" fmla="*/ 71 h 518"/>
                <a:gd name="T44" fmla="*/ 130 w 756"/>
                <a:gd name="T45" fmla="*/ 74 h 518"/>
                <a:gd name="T46" fmla="*/ 134 w 756"/>
                <a:gd name="T47" fmla="*/ 81 h 518"/>
                <a:gd name="T48" fmla="*/ 150 w 756"/>
                <a:gd name="T49" fmla="*/ 118 h 518"/>
                <a:gd name="T50" fmla="*/ 177 w 756"/>
                <a:gd name="T51" fmla="*/ 155 h 518"/>
                <a:gd name="T52" fmla="*/ 210 w 756"/>
                <a:gd name="T53" fmla="*/ 169 h 518"/>
                <a:gd name="T54" fmla="*/ 260 w 756"/>
                <a:gd name="T55" fmla="*/ 169 h 518"/>
                <a:gd name="T56" fmla="*/ 287 w 756"/>
                <a:gd name="T57" fmla="*/ 155 h 518"/>
                <a:gd name="T58" fmla="*/ 272 w 756"/>
                <a:gd name="T59" fmla="*/ 131 h 518"/>
                <a:gd name="T60" fmla="*/ 256 w 756"/>
                <a:gd name="T61" fmla="*/ 109 h 518"/>
                <a:gd name="T62" fmla="*/ 241 w 756"/>
                <a:gd name="T63" fmla="*/ 85 h 518"/>
                <a:gd name="T64" fmla="*/ 239 w 756"/>
                <a:gd name="T65" fmla="*/ 48 h 518"/>
                <a:gd name="T66" fmla="*/ 262 w 756"/>
                <a:gd name="T67" fmla="*/ 13 h 518"/>
                <a:gd name="T68" fmla="*/ 295 w 756"/>
                <a:gd name="T69" fmla="*/ 0 h 518"/>
                <a:gd name="T70" fmla="*/ 331 w 756"/>
                <a:gd name="T71" fmla="*/ 12 h 51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56"/>
                <a:gd name="T109" fmla="*/ 0 h 518"/>
                <a:gd name="T110" fmla="*/ 756 w 756"/>
                <a:gd name="T111" fmla="*/ 518 h 51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56" h="518">
                  <a:moveTo>
                    <a:pt x="696" y="60"/>
                  </a:moveTo>
                  <a:lnTo>
                    <a:pt x="712" y="162"/>
                  </a:lnTo>
                  <a:lnTo>
                    <a:pt x="731" y="251"/>
                  </a:lnTo>
                  <a:lnTo>
                    <a:pt x="747" y="325"/>
                  </a:lnTo>
                  <a:lnTo>
                    <a:pt x="756" y="387"/>
                  </a:lnTo>
                  <a:lnTo>
                    <a:pt x="754" y="436"/>
                  </a:lnTo>
                  <a:lnTo>
                    <a:pt x="737" y="474"/>
                  </a:lnTo>
                  <a:lnTo>
                    <a:pt x="702" y="500"/>
                  </a:lnTo>
                  <a:lnTo>
                    <a:pt x="647" y="518"/>
                  </a:lnTo>
                  <a:lnTo>
                    <a:pt x="499" y="505"/>
                  </a:lnTo>
                  <a:lnTo>
                    <a:pt x="389" y="490"/>
                  </a:lnTo>
                  <a:lnTo>
                    <a:pt x="307" y="469"/>
                  </a:lnTo>
                  <a:lnTo>
                    <a:pt x="248" y="444"/>
                  </a:lnTo>
                  <a:lnTo>
                    <a:pt x="201" y="411"/>
                  </a:lnTo>
                  <a:lnTo>
                    <a:pt x="159" y="372"/>
                  </a:lnTo>
                  <a:lnTo>
                    <a:pt x="117" y="325"/>
                  </a:lnTo>
                  <a:lnTo>
                    <a:pt x="64" y="270"/>
                  </a:lnTo>
                  <a:lnTo>
                    <a:pt x="30" y="252"/>
                  </a:lnTo>
                  <a:lnTo>
                    <a:pt x="10" y="235"/>
                  </a:lnTo>
                  <a:lnTo>
                    <a:pt x="0" y="216"/>
                  </a:lnTo>
                  <a:lnTo>
                    <a:pt x="3" y="200"/>
                  </a:lnTo>
                  <a:lnTo>
                    <a:pt x="13" y="183"/>
                  </a:lnTo>
                  <a:lnTo>
                    <a:pt x="31" y="173"/>
                  </a:lnTo>
                  <a:lnTo>
                    <a:pt x="57" y="167"/>
                  </a:lnTo>
                  <a:lnTo>
                    <a:pt x="89" y="169"/>
                  </a:lnTo>
                  <a:lnTo>
                    <a:pt x="74" y="142"/>
                  </a:lnTo>
                  <a:lnTo>
                    <a:pt x="69" y="119"/>
                  </a:lnTo>
                  <a:lnTo>
                    <a:pt x="72" y="101"/>
                  </a:lnTo>
                  <a:lnTo>
                    <a:pt x="83" y="88"/>
                  </a:lnTo>
                  <a:lnTo>
                    <a:pt x="97" y="79"/>
                  </a:lnTo>
                  <a:lnTo>
                    <a:pt x="114" y="79"/>
                  </a:lnTo>
                  <a:lnTo>
                    <a:pt x="132" y="84"/>
                  </a:lnTo>
                  <a:lnTo>
                    <a:pt x="151" y="97"/>
                  </a:lnTo>
                  <a:lnTo>
                    <a:pt x="138" y="62"/>
                  </a:lnTo>
                  <a:lnTo>
                    <a:pt x="138" y="38"/>
                  </a:lnTo>
                  <a:lnTo>
                    <a:pt x="147" y="25"/>
                  </a:lnTo>
                  <a:lnTo>
                    <a:pt x="164" y="24"/>
                  </a:lnTo>
                  <a:lnTo>
                    <a:pt x="184" y="32"/>
                  </a:lnTo>
                  <a:lnTo>
                    <a:pt x="206" y="50"/>
                  </a:lnTo>
                  <a:lnTo>
                    <a:pt x="227" y="78"/>
                  </a:lnTo>
                  <a:lnTo>
                    <a:pt x="245" y="116"/>
                  </a:lnTo>
                  <a:lnTo>
                    <a:pt x="247" y="128"/>
                  </a:lnTo>
                  <a:lnTo>
                    <a:pt x="251" y="137"/>
                  </a:lnTo>
                  <a:lnTo>
                    <a:pt x="253" y="142"/>
                  </a:lnTo>
                  <a:lnTo>
                    <a:pt x="257" y="146"/>
                  </a:lnTo>
                  <a:lnTo>
                    <a:pt x="260" y="148"/>
                  </a:lnTo>
                  <a:lnTo>
                    <a:pt x="263" y="153"/>
                  </a:lnTo>
                  <a:lnTo>
                    <a:pt x="267" y="162"/>
                  </a:lnTo>
                  <a:lnTo>
                    <a:pt x="271" y="178"/>
                  </a:lnTo>
                  <a:lnTo>
                    <a:pt x="300" y="237"/>
                  </a:lnTo>
                  <a:lnTo>
                    <a:pt x="327" y="281"/>
                  </a:lnTo>
                  <a:lnTo>
                    <a:pt x="354" y="311"/>
                  </a:lnTo>
                  <a:lnTo>
                    <a:pt x="385" y="330"/>
                  </a:lnTo>
                  <a:lnTo>
                    <a:pt x="420" y="339"/>
                  </a:lnTo>
                  <a:lnTo>
                    <a:pt x="464" y="341"/>
                  </a:lnTo>
                  <a:lnTo>
                    <a:pt x="519" y="339"/>
                  </a:lnTo>
                  <a:lnTo>
                    <a:pt x="589" y="336"/>
                  </a:lnTo>
                  <a:lnTo>
                    <a:pt x="573" y="310"/>
                  </a:lnTo>
                  <a:lnTo>
                    <a:pt x="558" y="286"/>
                  </a:lnTo>
                  <a:lnTo>
                    <a:pt x="543" y="263"/>
                  </a:lnTo>
                  <a:lnTo>
                    <a:pt x="528" y="241"/>
                  </a:lnTo>
                  <a:lnTo>
                    <a:pt x="512" y="218"/>
                  </a:lnTo>
                  <a:lnTo>
                    <a:pt x="497" y="196"/>
                  </a:lnTo>
                  <a:lnTo>
                    <a:pt x="482" y="171"/>
                  </a:lnTo>
                  <a:lnTo>
                    <a:pt x="468" y="147"/>
                  </a:lnTo>
                  <a:lnTo>
                    <a:pt x="478" y="97"/>
                  </a:lnTo>
                  <a:lnTo>
                    <a:pt x="499" y="57"/>
                  </a:lnTo>
                  <a:lnTo>
                    <a:pt x="524" y="27"/>
                  </a:lnTo>
                  <a:lnTo>
                    <a:pt x="557" y="8"/>
                  </a:lnTo>
                  <a:lnTo>
                    <a:pt x="589" y="0"/>
                  </a:lnTo>
                  <a:lnTo>
                    <a:pt x="626" y="5"/>
                  </a:lnTo>
                  <a:lnTo>
                    <a:pt x="662" y="25"/>
                  </a:lnTo>
                  <a:lnTo>
                    <a:pt x="696" y="6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5" name="Freeform 75">
              <a:extLst>
                <a:ext uri="{FF2B5EF4-FFF2-40B4-BE49-F238E27FC236}">
                  <a16:creationId xmlns:a16="http://schemas.microsoft.com/office/drawing/2014/main" id="{08F955AB-18E7-EF47-975A-92137B012B38}"/>
                </a:ext>
              </a:extLst>
            </p:cNvPr>
            <p:cNvSpPr>
              <a:spLocks/>
            </p:cNvSpPr>
            <p:nvPr/>
          </p:nvSpPr>
          <p:spPr bwMode="auto">
            <a:xfrm>
              <a:off x="4385" y="3136"/>
              <a:ext cx="366" cy="249"/>
            </a:xfrm>
            <a:custGeom>
              <a:avLst/>
              <a:gdLst>
                <a:gd name="T0" fmla="*/ 342 w 732"/>
                <a:gd name="T1" fmla="*/ 82 h 498"/>
                <a:gd name="T2" fmla="*/ 361 w 732"/>
                <a:gd name="T3" fmla="*/ 159 h 498"/>
                <a:gd name="T4" fmla="*/ 366 w 732"/>
                <a:gd name="T5" fmla="*/ 210 h 498"/>
                <a:gd name="T6" fmla="*/ 341 w 732"/>
                <a:gd name="T7" fmla="*/ 240 h 498"/>
                <a:gd name="T8" fmla="*/ 237 w 732"/>
                <a:gd name="T9" fmla="*/ 242 h 498"/>
                <a:gd name="T10" fmla="*/ 142 w 732"/>
                <a:gd name="T11" fmla="*/ 221 h 498"/>
                <a:gd name="T12" fmla="*/ 90 w 732"/>
                <a:gd name="T13" fmla="*/ 192 h 498"/>
                <a:gd name="T14" fmla="*/ 53 w 732"/>
                <a:gd name="T15" fmla="*/ 154 h 498"/>
                <a:gd name="T16" fmla="*/ 14 w 732"/>
                <a:gd name="T17" fmla="*/ 125 h 498"/>
                <a:gd name="T18" fmla="*/ 0 w 732"/>
                <a:gd name="T19" fmla="*/ 108 h 498"/>
                <a:gd name="T20" fmla="*/ 6 w 732"/>
                <a:gd name="T21" fmla="*/ 92 h 498"/>
                <a:gd name="T22" fmla="*/ 27 w 732"/>
                <a:gd name="T23" fmla="*/ 84 h 498"/>
                <a:gd name="T24" fmla="*/ 37 w 732"/>
                <a:gd name="T25" fmla="*/ 72 h 498"/>
                <a:gd name="T26" fmla="*/ 38 w 732"/>
                <a:gd name="T27" fmla="*/ 52 h 498"/>
                <a:gd name="T28" fmla="*/ 50 w 732"/>
                <a:gd name="T29" fmla="*/ 43 h 498"/>
                <a:gd name="T30" fmla="*/ 67 w 732"/>
                <a:gd name="T31" fmla="*/ 47 h 498"/>
                <a:gd name="T32" fmla="*/ 69 w 732"/>
                <a:gd name="T33" fmla="*/ 37 h 498"/>
                <a:gd name="T34" fmla="*/ 75 w 732"/>
                <a:gd name="T35" fmla="*/ 21 h 498"/>
                <a:gd name="T36" fmla="*/ 92 w 732"/>
                <a:gd name="T37" fmla="*/ 26 h 498"/>
                <a:gd name="T38" fmla="*/ 110 w 732"/>
                <a:gd name="T39" fmla="*/ 49 h 498"/>
                <a:gd name="T40" fmla="*/ 117 w 732"/>
                <a:gd name="T41" fmla="*/ 72 h 498"/>
                <a:gd name="T42" fmla="*/ 120 w 732"/>
                <a:gd name="T43" fmla="*/ 76 h 498"/>
                <a:gd name="T44" fmla="*/ 123 w 732"/>
                <a:gd name="T45" fmla="*/ 75 h 498"/>
                <a:gd name="T46" fmla="*/ 127 w 732"/>
                <a:gd name="T47" fmla="*/ 80 h 498"/>
                <a:gd name="T48" fmla="*/ 142 w 732"/>
                <a:gd name="T49" fmla="*/ 117 h 498"/>
                <a:gd name="T50" fmla="*/ 170 w 732"/>
                <a:gd name="T51" fmla="*/ 154 h 498"/>
                <a:gd name="T52" fmla="*/ 205 w 732"/>
                <a:gd name="T53" fmla="*/ 168 h 498"/>
                <a:gd name="T54" fmla="*/ 257 w 732"/>
                <a:gd name="T55" fmla="*/ 169 h 498"/>
                <a:gd name="T56" fmla="*/ 284 w 732"/>
                <a:gd name="T57" fmla="*/ 154 h 498"/>
                <a:gd name="T58" fmla="*/ 269 w 732"/>
                <a:gd name="T59" fmla="*/ 131 h 498"/>
                <a:gd name="T60" fmla="*/ 253 w 732"/>
                <a:gd name="T61" fmla="*/ 107 h 498"/>
                <a:gd name="T62" fmla="*/ 238 w 732"/>
                <a:gd name="T63" fmla="*/ 83 h 498"/>
                <a:gd name="T64" fmla="*/ 235 w 732"/>
                <a:gd name="T65" fmla="*/ 46 h 498"/>
                <a:gd name="T66" fmla="*/ 255 w 732"/>
                <a:gd name="T67" fmla="*/ 12 h 498"/>
                <a:gd name="T68" fmla="*/ 283 w 732"/>
                <a:gd name="T69" fmla="*/ 0 h 498"/>
                <a:gd name="T70" fmla="*/ 317 w 732"/>
                <a:gd name="T71" fmla="*/ 14 h 4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32"/>
                <a:gd name="T109" fmla="*/ 0 h 498"/>
                <a:gd name="T110" fmla="*/ 732 w 732"/>
                <a:gd name="T111" fmla="*/ 498 h 4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32" h="498">
                  <a:moveTo>
                    <a:pt x="667" y="64"/>
                  </a:moveTo>
                  <a:lnTo>
                    <a:pt x="684" y="164"/>
                  </a:lnTo>
                  <a:lnTo>
                    <a:pt x="704" y="249"/>
                  </a:lnTo>
                  <a:lnTo>
                    <a:pt x="721" y="318"/>
                  </a:lnTo>
                  <a:lnTo>
                    <a:pt x="732" y="376"/>
                  </a:lnTo>
                  <a:lnTo>
                    <a:pt x="731" y="419"/>
                  </a:lnTo>
                  <a:lnTo>
                    <a:pt x="716" y="454"/>
                  </a:lnTo>
                  <a:lnTo>
                    <a:pt x="681" y="479"/>
                  </a:lnTo>
                  <a:lnTo>
                    <a:pt x="623" y="498"/>
                  </a:lnTo>
                  <a:lnTo>
                    <a:pt x="475" y="484"/>
                  </a:lnTo>
                  <a:lnTo>
                    <a:pt x="365" y="466"/>
                  </a:lnTo>
                  <a:lnTo>
                    <a:pt x="283" y="442"/>
                  </a:lnTo>
                  <a:lnTo>
                    <a:pt x="225" y="416"/>
                  </a:lnTo>
                  <a:lnTo>
                    <a:pt x="180" y="383"/>
                  </a:lnTo>
                  <a:lnTo>
                    <a:pt x="144" y="348"/>
                  </a:lnTo>
                  <a:lnTo>
                    <a:pt x="106" y="308"/>
                  </a:lnTo>
                  <a:lnTo>
                    <a:pt x="62" y="267"/>
                  </a:lnTo>
                  <a:lnTo>
                    <a:pt x="28" y="251"/>
                  </a:lnTo>
                  <a:lnTo>
                    <a:pt x="8" y="233"/>
                  </a:lnTo>
                  <a:lnTo>
                    <a:pt x="0" y="216"/>
                  </a:lnTo>
                  <a:lnTo>
                    <a:pt x="2" y="199"/>
                  </a:lnTo>
                  <a:lnTo>
                    <a:pt x="12" y="184"/>
                  </a:lnTo>
                  <a:lnTo>
                    <a:pt x="30" y="173"/>
                  </a:lnTo>
                  <a:lnTo>
                    <a:pt x="55" y="168"/>
                  </a:lnTo>
                  <a:lnTo>
                    <a:pt x="89" y="170"/>
                  </a:lnTo>
                  <a:lnTo>
                    <a:pt x="74" y="143"/>
                  </a:lnTo>
                  <a:lnTo>
                    <a:pt x="70" y="120"/>
                  </a:lnTo>
                  <a:lnTo>
                    <a:pt x="75" y="103"/>
                  </a:lnTo>
                  <a:lnTo>
                    <a:pt x="86" y="93"/>
                  </a:lnTo>
                  <a:lnTo>
                    <a:pt x="100" y="86"/>
                  </a:lnTo>
                  <a:lnTo>
                    <a:pt x="116" y="86"/>
                  </a:lnTo>
                  <a:lnTo>
                    <a:pt x="133" y="93"/>
                  </a:lnTo>
                  <a:lnTo>
                    <a:pt x="148" y="107"/>
                  </a:lnTo>
                  <a:lnTo>
                    <a:pt x="138" y="73"/>
                  </a:lnTo>
                  <a:lnTo>
                    <a:pt x="140" y="53"/>
                  </a:lnTo>
                  <a:lnTo>
                    <a:pt x="149" y="41"/>
                  </a:lnTo>
                  <a:lnTo>
                    <a:pt x="166" y="43"/>
                  </a:lnTo>
                  <a:lnTo>
                    <a:pt x="184" y="51"/>
                  </a:lnTo>
                  <a:lnTo>
                    <a:pt x="204" y="70"/>
                  </a:lnTo>
                  <a:lnTo>
                    <a:pt x="220" y="97"/>
                  </a:lnTo>
                  <a:lnTo>
                    <a:pt x="234" y="130"/>
                  </a:lnTo>
                  <a:lnTo>
                    <a:pt x="235" y="144"/>
                  </a:lnTo>
                  <a:lnTo>
                    <a:pt x="239" y="150"/>
                  </a:lnTo>
                  <a:lnTo>
                    <a:pt x="240" y="152"/>
                  </a:lnTo>
                  <a:lnTo>
                    <a:pt x="244" y="152"/>
                  </a:lnTo>
                  <a:lnTo>
                    <a:pt x="247" y="150"/>
                  </a:lnTo>
                  <a:lnTo>
                    <a:pt x="250" y="153"/>
                  </a:lnTo>
                  <a:lnTo>
                    <a:pt x="254" y="159"/>
                  </a:lnTo>
                  <a:lnTo>
                    <a:pt x="258" y="174"/>
                  </a:lnTo>
                  <a:lnTo>
                    <a:pt x="284" y="234"/>
                  </a:lnTo>
                  <a:lnTo>
                    <a:pt x="311" y="278"/>
                  </a:lnTo>
                  <a:lnTo>
                    <a:pt x="339" y="308"/>
                  </a:lnTo>
                  <a:lnTo>
                    <a:pt x="372" y="327"/>
                  </a:lnTo>
                  <a:lnTo>
                    <a:pt x="410" y="336"/>
                  </a:lnTo>
                  <a:lnTo>
                    <a:pt x="456" y="340"/>
                  </a:lnTo>
                  <a:lnTo>
                    <a:pt x="514" y="337"/>
                  </a:lnTo>
                  <a:lnTo>
                    <a:pt x="584" y="335"/>
                  </a:lnTo>
                  <a:lnTo>
                    <a:pt x="568" y="308"/>
                  </a:lnTo>
                  <a:lnTo>
                    <a:pt x="553" y="284"/>
                  </a:lnTo>
                  <a:lnTo>
                    <a:pt x="538" y="261"/>
                  </a:lnTo>
                  <a:lnTo>
                    <a:pt x="523" y="238"/>
                  </a:lnTo>
                  <a:lnTo>
                    <a:pt x="506" y="214"/>
                  </a:lnTo>
                  <a:lnTo>
                    <a:pt x="491" y="190"/>
                  </a:lnTo>
                  <a:lnTo>
                    <a:pt x="476" y="165"/>
                  </a:lnTo>
                  <a:lnTo>
                    <a:pt x="461" y="142"/>
                  </a:lnTo>
                  <a:lnTo>
                    <a:pt x="470" y="91"/>
                  </a:lnTo>
                  <a:lnTo>
                    <a:pt x="487" y="53"/>
                  </a:lnTo>
                  <a:lnTo>
                    <a:pt x="510" y="24"/>
                  </a:lnTo>
                  <a:lnTo>
                    <a:pt x="538" y="6"/>
                  </a:lnTo>
                  <a:lnTo>
                    <a:pt x="566" y="0"/>
                  </a:lnTo>
                  <a:lnTo>
                    <a:pt x="599" y="8"/>
                  </a:lnTo>
                  <a:lnTo>
                    <a:pt x="633" y="28"/>
                  </a:lnTo>
                  <a:lnTo>
                    <a:pt x="667" y="64"/>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6" name="Freeform 76">
              <a:extLst>
                <a:ext uri="{FF2B5EF4-FFF2-40B4-BE49-F238E27FC236}">
                  <a16:creationId xmlns:a16="http://schemas.microsoft.com/office/drawing/2014/main" id="{74448653-1704-1B4B-BB83-154B27263C42}"/>
                </a:ext>
              </a:extLst>
            </p:cNvPr>
            <p:cNvSpPr>
              <a:spLocks/>
            </p:cNvSpPr>
            <p:nvPr/>
          </p:nvSpPr>
          <p:spPr bwMode="auto">
            <a:xfrm>
              <a:off x="4391" y="3138"/>
              <a:ext cx="355" cy="239"/>
            </a:xfrm>
            <a:custGeom>
              <a:avLst/>
              <a:gdLst>
                <a:gd name="T0" fmla="*/ 328 w 710"/>
                <a:gd name="T1" fmla="*/ 83 h 478"/>
                <a:gd name="T2" fmla="*/ 348 w 710"/>
                <a:gd name="T3" fmla="*/ 156 h 478"/>
                <a:gd name="T4" fmla="*/ 355 w 710"/>
                <a:gd name="T5" fmla="*/ 201 h 478"/>
                <a:gd name="T6" fmla="*/ 331 w 710"/>
                <a:gd name="T7" fmla="*/ 229 h 478"/>
                <a:gd name="T8" fmla="*/ 227 w 710"/>
                <a:gd name="T9" fmla="*/ 232 h 478"/>
                <a:gd name="T10" fmla="*/ 132 w 710"/>
                <a:gd name="T11" fmla="*/ 209 h 478"/>
                <a:gd name="T12" fmla="*/ 82 w 710"/>
                <a:gd name="T13" fmla="*/ 178 h 478"/>
                <a:gd name="T14" fmla="*/ 50 w 710"/>
                <a:gd name="T15" fmla="*/ 147 h 478"/>
                <a:gd name="T16" fmla="*/ 15 w 710"/>
                <a:gd name="T17" fmla="*/ 125 h 478"/>
                <a:gd name="T18" fmla="*/ 0 w 710"/>
                <a:gd name="T19" fmla="*/ 108 h 478"/>
                <a:gd name="T20" fmla="*/ 6 w 710"/>
                <a:gd name="T21" fmla="*/ 92 h 478"/>
                <a:gd name="T22" fmla="*/ 28 w 710"/>
                <a:gd name="T23" fmla="*/ 85 h 478"/>
                <a:gd name="T24" fmla="*/ 38 w 710"/>
                <a:gd name="T25" fmla="*/ 72 h 478"/>
                <a:gd name="T26" fmla="*/ 39 w 710"/>
                <a:gd name="T27" fmla="*/ 54 h 478"/>
                <a:gd name="T28" fmla="*/ 52 w 710"/>
                <a:gd name="T29" fmla="*/ 47 h 478"/>
                <a:gd name="T30" fmla="*/ 67 w 710"/>
                <a:gd name="T31" fmla="*/ 52 h 478"/>
                <a:gd name="T32" fmla="*/ 70 w 710"/>
                <a:gd name="T33" fmla="*/ 43 h 478"/>
                <a:gd name="T34" fmla="*/ 77 w 710"/>
                <a:gd name="T35" fmla="*/ 30 h 478"/>
                <a:gd name="T36" fmla="*/ 92 w 710"/>
                <a:gd name="T37" fmla="*/ 36 h 478"/>
                <a:gd name="T38" fmla="*/ 107 w 710"/>
                <a:gd name="T39" fmla="*/ 58 h 478"/>
                <a:gd name="T40" fmla="*/ 113 w 710"/>
                <a:gd name="T41" fmla="*/ 80 h 478"/>
                <a:gd name="T42" fmla="*/ 116 w 710"/>
                <a:gd name="T43" fmla="*/ 82 h 478"/>
                <a:gd name="T44" fmla="*/ 118 w 710"/>
                <a:gd name="T45" fmla="*/ 77 h 478"/>
                <a:gd name="T46" fmla="*/ 121 w 710"/>
                <a:gd name="T47" fmla="*/ 78 h 478"/>
                <a:gd name="T48" fmla="*/ 136 w 710"/>
                <a:gd name="T49" fmla="*/ 115 h 478"/>
                <a:gd name="T50" fmla="*/ 163 w 710"/>
                <a:gd name="T51" fmla="*/ 154 h 478"/>
                <a:gd name="T52" fmla="*/ 200 w 710"/>
                <a:gd name="T53" fmla="*/ 168 h 478"/>
                <a:gd name="T54" fmla="*/ 254 w 710"/>
                <a:gd name="T55" fmla="*/ 168 h 478"/>
                <a:gd name="T56" fmla="*/ 282 w 710"/>
                <a:gd name="T57" fmla="*/ 154 h 478"/>
                <a:gd name="T58" fmla="*/ 267 w 710"/>
                <a:gd name="T59" fmla="*/ 129 h 478"/>
                <a:gd name="T60" fmla="*/ 251 w 710"/>
                <a:gd name="T61" fmla="*/ 104 h 478"/>
                <a:gd name="T62" fmla="*/ 235 w 710"/>
                <a:gd name="T63" fmla="*/ 79 h 478"/>
                <a:gd name="T64" fmla="*/ 232 w 710"/>
                <a:gd name="T65" fmla="*/ 42 h 478"/>
                <a:gd name="T66" fmla="*/ 248 w 710"/>
                <a:gd name="T67" fmla="*/ 10 h 478"/>
                <a:gd name="T68" fmla="*/ 272 w 710"/>
                <a:gd name="T69" fmla="*/ 0 h 478"/>
                <a:gd name="T70" fmla="*/ 302 w 710"/>
                <a:gd name="T71" fmla="*/ 15 h 4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0"/>
                <a:gd name="T109" fmla="*/ 0 h 478"/>
                <a:gd name="T110" fmla="*/ 710 w 710"/>
                <a:gd name="T111" fmla="*/ 478 h 4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0" h="478">
                  <a:moveTo>
                    <a:pt x="637" y="66"/>
                  </a:moveTo>
                  <a:lnTo>
                    <a:pt x="655" y="165"/>
                  </a:lnTo>
                  <a:lnTo>
                    <a:pt x="676" y="247"/>
                  </a:lnTo>
                  <a:lnTo>
                    <a:pt x="696" y="311"/>
                  </a:lnTo>
                  <a:lnTo>
                    <a:pt x="708" y="362"/>
                  </a:lnTo>
                  <a:lnTo>
                    <a:pt x="710" y="401"/>
                  </a:lnTo>
                  <a:lnTo>
                    <a:pt x="696" y="432"/>
                  </a:lnTo>
                  <a:lnTo>
                    <a:pt x="661" y="457"/>
                  </a:lnTo>
                  <a:lnTo>
                    <a:pt x="602" y="478"/>
                  </a:lnTo>
                  <a:lnTo>
                    <a:pt x="454" y="463"/>
                  </a:lnTo>
                  <a:lnTo>
                    <a:pt x="344" y="443"/>
                  </a:lnTo>
                  <a:lnTo>
                    <a:pt x="263" y="417"/>
                  </a:lnTo>
                  <a:lnTo>
                    <a:pt x="207" y="388"/>
                  </a:lnTo>
                  <a:lnTo>
                    <a:pt x="164" y="356"/>
                  </a:lnTo>
                  <a:lnTo>
                    <a:pt x="132" y="324"/>
                  </a:lnTo>
                  <a:lnTo>
                    <a:pt x="100" y="293"/>
                  </a:lnTo>
                  <a:lnTo>
                    <a:pt x="64" y="267"/>
                  </a:lnTo>
                  <a:lnTo>
                    <a:pt x="30" y="250"/>
                  </a:lnTo>
                  <a:lnTo>
                    <a:pt x="10" y="233"/>
                  </a:lnTo>
                  <a:lnTo>
                    <a:pt x="0" y="215"/>
                  </a:lnTo>
                  <a:lnTo>
                    <a:pt x="2" y="199"/>
                  </a:lnTo>
                  <a:lnTo>
                    <a:pt x="12" y="184"/>
                  </a:lnTo>
                  <a:lnTo>
                    <a:pt x="31" y="174"/>
                  </a:lnTo>
                  <a:lnTo>
                    <a:pt x="56" y="169"/>
                  </a:lnTo>
                  <a:lnTo>
                    <a:pt x="90" y="171"/>
                  </a:lnTo>
                  <a:lnTo>
                    <a:pt x="75" y="144"/>
                  </a:lnTo>
                  <a:lnTo>
                    <a:pt x="73" y="123"/>
                  </a:lnTo>
                  <a:lnTo>
                    <a:pt x="78" y="108"/>
                  </a:lnTo>
                  <a:lnTo>
                    <a:pt x="90" y="99"/>
                  </a:lnTo>
                  <a:lnTo>
                    <a:pt x="104" y="94"/>
                  </a:lnTo>
                  <a:lnTo>
                    <a:pt x="120" y="95"/>
                  </a:lnTo>
                  <a:lnTo>
                    <a:pt x="134" y="103"/>
                  </a:lnTo>
                  <a:lnTo>
                    <a:pt x="145" y="116"/>
                  </a:lnTo>
                  <a:lnTo>
                    <a:pt x="139" y="85"/>
                  </a:lnTo>
                  <a:lnTo>
                    <a:pt x="143" y="67"/>
                  </a:lnTo>
                  <a:lnTo>
                    <a:pt x="153" y="59"/>
                  </a:lnTo>
                  <a:lnTo>
                    <a:pt x="168" y="62"/>
                  </a:lnTo>
                  <a:lnTo>
                    <a:pt x="184" y="72"/>
                  </a:lnTo>
                  <a:lnTo>
                    <a:pt x="202" y="91"/>
                  </a:lnTo>
                  <a:lnTo>
                    <a:pt x="214" y="116"/>
                  </a:lnTo>
                  <a:lnTo>
                    <a:pt x="224" y="148"/>
                  </a:lnTo>
                  <a:lnTo>
                    <a:pt x="227" y="160"/>
                  </a:lnTo>
                  <a:lnTo>
                    <a:pt x="229" y="164"/>
                  </a:lnTo>
                  <a:lnTo>
                    <a:pt x="232" y="163"/>
                  </a:lnTo>
                  <a:lnTo>
                    <a:pt x="234" y="159"/>
                  </a:lnTo>
                  <a:lnTo>
                    <a:pt x="237" y="154"/>
                  </a:lnTo>
                  <a:lnTo>
                    <a:pt x="239" y="153"/>
                  </a:lnTo>
                  <a:lnTo>
                    <a:pt x="243" y="156"/>
                  </a:lnTo>
                  <a:lnTo>
                    <a:pt x="247" y="170"/>
                  </a:lnTo>
                  <a:lnTo>
                    <a:pt x="271" y="230"/>
                  </a:lnTo>
                  <a:lnTo>
                    <a:pt x="297" y="277"/>
                  </a:lnTo>
                  <a:lnTo>
                    <a:pt x="326" y="307"/>
                  </a:lnTo>
                  <a:lnTo>
                    <a:pt x="361" y="327"/>
                  </a:lnTo>
                  <a:lnTo>
                    <a:pt x="400" y="336"/>
                  </a:lnTo>
                  <a:lnTo>
                    <a:pt x="449" y="338"/>
                  </a:lnTo>
                  <a:lnTo>
                    <a:pt x="508" y="336"/>
                  </a:lnTo>
                  <a:lnTo>
                    <a:pt x="579" y="333"/>
                  </a:lnTo>
                  <a:lnTo>
                    <a:pt x="563" y="307"/>
                  </a:lnTo>
                  <a:lnTo>
                    <a:pt x="548" y="282"/>
                  </a:lnTo>
                  <a:lnTo>
                    <a:pt x="533" y="257"/>
                  </a:lnTo>
                  <a:lnTo>
                    <a:pt x="518" y="233"/>
                  </a:lnTo>
                  <a:lnTo>
                    <a:pt x="502" y="208"/>
                  </a:lnTo>
                  <a:lnTo>
                    <a:pt x="486" y="183"/>
                  </a:lnTo>
                  <a:lnTo>
                    <a:pt x="471" y="158"/>
                  </a:lnTo>
                  <a:lnTo>
                    <a:pt x="458" y="134"/>
                  </a:lnTo>
                  <a:lnTo>
                    <a:pt x="465" y="84"/>
                  </a:lnTo>
                  <a:lnTo>
                    <a:pt x="479" y="46"/>
                  </a:lnTo>
                  <a:lnTo>
                    <a:pt x="496" y="19"/>
                  </a:lnTo>
                  <a:lnTo>
                    <a:pt x="519" y="4"/>
                  </a:lnTo>
                  <a:lnTo>
                    <a:pt x="544" y="0"/>
                  </a:lnTo>
                  <a:lnTo>
                    <a:pt x="573" y="9"/>
                  </a:lnTo>
                  <a:lnTo>
                    <a:pt x="603" y="30"/>
                  </a:lnTo>
                  <a:lnTo>
                    <a:pt x="637" y="66"/>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7" name="Freeform 77">
              <a:extLst>
                <a:ext uri="{FF2B5EF4-FFF2-40B4-BE49-F238E27FC236}">
                  <a16:creationId xmlns:a16="http://schemas.microsoft.com/office/drawing/2014/main" id="{6D5DD52C-DE4B-9C42-ABCF-C4CB9C52CD83}"/>
                </a:ext>
              </a:extLst>
            </p:cNvPr>
            <p:cNvSpPr>
              <a:spLocks/>
            </p:cNvSpPr>
            <p:nvPr/>
          </p:nvSpPr>
          <p:spPr bwMode="auto">
            <a:xfrm>
              <a:off x="4397" y="3140"/>
              <a:ext cx="343" cy="230"/>
            </a:xfrm>
            <a:custGeom>
              <a:avLst/>
              <a:gdLst>
                <a:gd name="T0" fmla="*/ 312 w 687"/>
                <a:gd name="T1" fmla="*/ 84 h 459"/>
                <a:gd name="T2" fmla="*/ 335 w 687"/>
                <a:gd name="T3" fmla="*/ 152 h 459"/>
                <a:gd name="T4" fmla="*/ 343 w 687"/>
                <a:gd name="T5" fmla="*/ 192 h 459"/>
                <a:gd name="T6" fmla="*/ 320 w 687"/>
                <a:gd name="T7" fmla="*/ 218 h 459"/>
                <a:gd name="T8" fmla="*/ 216 w 687"/>
                <a:gd name="T9" fmla="*/ 222 h 459"/>
                <a:gd name="T10" fmla="*/ 121 w 687"/>
                <a:gd name="T11" fmla="*/ 196 h 459"/>
                <a:gd name="T12" fmla="*/ 73 w 687"/>
                <a:gd name="T13" fmla="*/ 164 h 459"/>
                <a:gd name="T14" fmla="*/ 46 w 687"/>
                <a:gd name="T15" fmla="*/ 138 h 459"/>
                <a:gd name="T16" fmla="*/ 15 w 687"/>
                <a:gd name="T17" fmla="*/ 124 h 459"/>
                <a:gd name="T18" fmla="*/ 0 w 687"/>
                <a:gd name="T19" fmla="*/ 107 h 459"/>
                <a:gd name="T20" fmla="*/ 6 w 687"/>
                <a:gd name="T21" fmla="*/ 92 h 459"/>
                <a:gd name="T22" fmla="*/ 28 w 687"/>
                <a:gd name="T23" fmla="*/ 85 h 459"/>
                <a:gd name="T24" fmla="*/ 38 w 687"/>
                <a:gd name="T25" fmla="*/ 72 h 459"/>
                <a:gd name="T26" fmla="*/ 40 w 687"/>
                <a:gd name="T27" fmla="*/ 56 h 459"/>
                <a:gd name="T28" fmla="*/ 54 w 687"/>
                <a:gd name="T29" fmla="*/ 51 h 459"/>
                <a:gd name="T30" fmla="*/ 68 w 687"/>
                <a:gd name="T31" fmla="*/ 57 h 459"/>
                <a:gd name="T32" fmla="*/ 70 w 687"/>
                <a:gd name="T33" fmla="*/ 50 h 459"/>
                <a:gd name="T34" fmla="*/ 79 w 687"/>
                <a:gd name="T35" fmla="*/ 39 h 459"/>
                <a:gd name="T36" fmla="*/ 93 w 687"/>
                <a:gd name="T37" fmla="*/ 47 h 459"/>
                <a:gd name="T38" fmla="*/ 105 w 687"/>
                <a:gd name="T39" fmla="*/ 69 h 459"/>
                <a:gd name="T40" fmla="*/ 108 w 687"/>
                <a:gd name="T41" fmla="*/ 88 h 459"/>
                <a:gd name="T42" fmla="*/ 110 w 687"/>
                <a:gd name="T43" fmla="*/ 87 h 459"/>
                <a:gd name="T44" fmla="*/ 113 w 687"/>
                <a:gd name="T45" fmla="*/ 78 h 459"/>
                <a:gd name="T46" fmla="*/ 116 w 687"/>
                <a:gd name="T47" fmla="*/ 76 h 459"/>
                <a:gd name="T48" fmla="*/ 128 w 687"/>
                <a:gd name="T49" fmla="*/ 114 h 459"/>
                <a:gd name="T50" fmla="*/ 157 w 687"/>
                <a:gd name="T51" fmla="*/ 153 h 459"/>
                <a:gd name="T52" fmla="*/ 196 w 687"/>
                <a:gd name="T53" fmla="*/ 167 h 459"/>
                <a:gd name="T54" fmla="*/ 252 w 687"/>
                <a:gd name="T55" fmla="*/ 168 h 459"/>
                <a:gd name="T56" fmla="*/ 279 w 687"/>
                <a:gd name="T57" fmla="*/ 154 h 459"/>
                <a:gd name="T58" fmla="*/ 264 w 687"/>
                <a:gd name="T59" fmla="*/ 127 h 459"/>
                <a:gd name="T60" fmla="*/ 248 w 687"/>
                <a:gd name="T61" fmla="*/ 102 h 459"/>
                <a:gd name="T62" fmla="*/ 233 w 687"/>
                <a:gd name="T63" fmla="*/ 76 h 459"/>
                <a:gd name="T64" fmla="*/ 229 w 687"/>
                <a:gd name="T65" fmla="*/ 39 h 459"/>
                <a:gd name="T66" fmla="*/ 242 w 687"/>
                <a:gd name="T67" fmla="*/ 8 h 459"/>
                <a:gd name="T68" fmla="*/ 261 w 687"/>
                <a:gd name="T69" fmla="*/ 0 h 459"/>
                <a:gd name="T70" fmla="*/ 287 w 687"/>
                <a:gd name="T71" fmla="*/ 17 h 45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7"/>
                <a:gd name="T109" fmla="*/ 0 h 459"/>
                <a:gd name="T110" fmla="*/ 687 w 687"/>
                <a:gd name="T111" fmla="*/ 459 h 45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7" h="459">
                  <a:moveTo>
                    <a:pt x="606" y="71"/>
                  </a:moveTo>
                  <a:lnTo>
                    <a:pt x="625" y="167"/>
                  </a:lnTo>
                  <a:lnTo>
                    <a:pt x="649" y="245"/>
                  </a:lnTo>
                  <a:lnTo>
                    <a:pt x="670" y="304"/>
                  </a:lnTo>
                  <a:lnTo>
                    <a:pt x="685" y="350"/>
                  </a:lnTo>
                  <a:lnTo>
                    <a:pt x="687" y="384"/>
                  </a:lnTo>
                  <a:lnTo>
                    <a:pt x="676" y="412"/>
                  </a:lnTo>
                  <a:lnTo>
                    <a:pt x="641" y="436"/>
                  </a:lnTo>
                  <a:lnTo>
                    <a:pt x="581" y="459"/>
                  </a:lnTo>
                  <a:lnTo>
                    <a:pt x="433" y="443"/>
                  </a:lnTo>
                  <a:lnTo>
                    <a:pt x="322" y="419"/>
                  </a:lnTo>
                  <a:lnTo>
                    <a:pt x="242" y="391"/>
                  </a:lnTo>
                  <a:lnTo>
                    <a:pt x="187" y="359"/>
                  </a:lnTo>
                  <a:lnTo>
                    <a:pt x="147" y="327"/>
                  </a:lnTo>
                  <a:lnTo>
                    <a:pt x="118" y="299"/>
                  </a:lnTo>
                  <a:lnTo>
                    <a:pt x="92" y="276"/>
                  </a:lnTo>
                  <a:lnTo>
                    <a:pt x="63" y="264"/>
                  </a:lnTo>
                  <a:lnTo>
                    <a:pt x="30" y="248"/>
                  </a:lnTo>
                  <a:lnTo>
                    <a:pt x="10" y="230"/>
                  </a:lnTo>
                  <a:lnTo>
                    <a:pt x="0" y="213"/>
                  </a:lnTo>
                  <a:lnTo>
                    <a:pt x="3" y="198"/>
                  </a:lnTo>
                  <a:lnTo>
                    <a:pt x="13" y="184"/>
                  </a:lnTo>
                  <a:lnTo>
                    <a:pt x="32" y="174"/>
                  </a:lnTo>
                  <a:lnTo>
                    <a:pt x="57" y="169"/>
                  </a:lnTo>
                  <a:lnTo>
                    <a:pt x="90" y="171"/>
                  </a:lnTo>
                  <a:lnTo>
                    <a:pt x="77" y="144"/>
                  </a:lnTo>
                  <a:lnTo>
                    <a:pt x="75" y="125"/>
                  </a:lnTo>
                  <a:lnTo>
                    <a:pt x="80" y="111"/>
                  </a:lnTo>
                  <a:lnTo>
                    <a:pt x="94" y="105"/>
                  </a:lnTo>
                  <a:lnTo>
                    <a:pt x="108" y="102"/>
                  </a:lnTo>
                  <a:lnTo>
                    <a:pt x="124" y="106"/>
                  </a:lnTo>
                  <a:lnTo>
                    <a:pt x="136" y="114"/>
                  </a:lnTo>
                  <a:lnTo>
                    <a:pt x="144" y="129"/>
                  </a:lnTo>
                  <a:lnTo>
                    <a:pt x="141" y="99"/>
                  </a:lnTo>
                  <a:lnTo>
                    <a:pt x="147" y="82"/>
                  </a:lnTo>
                  <a:lnTo>
                    <a:pt x="158" y="77"/>
                  </a:lnTo>
                  <a:lnTo>
                    <a:pt x="173" y="82"/>
                  </a:lnTo>
                  <a:lnTo>
                    <a:pt x="187" y="94"/>
                  </a:lnTo>
                  <a:lnTo>
                    <a:pt x="201" y="114"/>
                  </a:lnTo>
                  <a:lnTo>
                    <a:pt x="210" y="137"/>
                  </a:lnTo>
                  <a:lnTo>
                    <a:pt x="213" y="166"/>
                  </a:lnTo>
                  <a:lnTo>
                    <a:pt x="216" y="176"/>
                  </a:lnTo>
                  <a:lnTo>
                    <a:pt x="218" y="179"/>
                  </a:lnTo>
                  <a:lnTo>
                    <a:pt x="221" y="174"/>
                  </a:lnTo>
                  <a:lnTo>
                    <a:pt x="223" y="165"/>
                  </a:lnTo>
                  <a:lnTo>
                    <a:pt x="226" y="156"/>
                  </a:lnTo>
                  <a:lnTo>
                    <a:pt x="228" y="151"/>
                  </a:lnTo>
                  <a:lnTo>
                    <a:pt x="232" y="152"/>
                  </a:lnTo>
                  <a:lnTo>
                    <a:pt x="236" y="166"/>
                  </a:lnTo>
                  <a:lnTo>
                    <a:pt x="257" y="228"/>
                  </a:lnTo>
                  <a:lnTo>
                    <a:pt x="284" y="274"/>
                  </a:lnTo>
                  <a:lnTo>
                    <a:pt x="314" y="305"/>
                  </a:lnTo>
                  <a:lnTo>
                    <a:pt x="350" y="325"/>
                  </a:lnTo>
                  <a:lnTo>
                    <a:pt x="393" y="334"/>
                  </a:lnTo>
                  <a:lnTo>
                    <a:pt x="444" y="338"/>
                  </a:lnTo>
                  <a:lnTo>
                    <a:pt x="504" y="335"/>
                  </a:lnTo>
                  <a:lnTo>
                    <a:pt x="576" y="333"/>
                  </a:lnTo>
                  <a:lnTo>
                    <a:pt x="559" y="307"/>
                  </a:lnTo>
                  <a:lnTo>
                    <a:pt x="544" y="280"/>
                  </a:lnTo>
                  <a:lnTo>
                    <a:pt x="528" y="254"/>
                  </a:lnTo>
                  <a:lnTo>
                    <a:pt x="513" y="229"/>
                  </a:lnTo>
                  <a:lnTo>
                    <a:pt x="497" y="203"/>
                  </a:lnTo>
                  <a:lnTo>
                    <a:pt x="482" y="177"/>
                  </a:lnTo>
                  <a:lnTo>
                    <a:pt x="467" y="151"/>
                  </a:lnTo>
                  <a:lnTo>
                    <a:pt x="453" y="126"/>
                  </a:lnTo>
                  <a:lnTo>
                    <a:pt x="459" y="77"/>
                  </a:lnTo>
                  <a:lnTo>
                    <a:pt x="470" y="41"/>
                  </a:lnTo>
                  <a:lnTo>
                    <a:pt x="484" y="15"/>
                  </a:lnTo>
                  <a:lnTo>
                    <a:pt x="503" y="2"/>
                  </a:lnTo>
                  <a:lnTo>
                    <a:pt x="523" y="0"/>
                  </a:lnTo>
                  <a:lnTo>
                    <a:pt x="547" y="11"/>
                  </a:lnTo>
                  <a:lnTo>
                    <a:pt x="575" y="33"/>
                  </a:lnTo>
                  <a:lnTo>
                    <a:pt x="606" y="71"/>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8" name="Freeform 78">
              <a:extLst>
                <a:ext uri="{FF2B5EF4-FFF2-40B4-BE49-F238E27FC236}">
                  <a16:creationId xmlns:a16="http://schemas.microsoft.com/office/drawing/2014/main" id="{19183ACB-A718-164F-91DE-299759BD14F6}"/>
                </a:ext>
              </a:extLst>
            </p:cNvPr>
            <p:cNvSpPr>
              <a:spLocks/>
            </p:cNvSpPr>
            <p:nvPr/>
          </p:nvSpPr>
          <p:spPr bwMode="auto">
            <a:xfrm>
              <a:off x="4288" y="3368"/>
              <a:ext cx="118" cy="69"/>
            </a:xfrm>
            <a:custGeom>
              <a:avLst/>
              <a:gdLst>
                <a:gd name="T0" fmla="*/ 17 w 236"/>
                <a:gd name="T1" fmla="*/ 0 h 138"/>
                <a:gd name="T2" fmla="*/ 29 w 236"/>
                <a:gd name="T3" fmla="*/ 3 h 138"/>
                <a:gd name="T4" fmla="*/ 42 w 236"/>
                <a:gd name="T5" fmla="*/ 7 h 138"/>
                <a:gd name="T6" fmla="*/ 54 w 236"/>
                <a:gd name="T7" fmla="*/ 11 h 138"/>
                <a:gd name="T8" fmla="*/ 67 w 236"/>
                <a:gd name="T9" fmla="*/ 15 h 138"/>
                <a:gd name="T10" fmla="*/ 79 w 236"/>
                <a:gd name="T11" fmla="*/ 19 h 138"/>
                <a:gd name="T12" fmla="*/ 92 w 236"/>
                <a:gd name="T13" fmla="*/ 23 h 138"/>
                <a:gd name="T14" fmla="*/ 104 w 236"/>
                <a:gd name="T15" fmla="*/ 27 h 138"/>
                <a:gd name="T16" fmla="*/ 117 w 236"/>
                <a:gd name="T17" fmla="*/ 32 h 138"/>
                <a:gd name="T18" fmla="*/ 118 w 236"/>
                <a:gd name="T19" fmla="*/ 37 h 138"/>
                <a:gd name="T20" fmla="*/ 118 w 236"/>
                <a:gd name="T21" fmla="*/ 42 h 138"/>
                <a:gd name="T22" fmla="*/ 118 w 236"/>
                <a:gd name="T23" fmla="*/ 47 h 138"/>
                <a:gd name="T24" fmla="*/ 118 w 236"/>
                <a:gd name="T25" fmla="*/ 52 h 138"/>
                <a:gd name="T26" fmla="*/ 116 w 236"/>
                <a:gd name="T27" fmla="*/ 56 h 138"/>
                <a:gd name="T28" fmla="*/ 114 w 236"/>
                <a:gd name="T29" fmla="*/ 60 h 138"/>
                <a:gd name="T30" fmla="*/ 111 w 236"/>
                <a:gd name="T31" fmla="*/ 65 h 138"/>
                <a:gd name="T32" fmla="*/ 108 w 236"/>
                <a:gd name="T33" fmla="*/ 69 h 138"/>
                <a:gd name="T34" fmla="*/ 98 w 236"/>
                <a:gd name="T35" fmla="*/ 67 h 138"/>
                <a:gd name="T36" fmla="*/ 88 w 236"/>
                <a:gd name="T37" fmla="*/ 66 h 138"/>
                <a:gd name="T38" fmla="*/ 77 w 236"/>
                <a:gd name="T39" fmla="*/ 65 h 138"/>
                <a:gd name="T40" fmla="*/ 67 w 236"/>
                <a:gd name="T41" fmla="*/ 63 h 138"/>
                <a:gd name="T42" fmla="*/ 56 w 236"/>
                <a:gd name="T43" fmla="*/ 62 h 138"/>
                <a:gd name="T44" fmla="*/ 46 w 236"/>
                <a:gd name="T45" fmla="*/ 61 h 138"/>
                <a:gd name="T46" fmla="*/ 36 w 236"/>
                <a:gd name="T47" fmla="*/ 60 h 138"/>
                <a:gd name="T48" fmla="*/ 27 w 236"/>
                <a:gd name="T49" fmla="*/ 59 h 138"/>
                <a:gd name="T50" fmla="*/ 15 w 236"/>
                <a:gd name="T51" fmla="*/ 52 h 138"/>
                <a:gd name="T52" fmla="*/ 7 w 236"/>
                <a:gd name="T53" fmla="*/ 44 h 138"/>
                <a:gd name="T54" fmla="*/ 3 w 236"/>
                <a:gd name="T55" fmla="*/ 37 h 138"/>
                <a:gd name="T56" fmla="*/ 1 w 236"/>
                <a:gd name="T57" fmla="*/ 29 h 138"/>
                <a:gd name="T58" fmla="*/ 0 w 236"/>
                <a:gd name="T59" fmla="*/ 22 h 138"/>
                <a:gd name="T60" fmla="*/ 4 w 236"/>
                <a:gd name="T61" fmla="*/ 14 h 138"/>
                <a:gd name="T62" fmla="*/ 9 w 236"/>
                <a:gd name="T63" fmla="*/ 6 h 138"/>
                <a:gd name="T64" fmla="*/ 17 w 236"/>
                <a:gd name="T65" fmla="*/ 0 h 1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6"/>
                <a:gd name="T100" fmla="*/ 0 h 138"/>
                <a:gd name="T101" fmla="*/ 236 w 236"/>
                <a:gd name="T102" fmla="*/ 138 h 1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6" h="138">
                  <a:moveTo>
                    <a:pt x="34" y="0"/>
                  </a:moveTo>
                  <a:lnTo>
                    <a:pt x="58" y="7"/>
                  </a:lnTo>
                  <a:lnTo>
                    <a:pt x="83" y="15"/>
                  </a:lnTo>
                  <a:lnTo>
                    <a:pt x="108" y="22"/>
                  </a:lnTo>
                  <a:lnTo>
                    <a:pt x="133" y="31"/>
                  </a:lnTo>
                  <a:lnTo>
                    <a:pt x="158" y="39"/>
                  </a:lnTo>
                  <a:lnTo>
                    <a:pt x="183" y="47"/>
                  </a:lnTo>
                  <a:lnTo>
                    <a:pt x="208" y="55"/>
                  </a:lnTo>
                  <a:lnTo>
                    <a:pt x="233" y="64"/>
                  </a:lnTo>
                  <a:lnTo>
                    <a:pt x="235" y="74"/>
                  </a:lnTo>
                  <a:lnTo>
                    <a:pt x="236" y="85"/>
                  </a:lnTo>
                  <a:lnTo>
                    <a:pt x="236" y="94"/>
                  </a:lnTo>
                  <a:lnTo>
                    <a:pt x="235" y="104"/>
                  </a:lnTo>
                  <a:lnTo>
                    <a:pt x="231" y="112"/>
                  </a:lnTo>
                  <a:lnTo>
                    <a:pt x="227" y="121"/>
                  </a:lnTo>
                  <a:lnTo>
                    <a:pt x="222" y="129"/>
                  </a:lnTo>
                  <a:lnTo>
                    <a:pt x="216" y="138"/>
                  </a:lnTo>
                  <a:lnTo>
                    <a:pt x="195" y="134"/>
                  </a:lnTo>
                  <a:lnTo>
                    <a:pt x="175" y="131"/>
                  </a:lnTo>
                  <a:lnTo>
                    <a:pt x="153" y="129"/>
                  </a:lnTo>
                  <a:lnTo>
                    <a:pt x="133" y="127"/>
                  </a:lnTo>
                  <a:lnTo>
                    <a:pt x="112" y="124"/>
                  </a:lnTo>
                  <a:lnTo>
                    <a:pt x="92" y="122"/>
                  </a:lnTo>
                  <a:lnTo>
                    <a:pt x="72" y="120"/>
                  </a:lnTo>
                  <a:lnTo>
                    <a:pt x="53" y="119"/>
                  </a:lnTo>
                  <a:lnTo>
                    <a:pt x="30" y="104"/>
                  </a:lnTo>
                  <a:lnTo>
                    <a:pt x="15" y="89"/>
                  </a:lnTo>
                  <a:lnTo>
                    <a:pt x="5" y="74"/>
                  </a:lnTo>
                  <a:lnTo>
                    <a:pt x="1" y="59"/>
                  </a:lnTo>
                  <a:lnTo>
                    <a:pt x="0" y="44"/>
                  </a:lnTo>
                  <a:lnTo>
                    <a:pt x="7" y="28"/>
                  </a:lnTo>
                  <a:lnTo>
                    <a:pt x="17" y="13"/>
                  </a:lnTo>
                  <a:lnTo>
                    <a:pt x="34"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9" name="Freeform 79">
              <a:extLst>
                <a:ext uri="{FF2B5EF4-FFF2-40B4-BE49-F238E27FC236}">
                  <a16:creationId xmlns:a16="http://schemas.microsoft.com/office/drawing/2014/main" id="{056F94C6-E226-DF48-8D2A-8FB502DF15E8}"/>
                </a:ext>
              </a:extLst>
            </p:cNvPr>
            <p:cNvSpPr>
              <a:spLocks/>
            </p:cNvSpPr>
            <p:nvPr/>
          </p:nvSpPr>
          <p:spPr bwMode="auto">
            <a:xfrm>
              <a:off x="4291" y="3370"/>
              <a:ext cx="112" cy="65"/>
            </a:xfrm>
            <a:custGeom>
              <a:avLst/>
              <a:gdLst>
                <a:gd name="T0" fmla="*/ 16 w 226"/>
                <a:gd name="T1" fmla="*/ 0 h 131"/>
                <a:gd name="T2" fmla="*/ 27 w 226"/>
                <a:gd name="T3" fmla="*/ 4 h 131"/>
                <a:gd name="T4" fmla="*/ 39 w 226"/>
                <a:gd name="T5" fmla="*/ 7 h 131"/>
                <a:gd name="T6" fmla="*/ 51 w 226"/>
                <a:gd name="T7" fmla="*/ 11 h 131"/>
                <a:gd name="T8" fmla="*/ 63 w 226"/>
                <a:gd name="T9" fmla="*/ 15 h 131"/>
                <a:gd name="T10" fmla="*/ 75 w 226"/>
                <a:gd name="T11" fmla="*/ 19 h 131"/>
                <a:gd name="T12" fmla="*/ 87 w 226"/>
                <a:gd name="T13" fmla="*/ 23 h 131"/>
                <a:gd name="T14" fmla="*/ 98 w 226"/>
                <a:gd name="T15" fmla="*/ 26 h 131"/>
                <a:gd name="T16" fmla="*/ 111 w 226"/>
                <a:gd name="T17" fmla="*/ 30 h 131"/>
                <a:gd name="T18" fmla="*/ 112 w 226"/>
                <a:gd name="T19" fmla="*/ 35 h 131"/>
                <a:gd name="T20" fmla="*/ 112 w 226"/>
                <a:gd name="T21" fmla="*/ 40 h 131"/>
                <a:gd name="T22" fmla="*/ 112 w 226"/>
                <a:gd name="T23" fmla="*/ 44 h 131"/>
                <a:gd name="T24" fmla="*/ 112 w 226"/>
                <a:gd name="T25" fmla="*/ 49 h 131"/>
                <a:gd name="T26" fmla="*/ 110 w 226"/>
                <a:gd name="T27" fmla="*/ 53 h 131"/>
                <a:gd name="T28" fmla="*/ 108 w 226"/>
                <a:gd name="T29" fmla="*/ 58 h 131"/>
                <a:gd name="T30" fmla="*/ 105 w 226"/>
                <a:gd name="T31" fmla="*/ 61 h 131"/>
                <a:gd name="T32" fmla="*/ 102 w 226"/>
                <a:gd name="T33" fmla="*/ 65 h 131"/>
                <a:gd name="T34" fmla="*/ 92 w 226"/>
                <a:gd name="T35" fmla="*/ 64 h 131"/>
                <a:gd name="T36" fmla="*/ 82 w 226"/>
                <a:gd name="T37" fmla="*/ 63 h 131"/>
                <a:gd name="T38" fmla="*/ 72 w 226"/>
                <a:gd name="T39" fmla="*/ 61 h 131"/>
                <a:gd name="T40" fmla="*/ 63 w 226"/>
                <a:gd name="T41" fmla="*/ 61 h 131"/>
                <a:gd name="T42" fmla="*/ 53 w 226"/>
                <a:gd name="T43" fmla="*/ 59 h 131"/>
                <a:gd name="T44" fmla="*/ 43 w 226"/>
                <a:gd name="T45" fmla="*/ 58 h 131"/>
                <a:gd name="T46" fmla="*/ 34 w 226"/>
                <a:gd name="T47" fmla="*/ 57 h 131"/>
                <a:gd name="T48" fmla="*/ 24 w 226"/>
                <a:gd name="T49" fmla="*/ 56 h 131"/>
                <a:gd name="T50" fmla="*/ 14 w 226"/>
                <a:gd name="T51" fmla="*/ 49 h 131"/>
                <a:gd name="T52" fmla="*/ 7 w 226"/>
                <a:gd name="T53" fmla="*/ 42 h 131"/>
                <a:gd name="T54" fmla="*/ 2 w 226"/>
                <a:gd name="T55" fmla="*/ 35 h 131"/>
                <a:gd name="T56" fmla="*/ 0 w 226"/>
                <a:gd name="T57" fmla="*/ 28 h 131"/>
                <a:gd name="T58" fmla="*/ 0 w 226"/>
                <a:gd name="T59" fmla="*/ 21 h 131"/>
                <a:gd name="T60" fmla="*/ 2 w 226"/>
                <a:gd name="T61" fmla="*/ 14 h 131"/>
                <a:gd name="T62" fmla="*/ 7 w 226"/>
                <a:gd name="T63" fmla="*/ 7 h 131"/>
                <a:gd name="T64" fmla="*/ 16 w 226"/>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131"/>
                <a:gd name="T101" fmla="*/ 226 w 226"/>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131">
                  <a:moveTo>
                    <a:pt x="32" y="0"/>
                  </a:moveTo>
                  <a:lnTo>
                    <a:pt x="54" y="8"/>
                  </a:lnTo>
                  <a:lnTo>
                    <a:pt x="79" y="15"/>
                  </a:lnTo>
                  <a:lnTo>
                    <a:pt x="102" y="23"/>
                  </a:lnTo>
                  <a:lnTo>
                    <a:pt x="127" y="31"/>
                  </a:lnTo>
                  <a:lnTo>
                    <a:pt x="151" y="38"/>
                  </a:lnTo>
                  <a:lnTo>
                    <a:pt x="175" y="46"/>
                  </a:lnTo>
                  <a:lnTo>
                    <a:pt x="198" y="53"/>
                  </a:lnTo>
                  <a:lnTo>
                    <a:pt x="223" y="61"/>
                  </a:lnTo>
                  <a:lnTo>
                    <a:pt x="225" y="71"/>
                  </a:lnTo>
                  <a:lnTo>
                    <a:pt x="226" y="81"/>
                  </a:lnTo>
                  <a:lnTo>
                    <a:pt x="225" y="89"/>
                  </a:lnTo>
                  <a:lnTo>
                    <a:pt x="225" y="99"/>
                  </a:lnTo>
                  <a:lnTo>
                    <a:pt x="221" y="107"/>
                  </a:lnTo>
                  <a:lnTo>
                    <a:pt x="217" y="116"/>
                  </a:lnTo>
                  <a:lnTo>
                    <a:pt x="211" y="123"/>
                  </a:lnTo>
                  <a:lnTo>
                    <a:pt x="206" y="131"/>
                  </a:lnTo>
                  <a:lnTo>
                    <a:pt x="186" y="128"/>
                  </a:lnTo>
                  <a:lnTo>
                    <a:pt x="166" y="126"/>
                  </a:lnTo>
                  <a:lnTo>
                    <a:pt x="146" y="123"/>
                  </a:lnTo>
                  <a:lnTo>
                    <a:pt x="127" y="122"/>
                  </a:lnTo>
                  <a:lnTo>
                    <a:pt x="107" y="118"/>
                  </a:lnTo>
                  <a:lnTo>
                    <a:pt x="87" y="117"/>
                  </a:lnTo>
                  <a:lnTo>
                    <a:pt x="68" y="114"/>
                  </a:lnTo>
                  <a:lnTo>
                    <a:pt x="49" y="113"/>
                  </a:lnTo>
                  <a:lnTo>
                    <a:pt x="28" y="98"/>
                  </a:lnTo>
                  <a:lnTo>
                    <a:pt x="14" y="84"/>
                  </a:lnTo>
                  <a:lnTo>
                    <a:pt x="4" y="71"/>
                  </a:lnTo>
                  <a:lnTo>
                    <a:pt x="0" y="57"/>
                  </a:lnTo>
                  <a:lnTo>
                    <a:pt x="0" y="42"/>
                  </a:lnTo>
                  <a:lnTo>
                    <a:pt x="5" y="28"/>
                  </a:lnTo>
                  <a:lnTo>
                    <a:pt x="15" y="14"/>
                  </a:lnTo>
                  <a:lnTo>
                    <a:pt x="32"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0" name="Freeform 80">
              <a:extLst>
                <a:ext uri="{FF2B5EF4-FFF2-40B4-BE49-F238E27FC236}">
                  <a16:creationId xmlns:a16="http://schemas.microsoft.com/office/drawing/2014/main" id="{76F6ADB0-4BE1-E042-892D-329051973DD5}"/>
                </a:ext>
              </a:extLst>
            </p:cNvPr>
            <p:cNvSpPr>
              <a:spLocks/>
            </p:cNvSpPr>
            <p:nvPr/>
          </p:nvSpPr>
          <p:spPr bwMode="auto">
            <a:xfrm>
              <a:off x="4293" y="3371"/>
              <a:ext cx="107" cy="62"/>
            </a:xfrm>
            <a:custGeom>
              <a:avLst/>
              <a:gdLst>
                <a:gd name="T0" fmla="*/ 15 w 215"/>
                <a:gd name="T1" fmla="*/ 0 h 124"/>
                <a:gd name="T2" fmla="*/ 26 w 215"/>
                <a:gd name="T3" fmla="*/ 3 h 124"/>
                <a:gd name="T4" fmla="*/ 38 w 215"/>
                <a:gd name="T5" fmla="*/ 7 h 124"/>
                <a:gd name="T6" fmla="*/ 49 w 215"/>
                <a:gd name="T7" fmla="*/ 11 h 124"/>
                <a:gd name="T8" fmla="*/ 61 w 215"/>
                <a:gd name="T9" fmla="*/ 15 h 124"/>
                <a:gd name="T10" fmla="*/ 72 w 215"/>
                <a:gd name="T11" fmla="*/ 18 h 124"/>
                <a:gd name="T12" fmla="*/ 83 w 215"/>
                <a:gd name="T13" fmla="*/ 22 h 124"/>
                <a:gd name="T14" fmla="*/ 95 w 215"/>
                <a:gd name="T15" fmla="*/ 25 h 124"/>
                <a:gd name="T16" fmla="*/ 106 w 215"/>
                <a:gd name="T17" fmla="*/ 29 h 124"/>
                <a:gd name="T18" fmla="*/ 106 w 215"/>
                <a:gd name="T19" fmla="*/ 33 h 124"/>
                <a:gd name="T20" fmla="*/ 107 w 215"/>
                <a:gd name="T21" fmla="*/ 38 h 124"/>
                <a:gd name="T22" fmla="*/ 106 w 215"/>
                <a:gd name="T23" fmla="*/ 43 h 124"/>
                <a:gd name="T24" fmla="*/ 106 w 215"/>
                <a:gd name="T25" fmla="*/ 48 h 124"/>
                <a:gd name="T26" fmla="*/ 105 w 215"/>
                <a:gd name="T27" fmla="*/ 52 h 124"/>
                <a:gd name="T28" fmla="*/ 103 w 215"/>
                <a:gd name="T29" fmla="*/ 55 h 124"/>
                <a:gd name="T30" fmla="*/ 101 w 215"/>
                <a:gd name="T31" fmla="*/ 58 h 124"/>
                <a:gd name="T32" fmla="*/ 99 w 215"/>
                <a:gd name="T33" fmla="*/ 62 h 124"/>
                <a:gd name="T34" fmla="*/ 89 w 215"/>
                <a:gd name="T35" fmla="*/ 61 h 124"/>
                <a:gd name="T36" fmla="*/ 80 w 215"/>
                <a:gd name="T37" fmla="*/ 60 h 124"/>
                <a:gd name="T38" fmla="*/ 70 w 215"/>
                <a:gd name="T39" fmla="*/ 59 h 124"/>
                <a:gd name="T40" fmla="*/ 61 w 215"/>
                <a:gd name="T41" fmla="*/ 58 h 124"/>
                <a:gd name="T42" fmla="*/ 51 w 215"/>
                <a:gd name="T43" fmla="*/ 57 h 124"/>
                <a:gd name="T44" fmla="*/ 42 w 215"/>
                <a:gd name="T45" fmla="*/ 57 h 124"/>
                <a:gd name="T46" fmla="*/ 32 w 215"/>
                <a:gd name="T47" fmla="*/ 55 h 124"/>
                <a:gd name="T48" fmla="*/ 24 w 215"/>
                <a:gd name="T49" fmla="*/ 55 h 124"/>
                <a:gd name="T50" fmla="*/ 14 w 215"/>
                <a:gd name="T51" fmla="*/ 47 h 124"/>
                <a:gd name="T52" fmla="*/ 7 w 215"/>
                <a:gd name="T53" fmla="*/ 41 h 124"/>
                <a:gd name="T54" fmla="*/ 2 w 215"/>
                <a:gd name="T55" fmla="*/ 33 h 124"/>
                <a:gd name="T56" fmla="*/ 0 w 215"/>
                <a:gd name="T57" fmla="*/ 27 h 124"/>
                <a:gd name="T58" fmla="*/ 0 w 215"/>
                <a:gd name="T59" fmla="*/ 20 h 124"/>
                <a:gd name="T60" fmla="*/ 2 w 215"/>
                <a:gd name="T61" fmla="*/ 13 h 124"/>
                <a:gd name="T62" fmla="*/ 7 w 215"/>
                <a:gd name="T63" fmla="*/ 6 h 124"/>
                <a:gd name="T64" fmla="*/ 15 w 215"/>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24"/>
                <a:gd name="T101" fmla="*/ 215 w 215"/>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24">
                  <a:moveTo>
                    <a:pt x="30" y="0"/>
                  </a:moveTo>
                  <a:lnTo>
                    <a:pt x="53" y="6"/>
                  </a:lnTo>
                  <a:lnTo>
                    <a:pt x="76" y="14"/>
                  </a:lnTo>
                  <a:lnTo>
                    <a:pt x="98" y="21"/>
                  </a:lnTo>
                  <a:lnTo>
                    <a:pt x="122" y="29"/>
                  </a:lnTo>
                  <a:lnTo>
                    <a:pt x="144" y="35"/>
                  </a:lnTo>
                  <a:lnTo>
                    <a:pt x="167" y="43"/>
                  </a:lnTo>
                  <a:lnTo>
                    <a:pt x="190" y="50"/>
                  </a:lnTo>
                  <a:lnTo>
                    <a:pt x="213" y="58"/>
                  </a:lnTo>
                  <a:lnTo>
                    <a:pt x="213" y="66"/>
                  </a:lnTo>
                  <a:lnTo>
                    <a:pt x="215" y="76"/>
                  </a:lnTo>
                  <a:lnTo>
                    <a:pt x="213" y="85"/>
                  </a:lnTo>
                  <a:lnTo>
                    <a:pt x="213" y="95"/>
                  </a:lnTo>
                  <a:lnTo>
                    <a:pt x="210" y="103"/>
                  </a:lnTo>
                  <a:lnTo>
                    <a:pt x="207" y="110"/>
                  </a:lnTo>
                  <a:lnTo>
                    <a:pt x="202" y="116"/>
                  </a:lnTo>
                  <a:lnTo>
                    <a:pt x="198" y="124"/>
                  </a:lnTo>
                  <a:lnTo>
                    <a:pt x="178" y="121"/>
                  </a:lnTo>
                  <a:lnTo>
                    <a:pt x="160" y="120"/>
                  </a:lnTo>
                  <a:lnTo>
                    <a:pt x="141" y="118"/>
                  </a:lnTo>
                  <a:lnTo>
                    <a:pt x="122" y="116"/>
                  </a:lnTo>
                  <a:lnTo>
                    <a:pt x="103" y="114"/>
                  </a:lnTo>
                  <a:lnTo>
                    <a:pt x="84" y="113"/>
                  </a:lnTo>
                  <a:lnTo>
                    <a:pt x="65" y="110"/>
                  </a:lnTo>
                  <a:lnTo>
                    <a:pt x="48" y="109"/>
                  </a:lnTo>
                  <a:lnTo>
                    <a:pt x="28" y="94"/>
                  </a:lnTo>
                  <a:lnTo>
                    <a:pt x="14" y="81"/>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1" name="Freeform 81">
              <a:extLst>
                <a:ext uri="{FF2B5EF4-FFF2-40B4-BE49-F238E27FC236}">
                  <a16:creationId xmlns:a16="http://schemas.microsoft.com/office/drawing/2014/main" id="{68E8F401-B963-7947-BD3E-AA3AB07F8693}"/>
                </a:ext>
              </a:extLst>
            </p:cNvPr>
            <p:cNvSpPr>
              <a:spLocks/>
            </p:cNvSpPr>
            <p:nvPr/>
          </p:nvSpPr>
          <p:spPr bwMode="auto">
            <a:xfrm>
              <a:off x="4296" y="3372"/>
              <a:ext cx="102" cy="60"/>
            </a:xfrm>
            <a:custGeom>
              <a:avLst/>
              <a:gdLst>
                <a:gd name="T0" fmla="*/ 14 w 205"/>
                <a:gd name="T1" fmla="*/ 0 h 119"/>
                <a:gd name="T2" fmla="*/ 25 w 205"/>
                <a:gd name="T3" fmla="*/ 4 h 119"/>
                <a:gd name="T4" fmla="*/ 36 w 205"/>
                <a:gd name="T5" fmla="*/ 7 h 119"/>
                <a:gd name="T6" fmla="*/ 46 w 205"/>
                <a:gd name="T7" fmla="*/ 10 h 119"/>
                <a:gd name="T8" fmla="*/ 58 w 205"/>
                <a:gd name="T9" fmla="*/ 14 h 119"/>
                <a:gd name="T10" fmla="*/ 68 w 205"/>
                <a:gd name="T11" fmla="*/ 17 h 119"/>
                <a:gd name="T12" fmla="*/ 79 w 205"/>
                <a:gd name="T13" fmla="*/ 21 h 119"/>
                <a:gd name="T14" fmla="*/ 90 w 205"/>
                <a:gd name="T15" fmla="*/ 25 h 119"/>
                <a:gd name="T16" fmla="*/ 101 w 205"/>
                <a:gd name="T17" fmla="*/ 29 h 119"/>
                <a:gd name="T18" fmla="*/ 101 w 205"/>
                <a:gd name="T19" fmla="*/ 33 h 119"/>
                <a:gd name="T20" fmla="*/ 102 w 205"/>
                <a:gd name="T21" fmla="*/ 37 h 119"/>
                <a:gd name="T22" fmla="*/ 101 w 205"/>
                <a:gd name="T23" fmla="*/ 42 h 119"/>
                <a:gd name="T24" fmla="*/ 101 w 205"/>
                <a:gd name="T25" fmla="*/ 46 h 119"/>
                <a:gd name="T26" fmla="*/ 100 w 205"/>
                <a:gd name="T27" fmla="*/ 50 h 119"/>
                <a:gd name="T28" fmla="*/ 98 w 205"/>
                <a:gd name="T29" fmla="*/ 54 h 119"/>
                <a:gd name="T30" fmla="*/ 96 w 205"/>
                <a:gd name="T31" fmla="*/ 57 h 119"/>
                <a:gd name="T32" fmla="*/ 93 w 205"/>
                <a:gd name="T33" fmla="*/ 60 h 119"/>
                <a:gd name="T34" fmla="*/ 84 w 205"/>
                <a:gd name="T35" fmla="*/ 58 h 119"/>
                <a:gd name="T36" fmla="*/ 75 w 205"/>
                <a:gd name="T37" fmla="*/ 57 h 119"/>
                <a:gd name="T38" fmla="*/ 66 w 205"/>
                <a:gd name="T39" fmla="*/ 56 h 119"/>
                <a:gd name="T40" fmla="*/ 58 w 205"/>
                <a:gd name="T41" fmla="*/ 56 h 119"/>
                <a:gd name="T42" fmla="*/ 48 w 205"/>
                <a:gd name="T43" fmla="*/ 54 h 119"/>
                <a:gd name="T44" fmla="*/ 39 w 205"/>
                <a:gd name="T45" fmla="*/ 54 h 119"/>
                <a:gd name="T46" fmla="*/ 31 w 205"/>
                <a:gd name="T47" fmla="*/ 52 h 119"/>
                <a:gd name="T48" fmla="*/ 22 w 205"/>
                <a:gd name="T49" fmla="*/ 52 h 119"/>
                <a:gd name="T50" fmla="*/ 12 w 205"/>
                <a:gd name="T51" fmla="*/ 45 h 119"/>
                <a:gd name="T52" fmla="*/ 6 w 205"/>
                <a:gd name="T53" fmla="*/ 39 h 119"/>
                <a:gd name="T54" fmla="*/ 2 w 205"/>
                <a:gd name="T55" fmla="*/ 32 h 119"/>
                <a:gd name="T56" fmla="*/ 0 w 205"/>
                <a:gd name="T57" fmla="*/ 26 h 119"/>
                <a:gd name="T58" fmla="*/ 0 w 205"/>
                <a:gd name="T59" fmla="*/ 19 h 119"/>
                <a:gd name="T60" fmla="*/ 2 w 205"/>
                <a:gd name="T61" fmla="*/ 13 h 119"/>
                <a:gd name="T62" fmla="*/ 7 w 205"/>
                <a:gd name="T63" fmla="*/ 6 h 119"/>
                <a:gd name="T64" fmla="*/ 14 w 205"/>
                <a:gd name="T65" fmla="*/ 0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
                <a:gd name="T100" fmla="*/ 0 h 119"/>
                <a:gd name="T101" fmla="*/ 205 w 205"/>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 h="119">
                  <a:moveTo>
                    <a:pt x="29" y="0"/>
                  </a:moveTo>
                  <a:lnTo>
                    <a:pt x="50" y="7"/>
                  </a:lnTo>
                  <a:lnTo>
                    <a:pt x="72" y="14"/>
                  </a:lnTo>
                  <a:lnTo>
                    <a:pt x="93" y="20"/>
                  </a:lnTo>
                  <a:lnTo>
                    <a:pt x="116" y="28"/>
                  </a:lnTo>
                  <a:lnTo>
                    <a:pt x="137" y="34"/>
                  </a:lnTo>
                  <a:lnTo>
                    <a:pt x="158" y="42"/>
                  </a:lnTo>
                  <a:lnTo>
                    <a:pt x="181" y="49"/>
                  </a:lnTo>
                  <a:lnTo>
                    <a:pt x="203" y="57"/>
                  </a:lnTo>
                  <a:lnTo>
                    <a:pt x="203" y="66"/>
                  </a:lnTo>
                  <a:lnTo>
                    <a:pt x="205" y="74"/>
                  </a:lnTo>
                  <a:lnTo>
                    <a:pt x="203" y="83"/>
                  </a:lnTo>
                  <a:lnTo>
                    <a:pt x="203" y="92"/>
                  </a:lnTo>
                  <a:lnTo>
                    <a:pt x="200" y="99"/>
                  </a:lnTo>
                  <a:lnTo>
                    <a:pt x="197" y="107"/>
                  </a:lnTo>
                  <a:lnTo>
                    <a:pt x="192" y="113"/>
                  </a:lnTo>
                  <a:lnTo>
                    <a:pt x="187" y="119"/>
                  </a:lnTo>
                  <a:lnTo>
                    <a:pt x="168" y="116"/>
                  </a:lnTo>
                  <a:lnTo>
                    <a:pt x="151" y="114"/>
                  </a:lnTo>
                  <a:lnTo>
                    <a:pt x="133" y="112"/>
                  </a:lnTo>
                  <a:lnTo>
                    <a:pt x="116" y="111"/>
                  </a:lnTo>
                  <a:lnTo>
                    <a:pt x="97" y="108"/>
                  </a:lnTo>
                  <a:lnTo>
                    <a:pt x="79" y="107"/>
                  </a:lnTo>
                  <a:lnTo>
                    <a:pt x="62" y="104"/>
                  </a:lnTo>
                  <a:lnTo>
                    <a:pt x="44" y="103"/>
                  </a:lnTo>
                  <a:lnTo>
                    <a:pt x="25" y="89"/>
                  </a:lnTo>
                  <a:lnTo>
                    <a:pt x="13" y="77"/>
                  </a:lnTo>
                  <a:lnTo>
                    <a:pt x="4" y="63"/>
                  </a:lnTo>
                  <a:lnTo>
                    <a:pt x="0" y="52"/>
                  </a:lnTo>
                  <a:lnTo>
                    <a:pt x="0" y="38"/>
                  </a:lnTo>
                  <a:lnTo>
                    <a:pt x="5" y="26"/>
                  </a:lnTo>
                  <a:lnTo>
                    <a:pt x="14" y="12"/>
                  </a:lnTo>
                  <a:lnTo>
                    <a:pt x="29"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2" name="Freeform 82">
              <a:extLst>
                <a:ext uri="{FF2B5EF4-FFF2-40B4-BE49-F238E27FC236}">
                  <a16:creationId xmlns:a16="http://schemas.microsoft.com/office/drawing/2014/main" id="{B6CE1E02-EC16-D046-8CEA-118F10607106}"/>
                </a:ext>
              </a:extLst>
            </p:cNvPr>
            <p:cNvSpPr>
              <a:spLocks/>
            </p:cNvSpPr>
            <p:nvPr/>
          </p:nvSpPr>
          <p:spPr bwMode="auto">
            <a:xfrm>
              <a:off x="4298" y="3373"/>
              <a:ext cx="97" cy="57"/>
            </a:xfrm>
            <a:custGeom>
              <a:avLst/>
              <a:gdLst>
                <a:gd name="T0" fmla="*/ 14 w 195"/>
                <a:gd name="T1" fmla="*/ 0 h 114"/>
                <a:gd name="T2" fmla="*/ 24 w 195"/>
                <a:gd name="T3" fmla="*/ 3 h 114"/>
                <a:gd name="T4" fmla="*/ 34 w 195"/>
                <a:gd name="T5" fmla="*/ 6 h 114"/>
                <a:gd name="T6" fmla="*/ 44 w 195"/>
                <a:gd name="T7" fmla="*/ 10 h 114"/>
                <a:gd name="T8" fmla="*/ 55 w 195"/>
                <a:gd name="T9" fmla="*/ 13 h 114"/>
                <a:gd name="T10" fmla="*/ 65 w 195"/>
                <a:gd name="T11" fmla="*/ 17 h 114"/>
                <a:gd name="T12" fmla="*/ 76 w 195"/>
                <a:gd name="T13" fmla="*/ 20 h 114"/>
                <a:gd name="T14" fmla="*/ 86 w 195"/>
                <a:gd name="T15" fmla="*/ 23 h 114"/>
                <a:gd name="T16" fmla="*/ 96 w 195"/>
                <a:gd name="T17" fmla="*/ 27 h 114"/>
                <a:gd name="T18" fmla="*/ 96 w 195"/>
                <a:gd name="T19" fmla="*/ 31 h 114"/>
                <a:gd name="T20" fmla="*/ 97 w 195"/>
                <a:gd name="T21" fmla="*/ 36 h 114"/>
                <a:gd name="T22" fmla="*/ 96 w 195"/>
                <a:gd name="T23" fmla="*/ 40 h 114"/>
                <a:gd name="T24" fmla="*/ 96 w 195"/>
                <a:gd name="T25" fmla="*/ 44 h 114"/>
                <a:gd name="T26" fmla="*/ 95 w 195"/>
                <a:gd name="T27" fmla="*/ 47 h 114"/>
                <a:gd name="T28" fmla="*/ 93 w 195"/>
                <a:gd name="T29" fmla="*/ 51 h 114"/>
                <a:gd name="T30" fmla="*/ 91 w 195"/>
                <a:gd name="T31" fmla="*/ 54 h 114"/>
                <a:gd name="T32" fmla="*/ 88 w 195"/>
                <a:gd name="T33" fmla="*/ 57 h 114"/>
                <a:gd name="T34" fmla="*/ 80 w 195"/>
                <a:gd name="T35" fmla="*/ 56 h 114"/>
                <a:gd name="T36" fmla="*/ 71 w 195"/>
                <a:gd name="T37" fmla="*/ 55 h 114"/>
                <a:gd name="T38" fmla="*/ 63 w 195"/>
                <a:gd name="T39" fmla="*/ 54 h 114"/>
                <a:gd name="T40" fmla="*/ 54 w 195"/>
                <a:gd name="T41" fmla="*/ 53 h 114"/>
                <a:gd name="T42" fmla="*/ 46 w 195"/>
                <a:gd name="T43" fmla="*/ 52 h 114"/>
                <a:gd name="T44" fmla="*/ 38 w 195"/>
                <a:gd name="T45" fmla="*/ 52 h 114"/>
                <a:gd name="T46" fmla="*/ 29 w 195"/>
                <a:gd name="T47" fmla="*/ 50 h 114"/>
                <a:gd name="T48" fmla="*/ 21 w 195"/>
                <a:gd name="T49" fmla="*/ 50 h 114"/>
                <a:gd name="T50" fmla="*/ 12 w 195"/>
                <a:gd name="T51" fmla="*/ 43 h 114"/>
                <a:gd name="T52" fmla="*/ 6 w 195"/>
                <a:gd name="T53" fmla="*/ 37 h 114"/>
                <a:gd name="T54" fmla="*/ 2 w 195"/>
                <a:gd name="T55" fmla="*/ 30 h 114"/>
                <a:gd name="T56" fmla="*/ 0 w 195"/>
                <a:gd name="T57" fmla="*/ 25 h 114"/>
                <a:gd name="T58" fmla="*/ 0 w 195"/>
                <a:gd name="T59" fmla="*/ 18 h 114"/>
                <a:gd name="T60" fmla="*/ 2 w 195"/>
                <a:gd name="T61" fmla="*/ 12 h 114"/>
                <a:gd name="T62" fmla="*/ 6 w 195"/>
                <a:gd name="T63" fmla="*/ 6 h 114"/>
                <a:gd name="T64" fmla="*/ 14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8" y="0"/>
                  </a:moveTo>
                  <a:lnTo>
                    <a:pt x="48" y="6"/>
                  </a:lnTo>
                  <a:lnTo>
                    <a:pt x="69" y="12"/>
                  </a:lnTo>
                  <a:lnTo>
                    <a:pt x="89" y="19"/>
                  </a:lnTo>
                  <a:lnTo>
                    <a:pt x="111" y="26"/>
                  </a:lnTo>
                  <a:lnTo>
                    <a:pt x="131" y="33"/>
                  </a:lnTo>
                  <a:lnTo>
                    <a:pt x="152" y="40"/>
                  </a:lnTo>
                  <a:lnTo>
                    <a:pt x="172" y="46"/>
                  </a:lnTo>
                  <a:lnTo>
                    <a:pt x="193" y="54"/>
                  </a:lnTo>
                  <a:lnTo>
                    <a:pt x="193" y="63"/>
                  </a:lnTo>
                  <a:lnTo>
                    <a:pt x="195" y="71"/>
                  </a:lnTo>
                  <a:lnTo>
                    <a:pt x="193" y="79"/>
                  </a:lnTo>
                  <a:lnTo>
                    <a:pt x="193" y="88"/>
                  </a:lnTo>
                  <a:lnTo>
                    <a:pt x="190" y="94"/>
                  </a:lnTo>
                  <a:lnTo>
                    <a:pt x="187" y="101"/>
                  </a:lnTo>
                  <a:lnTo>
                    <a:pt x="182" y="108"/>
                  </a:lnTo>
                  <a:lnTo>
                    <a:pt x="177" y="114"/>
                  </a:lnTo>
                  <a:lnTo>
                    <a:pt x="160" y="111"/>
                  </a:lnTo>
                  <a:lnTo>
                    <a:pt x="143" y="110"/>
                  </a:lnTo>
                  <a:lnTo>
                    <a:pt x="126" y="108"/>
                  </a:lnTo>
                  <a:lnTo>
                    <a:pt x="109" y="106"/>
                  </a:lnTo>
                  <a:lnTo>
                    <a:pt x="92" y="104"/>
                  </a:lnTo>
                  <a:lnTo>
                    <a:pt x="76" y="103"/>
                  </a:lnTo>
                  <a:lnTo>
                    <a:pt x="59" y="100"/>
                  </a:lnTo>
                  <a:lnTo>
                    <a:pt x="43" y="99"/>
                  </a:lnTo>
                  <a:lnTo>
                    <a:pt x="25" y="86"/>
                  </a:lnTo>
                  <a:lnTo>
                    <a:pt x="13" y="74"/>
                  </a:lnTo>
                  <a:lnTo>
                    <a:pt x="4" y="61"/>
                  </a:lnTo>
                  <a:lnTo>
                    <a:pt x="0" y="49"/>
                  </a:lnTo>
                  <a:lnTo>
                    <a:pt x="0" y="36"/>
                  </a:lnTo>
                  <a:lnTo>
                    <a:pt x="4" y="24"/>
                  </a:lnTo>
                  <a:lnTo>
                    <a:pt x="13" y="11"/>
                  </a:lnTo>
                  <a:lnTo>
                    <a:pt x="28"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3" name="Freeform 83">
              <a:extLst>
                <a:ext uri="{FF2B5EF4-FFF2-40B4-BE49-F238E27FC236}">
                  <a16:creationId xmlns:a16="http://schemas.microsoft.com/office/drawing/2014/main" id="{E6F2BCC5-6239-0D46-A759-DE70584FD572}"/>
                </a:ext>
              </a:extLst>
            </p:cNvPr>
            <p:cNvSpPr>
              <a:spLocks/>
            </p:cNvSpPr>
            <p:nvPr/>
          </p:nvSpPr>
          <p:spPr bwMode="auto">
            <a:xfrm>
              <a:off x="4301" y="3375"/>
              <a:ext cx="92" cy="54"/>
            </a:xfrm>
            <a:custGeom>
              <a:avLst/>
              <a:gdLst>
                <a:gd name="T0" fmla="*/ 12 w 185"/>
                <a:gd name="T1" fmla="*/ 0 h 106"/>
                <a:gd name="T2" fmla="*/ 22 w 185"/>
                <a:gd name="T3" fmla="*/ 3 h 106"/>
                <a:gd name="T4" fmla="*/ 32 w 185"/>
                <a:gd name="T5" fmla="*/ 6 h 106"/>
                <a:gd name="T6" fmla="*/ 42 w 185"/>
                <a:gd name="T7" fmla="*/ 9 h 106"/>
                <a:gd name="T8" fmla="*/ 52 w 185"/>
                <a:gd name="T9" fmla="*/ 12 h 106"/>
                <a:gd name="T10" fmla="*/ 61 w 185"/>
                <a:gd name="T11" fmla="*/ 15 h 106"/>
                <a:gd name="T12" fmla="*/ 71 w 185"/>
                <a:gd name="T13" fmla="*/ 18 h 106"/>
                <a:gd name="T14" fmla="*/ 81 w 185"/>
                <a:gd name="T15" fmla="*/ 21 h 106"/>
                <a:gd name="T16" fmla="*/ 91 w 185"/>
                <a:gd name="T17" fmla="*/ 25 h 106"/>
                <a:gd name="T18" fmla="*/ 91 w 185"/>
                <a:gd name="T19" fmla="*/ 29 h 106"/>
                <a:gd name="T20" fmla="*/ 92 w 185"/>
                <a:gd name="T21" fmla="*/ 34 h 106"/>
                <a:gd name="T22" fmla="*/ 91 w 185"/>
                <a:gd name="T23" fmla="*/ 38 h 106"/>
                <a:gd name="T24" fmla="*/ 91 w 185"/>
                <a:gd name="T25" fmla="*/ 41 h 106"/>
                <a:gd name="T26" fmla="*/ 90 w 185"/>
                <a:gd name="T27" fmla="*/ 44 h 106"/>
                <a:gd name="T28" fmla="*/ 89 w 185"/>
                <a:gd name="T29" fmla="*/ 48 h 106"/>
                <a:gd name="T30" fmla="*/ 86 w 185"/>
                <a:gd name="T31" fmla="*/ 51 h 106"/>
                <a:gd name="T32" fmla="*/ 85 w 185"/>
                <a:gd name="T33" fmla="*/ 54 h 106"/>
                <a:gd name="T34" fmla="*/ 76 w 185"/>
                <a:gd name="T35" fmla="*/ 53 h 106"/>
                <a:gd name="T36" fmla="*/ 68 w 185"/>
                <a:gd name="T37" fmla="*/ 52 h 106"/>
                <a:gd name="T38" fmla="*/ 59 w 185"/>
                <a:gd name="T39" fmla="*/ 51 h 106"/>
                <a:gd name="T40" fmla="*/ 52 w 185"/>
                <a:gd name="T41" fmla="*/ 50 h 106"/>
                <a:gd name="T42" fmla="*/ 43 w 185"/>
                <a:gd name="T43" fmla="*/ 49 h 106"/>
                <a:gd name="T44" fmla="*/ 35 w 185"/>
                <a:gd name="T45" fmla="*/ 48 h 106"/>
                <a:gd name="T46" fmla="*/ 27 w 185"/>
                <a:gd name="T47" fmla="*/ 48 h 106"/>
                <a:gd name="T48" fmla="*/ 19 w 185"/>
                <a:gd name="T49" fmla="*/ 47 h 106"/>
                <a:gd name="T50" fmla="*/ 11 w 185"/>
                <a:gd name="T51" fmla="*/ 41 h 106"/>
                <a:gd name="T52" fmla="*/ 6 w 185"/>
                <a:gd name="T53" fmla="*/ 35 h 106"/>
                <a:gd name="T54" fmla="*/ 2 w 185"/>
                <a:gd name="T55" fmla="*/ 29 h 106"/>
                <a:gd name="T56" fmla="*/ 0 w 185"/>
                <a:gd name="T57" fmla="*/ 23 h 106"/>
                <a:gd name="T58" fmla="*/ 0 w 185"/>
                <a:gd name="T59" fmla="*/ 17 h 106"/>
                <a:gd name="T60" fmla="*/ 2 w 185"/>
                <a:gd name="T61" fmla="*/ 11 h 106"/>
                <a:gd name="T62" fmla="*/ 6 w 185"/>
                <a:gd name="T63" fmla="*/ 6 h 106"/>
                <a:gd name="T64" fmla="*/ 12 w 185"/>
                <a:gd name="T65" fmla="*/ 0 h 1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06"/>
                <a:gd name="T101" fmla="*/ 185 w 185"/>
                <a:gd name="T102" fmla="*/ 106 h 1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06">
                  <a:moveTo>
                    <a:pt x="25" y="0"/>
                  </a:moveTo>
                  <a:lnTo>
                    <a:pt x="44" y="5"/>
                  </a:lnTo>
                  <a:lnTo>
                    <a:pt x="64" y="11"/>
                  </a:lnTo>
                  <a:lnTo>
                    <a:pt x="84" y="17"/>
                  </a:lnTo>
                  <a:lnTo>
                    <a:pt x="104" y="24"/>
                  </a:lnTo>
                  <a:lnTo>
                    <a:pt x="123" y="30"/>
                  </a:lnTo>
                  <a:lnTo>
                    <a:pt x="143" y="36"/>
                  </a:lnTo>
                  <a:lnTo>
                    <a:pt x="163" y="42"/>
                  </a:lnTo>
                  <a:lnTo>
                    <a:pt x="183" y="50"/>
                  </a:lnTo>
                  <a:lnTo>
                    <a:pt x="183" y="57"/>
                  </a:lnTo>
                  <a:lnTo>
                    <a:pt x="185" y="66"/>
                  </a:lnTo>
                  <a:lnTo>
                    <a:pt x="183" y="74"/>
                  </a:lnTo>
                  <a:lnTo>
                    <a:pt x="183" y="81"/>
                  </a:lnTo>
                  <a:lnTo>
                    <a:pt x="181" y="87"/>
                  </a:lnTo>
                  <a:lnTo>
                    <a:pt x="178" y="94"/>
                  </a:lnTo>
                  <a:lnTo>
                    <a:pt x="173" y="100"/>
                  </a:lnTo>
                  <a:lnTo>
                    <a:pt x="170" y="106"/>
                  </a:lnTo>
                  <a:lnTo>
                    <a:pt x="152" y="104"/>
                  </a:lnTo>
                  <a:lnTo>
                    <a:pt x="136" y="102"/>
                  </a:lnTo>
                  <a:lnTo>
                    <a:pt x="119" y="100"/>
                  </a:lnTo>
                  <a:lnTo>
                    <a:pt x="104" y="99"/>
                  </a:lnTo>
                  <a:lnTo>
                    <a:pt x="87" y="96"/>
                  </a:lnTo>
                  <a:lnTo>
                    <a:pt x="71" y="95"/>
                  </a:lnTo>
                  <a:lnTo>
                    <a:pt x="54" y="94"/>
                  </a:lnTo>
                  <a:lnTo>
                    <a:pt x="39" y="92"/>
                  </a:lnTo>
                  <a:lnTo>
                    <a:pt x="23" y="80"/>
                  </a:lnTo>
                  <a:lnTo>
                    <a:pt x="12" y="69"/>
                  </a:lnTo>
                  <a:lnTo>
                    <a:pt x="4" y="57"/>
                  </a:lnTo>
                  <a:lnTo>
                    <a:pt x="0" y="46"/>
                  </a:lnTo>
                  <a:lnTo>
                    <a:pt x="0" y="34"/>
                  </a:lnTo>
                  <a:lnTo>
                    <a:pt x="4" y="22"/>
                  </a:lnTo>
                  <a:lnTo>
                    <a:pt x="13" y="11"/>
                  </a:lnTo>
                  <a:lnTo>
                    <a:pt x="25"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4" name="Freeform 84">
              <a:extLst>
                <a:ext uri="{FF2B5EF4-FFF2-40B4-BE49-F238E27FC236}">
                  <a16:creationId xmlns:a16="http://schemas.microsoft.com/office/drawing/2014/main" id="{20239B48-F820-D04B-BD2A-F306C5E90E1C}"/>
                </a:ext>
              </a:extLst>
            </p:cNvPr>
            <p:cNvSpPr>
              <a:spLocks/>
            </p:cNvSpPr>
            <p:nvPr/>
          </p:nvSpPr>
          <p:spPr bwMode="auto">
            <a:xfrm>
              <a:off x="4303" y="3377"/>
              <a:ext cx="87" cy="50"/>
            </a:xfrm>
            <a:custGeom>
              <a:avLst/>
              <a:gdLst>
                <a:gd name="T0" fmla="*/ 12 w 175"/>
                <a:gd name="T1" fmla="*/ 0 h 101"/>
                <a:gd name="T2" fmla="*/ 21 w 175"/>
                <a:gd name="T3" fmla="*/ 2 h 101"/>
                <a:gd name="T4" fmla="*/ 30 w 175"/>
                <a:gd name="T5" fmla="*/ 6 h 101"/>
                <a:gd name="T6" fmla="*/ 39 w 175"/>
                <a:gd name="T7" fmla="*/ 8 h 101"/>
                <a:gd name="T8" fmla="*/ 49 w 175"/>
                <a:gd name="T9" fmla="*/ 11 h 101"/>
                <a:gd name="T10" fmla="*/ 58 w 175"/>
                <a:gd name="T11" fmla="*/ 14 h 101"/>
                <a:gd name="T12" fmla="*/ 67 w 175"/>
                <a:gd name="T13" fmla="*/ 17 h 101"/>
                <a:gd name="T14" fmla="*/ 76 w 175"/>
                <a:gd name="T15" fmla="*/ 20 h 101"/>
                <a:gd name="T16" fmla="*/ 86 w 175"/>
                <a:gd name="T17" fmla="*/ 23 h 101"/>
                <a:gd name="T18" fmla="*/ 86 w 175"/>
                <a:gd name="T19" fmla="*/ 27 h 101"/>
                <a:gd name="T20" fmla="*/ 87 w 175"/>
                <a:gd name="T21" fmla="*/ 31 h 101"/>
                <a:gd name="T22" fmla="*/ 86 w 175"/>
                <a:gd name="T23" fmla="*/ 34 h 101"/>
                <a:gd name="T24" fmla="*/ 86 w 175"/>
                <a:gd name="T25" fmla="*/ 38 h 101"/>
                <a:gd name="T26" fmla="*/ 83 w 175"/>
                <a:gd name="T27" fmla="*/ 44 h 101"/>
                <a:gd name="T28" fmla="*/ 79 w 175"/>
                <a:gd name="T29" fmla="*/ 50 h 101"/>
                <a:gd name="T30" fmla="*/ 71 w 175"/>
                <a:gd name="T31" fmla="*/ 49 h 101"/>
                <a:gd name="T32" fmla="*/ 64 w 175"/>
                <a:gd name="T33" fmla="*/ 48 h 101"/>
                <a:gd name="T34" fmla="*/ 56 w 175"/>
                <a:gd name="T35" fmla="*/ 47 h 101"/>
                <a:gd name="T36" fmla="*/ 49 w 175"/>
                <a:gd name="T37" fmla="*/ 47 h 101"/>
                <a:gd name="T38" fmla="*/ 41 w 175"/>
                <a:gd name="T39" fmla="*/ 46 h 101"/>
                <a:gd name="T40" fmla="*/ 34 w 175"/>
                <a:gd name="T41" fmla="*/ 45 h 101"/>
                <a:gd name="T42" fmla="*/ 26 w 175"/>
                <a:gd name="T43" fmla="*/ 44 h 101"/>
                <a:gd name="T44" fmla="*/ 19 w 175"/>
                <a:gd name="T45" fmla="*/ 44 h 101"/>
                <a:gd name="T46" fmla="*/ 11 w 175"/>
                <a:gd name="T47" fmla="*/ 38 h 101"/>
                <a:gd name="T48" fmla="*/ 6 w 175"/>
                <a:gd name="T49" fmla="*/ 33 h 101"/>
                <a:gd name="T50" fmla="*/ 2 w 175"/>
                <a:gd name="T51" fmla="*/ 27 h 101"/>
                <a:gd name="T52" fmla="*/ 0 w 175"/>
                <a:gd name="T53" fmla="*/ 22 h 101"/>
                <a:gd name="T54" fmla="*/ 0 w 175"/>
                <a:gd name="T55" fmla="*/ 16 h 101"/>
                <a:gd name="T56" fmla="*/ 2 w 175"/>
                <a:gd name="T57" fmla="*/ 11 h 101"/>
                <a:gd name="T58" fmla="*/ 6 w 175"/>
                <a:gd name="T59" fmla="*/ 5 h 101"/>
                <a:gd name="T60" fmla="*/ 12 w 175"/>
                <a:gd name="T61" fmla="*/ 0 h 10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1"/>
                <a:gd name="T95" fmla="*/ 175 w 175"/>
                <a:gd name="T96" fmla="*/ 101 h 10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1">
                  <a:moveTo>
                    <a:pt x="24" y="0"/>
                  </a:moveTo>
                  <a:lnTo>
                    <a:pt x="42" y="5"/>
                  </a:lnTo>
                  <a:lnTo>
                    <a:pt x="61" y="12"/>
                  </a:lnTo>
                  <a:lnTo>
                    <a:pt x="79" y="17"/>
                  </a:lnTo>
                  <a:lnTo>
                    <a:pt x="98" y="23"/>
                  </a:lnTo>
                  <a:lnTo>
                    <a:pt x="116" y="28"/>
                  </a:lnTo>
                  <a:lnTo>
                    <a:pt x="135" y="34"/>
                  </a:lnTo>
                  <a:lnTo>
                    <a:pt x="153" y="41"/>
                  </a:lnTo>
                  <a:lnTo>
                    <a:pt x="172" y="47"/>
                  </a:lnTo>
                  <a:lnTo>
                    <a:pt x="173" y="54"/>
                  </a:lnTo>
                  <a:lnTo>
                    <a:pt x="175" y="62"/>
                  </a:lnTo>
                  <a:lnTo>
                    <a:pt x="173" y="69"/>
                  </a:lnTo>
                  <a:lnTo>
                    <a:pt x="173" y="77"/>
                  </a:lnTo>
                  <a:lnTo>
                    <a:pt x="167" y="89"/>
                  </a:lnTo>
                  <a:lnTo>
                    <a:pt x="158" y="101"/>
                  </a:lnTo>
                  <a:lnTo>
                    <a:pt x="143" y="98"/>
                  </a:lnTo>
                  <a:lnTo>
                    <a:pt x="128" y="97"/>
                  </a:lnTo>
                  <a:lnTo>
                    <a:pt x="113" y="94"/>
                  </a:lnTo>
                  <a:lnTo>
                    <a:pt x="98" y="94"/>
                  </a:lnTo>
                  <a:lnTo>
                    <a:pt x="83" y="92"/>
                  </a:lnTo>
                  <a:lnTo>
                    <a:pt x="68" y="91"/>
                  </a:lnTo>
                  <a:lnTo>
                    <a:pt x="53" y="88"/>
                  </a:lnTo>
                  <a:lnTo>
                    <a:pt x="38" y="88"/>
                  </a:lnTo>
                  <a:lnTo>
                    <a:pt x="23" y="77"/>
                  </a:lnTo>
                  <a:lnTo>
                    <a:pt x="12" y="66"/>
                  </a:lnTo>
                  <a:lnTo>
                    <a:pt x="4" y="54"/>
                  </a:lnTo>
                  <a:lnTo>
                    <a:pt x="0" y="44"/>
                  </a:lnTo>
                  <a:lnTo>
                    <a:pt x="0" y="33"/>
                  </a:lnTo>
                  <a:lnTo>
                    <a:pt x="4" y="22"/>
                  </a:lnTo>
                  <a:lnTo>
                    <a:pt x="12" y="10"/>
                  </a:lnTo>
                  <a:lnTo>
                    <a:pt x="24"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5" name="Freeform 85">
              <a:extLst>
                <a:ext uri="{FF2B5EF4-FFF2-40B4-BE49-F238E27FC236}">
                  <a16:creationId xmlns:a16="http://schemas.microsoft.com/office/drawing/2014/main" id="{6AA6F514-82C1-3E44-B906-C4647A120536}"/>
                </a:ext>
              </a:extLst>
            </p:cNvPr>
            <p:cNvSpPr>
              <a:spLocks/>
            </p:cNvSpPr>
            <p:nvPr/>
          </p:nvSpPr>
          <p:spPr bwMode="auto">
            <a:xfrm>
              <a:off x="4306" y="3378"/>
              <a:ext cx="81" cy="48"/>
            </a:xfrm>
            <a:custGeom>
              <a:avLst/>
              <a:gdLst>
                <a:gd name="T0" fmla="*/ 11 w 163"/>
                <a:gd name="T1" fmla="*/ 0 h 96"/>
                <a:gd name="T2" fmla="*/ 19 w 163"/>
                <a:gd name="T3" fmla="*/ 3 h 96"/>
                <a:gd name="T4" fmla="*/ 28 w 163"/>
                <a:gd name="T5" fmla="*/ 6 h 96"/>
                <a:gd name="T6" fmla="*/ 37 w 163"/>
                <a:gd name="T7" fmla="*/ 8 h 96"/>
                <a:gd name="T8" fmla="*/ 46 w 163"/>
                <a:gd name="T9" fmla="*/ 11 h 96"/>
                <a:gd name="T10" fmla="*/ 54 w 163"/>
                <a:gd name="T11" fmla="*/ 13 h 96"/>
                <a:gd name="T12" fmla="*/ 63 w 163"/>
                <a:gd name="T13" fmla="*/ 17 h 96"/>
                <a:gd name="T14" fmla="*/ 71 w 163"/>
                <a:gd name="T15" fmla="*/ 20 h 96"/>
                <a:gd name="T16" fmla="*/ 81 w 163"/>
                <a:gd name="T17" fmla="*/ 23 h 96"/>
                <a:gd name="T18" fmla="*/ 81 w 163"/>
                <a:gd name="T19" fmla="*/ 26 h 96"/>
                <a:gd name="T20" fmla="*/ 81 w 163"/>
                <a:gd name="T21" fmla="*/ 30 h 96"/>
                <a:gd name="T22" fmla="*/ 81 w 163"/>
                <a:gd name="T23" fmla="*/ 33 h 96"/>
                <a:gd name="T24" fmla="*/ 81 w 163"/>
                <a:gd name="T25" fmla="*/ 37 h 96"/>
                <a:gd name="T26" fmla="*/ 79 w 163"/>
                <a:gd name="T27" fmla="*/ 43 h 96"/>
                <a:gd name="T28" fmla="*/ 75 w 163"/>
                <a:gd name="T29" fmla="*/ 48 h 96"/>
                <a:gd name="T30" fmla="*/ 68 w 163"/>
                <a:gd name="T31" fmla="*/ 47 h 96"/>
                <a:gd name="T32" fmla="*/ 60 w 163"/>
                <a:gd name="T33" fmla="*/ 46 h 96"/>
                <a:gd name="T34" fmla="*/ 53 w 163"/>
                <a:gd name="T35" fmla="*/ 45 h 96"/>
                <a:gd name="T36" fmla="*/ 46 w 163"/>
                <a:gd name="T37" fmla="*/ 45 h 96"/>
                <a:gd name="T38" fmla="*/ 39 w 163"/>
                <a:gd name="T39" fmla="*/ 43 h 96"/>
                <a:gd name="T40" fmla="*/ 31 w 163"/>
                <a:gd name="T41" fmla="*/ 43 h 96"/>
                <a:gd name="T42" fmla="*/ 24 w 163"/>
                <a:gd name="T43" fmla="*/ 42 h 96"/>
                <a:gd name="T44" fmla="*/ 17 w 163"/>
                <a:gd name="T45" fmla="*/ 41 h 96"/>
                <a:gd name="T46" fmla="*/ 10 w 163"/>
                <a:gd name="T47" fmla="*/ 36 h 96"/>
                <a:gd name="T48" fmla="*/ 5 w 163"/>
                <a:gd name="T49" fmla="*/ 30 h 96"/>
                <a:gd name="T50" fmla="*/ 1 w 163"/>
                <a:gd name="T51" fmla="*/ 25 h 96"/>
                <a:gd name="T52" fmla="*/ 0 w 163"/>
                <a:gd name="T53" fmla="*/ 21 h 96"/>
                <a:gd name="T54" fmla="*/ 0 w 163"/>
                <a:gd name="T55" fmla="*/ 15 h 96"/>
                <a:gd name="T56" fmla="*/ 2 w 163"/>
                <a:gd name="T57" fmla="*/ 10 h 96"/>
                <a:gd name="T58" fmla="*/ 6 w 163"/>
                <a:gd name="T59" fmla="*/ 5 h 96"/>
                <a:gd name="T60" fmla="*/ 11 w 163"/>
                <a:gd name="T61" fmla="*/ 0 h 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3"/>
                <a:gd name="T94" fmla="*/ 0 h 96"/>
                <a:gd name="T95" fmla="*/ 163 w 163"/>
                <a:gd name="T96" fmla="*/ 96 h 9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3" h="96">
                  <a:moveTo>
                    <a:pt x="23" y="0"/>
                  </a:moveTo>
                  <a:lnTo>
                    <a:pt x="39" y="5"/>
                  </a:lnTo>
                  <a:lnTo>
                    <a:pt x="57" y="11"/>
                  </a:lnTo>
                  <a:lnTo>
                    <a:pt x="74" y="16"/>
                  </a:lnTo>
                  <a:lnTo>
                    <a:pt x="92" y="22"/>
                  </a:lnTo>
                  <a:lnTo>
                    <a:pt x="108" y="27"/>
                  </a:lnTo>
                  <a:lnTo>
                    <a:pt x="127" y="34"/>
                  </a:lnTo>
                  <a:lnTo>
                    <a:pt x="143" y="39"/>
                  </a:lnTo>
                  <a:lnTo>
                    <a:pt x="162" y="45"/>
                  </a:lnTo>
                  <a:lnTo>
                    <a:pt x="162" y="52"/>
                  </a:lnTo>
                  <a:lnTo>
                    <a:pt x="163" y="60"/>
                  </a:lnTo>
                  <a:lnTo>
                    <a:pt x="163" y="66"/>
                  </a:lnTo>
                  <a:lnTo>
                    <a:pt x="163" y="74"/>
                  </a:lnTo>
                  <a:lnTo>
                    <a:pt x="158" y="85"/>
                  </a:lnTo>
                  <a:lnTo>
                    <a:pt x="151" y="96"/>
                  </a:lnTo>
                  <a:lnTo>
                    <a:pt x="136" y="94"/>
                  </a:lnTo>
                  <a:lnTo>
                    <a:pt x="121" y="92"/>
                  </a:lnTo>
                  <a:lnTo>
                    <a:pt x="107" y="90"/>
                  </a:lnTo>
                  <a:lnTo>
                    <a:pt x="93" y="89"/>
                  </a:lnTo>
                  <a:lnTo>
                    <a:pt x="78" y="86"/>
                  </a:lnTo>
                  <a:lnTo>
                    <a:pt x="63" y="85"/>
                  </a:lnTo>
                  <a:lnTo>
                    <a:pt x="49" y="84"/>
                  </a:lnTo>
                  <a:lnTo>
                    <a:pt x="35" y="82"/>
                  </a:lnTo>
                  <a:lnTo>
                    <a:pt x="20"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6" name="Freeform 86">
              <a:extLst>
                <a:ext uri="{FF2B5EF4-FFF2-40B4-BE49-F238E27FC236}">
                  <a16:creationId xmlns:a16="http://schemas.microsoft.com/office/drawing/2014/main" id="{97A4CE6B-C56F-F948-9546-60E4F3BE5C4C}"/>
                </a:ext>
              </a:extLst>
            </p:cNvPr>
            <p:cNvSpPr>
              <a:spLocks/>
            </p:cNvSpPr>
            <p:nvPr/>
          </p:nvSpPr>
          <p:spPr bwMode="auto">
            <a:xfrm>
              <a:off x="4291" y="3412"/>
              <a:ext cx="118" cy="69"/>
            </a:xfrm>
            <a:custGeom>
              <a:avLst/>
              <a:gdLst>
                <a:gd name="T0" fmla="*/ 16 w 235"/>
                <a:gd name="T1" fmla="*/ 0 h 136"/>
                <a:gd name="T2" fmla="*/ 28 w 235"/>
                <a:gd name="T3" fmla="*/ 4 h 136"/>
                <a:gd name="T4" fmla="*/ 41 w 235"/>
                <a:gd name="T5" fmla="*/ 8 h 136"/>
                <a:gd name="T6" fmla="*/ 53 w 235"/>
                <a:gd name="T7" fmla="*/ 12 h 136"/>
                <a:gd name="T8" fmla="*/ 66 w 235"/>
                <a:gd name="T9" fmla="*/ 16 h 136"/>
                <a:gd name="T10" fmla="*/ 79 w 235"/>
                <a:gd name="T11" fmla="*/ 20 h 136"/>
                <a:gd name="T12" fmla="*/ 92 w 235"/>
                <a:gd name="T13" fmla="*/ 24 h 136"/>
                <a:gd name="T14" fmla="*/ 104 w 235"/>
                <a:gd name="T15" fmla="*/ 28 h 136"/>
                <a:gd name="T16" fmla="*/ 117 w 235"/>
                <a:gd name="T17" fmla="*/ 32 h 136"/>
                <a:gd name="T18" fmla="*/ 117 w 235"/>
                <a:gd name="T19" fmla="*/ 38 h 136"/>
                <a:gd name="T20" fmla="*/ 118 w 235"/>
                <a:gd name="T21" fmla="*/ 43 h 136"/>
                <a:gd name="T22" fmla="*/ 117 w 235"/>
                <a:gd name="T23" fmla="*/ 48 h 136"/>
                <a:gd name="T24" fmla="*/ 117 w 235"/>
                <a:gd name="T25" fmla="*/ 53 h 136"/>
                <a:gd name="T26" fmla="*/ 115 w 235"/>
                <a:gd name="T27" fmla="*/ 57 h 136"/>
                <a:gd name="T28" fmla="*/ 113 w 235"/>
                <a:gd name="T29" fmla="*/ 61 h 136"/>
                <a:gd name="T30" fmla="*/ 110 w 235"/>
                <a:gd name="T31" fmla="*/ 65 h 136"/>
                <a:gd name="T32" fmla="*/ 108 w 235"/>
                <a:gd name="T33" fmla="*/ 69 h 136"/>
                <a:gd name="T34" fmla="*/ 97 w 235"/>
                <a:gd name="T35" fmla="*/ 68 h 136"/>
                <a:gd name="T36" fmla="*/ 87 w 235"/>
                <a:gd name="T37" fmla="*/ 66 h 136"/>
                <a:gd name="T38" fmla="*/ 77 w 235"/>
                <a:gd name="T39" fmla="*/ 65 h 136"/>
                <a:gd name="T40" fmla="*/ 66 w 235"/>
                <a:gd name="T41" fmla="*/ 64 h 136"/>
                <a:gd name="T42" fmla="*/ 56 w 235"/>
                <a:gd name="T43" fmla="*/ 63 h 136"/>
                <a:gd name="T44" fmla="*/ 46 w 235"/>
                <a:gd name="T45" fmla="*/ 62 h 136"/>
                <a:gd name="T46" fmla="*/ 36 w 235"/>
                <a:gd name="T47" fmla="*/ 61 h 136"/>
                <a:gd name="T48" fmla="*/ 26 w 235"/>
                <a:gd name="T49" fmla="*/ 60 h 136"/>
                <a:gd name="T50" fmla="*/ 15 w 235"/>
                <a:gd name="T51" fmla="*/ 53 h 136"/>
                <a:gd name="T52" fmla="*/ 8 w 235"/>
                <a:gd name="T53" fmla="*/ 45 h 136"/>
                <a:gd name="T54" fmla="*/ 2 w 235"/>
                <a:gd name="T55" fmla="*/ 38 h 136"/>
                <a:gd name="T56" fmla="*/ 0 w 235"/>
                <a:gd name="T57" fmla="*/ 30 h 136"/>
                <a:gd name="T58" fmla="*/ 0 w 235"/>
                <a:gd name="T59" fmla="*/ 22 h 136"/>
                <a:gd name="T60" fmla="*/ 3 w 235"/>
                <a:gd name="T61" fmla="*/ 14 h 136"/>
                <a:gd name="T62" fmla="*/ 8 w 235"/>
                <a:gd name="T63" fmla="*/ 7 h 136"/>
                <a:gd name="T64" fmla="*/ 16 w 235"/>
                <a:gd name="T65" fmla="*/ 0 h 1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36"/>
                <a:gd name="T101" fmla="*/ 235 w 235"/>
                <a:gd name="T102" fmla="*/ 136 h 1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36">
                  <a:moveTo>
                    <a:pt x="32" y="0"/>
                  </a:moveTo>
                  <a:lnTo>
                    <a:pt x="56" y="7"/>
                  </a:lnTo>
                  <a:lnTo>
                    <a:pt x="81" y="16"/>
                  </a:lnTo>
                  <a:lnTo>
                    <a:pt x="106" y="23"/>
                  </a:lnTo>
                  <a:lnTo>
                    <a:pt x="132" y="32"/>
                  </a:lnTo>
                  <a:lnTo>
                    <a:pt x="158" y="40"/>
                  </a:lnTo>
                  <a:lnTo>
                    <a:pt x="183" y="47"/>
                  </a:lnTo>
                  <a:lnTo>
                    <a:pt x="208" y="55"/>
                  </a:lnTo>
                  <a:lnTo>
                    <a:pt x="234" y="64"/>
                  </a:lnTo>
                  <a:lnTo>
                    <a:pt x="234" y="74"/>
                  </a:lnTo>
                  <a:lnTo>
                    <a:pt x="235" y="85"/>
                  </a:lnTo>
                  <a:lnTo>
                    <a:pt x="234" y="95"/>
                  </a:lnTo>
                  <a:lnTo>
                    <a:pt x="234" y="105"/>
                  </a:lnTo>
                  <a:lnTo>
                    <a:pt x="230" y="112"/>
                  </a:lnTo>
                  <a:lnTo>
                    <a:pt x="226" y="121"/>
                  </a:lnTo>
                  <a:lnTo>
                    <a:pt x="220" y="129"/>
                  </a:lnTo>
                  <a:lnTo>
                    <a:pt x="215" y="136"/>
                  </a:lnTo>
                  <a:lnTo>
                    <a:pt x="194" y="134"/>
                  </a:lnTo>
                  <a:lnTo>
                    <a:pt x="174" y="131"/>
                  </a:lnTo>
                  <a:lnTo>
                    <a:pt x="153" y="129"/>
                  </a:lnTo>
                  <a:lnTo>
                    <a:pt x="132" y="127"/>
                  </a:lnTo>
                  <a:lnTo>
                    <a:pt x="111" y="124"/>
                  </a:lnTo>
                  <a:lnTo>
                    <a:pt x="91" y="122"/>
                  </a:lnTo>
                  <a:lnTo>
                    <a:pt x="71" y="120"/>
                  </a:lnTo>
                  <a:lnTo>
                    <a:pt x="51" y="119"/>
                  </a:lnTo>
                  <a:lnTo>
                    <a:pt x="30" y="104"/>
                  </a:lnTo>
                  <a:lnTo>
                    <a:pt x="15" y="89"/>
                  </a:lnTo>
                  <a:lnTo>
                    <a:pt x="3" y="74"/>
                  </a:lnTo>
                  <a:lnTo>
                    <a:pt x="0" y="59"/>
                  </a:lnTo>
                  <a:lnTo>
                    <a:pt x="0" y="44"/>
                  </a:lnTo>
                  <a:lnTo>
                    <a:pt x="5" y="28"/>
                  </a:lnTo>
                  <a:lnTo>
                    <a:pt x="16" y="13"/>
                  </a:lnTo>
                  <a:lnTo>
                    <a:pt x="32"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7" name="Freeform 87">
              <a:extLst>
                <a:ext uri="{FF2B5EF4-FFF2-40B4-BE49-F238E27FC236}">
                  <a16:creationId xmlns:a16="http://schemas.microsoft.com/office/drawing/2014/main" id="{5E66B57A-E247-C14E-9E23-A79BE8432560}"/>
                </a:ext>
              </a:extLst>
            </p:cNvPr>
            <p:cNvSpPr>
              <a:spLocks/>
            </p:cNvSpPr>
            <p:nvPr/>
          </p:nvSpPr>
          <p:spPr bwMode="auto">
            <a:xfrm>
              <a:off x="4294" y="3414"/>
              <a:ext cx="110" cy="64"/>
            </a:xfrm>
            <a:custGeom>
              <a:avLst/>
              <a:gdLst>
                <a:gd name="T0" fmla="*/ 15 w 220"/>
                <a:gd name="T1" fmla="*/ 0 h 128"/>
                <a:gd name="T2" fmla="*/ 27 w 220"/>
                <a:gd name="T3" fmla="*/ 3 h 128"/>
                <a:gd name="T4" fmla="*/ 39 w 220"/>
                <a:gd name="T5" fmla="*/ 7 h 128"/>
                <a:gd name="T6" fmla="*/ 50 w 220"/>
                <a:gd name="T7" fmla="*/ 11 h 128"/>
                <a:gd name="T8" fmla="*/ 62 w 220"/>
                <a:gd name="T9" fmla="*/ 14 h 128"/>
                <a:gd name="T10" fmla="*/ 73 w 220"/>
                <a:gd name="T11" fmla="*/ 17 h 128"/>
                <a:gd name="T12" fmla="*/ 85 w 220"/>
                <a:gd name="T13" fmla="*/ 21 h 128"/>
                <a:gd name="T14" fmla="*/ 97 w 220"/>
                <a:gd name="T15" fmla="*/ 25 h 128"/>
                <a:gd name="T16" fmla="*/ 109 w 220"/>
                <a:gd name="T17" fmla="*/ 29 h 128"/>
                <a:gd name="T18" fmla="*/ 110 w 220"/>
                <a:gd name="T19" fmla="*/ 34 h 128"/>
                <a:gd name="T20" fmla="*/ 110 w 220"/>
                <a:gd name="T21" fmla="*/ 39 h 128"/>
                <a:gd name="T22" fmla="*/ 110 w 220"/>
                <a:gd name="T23" fmla="*/ 44 h 128"/>
                <a:gd name="T24" fmla="*/ 110 w 220"/>
                <a:gd name="T25" fmla="*/ 49 h 128"/>
                <a:gd name="T26" fmla="*/ 109 w 220"/>
                <a:gd name="T27" fmla="*/ 53 h 128"/>
                <a:gd name="T28" fmla="*/ 107 w 220"/>
                <a:gd name="T29" fmla="*/ 57 h 128"/>
                <a:gd name="T30" fmla="*/ 105 w 220"/>
                <a:gd name="T31" fmla="*/ 60 h 128"/>
                <a:gd name="T32" fmla="*/ 102 w 220"/>
                <a:gd name="T33" fmla="*/ 64 h 128"/>
                <a:gd name="T34" fmla="*/ 91 w 220"/>
                <a:gd name="T35" fmla="*/ 63 h 128"/>
                <a:gd name="T36" fmla="*/ 82 w 220"/>
                <a:gd name="T37" fmla="*/ 62 h 128"/>
                <a:gd name="T38" fmla="*/ 72 w 220"/>
                <a:gd name="T39" fmla="*/ 61 h 128"/>
                <a:gd name="T40" fmla="*/ 62 w 220"/>
                <a:gd name="T41" fmla="*/ 60 h 128"/>
                <a:gd name="T42" fmla="*/ 53 w 220"/>
                <a:gd name="T43" fmla="*/ 59 h 128"/>
                <a:gd name="T44" fmla="*/ 43 w 220"/>
                <a:gd name="T45" fmla="*/ 58 h 128"/>
                <a:gd name="T46" fmla="*/ 33 w 220"/>
                <a:gd name="T47" fmla="*/ 58 h 128"/>
                <a:gd name="T48" fmla="*/ 24 w 220"/>
                <a:gd name="T49" fmla="*/ 57 h 128"/>
                <a:gd name="T50" fmla="*/ 14 w 220"/>
                <a:gd name="T51" fmla="*/ 49 h 128"/>
                <a:gd name="T52" fmla="*/ 7 w 220"/>
                <a:gd name="T53" fmla="*/ 43 h 128"/>
                <a:gd name="T54" fmla="*/ 2 w 220"/>
                <a:gd name="T55" fmla="*/ 35 h 128"/>
                <a:gd name="T56" fmla="*/ 0 w 220"/>
                <a:gd name="T57" fmla="*/ 28 h 128"/>
                <a:gd name="T58" fmla="*/ 0 w 220"/>
                <a:gd name="T59" fmla="*/ 21 h 128"/>
                <a:gd name="T60" fmla="*/ 3 w 220"/>
                <a:gd name="T61" fmla="*/ 14 h 128"/>
                <a:gd name="T62" fmla="*/ 7 w 220"/>
                <a:gd name="T63" fmla="*/ 7 h 128"/>
                <a:gd name="T64" fmla="*/ 15 w 220"/>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0"/>
                <a:gd name="T100" fmla="*/ 0 h 128"/>
                <a:gd name="T101" fmla="*/ 220 w 220"/>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0" h="128">
                  <a:moveTo>
                    <a:pt x="31" y="0"/>
                  </a:moveTo>
                  <a:lnTo>
                    <a:pt x="53" y="7"/>
                  </a:lnTo>
                  <a:lnTo>
                    <a:pt x="77" y="14"/>
                  </a:lnTo>
                  <a:lnTo>
                    <a:pt x="100" y="22"/>
                  </a:lnTo>
                  <a:lnTo>
                    <a:pt x="124" y="29"/>
                  </a:lnTo>
                  <a:lnTo>
                    <a:pt x="146" y="35"/>
                  </a:lnTo>
                  <a:lnTo>
                    <a:pt x="170" y="43"/>
                  </a:lnTo>
                  <a:lnTo>
                    <a:pt x="194" y="51"/>
                  </a:lnTo>
                  <a:lnTo>
                    <a:pt x="218" y="59"/>
                  </a:lnTo>
                  <a:lnTo>
                    <a:pt x="219" y="69"/>
                  </a:lnTo>
                  <a:lnTo>
                    <a:pt x="220" y="79"/>
                  </a:lnTo>
                  <a:lnTo>
                    <a:pt x="220" y="89"/>
                  </a:lnTo>
                  <a:lnTo>
                    <a:pt x="220" y="99"/>
                  </a:lnTo>
                  <a:lnTo>
                    <a:pt x="218" y="107"/>
                  </a:lnTo>
                  <a:lnTo>
                    <a:pt x="214" y="114"/>
                  </a:lnTo>
                  <a:lnTo>
                    <a:pt x="209" y="121"/>
                  </a:lnTo>
                  <a:lnTo>
                    <a:pt x="203" y="128"/>
                  </a:lnTo>
                  <a:lnTo>
                    <a:pt x="181" y="126"/>
                  </a:lnTo>
                  <a:lnTo>
                    <a:pt x="163" y="124"/>
                  </a:lnTo>
                  <a:lnTo>
                    <a:pt x="144" y="122"/>
                  </a:lnTo>
                  <a:lnTo>
                    <a:pt x="125" y="121"/>
                  </a:lnTo>
                  <a:lnTo>
                    <a:pt x="105" y="118"/>
                  </a:lnTo>
                  <a:lnTo>
                    <a:pt x="86" y="117"/>
                  </a:lnTo>
                  <a:lnTo>
                    <a:pt x="66" y="116"/>
                  </a:lnTo>
                  <a:lnTo>
                    <a:pt x="47" y="114"/>
                  </a:lnTo>
                  <a:lnTo>
                    <a:pt x="27" y="99"/>
                  </a:lnTo>
                  <a:lnTo>
                    <a:pt x="13" y="86"/>
                  </a:lnTo>
                  <a:lnTo>
                    <a:pt x="3" y="71"/>
                  </a:lnTo>
                  <a:lnTo>
                    <a:pt x="0" y="57"/>
                  </a:lnTo>
                  <a:lnTo>
                    <a:pt x="0" y="42"/>
                  </a:lnTo>
                  <a:lnTo>
                    <a:pt x="5" y="28"/>
                  </a:lnTo>
                  <a:lnTo>
                    <a:pt x="15" y="14"/>
                  </a:lnTo>
                  <a:lnTo>
                    <a:pt x="31"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8" name="Freeform 88">
              <a:extLst>
                <a:ext uri="{FF2B5EF4-FFF2-40B4-BE49-F238E27FC236}">
                  <a16:creationId xmlns:a16="http://schemas.microsoft.com/office/drawing/2014/main" id="{C07B2CE2-3162-414D-AA0E-A2FBC6B7A78D}"/>
                </a:ext>
              </a:extLst>
            </p:cNvPr>
            <p:cNvSpPr>
              <a:spLocks/>
            </p:cNvSpPr>
            <p:nvPr/>
          </p:nvSpPr>
          <p:spPr bwMode="auto">
            <a:xfrm>
              <a:off x="4296" y="3416"/>
              <a:ext cx="104" cy="60"/>
            </a:xfrm>
            <a:custGeom>
              <a:avLst/>
              <a:gdLst>
                <a:gd name="T0" fmla="*/ 14 w 206"/>
                <a:gd name="T1" fmla="*/ 0 h 120"/>
                <a:gd name="T2" fmla="*/ 25 w 206"/>
                <a:gd name="T3" fmla="*/ 3 h 120"/>
                <a:gd name="T4" fmla="*/ 36 w 206"/>
                <a:gd name="T5" fmla="*/ 7 h 120"/>
                <a:gd name="T6" fmla="*/ 47 w 206"/>
                <a:gd name="T7" fmla="*/ 10 h 120"/>
                <a:gd name="T8" fmla="*/ 59 w 206"/>
                <a:gd name="T9" fmla="*/ 13 h 120"/>
                <a:gd name="T10" fmla="*/ 69 w 206"/>
                <a:gd name="T11" fmla="*/ 17 h 120"/>
                <a:gd name="T12" fmla="*/ 80 w 206"/>
                <a:gd name="T13" fmla="*/ 20 h 120"/>
                <a:gd name="T14" fmla="*/ 91 w 206"/>
                <a:gd name="T15" fmla="*/ 24 h 120"/>
                <a:gd name="T16" fmla="*/ 102 w 206"/>
                <a:gd name="T17" fmla="*/ 28 h 120"/>
                <a:gd name="T18" fmla="*/ 103 w 206"/>
                <a:gd name="T19" fmla="*/ 32 h 120"/>
                <a:gd name="T20" fmla="*/ 104 w 206"/>
                <a:gd name="T21" fmla="*/ 37 h 120"/>
                <a:gd name="T22" fmla="*/ 104 w 206"/>
                <a:gd name="T23" fmla="*/ 41 h 120"/>
                <a:gd name="T24" fmla="*/ 104 w 206"/>
                <a:gd name="T25" fmla="*/ 46 h 120"/>
                <a:gd name="T26" fmla="*/ 103 w 206"/>
                <a:gd name="T27" fmla="*/ 50 h 120"/>
                <a:gd name="T28" fmla="*/ 101 w 206"/>
                <a:gd name="T29" fmla="*/ 54 h 120"/>
                <a:gd name="T30" fmla="*/ 98 w 206"/>
                <a:gd name="T31" fmla="*/ 57 h 120"/>
                <a:gd name="T32" fmla="*/ 95 w 206"/>
                <a:gd name="T33" fmla="*/ 60 h 120"/>
                <a:gd name="T34" fmla="*/ 86 w 206"/>
                <a:gd name="T35" fmla="*/ 59 h 120"/>
                <a:gd name="T36" fmla="*/ 76 w 206"/>
                <a:gd name="T37" fmla="*/ 59 h 120"/>
                <a:gd name="T38" fmla="*/ 68 w 206"/>
                <a:gd name="T39" fmla="*/ 57 h 120"/>
                <a:gd name="T40" fmla="*/ 59 w 206"/>
                <a:gd name="T41" fmla="*/ 57 h 120"/>
                <a:gd name="T42" fmla="*/ 50 w 206"/>
                <a:gd name="T43" fmla="*/ 56 h 120"/>
                <a:gd name="T44" fmla="*/ 41 w 206"/>
                <a:gd name="T45" fmla="*/ 55 h 120"/>
                <a:gd name="T46" fmla="*/ 32 w 206"/>
                <a:gd name="T47" fmla="*/ 54 h 120"/>
                <a:gd name="T48" fmla="*/ 23 w 206"/>
                <a:gd name="T49" fmla="*/ 54 h 120"/>
                <a:gd name="T50" fmla="*/ 14 w 206"/>
                <a:gd name="T51" fmla="*/ 46 h 120"/>
                <a:gd name="T52" fmla="*/ 7 w 206"/>
                <a:gd name="T53" fmla="*/ 40 h 120"/>
                <a:gd name="T54" fmla="*/ 2 w 206"/>
                <a:gd name="T55" fmla="*/ 32 h 120"/>
                <a:gd name="T56" fmla="*/ 0 w 206"/>
                <a:gd name="T57" fmla="*/ 26 h 120"/>
                <a:gd name="T58" fmla="*/ 0 w 206"/>
                <a:gd name="T59" fmla="*/ 19 h 120"/>
                <a:gd name="T60" fmla="*/ 3 w 206"/>
                <a:gd name="T61" fmla="*/ 13 h 120"/>
                <a:gd name="T62" fmla="*/ 7 w 206"/>
                <a:gd name="T63" fmla="*/ 6 h 120"/>
                <a:gd name="T64" fmla="*/ 14 w 206"/>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20"/>
                <a:gd name="T101" fmla="*/ 206 w 206"/>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20">
                  <a:moveTo>
                    <a:pt x="28" y="0"/>
                  </a:moveTo>
                  <a:lnTo>
                    <a:pt x="50" y="6"/>
                  </a:lnTo>
                  <a:lnTo>
                    <a:pt x="72" y="13"/>
                  </a:lnTo>
                  <a:lnTo>
                    <a:pt x="94" y="19"/>
                  </a:lnTo>
                  <a:lnTo>
                    <a:pt x="116" y="26"/>
                  </a:lnTo>
                  <a:lnTo>
                    <a:pt x="136" y="33"/>
                  </a:lnTo>
                  <a:lnTo>
                    <a:pt x="158" y="39"/>
                  </a:lnTo>
                  <a:lnTo>
                    <a:pt x="180" y="47"/>
                  </a:lnTo>
                  <a:lnTo>
                    <a:pt x="203" y="55"/>
                  </a:lnTo>
                  <a:lnTo>
                    <a:pt x="204" y="64"/>
                  </a:lnTo>
                  <a:lnTo>
                    <a:pt x="206" y="73"/>
                  </a:lnTo>
                  <a:lnTo>
                    <a:pt x="206" y="82"/>
                  </a:lnTo>
                  <a:lnTo>
                    <a:pt x="206" y="92"/>
                  </a:lnTo>
                  <a:lnTo>
                    <a:pt x="204" y="99"/>
                  </a:lnTo>
                  <a:lnTo>
                    <a:pt x="201" y="107"/>
                  </a:lnTo>
                  <a:lnTo>
                    <a:pt x="195" y="113"/>
                  </a:lnTo>
                  <a:lnTo>
                    <a:pt x="189" y="120"/>
                  </a:lnTo>
                  <a:lnTo>
                    <a:pt x="170" y="118"/>
                  </a:lnTo>
                  <a:lnTo>
                    <a:pt x="151" y="117"/>
                  </a:lnTo>
                  <a:lnTo>
                    <a:pt x="134" y="114"/>
                  </a:lnTo>
                  <a:lnTo>
                    <a:pt x="117" y="114"/>
                  </a:lnTo>
                  <a:lnTo>
                    <a:pt x="99" y="112"/>
                  </a:lnTo>
                  <a:lnTo>
                    <a:pt x="81" y="110"/>
                  </a:lnTo>
                  <a:lnTo>
                    <a:pt x="63" y="108"/>
                  </a:lnTo>
                  <a:lnTo>
                    <a:pt x="46" y="107"/>
                  </a:lnTo>
                  <a:lnTo>
                    <a:pt x="27" y="92"/>
                  </a:lnTo>
                  <a:lnTo>
                    <a:pt x="13" y="79"/>
                  </a:lnTo>
                  <a:lnTo>
                    <a:pt x="3" y="64"/>
                  </a:lnTo>
                  <a:lnTo>
                    <a:pt x="0" y="52"/>
                  </a:lnTo>
                  <a:lnTo>
                    <a:pt x="0" y="38"/>
                  </a:lnTo>
                  <a:lnTo>
                    <a:pt x="5" y="25"/>
                  </a:lnTo>
                  <a:lnTo>
                    <a:pt x="13" y="11"/>
                  </a:lnTo>
                  <a:lnTo>
                    <a:pt x="28"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9" name="Freeform 89">
              <a:extLst>
                <a:ext uri="{FF2B5EF4-FFF2-40B4-BE49-F238E27FC236}">
                  <a16:creationId xmlns:a16="http://schemas.microsoft.com/office/drawing/2014/main" id="{01A212A9-2E02-BB42-99E1-D9BAF6178383}"/>
                </a:ext>
              </a:extLst>
            </p:cNvPr>
            <p:cNvSpPr>
              <a:spLocks/>
            </p:cNvSpPr>
            <p:nvPr/>
          </p:nvSpPr>
          <p:spPr bwMode="auto">
            <a:xfrm>
              <a:off x="4299" y="3417"/>
              <a:ext cx="98" cy="57"/>
            </a:xfrm>
            <a:custGeom>
              <a:avLst/>
              <a:gdLst>
                <a:gd name="T0" fmla="*/ 14 w 195"/>
                <a:gd name="T1" fmla="*/ 0 h 114"/>
                <a:gd name="T2" fmla="*/ 24 w 195"/>
                <a:gd name="T3" fmla="*/ 4 h 114"/>
                <a:gd name="T4" fmla="*/ 34 w 195"/>
                <a:gd name="T5" fmla="*/ 7 h 114"/>
                <a:gd name="T6" fmla="*/ 44 w 195"/>
                <a:gd name="T7" fmla="*/ 10 h 114"/>
                <a:gd name="T8" fmla="*/ 54 w 195"/>
                <a:gd name="T9" fmla="*/ 13 h 114"/>
                <a:gd name="T10" fmla="*/ 63 w 195"/>
                <a:gd name="T11" fmla="*/ 15 h 114"/>
                <a:gd name="T12" fmla="*/ 73 w 195"/>
                <a:gd name="T13" fmla="*/ 19 h 114"/>
                <a:gd name="T14" fmla="*/ 83 w 195"/>
                <a:gd name="T15" fmla="*/ 22 h 114"/>
                <a:gd name="T16" fmla="*/ 94 w 195"/>
                <a:gd name="T17" fmla="*/ 26 h 114"/>
                <a:gd name="T18" fmla="*/ 95 w 195"/>
                <a:gd name="T19" fmla="*/ 30 h 114"/>
                <a:gd name="T20" fmla="*/ 97 w 195"/>
                <a:gd name="T21" fmla="*/ 35 h 114"/>
                <a:gd name="T22" fmla="*/ 97 w 195"/>
                <a:gd name="T23" fmla="*/ 39 h 114"/>
                <a:gd name="T24" fmla="*/ 98 w 195"/>
                <a:gd name="T25" fmla="*/ 44 h 114"/>
                <a:gd name="T26" fmla="*/ 97 w 195"/>
                <a:gd name="T27" fmla="*/ 48 h 114"/>
                <a:gd name="T28" fmla="*/ 95 w 195"/>
                <a:gd name="T29" fmla="*/ 52 h 114"/>
                <a:gd name="T30" fmla="*/ 93 w 195"/>
                <a:gd name="T31" fmla="*/ 55 h 114"/>
                <a:gd name="T32" fmla="*/ 89 w 195"/>
                <a:gd name="T33" fmla="*/ 57 h 114"/>
                <a:gd name="T34" fmla="*/ 80 w 195"/>
                <a:gd name="T35" fmla="*/ 56 h 114"/>
                <a:gd name="T36" fmla="*/ 71 w 195"/>
                <a:gd name="T37" fmla="*/ 56 h 114"/>
                <a:gd name="T38" fmla="*/ 63 w 195"/>
                <a:gd name="T39" fmla="*/ 55 h 114"/>
                <a:gd name="T40" fmla="*/ 55 w 195"/>
                <a:gd name="T41" fmla="*/ 55 h 114"/>
                <a:gd name="T42" fmla="*/ 46 w 195"/>
                <a:gd name="T43" fmla="*/ 54 h 114"/>
                <a:gd name="T44" fmla="*/ 38 w 195"/>
                <a:gd name="T45" fmla="*/ 54 h 114"/>
                <a:gd name="T46" fmla="*/ 29 w 195"/>
                <a:gd name="T47" fmla="*/ 53 h 114"/>
                <a:gd name="T48" fmla="*/ 21 w 195"/>
                <a:gd name="T49" fmla="*/ 52 h 114"/>
                <a:gd name="T50" fmla="*/ 12 w 195"/>
                <a:gd name="T51" fmla="*/ 46 h 114"/>
                <a:gd name="T52" fmla="*/ 6 w 195"/>
                <a:gd name="T53" fmla="*/ 39 h 114"/>
                <a:gd name="T54" fmla="*/ 2 w 195"/>
                <a:gd name="T55" fmla="*/ 32 h 114"/>
                <a:gd name="T56" fmla="*/ 0 w 195"/>
                <a:gd name="T57" fmla="*/ 26 h 114"/>
                <a:gd name="T58" fmla="*/ 0 w 195"/>
                <a:gd name="T59" fmla="*/ 19 h 114"/>
                <a:gd name="T60" fmla="*/ 2 w 195"/>
                <a:gd name="T61" fmla="*/ 13 h 114"/>
                <a:gd name="T62" fmla="*/ 6 w 195"/>
                <a:gd name="T63" fmla="*/ 7 h 114"/>
                <a:gd name="T64" fmla="*/ 14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7" y="0"/>
                  </a:moveTo>
                  <a:lnTo>
                    <a:pt x="47" y="7"/>
                  </a:lnTo>
                  <a:lnTo>
                    <a:pt x="67" y="13"/>
                  </a:lnTo>
                  <a:lnTo>
                    <a:pt x="87" y="19"/>
                  </a:lnTo>
                  <a:lnTo>
                    <a:pt x="107" y="25"/>
                  </a:lnTo>
                  <a:lnTo>
                    <a:pt x="126" y="30"/>
                  </a:lnTo>
                  <a:lnTo>
                    <a:pt x="145" y="38"/>
                  </a:lnTo>
                  <a:lnTo>
                    <a:pt x="165" y="44"/>
                  </a:lnTo>
                  <a:lnTo>
                    <a:pt x="188" y="52"/>
                  </a:lnTo>
                  <a:lnTo>
                    <a:pt x="190" y="61"/>
                  </a:lnTo>
                  <a:lnTo>
                    <a:pt x="193" y="69"/>
                  </a:lnTo>
                  <a:lnTo>
                    <a:pt x="194" y="78"/>
                  </a:lnTo>
                  <a:lnTo>
                    <a:pt x="195" y="88"/>
                  </a:lnTo>
                  <a:lnTo>
                    <a:pt x="193" y="96"/>
                  </a:lnTo>
                  <a:lnTo>
                    <a:pt x="190" y="103"/>
                  </a:lnTo>
                  <a:lnTo>
                    <a:pt x="185" y="109"/>
                  </a:lnTo>
                  <a:lnTo>
                    <a:pt x="178" y="114"/>
                  </a:lnTo>
                  <a:lnTo>
                    <a:pt x="159" y="112"/>
                  </a:lnTo>
                  <a:lnTo>
                    <a:pt x="141" y="111"/>
                  </a:lnTo>
                  <a:lnTo>
                    <a:pt x="125" y="109"/>
                  </a:lnTo>
                  <a:lnTo>
                    <a:pt x="110" y="109"/>
                  </a:lnTo>
                  <a:lnTo>
                    <a:pt x="92" y="108"/>
                  </a:lnTo>
                  <a:lnTo>
                    <a:pt x="76" y="107"/>
                  </a:lnTo>
                  <a:lnTo>
                    <a:pt x="58" y="106"/>
                  </a:lnTo>
                  <a:lnTo>
                    <a:pt x="42" y="104"/>
                  </a:lnTo>
                  <a:lnTo>
                    <a:pt x="23" y="91"/>
                  </a:lnTo>
                  <a:lnTo>
                    <a:pt x="11" y="78"/>
                  </a:lnTo>
                  <a:lnTo>
                    <a:pt x="3" y="64"/>
                  </a:lnTo>
                  <a:lnTo>
                    <a:pt x="0" y="52"/>
                  </a:lnTo>
                  <a:lnTo>
                    <a:pt x="0" y="38"/>
                  </a:lnTo>
                  <a:lnTo>
                    <a:pt x="3" y="25"/>
                  </a:lnTo>
                  <a:lnTo>
                    <a:pt x="12" y="13"/>
                  </a:lnTo>
                  <a:lnTo>
                    <a:pt x="27"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0" name="Freeform 90">
              <a:extLst>
                <a:ext uri="{FF2B5EF4-FFF2-40B4-BE49-F238E27FC236}">
                  <a16:creationId xmlns:a16="http://schemas.microsoft.com/office/drawing/2014/main" id="{89E47467-FC3D-C046-8992-2900076DB298}"/>
                </a:ext>
              </a:extLst>
            </p:cNvPr>
            <p:cNvSpPr>
              <a:spLocks/>
            </p:cNvSpPr>
            <p:nvPr/>
          </p:nvSpPr>
          <p:spPr bwMode="auto">
            <a:xfrm>
              <a:off x="4301" y="3419"/>
              <a:ext cx="92" cy="52"/>
            </a:xfrm>
            <a:custGeom>
              <a:avLst/>
              <a:gdLst>
                <a:gd name="T0" fmla="*/ 13 w 183"/>
                <a:gd name="T1" fmla="*/ 0 h 105"/>
                <a:gd name="T2" fmla="*/ 23 w 183"/>
                <a:gd name="T3" fmla="*/ 2 h 105"/>
                <a:gd name="T4" fmla="*/ 32 w 183"/>
                <a:gd name="T5" fmla="*/ 5 h 105"/>
                <a:gd name="T6" fmla="*/ 41 w 183"/>
                <a:gd name="T7" fmla="*/ 8 h 105"/>
                <a:gd name="T8" fmla="*/ 50 w 183"/>
                <a:gd name="T9" fmla="*/ 11 h 105"/>
                <a:gd name="T10" fmla="*/ 58 w 183"/>
                <a:gd name="T11" fmla="*/ 14 h 105"/>
                <a:gd name="T12" fmla="*/ 67 w 183"/>
                <a:gd name="T13" fmla="*/ 17 h 105"/>
                <a:gd name="T14" fmla="*/ 76 w 183"/>
                <a:gd name="T15" fmla="*/ 19 h 105"/>
                <a:gd name="T16" fmla="*/ 87 w 183"/>
                <a:gd name="T17" fmla="*/ 23 h 105"/>
                <a:gd name="T18" fmla="*/ 88 w 183"/>
                <a:gd name="T19" fmla="*/ 27 h 105"/>
                <a:gd name="T20" fmla="*/ 90 w 183"/>
                <a:gd name="T21" fmla="*/ 31 h 105"/>
                <a:gd name="T22" fmla="*/ 90 w 183"/>
                <a:gd name="T23" fmla="*/ 35 h 105"/>
                <a:gd name="T24" fmla="*/ 92 w 183"/>
                <a:gd name="T25" fmla="*/ 40 h 105"/>
                <a:gd name="T26" fmla="*/ 91 w 183"/>
                <a:gd name="T27" fmla="*/ 44 h 105"/>
                <a:gd name="T28" fmla="*/ 90 w 183"/>
                <a:gd name="T29" fmla="*/ 47 h 105"/>
                <a:gd name="T30" fmla="*/ 87 w 183"/>
                <a:gd name="T31" fmla="*/ 50 h 105"/>
                <a:gd name="T32" fmla="*/ 82 w 183"/>
                <a:gd name="T33" fmla="*/ 52 h 105"/>
                <a:gd name="T34" fmla="*/ 73 w 183"/>
                <a:gd name="T35" fmla="*/ 51 h 105"/>
                <a:gd name="T36" fmla="*/ 66 w 183"/>
                <a:gd name="T37" fmla="*/ 51 h 105"/>
                <a:gd name="T38" fmla="*/ 58 w 183"/>
                <a:gd name="T39" fmla="*/ 51 h 105"/>
                <a:gd name="T40" fmla="*/ 51 w 183"/>
                <a:gd name="T41" fmla="*/ 51 h 105"/>
                <a:gd name="T42" fmla="*/ 44 w 183"/>
                <a:gd name="T43" fmla="*/ 50 h 105"/>
                <a:gd name="T44" fmla="*/ 36 w 183"/>
                <a:gd name="T45" fmla="*/ 49 h 105"/>
                <a:gd name="T46" fmla="*/ 28 w 183"/>
                <a:gd name="T47" fmla="*/ 49 h 105"/>
                <a:gd name="T48" fmla="*/ 21 w 183"/>
                <a:gd name="T49" fmla="*/ 49 h 105"/>
                <a:gd name="T50" fmla="*/ 12 w 183"/>
                <a:gd name="T51" fmla="*/ 42 h 105"/>
                <a:gd name="T52" fmla="*/ 6 w 183"/>
                <a:gd name="T53" fmla="*/ 36 h 105"/>
                <a:gd name="T54" fmla="*/ 2 w 183"/>
                <a:gd name="T55" fmla="*/ 30 h 105"/>
                <a:gd name="T56" fmla="*/ 0 w 183"/>
                <a:gd name="T57" fmla="*/ 24 h 105"/>
                <a:gd name="T58" fmla="*/ 0 w 183"/>
                <a:gd name="T59" fmla="*/ 18 h 105"/>
                <a:gd name="T60" fmla="*/ 2 w 183"/>
                <a:gd name="T61" fmla="*/ 12 h 105"/>
                <a:gd name="T62" fmla="*/ 6 w 183"/>
                <a:gd name="T63" fmla="*/ 5 h 105"/>
                <a:gd name="T64" fmla="*/ 13 w 183"/>
                <a:gd name="T65" fmla="*/ 0 h 1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
                <a:gd name="T100" fmla="*/ 0 h 105"/>
                <a:gd name="T101" fmla="*/ 183 w 183"/>
                <a:gd name="T102" fmla="*/ 105 h 1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 h="105">
                  <a:moveTo>
                    <a:pt x="26" y="0"/>
                  </a:moveTo>
                  <a:lnTo>
                    <a:pt x="45" y="5"/>
                  </a:lnTo>
                  <a:lnTo>
                    <a:pt x="64" y="11"/>
                  </a:lnTo>
                  <a:lnTo>
                    <a:pt x="81" y="16"/>
                  </a:lnTo>
                  <a:lnTo>
                    <a:pt x="99" y="23"/>
                  </a:lnTo>
                  <a:lnTo>
                    <a:pt x="115" y="28"/>
                  </a:lnTo>
                  <a:lnTo>
                    <a:pt x="134" y="34"/>
                  </a:lnTo>
                  <a:lnTo>
                    <a:pt x="151" y="39"/>
                  </a:lnTo>
                  <a:lnTo>
                    <a:pt x="173" y="47"/>
                  </a:lnTo>
                  <a:lnTo>
                    <a:pt x="175" y="54"/>
                  </a:lnTo>
                  <a:lnTo>
                    <a:pt x="179" y="63"/>
                  </a:lnTo>
                  <a:lnTo>
                    <a:pt x="180" y="70"/>
                  </a:lnTo>
                  <a:lnTo>
                    <a:pt x="183" y="80"/>
                  </a:lnTo>
                  <a:lnTo>
                    <a:pt x="181" y="88"/>
                  </a:lnTo>
                  <a:lnTo>
                    <a:pt x="179" y="95"/>
                  </a:lnTo>
                  <a:lnTo>
                    <a:pt x="173" y="100"/>
                  </a:lnTo>
                  <a:lnTo>
                    <a:pt x="164" y="105"/>
                  </a:lnTo>
                  <a:lnTo>
                    <a:pt x="146" y="103"/>
                  </a:lnTo>
                  <a:lnTo>
                    <a:pt x="131" y="103"/>
                  </a:lnTo>
                  <a:lnTo>
                    <a:pt x="116" y="102"/>
                  </a:lnTo>
                  <a:lnTo>
                    <a:pt x="102" y="102"/>
                  </a:lnTo>
                  <a:lnTo>
                    <a:pt x="87" y="100"/>
                  </a:lnTo>
                  <a:lnTo>
                    <a:pt x="72" y="99"/>
                  </a:lnTo>
                  <a:lnTo>
                    <a:pt x="56" y="98"/>
                  </a:lnTo>
                  <a:lnTo>
                    <a:pt x="41" y="98"/>
                  </a:lnTo>
                  <a:lnTo>
                    <a:pt x="23" y="85"/>
                  </a:lnTo>
                  <a:lnTo>
                    <a:pt x="11" y="73"/>
                  </a:lnTo>
                  <a:lnTo>
                    <a:pt x="3" y="60"/>
                  </a:lnTo>
                  <a:lnTo>
                    <a:pt x="0" y="49"/>
                  </a:lnTo>
                  <a:lnTo>
                    <a:pt x="0" y="37"/>
                  </a:lnTo>
                  <a:lnTo>
                    <a:pt x="3" y="24"/>
                  </a:lnTo>
                  <a:lnTo>
                    <a:pt x="12" y="11"/>
                  </a:lnTo>
                  <a:lnTo>
                    <a:pt x="26"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1" name="Freeform 91">
              <a:extLst>
                <a:ext uri="{FF2B5EF4-FFF2-40B4-BE49-F238E27FC236}">
                  <a16:creationId xmlns:a16="http://schemas.microsoft.com/office/drawing/2014/main" id="{195637C9-B18E-554E-B43B-C5404524ADED}"/>
                </a:ext>
              </a:extLst>
            </p:cNvPr>
            <p:cNvSpPr>
              <a:spLocks/>
            </p:cNvSpPr>
            <p:nvPr/>
          </p:nvSpPr>
          <p:spPr bwMode="auto">
            <a:xfrm>
              <a:off x="4303" y="3419"/>
              <a:ext cx="85" cy="50"/>
            </a:xfrm>
            <a:custGeom>
              <a:avLst/>
              <a:gdLst>
                <a:gd name="T0" fmla="*/ 13 w 171"/>
                <a:gd name="T1" fmla="*/ 0 h 101"/>
                <a:gd name="T2" fmla="*/ 22 w 171"/>
                <a:gd name="T3" fmla="*/ 2 h 101"/>
                <a:gd name="T4" fmla="*/ 31 w 171"/>
                <a:gd name="T5" fmla="*/ 6 h 101"/>
                <a:gd name="T6" fmla="*/ 38 w 171"/>
                <a:gd name="T7" fmla="*/ 8 h 101"/>
                <a:gd name="T8" fmla="*/ 46 w 171"/>
                <a:gd name="T9" fmla="*/ 11 h 101"/>
                <a:gd name="T10" fmla="*/ 53 w 171"/>
                <a:gd name="T11" fmla="*/ 12 h 101"/>
                <a:gd name="T12" fmla="*/ 61 w 171"/>
                <a:gd name="T13" fmla="*/ 16 h 101"/>
                <a:gd name="T14" fmla="*/ 69 w 171"/>
                <a:gd name="T15" fmla="*/ 18 h 101"/>
                <a:gd name="T16" fmla="*/ 79 w 171"/>
                <a:gd name="T17" fmla="*/ 22 h 101"/>
                <a:gd name="T18" fmla="*/ 80 w 171"/>
                <a:gd name="T19" fmla="*/ 25 h 101"/>
                <a:gd name="T20" fmla="*/ 82 w 171"/>
                <a:gd name="T21" fmla="*/ 29 h 101"/>
                <a:gd name="T22" fmla="*/ 83 w 171"/>
                <a:gd name="T23" fmla="*/ 33 h 101"/>
                <a:gd name="T24" fmla="*/ 85 w 171"/>
                <a:gd name="T25" fmla="*/ 38 h 101"/>
                <a:gd name="T26" fmla="*/ 85 w 171"/>
                <a:gd name="T27" fmla="*/ 41 h 101"/>
                <a:gd name="T28" fmla="*/ 83 w 171"/>
                <a:gd name="T29" fmla="*/ 45 h 101"/>
                <a:gd name="T30" fmla="*/ 81 w 171"/>
                <a:gd name="T31" fmla="*/ 48 h 101"/>
                <a:gd name="T32" fmla="*/ 76 w 171"/>
                <a:gd name="T33" fmla="*/ 50 h 101"/>
                <a:gd name="T34" fmla="*/ 68 w 171"/>
                <a:gd name="T35" fmla="*/ 49 h 101"/>
                <a:gd name="T36" fmla="*/ 61 w 171"/>
                <a:gd name="T37" fmla="*/ 48 h 101"/>
                <a:gd name="T38" fmla="*/ 54 w 171"/>
                <a:gd name="T39" fmla="*/ 48 h 101"/>
                <a:gd name="T40" fmla="*/ 48 w 171"/>
                <a:gd name="T41" fmla="*/ 48 h 101"/>
                <a:gd name="T42" fmla="*/ 41 w 171"/>
                <a:gd name="T43" fmla="*/ 48 h 101"/>
                <a:gd name="T44" fmla="*/ 34 w 171"/>
                <a:gd name="T45" fmla="*/ 48 h 101"/>
                <a:gd name="T46" fmla="*/ 28 w 171"/>
                <a:gd name="T47" fmla="*/ 48 h 101"/>
                <a:gd name="T48" fmla="*/ 21 w 171"/>
                <a:gd name="T49" fmla="*/ 48 h 101"/>
                <a:gd name="T50" fmla="*/ 12 w 171"/>
                <a:gd name="T51" fmla="*/ 41 h 101"/>
                <a:gd name="T52" fmla="*/ 6 w 171"/>
                <a:gd name="T53" fmla="*/ 35 h 101"/>
                <a:gd name="T54" fmla="*/ 2 w 171"/>
                <a:gd name="T55" fmla="*/ 29 h 101"/>
                <a:gd name="T56" fmla="*/ 0 w 171"/>
                <a:gd name="T57" fmla="*/ 24 h 101"/>
                <a:gd name="T58" fmla="*/ 0 w 171"/>
                <a:gd name="T59" fmla="*/ 18 h 101"/>
                <a:gd name="T60" fmla="*/ 2 w 171"/>
                <a:gd name="T61" fmla="*/ 12 h 101"/>
                <a:gd name="T62" fmla="*/ 6 w 171"/>
                <a:gd name="T63" fmla="*/ 6 h 101"/>
                <a:gd name="T64" fmla="*/ 13 w 171"/>
                <a:gd name="T65" fmla="*/ 0 h 1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101"/>
                <a:gd name="T101" fmla="*/ 171 w 171"/>
                <a:gd name="T102" fmla="*/ 101 h 1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101">
                  <a:moveTo>
                    <a:pt x="27" y="0"/>
                  </a:moveTo>
                  <a:lnTo>
                    <a:pt x="44" y="5"/>
                  </a:lnTo>
                  <a:lnTo>
                    <a:pt x="62" y="12"/>
                  </a:lnTo>
                  <a:lnTo>
                    <a:pt x="77" y="17"/>
                  </a:lnTo>
                  <a:lnTo>
                    <a:pt x="92" y="22"/>
                  </a:lnTo>
                  <a:lnTo>
                    <a:pt x="107" y="25"/>
                  </a:lnTo>
                  <a:lnTo>
                    <a:pt x="122" y="32"/>
                  </a:lnTo>
                  <a:lnTo>
                    <a:pt x="138" y="37"/>
                  </a:lnTo>
                  <a:lnTo>
                    <a:pt x="158" y="44"/>
                  </a:lnTo>
                  <a:lnTo>
                    <a:pt x="161" y="51"/>
                  </a:lnTo>
                  <a:lnTo>
                    <a:pt x="165" y="59"/>
                  </a:lnTo>
                  <a:lnTo>
                    <a:pt x="167" y="67"/>
                  </a:lnTo>
                  <a:lnTo>
                    <a:pt x="171" y="77"/>
                  </a:lnTo>
                  <a:lnTo>
                    <a:pt x="170" y="83"/>
                  </a:lnTo>
                  <a:lnTo>
                    <a:pt x="167" y="91"/>
                  </a:lnTo>
                  <a:lnTo>
                    <a:pt x="162" y="96"/>
                  </a:lnTo>
                  <a:lnTo>
                    <a:pt x="153" y="101"/>
                  </a:lnTo>
                  <a:lnTo>
                    <a:pt x="137" y="98"/>
                  </a:lnTo>
                  <a:lnTo>
                    <a:pt x="123" y="97"/>
                  </a:lnTo>
                  <a:lnTo>
                    <a:pt x="109" y="97"/>
                  </a:lnTo>
                  <a:lnTo>
                    <a:pt x="97" y="97"/>
                  </a:lnTo>
                  <a:lnTo>
                    <a:pt x="83" y="96"/>
                  </a:lnTo>
                  <a:lnTo>
                    <a:pt x="69" y="96"/>
                  </a:lnTo>
                  <a:lnTo>
                    <a:pt x="56" y="96"/>
                  </a:lnTo>
                  <a:lnTo>
                    <a:pt x="42" y="96"/>
                  </a:lnTo>
                  <a:lnTo>
                    <a:pt x="24" y="83"/>
                  </a:lnTo>
                  <a:lnTo>
                    <a:pt x="12" y="71"/>
                  </a:lnTo>
                  <a:lnTo>
                    <a:pt x="4" y="59"/>
                  </a:lnTo>
                  <a:lnTo>
                    <a:pt x="0" y="48"/>
                  </a:lnTo>
                  <a:lnTo>
                    <a:pt x="0" y="36"/>
                  </a:lnTo>
                  <a:lnTo>
                    <a:pt x="4" y="24"/>
                  </a:lnTo>
                  <a:lnTo>
                    <a:pt x="13" y="12"/>
                  </a:lnTo>
                  <a:lnTo>
                    <a:pt x="27"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2" name="Freeform 92">
              <a:extLst>
                <a:ext uri="{FF2B5EF4-FFF2-40B4-BE49-F238E27FC236}">
                  <a16:creationId xmlns:a16="http://schemas.microsoft.com/office/drawing/2014/main" id="{790FFF9E-4FEF-3240-8958-6C82F654627E}"/>
                </a:ext>
              </a:extLst>
            </p:cNvPr>
            <p:cNvSpPr>
              <a:spLocks/>
            </p:cNvSpPr>
            <p:nvPr/>
          </p:nvSpPr>
          <p:spPr bwMode="auto">
            <a:xfrm>
              <a:off x="4306" y="3421"/>
              <a:ext cx="79" cy="46"/>
            </a:xfrm>
            <a:custGeom>
              <a:avLst/>
              <a:gdLst>
                <a:gd name="T0" fmla="*/ 12 w 158"/>
                <a:gd name="T1" fmla="*/ 0 h 92"/>
                <a:gd name="T2" fmla="*/ 20 w 158"/>
                <a:gd name="T3" fmla="*/ 2 h 92"/>
                <a:gd name="T4" fmla="*/ 28 w 158"/>
                <a:gd name="T5" fmla="*/ 5 h 92"/>
                <a:gd name="T6" fmla="*/ 36 w 158"/>
                <a:gd name="T7" fmla="*/ 7 h 92"/>
                <a:gd name="T8" fmla="*/ 42 w 158"/>
                <a:gd name="T9" fmla="*/ 10 h 92"/>
                <a:gd name="T10" fmla="*/ 48 w 158"/>
                <a:gd name="T11" fmla="*/ 12 h 92"/>
                <a:gd name="T12" fmla="*/ 56 w 158"/>
                <a:gd name="T13" fmla="*/ 13 h 92"/>
                <a:gd name="T14" fmla="*/ 63 w 158"/>
                <a:gd name="T15" fmla="*/ 16 h 92"/>
                <a:gd name="T16" fmla="*/ 73 w 158"/>
                <a:gd name="T17" fmla="*/ 19 h 92"/>
                <a:gd name="T18" fmla="*/ 74 w 158"/>
                <a:gd name="T19" fmla="*/ 22 h 92"/>
                <a:gd name="T20" fmla="*/ 76 w 158"/>
                <a:gd name="T21" fmla="*/ 26 h 92"/>
                <a:gd name="T22" fmla="*/ 78 w 158"/>
                <a:gd name="T23" fmla="*/ 30 h 92"/>
                <a:gd name="T24" fmla="*/ 79 w 158"/>
                <a:gd name="T25" fmla="*/ 35 h 92"/>
                <a:gd name="T26" fmla="*/ 79 w 158"/>
                <a:gd name="T27" fmla="*/ 38 h 92"/>
                <a:gd name="T28" fmla="*/ 78 w 158"/>
                <a:gd name="T29" fmla="*/ 42 h 92"/>
                <a:gd name="T30" fmla="*/ 75 w 158"/>
                <a:gd name="T31" fmla="*/ 44 h 92"/>
                <a:gd name="T32" fmla="*/ 70 w 158"/>
                <a:gd name="T33" fmla="*/ 46 h 92"/>
                <a:gd name="T34" fmla="*/ 62 w 158"/>
                <a:gd name="T35" fmla="*/ 45 h 92"/>
                <a:gd name="T36" fmla="*/ 56 w 158"/>
                <a:gd name="T37" fmla="*/ 45 h 92"/>
                <a:gd name="T38" fmla="*/ 50 w 158"/>
                <a:gd name="T39" fmla="*/ 45 h 92"/>
                <a:gd name="T40" fmla="*/ 44 w 158"/>
                <a:gd name="T41" fmla="*/ 45 h 92"/>
                <a:gd name="T42" fmla="*/ 39 w 158"/>
                <a:gd name="T43" fmla="*/ 45 h 92"/>
                <a:gd name="T44" fmla="*/ 33 w 158"/>
                <a:gd name="T45" fmla="*/ 45 h 92"/>
                <a:gd name="T46" fmla="*/ 26 w 158"/>
                <a:gd name="T47" fmla="*/ 44 h 92"/>
                <a:gd name="T48" fmla="*/ 19 w 158"/>
                <a:gd name="T49" fmla="*/ 44 h 92"/>
                <a:gd name="T50" fmla="*/ 11 w 158"/>
                <a:gd name="T51" fmla="*/ 39 h 92"/>
                <a:gd name="T52" fmla="*/ 6 w 158"/>
                <a:gd name="T53" fmla="*/ 33 h 92"/>
                <a:gd name="T54" fmla="*/ 2 w 158"/>
                <a:gd name="T55" fmla="*/ 27 h 92"/>
                <a:gd name="T56" fmla="*/ 0 w 158"/>
                <a:gd name="T57" fmla="*/ 22 h 92"/>
                <a:gd name="T58" fmla="*/ 0 w 158"/>
                <a:gd name="T59" fmla="*/ 17 h 92"/>
                <a:gd name="T60" fmla="*/ 2 w 158"/>
                <a:gd name="T61" fmla="*/ 11 h 92"/>
                <a:gd name="T62" fmla="*/ 6 w 158"/>
                <a:gd name="T63" fmla="*/ 5 h 92"/>
                <a:gd name="T64" fmla="*/ 12 w 158"/>
                <a:gd name="T65" fmla="*/ 0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8"/>
                <a:gd name="T100" fmla="*/ 0 h 92"/>
                <a:gd name="T101" fmla="*/ 158 w 158"/>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8" h="92">
                  <a:moveTo>
                    <a:pt x="24" y="0"/>
                  </a:moveTo>
                  <a:lnTo>
                    <a:pt x="40" y="4"/>
                  </a:lnTo>
                  <a:lnTo>
                    <a:pt x="57" y="9"/>
                  </a:lnTo>
                  <a:lnTo>
                    <a:pt x="71" y="14"/>
                  </a:lnTo>
                  <a:lnTo>
                    <a:pt x="84" y="19"/>
                  </a:lnTo>
                  <a:lnTo>
                    <a:pt x="97" y="23"/>
                  </a:lnTo>
                  <a:lnTo>
                    <a:pt x="112" y="27"/>
                  </a:lnTo>
                  <a:lnTo>
                    <a:pt x="127" y="32"/>
                  </a:lnTo>
                  <a:lnTo>
                    <a:pt x="146" y="38"/>
                  </a:lnTo>
                  <a:lnTo>
                    <a:pt x="148" y="44"/>
                  </a:lnTo>
                  <a:lnTo>
                    <a:pt x="152" y="53"/>
                  </a:lnTo>
                  <a:lnTo>
                    <a:pt x="155" y="60"/>
                  </a:lnTo>
                  <a:lnTo>
                    <a:pt x="158" y="69"/>
                  </a:lnTo>
                  <a:lnTo>
                    <a:pt x="158" y="75"/>
                  </a:lnTo>
                  <a:lnTo>
                    <a:pt x="156" y="83"/>
                  </a:lnTo>
                  <a:lnTo>
                    <a:pt x="150" y="88"/>
                  </a:lnTo>
                  <a:lnTo>
                    <a:pt x="140" y="92"/>
                  </a:lnTo>
                  <a:lnTo>
                    <a:pt x="125" y="89"/>
                  </a:lnTo>
                  <a:lnTo>
                    <a:pt x="112" y="89"/>
                  </a:lnTo>
                  <a:lnTo>
                    <a:pt x="101" y="89"/>
                  </a:lnTo>
                  <a:lnTo>
                    <a:pt x="89" y="89"/>
                  </a:lnTo>
                  <a:lnTo>
                    <a:pt x="77" y="89"/>
                  </a:lnTo>
                  <a:lnTo>
                    <a:pt x="66" y="89"/>
                  </a:lnTo>
                  <a:lnTo>
                    <a:pt x="52" y="88"/>
                  </a:lnTo>
                  <a:lnTo>
                    <a:pt x="38" y="88"/>
                  </a:lnTo>
                  <a:lnTo>
                    <a:pt x="23" y="77"/>
                  </a:lnTo>
                  <a:lnTo>
                    <a:pt x="12" y="65"/>
                  </a:lnTo>
                  <a:lnTo>
                    <a:pt x="4" y="54"/>
                  </a:lnTo>
                  <a:lnTo>
                    <a:pt x="0" y="44"/>
                  </a:lnTo>
                  <a:lnTo>
                    <a:pt x="0" y="33"/>
                  </a:lnTo>
                  <a:lnTo>
                    <a:pt x="4" y="21"/>
                  </a:lnTo>
                  <a:lnTo>
                    <a:pt x="12" y="10"/>
                  </a:lnTo>
                  <a:lnTo>
                    <a:pt x="24"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3" name="Freeform 93">
              <a:extLst>
                <a:ext uri="{FF2B5EF4-FFF2-40B4-BE49-F238E27FC236}">
                  <a16:creationId xmlns:a16="http://schemas.microsoft.com/office/drawing/2014/main" id="{EA35CE13-F276-DB4D-92BD-0E4956424B16}"/>
                </a:ext>
              </a:extLst>
            </p:cNvPr>
            <p:cNvSpPr>
              <a:spLocks/>
            </p:cNvSpPr>
            <p:nvPr/>
          </p:nvSpPr>
          <p:spPr bwMode="auto">
            <a:xfrm>
              <a:off x="4308" y="3423"/>
              <a:ext cx="73" cy="41"/>
            </a:xfrm>
            <a:custGeom>
              <a:avLst/>
              <a:gdLst>
                <a:gd name="T0" fmla="*/ 11 w 146"/>
                <a:gd name="T1" fmla="*/ 0 h 83"/>
                <a:gd name="T2" fmla="*/ 19 w 146"/>
                <a:gd name="T3" fmla="*/ 2 h 83"/>
                <a:gd name="T4" fmla="*/ 26 w 146"/>
                <a:gd name="T5" fmla="*/ 4 h 83"/>
                <a:gd name="T6" fmla="*/ 31 w 146"/>
                <a:gd name="T7" fmla="*/ 6 h 83"/>
                <a:gd name="T8" fmla="*/ 38 w 146"/>
                <a:gd name="T9" fmla="*/ 8 h 83"/>
                <a:gd name="T10" fmla="*/ 43 w 146"/>
                <a:gd name="T11" fmla="*/ 9 h 83"/>
                <a:gd name="T12" fmla="*/ 49 w 146"/>
                <a:gd name="T13" fmla="*/ 11 h 83"/>
                <a:gd name="T14" fmla="*/ 56 w 146"/>
                <a:gd name="T15" fmla="*/ 13 h 83"/>
                <a:gd name="T16" fmla="*/ 65 w 146"/>
                <a:gd name="T17" fmla="*/ 16 h 83"/>
                <a:gd name="T18" fmla="*/ 66 w 146"/>
                <a:gd name="T19" fmla="*/ 19 h 83"/>
                <a:gd name="T20" fmla="*/ 69 w 146"/>
                <a:gd name="T21" fmla="*/ 23 h 83"/>
                <a:gd name="T22" fmla="*/ 71 w 146"/>
                <a:gd name="T23" fmla="*/ 27 h 83"/>
                <a:gd name="T24" fmla="*/ 73 w 146"/>
                <a:gd name="T25" fmla="*/ 31 h 83"/>
                <a:gd name="T26" fmla="*/ 73 w 146"/>
                <a:gd name="T27" fmla="*/ 34 h 83"/>
                <a:gd name="T28" fmla="*/ 73 w 146"/>
                <a:gd name="T29" fmla="*/ 38 h 83"/>
                <a:gd name="T30" fmla="*/ 69 w 146"/>
                <a:gd name="T31" fmla="*/ 40 h 83"/>
                <a:gd name="T32" fmla="*/ 64 w 146"/>
                <a:gd name="T33" fmla="*/ 41 h 83"/>
                <a:gd name="T34" fmla="*/ 57 w 146"/>
                <a:gd name="T35" fmla="*/ 40 h 83"/>
                <a:gd name="T36" fmla="*/ 51 w 146"/>
                <a:gd name="T37" fmla="*/ 40 h 83"/>
                <a:gd name="T38" fmla="*/ 46 w 146"/>
                <a:gd name="T39" fmla="*/ 40 h 83"/>
                <a:gd name="T40" fmla="*/ 41 w 146"/>
                <a:gd name="T41" fmla="*/ 41 h 83"/>
                <a:gd name="T42" fmla="*/ 36 w 146"/>
                <a:gd name="T43" fmla="*/ 41 h 83"/>
                <a:gd name="T44" fmla="*/ 30 w 146"/>
                <a:gd name="T45" fmla="*/ 41 h 83"/>
                <a:gd name="T46" fmla="*/ 24 w 146"/>
                <a:gd name="T47" fmla="*/ 41 h 83"/>
                <a:gd name="T48" fmla="*/ 18 w 146"/>
                <a:gd name="T49" fmla="*/ 41 h 83"/>
                <a:gd name="T50" fmla="*/ 11 w 146"/>
                <a:gd name="T51" fmla="*/ 35 h 83"/>
                <a:gd name="T52" fmla="*/ 5 w 146"/>
                <a:gd name="T53" fmla="*/ 30 h 83"/>
                <a:gd name="T54" fmla="*/ 1 w 146"/>
                <a:gd name="T55" fmla="*/ 25 h 83"/>
                <a:gd name="T56" fmla="*/ 0 w 146"/>
                <a:gd name="T57" fmla="*/ 20 h 83"/>
                <a:gd name="T58" fmla="*/ 0 w 146"/>
                <a:gd name="T59" fmla="*/ 15 h 83"/>
                <a:gd name="T60" fmla="*/ 2 w 146"/>
                <a:gd name="T61" fmla="*/ 10 h 83"/>
                <a:gd name="T62" fmla="*/ 6 w 146"/>
                <a:gd name="T63" fmla="*/ 5 h 83"/>
                <a:gd name="T64" fmla="*/ 11 w 146"/>
                <a:gd name="T65" fmla="*/ 0 h 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6"/>
                <a:gd name="T100" fmla="*/ 0 h 83"/>
                <a:gd name="T101" fmla="*/ 146 w 146"/>
                <a:gd name="T102" fmla="*/ 83 h 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6" h="83">
                  <a:moveTo>
                    <a:pt x="23" y="0"/>
                  </a:moveTo>
                  <a:lnTo>
                    <a:pt x="38" y="4"/>
                  </a:lnTo>
                  <a:lnTo>
                    <a:pt x="52" y="9"/>
                  </a:lnTo>
                  <a:lnTo>
                    <a:pt x="63" y="12"/>
                  </a:lnTo>
                  <a:lnTo>
                    <a:pt x="76" y="16"/>
                  </a:lnTo>
                  <a:lnTo>
                    <a:pt x="87" y="19"/>
                  </a:lnTo>
                  <a:lnTo>
                    <a:pt x="98" y="23"/>
                  </a:lnTo>
                  <a:lnTo>
                    <a:pt x="112" y="26"/>
                  </a:lnTo>
                  <a:lnTo>
                    <a:pt x="130" y="33"/>
                  </a:lnTo>
                  <a:lnTo>
                    <a:pt x="132" y="39"/>
                  </a:lnTo>
                  <a:lnTo>
                    <a:pt x="137" y="46"/>
                  </a:lnTo>
                  <a:lnTo>
                    <a:pt x="141" y="54"/>
                  </a:lnTo>
                  <a:lnTo>
                    <a:pt x="146" y="63"/>
                  </a:lnTo>
                  <a:lnTo>
                    <a:pt x="146" y="69"/>
                  </a:lnTo>
                  <a:lnTo>
                    <a:pt x="145" y="76"/>
                  </a:lnTo>
                  <a:lnTo>
                    <a:pt x="138" y="80"/>
                  </a:lnTo>
                  <a:lnTo>
                    <a:pt x="128" y="83"/>
                  </a:lnTo>
                  <a:lnTo>
                    <a:pt x="114" y="80"/>
                  </a:lnTo>
                  <a:lnTo>
                    <a:pt x="103" y="80"/>
                  </a:lnTo>
                  <a:lnTo>
                    <a:pt x="92" y="81"/>
                  </a:lnTo>
                  <a:lnTo>
                    <a:pt x="82" y="83"/>
                  </a:lnTo>
                  <a:lnTo>
                    <a:pt x="71" y="83"/>
                  </a:lnTo>
                  <a:lnTo>
                    <a:pt x="61" y="83"/>
                  </a:lnTo>
                  <a:lnTo>
                    <a:pt x="48" y="83"/>
                  </a:lnTo>
                  <a:lnTo>
                    <a:pt x="37" y="83"/>
                  </a:lnTo>
                  <a:lnTo>
                    <a:pt x="22"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4" name="Freeform 94">
              <a:extLst>
                <a:ext uri="{FF2B5EF4-FFF2-40B4-BE49-F238E27FC236}">
                  <a16:creationId xmlns:a16="http://schemas.microsoft.com/office/drawing/2014/main" id="{3E5ABF7A-AEDC-A649-BAC2-12C11F98BC34}"/>
                </a:ext>
              </a:extLst>
            </p:cNvPr>
            <p:cNvSpPr>
              <a:spLocks/>
            </p:cNvSpPr>
            <p:nvPr/>
          </p:nvSpPr>
          <p:spPr bwMode="auto">
            <a:xfrm>
              <a:off x="4308" y="3324"/>
              <a:ext cx="117" cy="79"/>
            </a:xfrm>
            <a:custGeom>
              <a:avLst/>
              <a:gdLst>
                <a:gd name="T0" fmla="*/ 16 w 235"/>
                <a:gd name="T1" fmla="*/ 0 h 158"/>
                <a:gd name="T2" fmla="*/ 28 w 235"/>
                <a:gd name="T3" fmla="*/ 3 h 158"/>
                <a:gd name="T4" fmla="*/ 41 w 235"/>
                <a:gd name="T5" fmla="*/ 7 h 158"/>
                <a:gd name="T6" fmla="*/ 53 w 235"/>
                <a:gd name="T7" fmla="*/ 11 h 158"/>
                <a:gd name="T8" fmla="*/ 66 w 235"/>
                <a:gd name="T9" fmla="*/ 15 h 158"/>
                <a:gd name="T10" fmla="*/ 78 w 235"/>
                <a:gd name="T11" fmla="*/ 19 h 158"/>
                <a:gd name="T12" fmla="*/ 91 w 235"/>
                <a:gd name="T13" fmla="*/ 23 h 158"/>
                <a:gd name="T14" fmla="*/ 103 w 235"/>
                <a:gd name="T15" fmla="*/ 27 h 158"/>
                <a:gd name="T16" fmla="*/ 117 w 235"/>
                <a:gd name="T17" fmla="*/ 32 h 158"/>
                <a:gd name="T18" fmla="*/ 117 w 235"/>
                <a:gd name="T19" fmla="*/ 38 h 158"/>
                <a:gd name="T20" fmla="*/ 117 w 235"/>
                <a:gd name="T21" fmla="*/ 44 h 158"/>
                <a:gd name="T22" fmla="*/ 117 w 235"/>
                <a:gd name="T23" fmla="*/ 50 h 158"/>
                <a:gd name="T24" fmla="*/ 117 w 235"/>
                <a:gd name="T25" fmla="*/ 57 h 158"/>
                <a:gd name="T26" fmla="*/ 115 w 235"/>
                <a:gd name="T27" fmla="*/ 63 h 158"/>
                <a:gd name="T28" fmla="*/ 113 w 235"/>
                <a:gd name="T29" fmla="*/ 70 h 158"/>
                <a:gd name="T30" fmla="*/ 110 w 235"/>
                <a:gd name="T31" fmla="*/ 75 h 158"/>
                <a:gd name="T32" fmla="*/ 107 w 235"/>
                <a:gd name="T33" fmla="*/ 79 h 158"/>
                <a:gd name="T34" fmla="*/ 96 w 235"/>
                <a:gd name="T35" fmla="*/ 77 h 158"/>
                <a:gd name="T36" fmla="*/ 86 w 235"/>
                <a:gd name="T37" fmla="*/ 75 h 158"/>
                <a:gd name="T38" fmla="*/ 76 w 235"/>
                <a:gd name="T39" fmla="*/ 72 h 158"/>
                <a:gd name="T40" fmla="*/ 66 w 235"/>
                <a:gd name="T41" fmla="*/ 69 h 158"/>
                <a:gd name="T42" fmla="*/ 55 w 235"/>
                <a:gd name="T43" fmla="*/ 65 h 158"/>
                <a:gd name="T44" fmla="*/ 45 w 235"/>
                <a:gd name="T45" fmla="*/ 62 h 158"/>
                <a:gd name="T46" fmla="*/ 35 w 235"/>
                <a:gd name="T47" fmla="*/ 59 h 158"/>
                <a:gd name="T48" fmla="*/ 25 w 235"/>
                <a:gd name="T49" fmla="*/ 58 h 158"/>
                <a:gd name="T50" fmla="*/ 14 w 235"/>
                <a:gd name="T51" fmla="*/ 50 h 158"/>
                <a:gd name="T52" fmla="*/ 7 w 235"/>
                <a:gd name="T53" fmla="*/ 43 h 158"/>
                <a:gd name="T54" fmla="*/ 2 w 235"/>
                <a:gd name="T55" fmla="*/ 36 h 158"/>
                <a:gd name="T56" fmla="*/ 0 w 235"/>
                <a:gd name="T57" fmla="*/ 29 h 158"/>
                <a:gd name="T58" fmla="*/ 0 w 235"/>
                <a:gd name="T59" fmla="*/ 21 h 158"/>
                <a:gd name="T60" fmla="*/ 3 w 235"/>
                <a:gd name="T61" fmla="*/ 14 h 158"/>
                <a:gd name="T62" fmla="*/ 8 w 235"/>
                <a:gd name="T63" fmla="*/ 7 h 158"/>
                <a:gd name="T64" fmla="*/ 16 w 235"/>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58"/>
                <a:gd name="T101" fmla="*/ 235 w 235"/>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58">
                  <a:moveTo>
                    <a:pt x="33" y="0"/>
                  </a:moveTo>
                  <a:lnTo>
                    <a:pt x="57" y="7"/>
                  </a:lnTo>
                  <a:lnTo>
                    <a:pt x="82" y="15"/>
                  </a:lnTo>
                  <a:lnTo>
                    <a:pt x="107" y="23"/>
                  </a:lnTo>
                  <a:lnTo>
                    <a:pt x="132" y="30"/>
                  </a:lnTo>
                  <a:lnTo>
                    <a:pt x="157" y="38"/>
                  </a:lnTo>
                  <a:lnTo>
                    <a:pt x="182" y="46"/>
                  </a:lnTo>
                  <a:lnTo>
                    <a:pt x="207" y="55"/>
                  </a:lnTo>
                  <a:lnTo>
                    <a:pt x="234" y="64"/>
                  </a:lnTo>
                  <a:lnTo>
                    <a:pt x="234" y="75"/>
                  </a:lnTo>
                  <a:lnTo>
                    <a:pt x="235" y="88"/>
                  </a:lnTo>
                  <a:lnTo>
                    <a:pt x="234" y="101"/>
                  </a:lnTo>
                  <a:lnTo>
                    <a:pt x="234" y="115"/>
                  </a:lnTo>
                  <a:lnTo>
                    <a:pt x="230" y="127"/>
                  </a:lnTo>
                  <a:lnTo>
                    <a:pt x="226" y="139"/>
                  </a:lnTo>
                  <a:lnTo>
                    <a:pt x="221" y="149"/>
                  </a:lnTo>
                  <a:lnTo>
                    <a:pt x="215" y="158"/>
                  </a:lnTo>
                  <a:lnTo>
                    <a:pt x="193" y="153"/>
                  </a:lnTo>
                  <a:lnTo>
                    <a:pt x="173" y="149"/>
                  </a:lnTo>
                  <a:lnTo>
                    <a:pt x="152" y="143"/>
                  </a:lnTo>
                  <a:lnTo>
                    <a:pt x="132" y="137"/>
                  </a:lnTo>
                  <a:lnTo>
                    <a:pt x="111" y="130"/>
                  </a:lnTo>
                  <a:lnTo>
                    <a:pt x="91" y="124"/>
                  </a:lnTo>
                  <a:lnTo>
                    <a:pt x="71" y="119"/>
                  </a:lnTo>
                  <a:lnTo>
                    <a:pt x="51" y="116"/>
                  </a:lnTo>
                  <a:lnTo>
                    <a:pt x="29" y="101"/>
                  </a:lnTo>
                  <a:lnTo>
                    <a:pt x="15" y="86"/>
                  </a:lnTo>
                  <a:lnTo>
                    <a:pt x="4" y="71"/>
                  </a:lnTo>
                  <a:lnTo>
                    <a:pt x="0" y="58"/>
                  </a:lnTo>
                  <a:lnTo>
                    <a:pt x="0" y="43"/>
                  </a:lnTo>
                  <a:lnTo>
                    <a:pt x="7" y="29"/>
                  </a:lnTo>
                  <a:lnTo>
                    <a:pt x="17" y="14"/>
                  </a:lnTo>
                  <a:lnTo>
                    <a:pt x="33"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5" name="Freeform 95">
              <a:extLst>
                <a:ext uri="{FF2B5EF4-FFF2-40B4-BE49-F238E27FC236}">
                  <a16:creationId xmlns:a16="http://schemas.microsoft.com/office/drawing/2014/main" id="{E10BEC12-5EBD-3D48-8B9F-4B500C9C1A4D}"/>
                </a:ext>
              </a:extLst>
            </p:cNvPr>
            <p:cNvSpPr>
              <a:spLocks/>
            </p:cNvSpPr>
            <p:nvPr/>
          </p:nvSpPr>
          <p:spPr bwMode="auto">
            <a:xfrm>
              <a:off x="4311" y="3325"/>
              <a:ext cx="112" cy="75"/>
            </a:xfrm>
            <a:custGeom>
              <a:avLst/>
              <a:gdLst>
                <a:gd name="T0" fmla="*/ 16 w 225"/>
                <a:gd name="T1" fmla="*/ 0 h 151"/>
                <a:gd name="T2" fmla="*/ 27 w 225"/>
                <a:gd name="T3" fmla="*/ 4 h 151"/>
                <a:gd name="T4" fmla="*/ 39 w 225"/>
                <a:gd name="T5" fmla="*/ 7 h 151"/>
                <a:gd name="T6" fmla="*/ 51 w 225"/>
                <a:gd name="T7" fmla="*/ 11 h 151"/>
                <a:gd name="T8" fmla="*/ 63 w 225"/>
                <a:gd name="T9" fmla="*/ 16 h 151"/>
                <a:gd name="T10" fmla="*/ 75 w 225"/>
                <a:gd name="T11" fmla="*/ 19 h 151"/>
                <a:gd name="T12" fmla="*/ 87 w 225"/>
                <a:gd name="T13" fmla="*/ 23 h 151"/>
                <a:gd name="T14" fmla="*/ 99 w 225"/>
                <a:gd name="T15" fmla="*/ 27 h 151"/>
                <a:gd name="T16" fmla="*/ 112 w 225"/>
                <a:gd name="T17" fmla="*/ 31 h 151"/>
                <a:gd name="T18" fmla="*/ 112 w 225"/>
                <a:gd name="T19" fmla="*/ 36 h 151"/>
                <a:gd name="T20" fmla="*/ 112 w 225"/>
                <a:gd name="T21" fmla="*/ 42 h 151"/>
                <a:gd name="T22" fmla="*/ 112 w 225"/>
                <a:gd name="T23" fmla="*/ 48 h 151"/>
                <a:gd name="T24" fmla="*/ 112 w 225"/>
                <a:gd name="T25" fmla="*/ 55 h 151"/>
                <a:gd name="T26" fmla="*/ 110 w 225"/>
                <a:gd name="T27" fmla="*/ 61 h 151"/>
                <a:gd name="T28" fmla="*/ 108 w 225"/>
                <a:gd name="T29" fmla="*/ 66 h 151"/>
                <a:gd name="T30" fmla="*/ 105 w 225"/>
                <a:gd name="T31" fmla="*/ 71 h 151"/>
                <a:gd name="T32" fmla="*/ 103 w 225"/>
                <a:gd name="T33" fmla="*/ 75 h 151"/>
                <a:gd name="T34" fmla="*/ 92 w 225"/>
                <a:gd name="T35" fmla="*/ 73 h 151"/>
                <a:gd name="T36" fmla="*/ 82 w 225"/>
                <a:gd name="T37" fmla="*/ 71 h 151"/>
                <a:gd name="T38" fmla="*/ 72 w 225"/>
                <a:gd name="T39" fmla="*/ 68 h 151"/>
                <a:gd name="T40" fmla="*/ 63 w 225"/>
                <a:gd name="T41" fmla="*/ 66 h 151"/>
                <a:gd name="T42" fmla="*/ 53 w 225"/>
                <a:gd name="T43" fmla="*/ 63 h 151"/>
                <a:gd name="T44" fmla="*/ 43 w 225"/>
                <a:gd name="T45" fmla="*/ 60 h 151"/>
                <a:gd name="T46" fmla="*/ 34 w 225"/>
                <a:gd name="T47" fmla="*/ 58 h 151"/>
                <a:gd name="T48" fmla="*/ 24 w 225"/>
                <a:gd name="T49" fmla="*/ 57 h 151"/>
                <a:gd name="T50" fmla="*/ 14 w 225"/>
                <a:gd name="T51" fmla="*/ 49 h 151"/>
                <a:gd name="T52" fmla="*/ 7 w 225"/>
                <a:gd name="T53" fmla="*/ 42 h 151"/>
                <a:gd name="T54" fmla="*/ 2 w 225"/>
                <a:gd name="T55" fmla="*/ 35 h 151"/>
                <a:gd name="T56" fmla="*/ 0 w 225"/>
                <a:gd name="T57" fmla="*/ 28 h 151"/>
                <a:gd name="T58" fmla="*/ 0 w 225"/>
                <a:gd name="T59" fmla="*/ 21 h 151"/>
                <a:gd name="T60" fmla="*/ 2 w 225"/>
                <a:gd name="T61" fmla="*/ 14 h 151"/>
                <a:gd name="T62" fmla="*/ 7 w 225"/>
                <a:gd name="T63" fmla="*/ 7 h 151"/>
                <a:gd name="T64" fmla="*/ 16 w 225"/>
                <a:gd name="T65" fmla="*/ 0 h 1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5"/>
                <a:gd name="T100" fmla="*/ 0 h 151"/>
                <a:gd name="T101" fmla="*/ 225 w 225"/>
                <a:gd name="T102" fmla="*/ 151 h 1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5" h="151">
                  <a:moveTo>
                    <a:pt x="32" y="0"/>
                  </a:moveTo>
                  <a:lnTo>
                    <a:pt x="54" y="8"/>
                  </a:lnTo>
                  <a:lnTo>
                    <a:pt x="79" y="15"/>
                  </a:lnTo>
                  <a:lnTo>
                    <a:pt x="102" y="23"/>
                  </a:lnTo>
                  <a:lnTo>
                    <a:pt x="127" y="32"/>
                  </a:lnTo>
                  <a:lnTo>
                    <a:pt x="151" y="39"/>
                  </a:lnTo>
                  <a:lnTo>
                    <a:pt x="175" y="47"/>
                  </a:lnTo>
                  <a:lnTo>
                    <a:pt x="199" y="54"/>
                  </a:lnTo>
                  <a:lnTo>
                    <a:pt x="224" y="63"/>
                  </a:lnTo>
                  <a:lnTo>
                    <a:pt x="224" y="73"/>
                  </a:lnTo>
                  <a:lnTo>
                    <a:pt x="225" y="85"/>
                  </a:lnTo>
                  <a:lnTo>
                    <a:pt x="224" y="97"/>
                  </a:lnTo>
                  <a:lnTo>
                    <a:pt x="224" y="110"/>
                  </a:lnTo>
                  <a:lnTo>
                    <a:pt x="220" y="122"/>
                  </a:lnTo>
                  <a:lnTo>
                    <a:pt x="216" y="133"/>
                  </a:lnTo>
                  <a:lnTo>
                    <a:pt x="211" y="142"/>
                  </a:lnTo>
                  <a:lnTo>
                    <a:pt x="206" y="151"/>
                  </a:lnTo>
                  <a:lnTo>
                    <a:pt x="185" y="147"/>
                  </a:lnTo>
                  <a:lnTo>
                    <a:pt x="165" y="143"/>
                  </a:lnTo>
                  <a:lnTo>
                    <a:pt x="145" y="137"/>
                  </a:lnTo>
                  <a:lnTo>
                    <a:pt x="126" y="132"/>
                  </a:lnTo>
                  <a:lnTo>
                    <a:pt x="106" y="126"/>
                  </a:lnTo>
                  <a:lnTo>
                    <a:pt x="87" y="121"/>
                  </a:lnTo>
                  <a:lnTo>
                    <a:pt x="68" y="117"/>
                  </a:lnTo>
                  <a:lnTo>
                    <a:pt x="49" y="114"/>
                  </a:lnTo>
                  <a:lnTo>
                    <a:pt x="28" y="99"/>
                  </a:lnTo>
                  <a:lnTo>
                    <a:pt x="14" y="85"/>
                  </a:lnTo>
                  <a:lnTo>
                    <a:pt x="4" y="70"/>
                  </a:lnTo>
                  <a:lnTo>
                    <a:pt x="0" y="57"/>
                  </a:lnTo>
                  <a:lnTo>
                    <a:pt x="0" y="42"/>
                  </a:lnTo>
                  <a:lnTo>
                    <a:pt x="5" y="28"/>
                  </a:lnTo>
                  <a:lnTo>
                    <a:pt x="15" y="14"/>
                  </a:lnTo>
                  <a:lnTo>
                    <a:pt x="32"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6" name="Freeform 96">
              <a:extLst>
                <a:ext uri="{FF2B5EF4-FFF2-40B4-BE49-F238E27FC236}">
                  <a16:creationId xmlns:a16="http://schemas.microsoft.com/office/drawing/2014/main" id="{EFBC7AA0-A256-CD4A-B6D1-186C3415A0A9}"/>
                </a:ext>
              </a:extLst>
            </p:cNvPr>
            <p:cNvSpPr>
              <a:spLocks/>
            </p:cNvSpPr>
            <p:nvPr/>
          </p:nvSpPr>
          <p:spPr bwMode="auto">
            <a:xfrm>
              <a:off x="4313" y="3326"/>
              <a:ext cx="107" cy="71"/>
            </a:xfrm>
            <a:custGeom>
              <a:avLst/>
              <a:gdLst>
                <a:gd name="T0" fmla="*/ 15 w 215"/>
                <a:gd name="T1" fmla="*/ 0 h 142"/>
                <a:gd name="T2" fmla="*/ 26 w 215"/>
                <a:gd name="T3" fmla="*/ 3 h 142"/>
                <a:gd name="T4" fmla="*/ 38 w 215"/>
                <a:gd name="T5" fmla="*/ 7 h 142"/>
                <a:gd name="T6" fmla="*/ 49 w 215"/>
                <a:gd name="T7" fmla="*/ 10 h 142"/>
                <a:gd name="T8" fmla="*/ 60 w 215"/>
                <a:gd name="T9" fmla="*/ 14 h 142"/>
                <a:gd name="T10" fmla="*/ 71 w 215"/>
                <a:gd name="T11" fmla="*/ 18 h 142"/>
                <a:gd name="T12" fmla="*/ 83 w 215"/>
                <a:gd name="T13" fmla="*/ 22 h 142"/>
                <a:gd name="T14" fmla="*/ 95 w 215"/>
                <a:gd name="T15" fmla="*/ 25 h 142"/>
                <a:gd name="T16" fmla="*/ 107 w 215"/>
                <a:gd name="T17" fmla="*/ 29 h 142"/>
                <a:gd name="T18" fmla="*/ 107 w 215"/>
                <a:gd name="T19" fmla="*/ 35 h 142"/>
                <a:gd name="T20" fmla="*/ 107 w 215"/>
                <a:gd name="T21" fmla="*/ 40 h 142"/>
                <a:gd name="T22" fmla="*/ 107 w 215"/>
                <a:gd name="T23" fmla="*/ 45 h 142"/>
                <a:gd name="T24" fmla="*/ 107 w 215"/>
                <a:gd name="T25" fmla="*/ 52 h 142"/>
                <a:gd name="T26" fmla="*/ 105 w 215"/>
                <a:gd name="T27" fmla="*/ 57 h 142"/>
                <a:gd name="T28" fmla="*/ 103 w 215"/>
                <a:gd name="T29" fmla="*/ 62 h 142"/>
                <a:gd name="T30" fmla="*/ 100 w 215"/>
                <a:gd name="T31" fmla="*/ 67 h 142"/>
                <a:gd name="T32" fmla="*/ 98 w 215"/>
                <a:gd name="T33" fmla="*/ 71 h 142"/>
                <a:gd name="T34" fmla="*/ 88 w 215"/>
                <a:gd name="T35" fmla="*/ 69 h 142"/>
                <a:gd name="T36" fmla="*/ 79 w 215"/>
                <a:gd name="T37" fmla="*/ 67 h 142"/>
                <a:gd name="T38" fmla="*/ 70 w 215"/>
                <a:gd name="T39" fmla="*/ 65 h 142"/>
                <a:gd name="T40" fmla="*/ 60 w 215"/>
                <a:gd name="T41" fmla="*/ 62 h 142"/>
                <a:gd name="T42" fmla="*/ 51 w 215"/>
                <a:gd name="T43" fmla="*/ 59 h 142"/>
                <a:gd name="T44" fmla="*/ 41 w 215"/>
                <a:gd name="T45" fmla="*/ 57 h 142"/>
                <a:gd name="T46" fmla="*/ 32 w 215"/>
                <a:gd name="T47" fmla="*/ 55 h 142"/>
                <a:gd name="T48" fmla="*/ 23 w 215"/>
                <a:gd name="T49" fmla="*/ 54 h 142"/>
                <a:gd name="T50" fmla="*/ 13 w 215"/>
                <a:gd name="T51" fmla="*/ 47 h 142"/>
                <a:gd name="T52" fmla="*/ 6 w 215"/>
                <a:gd name="T53" fmla="*/ 40 h 142"/>
                <a:gd name="T54" fmla="*/ 2 w 215"/>
                <a:gd name="T55" fmla="*/ 33 h 142"/>
                <a:gd name="T56" fmla="*/ 0 w 215"/>
                <a:gd name="T57" fmla="*/ 27 h 142"/>
                <a:gd name="T58" fmla="*/ 0 w 215"/>
                <a:gd name="T59" fmla="*/ 20 h 142"/>
                <a:gd name="T60" fmla="*/ 2 w 215"/>
                <a:gd name="T61" fmla="*/ 13 h 142"/>
                <a:gd name="T62" fmla="*/ 7 w 215"/>
                <a:gd name="T63" fmla="*/ 6 h 142"/>
                <a:gd name="T64" fmla="*/ 15 w 215"/>
                <a:gd name="T65" fmla="*/ 0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42"/>
                <a:gd name="T101" fmla="*/ 215 w 215"/>
                <a:gd name="T102" fmla="*/ 142 h 1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42">
                  <a:moveTo>
                    <a:pt x="30" y="0"/>
                  </a:moveTo>
                  <a:lnTo>
                    <a:pt x="53" y="6"/>
                  </a:lnTo>
                  <a:lnTo>
                    <a:pt x="76" y="14"/>
                  </a:lnTo>
                  <a:lnTo>
                    <a:pt x="98" y="21"/>
                  </a:lnTo>
                  <a:lnTo>
                    <a:pt x="121" y="29"/>
                  </a:lnTo>
                  <a:lnTo>
                    <a:pt x="143" y="36"/>
                  </a:lnTo>
                  <a:lnTo>
                    <a:pt x="166" y="44"/>
                  </a:lnTo>
                  <a:lnTo>
                    <a:pt x="190" y="51"/>
                  </a:lnTo>
                  <a:lnTo>
                    <a:pt x="214" y="59"/>
                  </a:lnTo>
                  <a:lnTo>
                    <a:pt x="214" y="69"/>
                  </a:lnTo>
                  <a:lnTo>
                    <a:pt x="215" y="80"/>
                  </a:lnTo>
                  <a:lnTo>
                    <a:pt x="214" y="91"/>
                  </a:lnTo>
                  <a:lnTo>
                    <a:pt x="214" y="104"/>
                  </a:lnTo>
                  <a:lnTo>
                    <a:pt x="210" y="114"/>
                  </a:lnTo>
                  <a:lnTo>
                    <a:pt x="206" y="124"/>
                  </a:lnTo>
                  <a:lnTo>
                    <a:pt x="201" y="133"/>
                  </a:lnTo>
                  <a:lnTo>
                    <a:pt x="196" y="142"/>
                  </a:lnTo>
                  <a:lnTo>
                    <a:pt x="177" y="138"/>
                  </a:lnTo>
                  <a:lnTo>
                    <a:pt x="158" y="134"/>
                  </a:lnTo>
                  <a:lnTo>
                    <a:pt x="140" y="129"/>
                  </a:lnTo>
                  <a:lnTo>
                    <a:pt x="121" y="124"/>
                  </a:lnTo>
                  <a:lnTo>
                    <a:pt x="102" y="118"/>
                  </a:lnTo>
                  <a:lnTo>
                    <a:pt x="83" y="114"/>
                  </a:lnTo>
                  <a:lnTo>
                    <a:pt x="64" y="110"/>
                  </a:lnTo>
                  <a:lnTo>
                    <a:pt x="46" y="108"/>
                  </a:lnTo>
                  <a:lnTo>
                    <a:pt x="27" y="94"/>
                  </a:lnTo>
                  <a:lnTo>
                    <a:pt x="13" y="80"/>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7" name="Freeform 97">
              <a:extLst>
                <a:ext uri="{FF2B5EF4-FFF2-40B4-BE49-F238E27FC236}">
                  <a16:creationId xmlns:a16="http://schemas.microsoft.com/office/drawing/2014/main" id="{D3810E70-6990-5D47-82CB-7C259AA75484}"/>
                </a:ext>
              </a:extLst>
            </p:cNvPr>
            <p:cNvSpPr>
              <a:spLocks/>
            </p:cNvSpPr>
            <p:nvPr/>
          </p:nvSpPr>
          <p:spPr bwMode="auto">
            <a:xfrm>
              <a:off x="4315" y="3328"/>
              <a:ext cx="103" cy="66"/>
            </a:xfrm>
            <a:custGeom>
              <a:avLst/>
              <a:gdLst>
                <a:gd name="T0" fmla="*/ 15 w 206"/>
                <a:gd name="T1" fmla="*/ 0 h 130"/>
                <a:gd name="T2" fmla="*/ 26 w 206"/>
                <a:gd name="T3" fmla="*/ 3 h 130"/>
                <a:gd name="T4" fmla="*/ 37 w 206"/>
                <a:gd name="T5" fmla="*/ 6 h 130"/>
                <a:gd name="T6" fmla="*/ 47 w 206"/>
                <a:gd name="T7" fmla="*/ 10 h 130"/>
                <a:gd name="T8" fmla="*/ 58 w 206"/>
                <a:gd name="T9" fmla="*/ 13 h 130"/>
                <a:gd name="T10" fmla="*/ 69 w 206"/>
                <a:gd name="T11" fmla="*/ 16 h 130"/>
                <a:gd name="T12" fmla="*/ 80 w 206"/>
                <a:gd name="T13" fmla="*/ 20 h 130"/>
                <a:gd name="T14" fmla="*/ 91 w 206"/>
                <a:gd name="T15" fmla="*/ 24 h 130"/>
                <a:gd name="T16" fmla="*/ 102 w 206"/>
                <a:gd name="T17" fmla="*/ 28 h 130"/>
                <a:gd name="T18" fmla="*/ 103 w 206"/>
                <a:gd name="T19" fmla="*/ 33 h 130"/>
                <a:gd name="T20" fmla="*/ 103 w 206"/>
                <a:gd name="T21" fmla="*/ 38 h 130"/>
                <a:gd name="T22" fmla="*/ 103 w 206"/>
                <a:gd name="T23" fmla="*/ 43 h 130"/>
                <a:gd name="T24" fmla="*/ 103 w 206"/>
                <a:gd name="T25" fmla="*/ 49 h 130"/>
                <a:gd name="T26" fmla="*/ 101 w 206"/>
                <a:gd name="T27" fmla="*/ 53 h 130"/>
                <a:gd name="T28" fmla="*/ 99 w 206"/>
                <a:gd name="T29" fmla="*/ 58 h 130"/>
                <a:gd name="T30" fmla="*/ 97 w 206"/>
                <a:gd name="T31" fmla="*/ 62 h 130"/>
                <a:gd name="T32" fmla="*/ 94 w 206"/>
                <a:gd name="T33" fmla="*/ 66 h 130"/>
                <a:gd name="T34" fmla="*/ 85 w 206"/>
                <a:gd name="T35" fmla="*/ 64 h 130"/>
                <a:gd name="T36" fmla="*/ 76 w 206"/>
                <a:gd name="T37" fmla="*/ 63 h 130"/>
                <a:gd name="T38" fmla="*/ 67 w 206"/>
                <a:gd name="T39" fmla="*/ 61 h 130"/>
                <a:gd name="T40" fmla="*/ 58 w 206"/>
                <a:gd name="T41" fmla="*/ 59 h 130"/>
                <a:gd name="T42" fmla="*/ 49 w 206"/>
                <a:gd name="T43" fmla="*/ 56 h 130"/>
                <a:gd name="T44" fmla="*/ 40 w 206"/>
                <a:gd name="T45" fmla="*/ 54 h 130"/>
                <a:gd name="T46" fmla="*/ 31 w 206"/>
                <a:gd name="T47" fmla="*/ 53 h 130"/>
                <a:gd name="T48" fmla="*/ 23 w 206"/>
                <a:gd name="T49" fmla="*/ 52 h 130"/>
                <a:gd name="T50" fmla="*/ 13 w 206"/>
                <a:gd name="T51" fmla="*/ 45 h 130"/>
                <a:gd name="T52" fmla="*/ 6 w 206"/>
                <a:gd name="T53" fmla="*/ 39 h 130"/>
                <a:gd name="T54" fmla="*/ 2 w 206"/>
                <a:gd name="T55" fmla="*/ 31 h 130"/>
                <a:gd name="T56" fmla="*/ 0 w 206"/>
                <a:gd name="T57" fmla="*/ 26 h 130"/>
                <a:gd name="T58" fmla="*/ 0 w 206"/>
                <a:gd name="T59" fmla="*/ 19 h 130"/>
                <a:gd name="T60" fmla="*/ 3 w 206"/>
                <a:gd name="T61" fmla="*/ 13 h 130"/>
                <a:gd name="T62" fmla="*/ 7 w 206"/>
                <a:gd name="T63" fmla="*/ 6 h 130"/>
                <a:gd name="T64" fmla="*/ 15 w 206"/>
                <a:gd name="T65" fmla="*/ 0 h 1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30"/>
                <a:gd name="T101" fmla="*/ 206 w 206"/>
                <a:gd name="T102" fmla="*/ 130 h 1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30">
                  <a:moveTo>
                    <a:pt x="30" y="0"/>
                  </a:moveTo>
                  <a:lnTo>
                    <a:pt x="52" y="6"/>
                  </a:lnTo>
                  <a:lnTo>
                    <a:pt x="73" y="12"/>
                  </a:lnTo>
                  <a:lnTo>
                    <a:pt x="94" y="19"/>
                  </a:lnTo>
                  <a:lnTo>
                    <a:pt x="117" y="26"/>
                  </a:lnTo>
                  <a:lnTo>
                    <a:pt x="138" y="32"/>
                  </a:lnTo>
                  <a:lnTo>
                    <a:pt x="159" y="40"/>
                  </a:lnTo>
                  <a:lnTo>
                    <a:pt x="181" y="47"/>
                  </a:lnTo>
                  <a:lnTo>
                    <a:pt x="203" y="55"/>
                  </a:lnTo>
                  <a:lnTo>
                    <a:pt x="205" y="65"/>
                  </a:lnTo>
                  <a:lnTo>
                    <a:pt x="206" y="75"/>
                  </a:lnTo>
                  <a:lnTo>
                    <a:pt x="205" y="85"/>
                  </a:lnTo>
                  <a:lnTo>
                    <a:pt x="205" y="96"/>
                  </a:lnTo>
                  <a:lnTo>
                    <a:pt x="201" y="105"/>
                  </a:lnTo>
                  <a:lnTo>
                    <a:pt x="198" y="115"/>
                  </a:lnTo>
                  <a:lnTo>
                    <a:pt x="193" y="123"/>
                  </a:lnTo>
                  <a:lnTo>
                    <a:pt x="188" y="130"/>
                  </a:lnTo>
                  <a:lnTo>
                    <a:pt x="169" y="126"/>
                  </a:lnTo>
                  <a:lnTo>
                    <a:pt x="152" y="124"/>
                  </a:lnTo>
                  <a:lnTo>
                    <a:pt x="133" y="120"/>
                  </a:lnTo>
                  <a:lnTo>
                    <a:pt x="116" y="116"/>
                  </a:lnTo>
                  <a:lnTo>
                    <a:pt x="97" y="111"/>
                  </a:lnTo>
                  <a:lnTo>
                    <a:pt x="79" y="107"/>
                  </a:lnTo>
                  <a:lnTo>
                    <a:pt x="62" y="104"/>
                  </a:lnTo>
                  <a:lnTo>
                    <a:pt x="45" y="102"/>
                  </a:lnTo>
                  <a:lnTo>
                    <a:pt x="26" y="89"/>
                  </a:lnTo>
                  <a:lnTo>
                    <a:pt x="13" y="76"/>
                  </a:lnTo>
                  <a:lnTo>
                    <a:pt x="4" y="62"/>
                  </a:lnTo>
                  <a:lnTo>
                    <a:pt x="0" y="51"/>
                  </a:lnTo>
                  <a:lnTo>
                    <a:pt x="0" y="37"/>
                  </a:lnTo>
                  <a:lnTo>
                    <a:pt x="5" y="25"/>
                  </a:lnTo>
                  <a:lnTo>
                    <a:pt x="15" y="11"/>
                  </a:lnTo>
                  <a:lnTo>
                    <a:pt x="30"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8" name="Freeform 98">
              <a:extLst>
                <a:ext uri="{FF2B5EF4-FFF2-40B4-BE49-F238E27FC236}">
                  <a16:creationId xmlns:a16="http://schemas.microsoft.com/office/drawing/2014/main" id="{9A84BAB3-888E-984F-982E-BBB903B84EEB}"/>
                </a:ext>
              </a:extLst>
            </p:cNvPr>
            <p:cNvSpPr>
              <a:spLocks/>
            </p:cNvSpPr>
            <p:nvPr/>
          </p:nvSpPr>
          <p:spPr bwMode="auto">
            <a:xfrm>
              <a:off x="4318" y="3329"/>
              <a:ext cx="97" cy="62"/>
            </a:xfrm>
            <a:custGeom>
              <a:avLst/>
              <a:gdLst>
                <a:gd name="T0" fmla="*/ 14 w 196"/>
                <a:gd name="T1" fmla="*/ 0 h 124"/>
                <a:gd name="T2" fmla="*/ 24 w 196"/>
                <a:gd name="T3" fmla="*/ 3 h 124"/>
                <a:gd name="T4" fmla="*/ 34 w 196"/>
                <a:gd name="T5" fmla="*/ 7 h 124"/>
                <a:gd name="T6" fmla="*/ 44 w 196"/>
                <a:gd name="T7" fmla="*/ 10 h 124"/>
                <a:gd name="T8" fmla="*/ 55 w 196"/>
                <a:gd name="T9" fmla="*/ 13 h 124"/>
                <a:gd name="T10" fmla="*/ 65 w 196"/>
                <a:gd name="T11" fmla="*/ 17 h 124"/>
                <a:gd name="T12" fmla="*/ 75 w 196"/>
                <a:gd name="T13" fmla="*/ 20 h 124"/>
                <a:gd name="T14" fmla="*/ 85 w 196"/>
                <a:gd name="T15" fmla="*/ 23 h 124"/>
                <a:gd name="T16" fmla="*/ 96 w 196"/>
                <a:gd name="T17" fmla="*/ 27 h 124"/>
                <a:gd name="T18" fmla="*/ 97 w 196"/>
                <a:gd name="T19" fmla="*/ 31 h 124"/>
                <a:gd name="T20" fmla="*/ 97 w 196"/>
                <a:gd name="T21" fmla="*/ 37 h 124"/>
                <a:gd name="T22" fmla="*/ 97 w 196"/>
                <a:gd name="T23" fmla="*/ 42 h 124"/>
                <a:gd name="T24" fmla="*/ 97 w 196"/>
                <a:gd name="T25" fmla="*/ 47 h 124"/>
                <a:gd name="T26" fmla="*/ 95 w 196"/>
                <a:gd name="T27" fmla="*/ 51 h 124"/>
                <a:gd name="T28" fmla="*/ 93 w 196"/>
                <a:gd name="T29" fmla="*/ 55 h 124"/>
                <a:gd name="T30" fmla="*/ 91 w 196"/>
                <a:gd name="T31" fmla="*/ 59 h 124"/>
                <a:gd name="T32" fmla="*/ 88 w 196"/>
                <a:gd name="T33" fmla="*/ 62 h 124"/>
                <a:gd name="T34" fmla="*/ 80 w 196"/>
                <a:gd name="T35" fmla="*/ 60 h 124"/>
                <a:gd name="T36" fmla="*/ 71 w 196"/>
                <a:gd name="T37" fmla="*/ 59 h 124"/>
                <a:gd name="T38" fmla="*/ 62 w 196"/>
                <a:gd name="T39" fmla="*/ 57 h 124"/>
                <a:gd name="T40" fmla="*/ 54 w 196"/>
                <a:gd name="T41" fmla="*/ 55 h 124"/>
                <a:gd name="T42" fmla="*/ 46 w 196"/>
                <a:gd name="T43" fmla="*/ 53 h 124"/>
                <a:gd name="T44" fmla="*/ 37 w 196"/>
                <a:gd name="T45" fmla="*/ 52 h 124"/>
                <a:gd name="T46" fmla="*/ 29 w 196"/>
                <a:gd name="T47" fmla="*/ 50 h 124"/>
                <a:gd name="T48" fmla="*/ 21 w 196"/>
                <a:gd name="T49" fmla="*/ 49 h 124"/>
                <a:gd name="T50" fmla="*/ 12 w 196"/>
                <a:gd name="T51" fmla="*/ 43 h 124"/>
                <a:gd name="T52" fmla="*/ 5 w 196"/>
                <a:gd name="T53" fmla="*/ 37 h 124"/>
                <a:gd name="T54" fmla="*/ 2 w 196"/>
                <a:gd name="T55" fmla="*/ 30 h 124"/>
                <a:gd name="T56" fmla="*/ 0 w 196"/>
                <a:gd name="T57" fmla="*/ 25 h 124"/>
                <a:gd name="T58" fmla="*/ 0 w 196"/>
                <a:gd name="T59" fmla="*/ 18 h 124"/>
                <a:gd name="T60" fmla="*/ 2 w 196"/>
                <a:gd name="T61" fmla="*/ 12 h 124"/>
                <a:gd name="T62" fmla="*/ 6 w 196"/>
                <a:gd name="T63" fmla="*/ 6 h 124"/>
                <a:gd name="T64" fmla="*/ 14 w 196"/>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6"/>
                <a:gd name="T100" fmla="*/ 0 h 124"/>
                <a:gd name="T101" fmla="*/ 196 w 196"/>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6" h="124">
                  <a:moveTo>
                    <a:pt x="28" y="0"/>
                  </a:moveTo>
                  <a:lnTo>
                    <a:pt x="48" y="6"/>
                  </a:lnTo>
                  <a:lnTo>
                    <a:pt x="69" y="13"/>
                  </a:lnTo>
                  <a:lnTo>
                    <a:pt x="89" y="19"/>
                  </a:lnTo>
                  <a:lnTo>
                    <a:pt x="111" y="26"/>
                  </a:lnTo>
                  <a:lnTo>
                    <a:pt x="131" y="33"/>
                  </a:lnTo>
                  <a:lnTo>
                    <a:pt x="152" y="40"/>
                  </a:lnTo>
                  <a:lnTo>
                    <a:pt x="172" y="46"/>
                  </a:lnTo>
                  <a:lnTo>
                    <a:pt x="193" y="54"/>
                  </a:lnTo>
                  <a:lnTo>
                    <a:pt x="195" y="63"/>
                  </a:lnTo>
                  <a:lnTo>
                    <a:pt x="196" y="73"/>
                  </a:lnTo>
                  <a:lnTo>
                    <a:pt x="195" y="83"/>
                  </a:lnTo>
                  <a:lnTo>
                    <a:pt x="195" y="93"/>
                  </a:lnTo>
                  <a:lnTo>
                    <a:pt x="191" y="101"/>
                  </a:lnTo>
                  <a:lnTo>
                    <a:pt x="188" y="110"/>
                  </a:lnTo>
                  <a:lnTo>
                    <a:pt x="183" y="117"/>
                  </a:lnTo>
                  <a:lnTo>
                    <a:pt x="178" y="124"/>
                  </a:lnTo>
                  <a:lnTo>
                    <a:pt x="161" y="120"/>
                  </a:lnTo>
                  <a:lnTo>
                    <a:pt x="143" y="118"/>
                  </a:lnTo>
                  <a:lnTo>
                    <a:pt x="126" y="114"/>
                  </a:lnTo>
                  <a:lnTo>
                    <a:pt x="109" y="110"/>
                  </a:lnTo>
                  <a:lnTo>
                    <a:pt x="92" y="106"/>
                  </a:lnTo>
                  <a:lnTo>
                    <a:pt x="75" y="103"/>
                  </a:lnTo>
                  <a:lnTo>
                    <a:pt x="58" y="99"/>
                  </a:lnTo>
                  <a:lnTo>
                    <a:pt x="42" y="98"/>
                  </a:lnTo>
                  <a:lnTo>
                    <a:pt x="24" y="85"/>
                  </a:lnTo>
                  <a:lnTo>
                    <a:pt x="11" y="73"/>
                  </a:lnTo>
                  <a:lnTo>
                    <a:pt x="4" y="60"/>
                  </a:lnTo>
                  <a:lnTo>
                    <a:pt x="0" y="49"/>
                  </a:lnTo>
                  <a:lnTo>
                    <a:pt x="0" y="36"/>
                  </a:lnTo>
                  <a:lnTo>
                    <a:pt x="4" y="24"/>
                  </a:lnTo>
                  <a:lnTo>
                    <a:pt x="13" y="11"/>
                  </a:lnTo>
                  <a:lnTo>
                    <a:pt x="28"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9" name="Freeform 99">
              <a:extLst>
                <a:ext uri="{FF2B5EF4-FFF2-40B4-BE49-F238E27FC236}">
                  <a16:creationId xmlns:a16="http://schemas.microsoft.com/office/drawing/2014/main" id="{64E50465-ACAB-654A-A69F-204A661BE71D}"/>
                </a:ext>
              </a:extLst>
            </p:cNvPr>
            <p:cNvSpPr>
              <a:spLocks/>
            </p:cNvSpPr>
            <p:nvPr/>
          </p:nvSpPr>
          <p:spPr bwMode="auto">
            <a:xfrm>
              <a:off x="4320" y="3331"/>
              <a:ext cx="92" cy="56"/>
            </a:xfrm>
            <a:custGeom>
              <a:avLst/>
              <a:gdLst>
                <a:gd name="T0" fmla="*/ 13 w 185"/>
                <a:gd name="T1" fmla="*/ 0 h 113"/>
                <a:gd name="T2" fmla="*/ 22 w 185"/>
                <a:gd name="T3" fmla="*/ 2 h 113"/>
                <a:gd name="T4" fmla="*/ 32 w 185"/>
                <a:gd name="T5" fmla="*/ 5 h 113"/>
                <a:gd name="T6" fmla="*/ 42 w 185"/>
                <a:gd name="T7" fmla="*/ 8 h 113"/>
                <a:gd name="T8" fmla="*/ 52 w 185"/>
                <a:gd name="T9" fmla="*/ 12 h 113"/>
                <a:gd name="T10" fmla="*/ 61 w 185"/>
                <a:gd name="T11" fmla="*/ 15 h 113"/>
                <a:gd name="T12" fmla="*/ 71 w 185"/>
                <a:gd name="T13" fmla="*/ 18 h 113"/>
                <a:gd name="T14" fmla="*/ 81 w 185"/>
                <a:gd name="T15" fmla="*/ 21 h 113"/>
                <a:gd name="T16" fmla="*/ 91 w 185"/>
                <a:gd name="T17" fmla="*/ 25 h 113"/>
                <a:gd name="T18" fmla="*/ 91 w 185"/>
                <a:gd name="T19" fmla="*/ 28 h 113"/>
                <a:gd name="T20" fmla="*/ 92 w 185"/>
                <a:gd name="T21" fmla="*/ 33 h 113"/>
                <a:gd name="T22" fmla="*/ 91 w 185"/>
                <a:gd name="T23" fmla="*/ 37 h 113"/>
                <a:gd name="T24" fmla="*/ 91 w 185"/>
                <a:gd name="T25" fmla="*/ 42 h 113"/>
                <a:gd name="T26" fmla="*/ 90 w 185"/>
                <a:gd name="T27" fmla="*/ 45 h 113"/>
                <a:gd name="T28" fmla="*/ 88 w 185"/>
                <a:gd name="T29" fmla="*/ 49 h 113"/>
                <a:gd name="T30" fmla="*/ 86 w 185"/>
                <a:gd name="T31" fmla="*/ 52 h 113"/>
                <a:gd name="T32" fmla="*/ 84 w 185"/>
                <a:gd name="T33" fmla="*/ 56 h 113"/>
                <a:gd name="T34" fmla="*/ 76 w 185"/>
                <a:gd name="T35" fmla="*/ 55 h 113"/>
                <a:gd name="T36" fmla="*/ 68 w 185"/>
                <a:gd name="T37" fmla="*/ 54 h 113"/>
                <a:gd name="T38" fmla="*/ 59 w 185"/>
                <a:gd name="T39" fmla="*/ 52 h 113"/>
                <a:gd name="T40" fmla="*/ 52 w 185"/>
                <a:gd name="T41" fmla="*/ 51 h 113"/>
                <a:gd name="T42" fmla="*/ 44 w 185"/>
                <a:gd name="T43" fmla="*/ 49 h 113"/>
                <a:gd name="T44" fmla="*/ 36 w 185"/>
                <a:gd name="T45" fmla="*/ 48 h 113"/>
                <a:gd name="T46" fmla="*/ 27 w 185"/>
                <a:gd name="T47" fmla="*/ 47 h 113"/>
                <a:gd name="T48" fmla="*/ 20 w 185"/>
                <a:gd name="T49" fmla="*/ 46 h 113"/>
                <a:gd name="T50" fmla="*/ 12 w 185"/>
                <a:gd name="T51" fmla="*/ 40 h 113"/>
                <a:gd name="T52" fmla="*/ 5 w 185"/>
                <a:gd name="T53" fmla="*/ 34 h 113"/>
                <a:gd name="T54" fmla="*/ 2 w 185"/>
                <a:gd name="T55" fmla="*/ 28 h 113"/>
                <a:gd name="T56" fmla="*/ 0 w 185"/>
                <a:gd name="T57" fmla="*/ 22 h 113"/>
                <a:gd name="T58" fmla="*/ 0 w 185"/>
                <a:gd name="T59" fmla="*/ 17 h 113"/>
                <a:gd name="T60" fmla="*/ 2 w 185"/>
                <a:gd name="T61" fmla="*/ 11 h 113"/>
                <a:gd name="T62" fmla="*/ 6 w 185"/>
                <a:gd name="T63" fmla="*/ 5 h 113"/>
                <a:gd name="T64" fmla="*/ 13 w 185"/>
                <a:gd name="T65" fmla="*/ 0 h 1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13"/>
                <a:gd name="T101" fmla="*/ 185 w 185"/>
                <a:gd name="T102" fmla="*/ 113 h 1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13">
                  <a:moveTo>
                    <a:pt x="27" y="0"/>
                  </a:moveTo>
                  <a:lnTo>
                    <a:pt x="45" y="5"/>
                  </a:lnTo>
                  <a:lnTo>
                    <a:pt x="64" y="11"/>
                  </a:lnTo>
                  <a:lnTo>
                    <a:pt x="84" y="17"/>
                  </a:lnTo>
                  <a:lnTo>
                    <a:pt x="104" y="24"/>
                  </a:lnTo>
                  <a:lnTo>
                    <a:pt x="123" y="30"/>
                  </a:lnTo>
                  <a:lnTo>
                    <a:pt x="143" y="36"/>
                  </a:lnTo>
                  <a:lnTo>
                    <a:pt x="163" y="42"/>
                  </a:lnTo>
                  <a:lnTo>
                    <a:pt x="183" y="50"/>
                  </a:lnTo>
                  <a:lnTo>
                    <a:pt x="183" y="57"/>
                  </a:lnTo>
                  <a:lnTo>
                    <a:pt x="185" y="67"/>
                  </a:lnTo>
                  <a:lnTo>
                    <a:pt x="183" y="75"/>
                  </a:lnTo>
                  <a:lnTo>
                    <a:pt x="183" y="85"/>
                  </a:lnTo>
                  <a:lnTo>
                    <a:pt x="180" y="91"/>
                  </a:lnTo>
                  <a:lnTo>
                    <a:pt x="177" y="99"/>
                  </a:lnTo>
                  <a:lnTo>
                    <a:pt x="173" y="105"/>
                  </a:lnTo>
                  <a:lnTo>
                    <a:pt x="169" y="113"/>
                  </a:lnTo>
                  <a:lnTo>
                    <a:pt x="152" y="110"/>
                  </a:lnTo>
                  <a:lnTo>
                    <a:pt x="137" y="108"/>
                  </a:lnTo>
                  <a:lnTo>
                    <a:pt x="119" y="105"/>
                  </a:lnTo>
                  <a:lnTo>
                    <a:pt x="104" y="102"/>
                  </a:lnTo>
                  <a:lnTo>
                    <a:pt x="88" y="99"/>
                  </a:lnTo>
                  <a:lnTo>
                    <a:pt x="72" y="96"/>
                  </a:lnTo>
                  <a:lnTo>
                    <a:pt x="55" y="94"/>
                  </a:lnTo>
                  <a:lnTo>
                    <a:pt x="40" y="92"/>
                  </a:lnTo>
                  <a:lnTo>
                    <a:pt x="24" y="80"/>
                  </a:lnTo>
                  <a:lnTo>
                    <a:pt x="11" y="69"/>
                  </a:lnTo>
                  <a:lnTo>
                    <a:pt x="4" y="56"/>
                  </a:lnTo>
                  <a:lnTo>
                    <a:pt x="0" y="45"/>
                  </a:lnTo>
                  <a:lnTo>
                    <a:pt x="0" y="34"/>
                  </a:lnTo>
                  <a:lnTo>
                    <a:pt x="4" y="22"/>
                  </a:lnTo>
                  <a:lnTo>
                    <a:pt x="13" y="11"/>
                  </a:lnTo>
                  <a:lnTo>
                    <a:pt x="27"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0" name="Freeform 100">
              <a:extLst>
                <a:ext uri="{FF2B5EF4-FFF2-40B4-BE49-F238E27FC236}">
                  <a16:creationId xmlns:a16="http://schemas.microsoft.com/office/drawing/2014/main" id="{FABAE734-5793-394E-93DD-F8E9B93DD454}"/>
                </a:ext>
              </a:extLst>
            </p:cNvPr>
            <p:cNvSpPr>
              <a:spLocks/>
            </p:cNvSpPr>
            <p:nvPr/>
          </p:nvSpPr>
          <p:spPr bwMode="auto">
            <a:xfrm>
              <a:off x="4323" y="3332"/>
              <a:ext cx="87" cy="53"/>
            </a:xfrm>
            <a:custGeom>
              <a:avLst/>
              <a:gdLst>
                <a:gd name="T0" fmla="*/ 12 w 175"/>
                <a:gd name="T1" fmla="*/ 0 h 106"/>
                <a:gd name="T2" fmla="*/ 21 w 175"/>
                <a:gd name="T3" fmla="*/ 3 h 106"/>
                <a:gd name="T4" fmla="*/ 30 w 175"/>
                <a:gd name="T5" fmla="*/ 6 h 106"/>
                <a:gd name="T6" fmla="*/ 39 w 175"/>
                <a:gd name="T7" fmla="*/ 9 h 106"/>
                <a:gd name="T8" fmla="*/ 49 w 175"/>
                <a:gd name="T9" fmla="*/ 12 h 106"/>
                <a:gd name="T10" fmla="*/ 58 w 175"/>
                <a:gd name="T11" fmla="*/ 14 h 106"/>
                <a:gd name="T12" fmla="*/ 68 w 175"/>
                <a:gd name="T13" fmla="*/ 18 h 106"/>
                <a:gd name="T14" fmla="*/ 77 w 175"/>
                <a:gd name="T15" fmla="*/ 20 h 106"/>
                <a:gd name="T16" fmla="*/ 86 w 175"/>
                <a:gd name="T17" fmla="*/ 24 h 106"/>
                <a:gd name="T18" fmla="*/ 86 w 175"/>
                <a:gd name="T19" fmla="*/ 27 h 106"/>
                <a:gd name="T20" fmla="*/ 87 w 175"/>
                <a:gd name="T21" fmla="*/ 32 h 106"/>
                <a:gd name="T22" fmla="*/ 86 w 175"/>
                <a:gd name="T23" fmla="*/ 36 h 106"/>
                <a:gd name="T24" fmla="*/ 86 w 175"/>
                <a:gd name="T25" fmla="*/ 40 h 106"/>
                <a:gd name="T26" fmla="*/ 84 w 175"/>
                <a:gd name="T27" fmla="*/ 47 h 106"/>
                <a:gd name="T28" fmla="*/ 79 w 175"/>
                <a:gd name="T29" fmla="*/ 53 h 106"/>
                <a:gd name="T30" fmla="*/ 71 w 175"/>
                <a:gd name="T31" fmla="*/ 52 h 106"/>
                <a:gd name="T32" fmla="*/ 64 w 175"/>
                <a:gd name="T33" fmla="*/ 50 h 106"/>
                <a:gd name="T34" fmla="*/ 56 w 175"/>
                <a:gd name="T35" fmla="*/ 49 h 106"/>
                <a:gd name="T36" fmla="*/ 49 w 175"/>
                <a:gd name="T37" fmla="*/ 48 h 106"/>
                <a:gd name="T38" fmla="*/ 41 w 175"/>
                <a:gd name="T39" fmla="*/ 47 h 106"/>
                <a:gd name="T40" fmla="*/ 33 w 175"/>
                <a:gd name="T41" fmla="*/ 46 h 106"/>
                <a:gd name="T42" fmla="*/ 26 w 175"/>
                <a:gd name="T43" fmla="*/ 45 h 106"/>
                <a:gd name="T44" fmla="*/ 18 w 175"/>
                <a:gd name="T45" fmla="*/ 45 h 106"/>
                <a:gd name="T46" fmla="*/ 11 w 175"/>
                <a:gd name="T47" fmla="*/ 39 h 106"/>
                <a:gd name="T48" fmla="*/ 5 w 175"/>
                <a:gd name="T49" fmla="*/ 34 h 106"/>
                <a:gd name="T50" fmla="*/ 1 w 175"/>
                <a:gd name="T51" fmla="*/ 27 h 106"/>
                <a:gd name="T52" fmla="*/ 0 w 175"/>
                <a:gd name="T53" fmla="*/ 22 h 106"/>
                <a:gd name="T54" fmla="*/ 0 w 175"/>
                <a:gd name="T55" fmla="*/ 17 h 106"/>
                <a:gd name="T56" fmla="*/ 2 w 175"/>
                <a:gd name="T57" fmla="*/ 11 h 106"/>
                <a:gd name="T58" fmla="*/ 6 w 175"/>
                <a:gd name="T59" fmla="*/ 5 h 106"/>
                <a:gd name="T60" fmla="*/ 12 w 175"/>
                <a:gd name="T61" fmla="*/ 0 h 10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6"/>
                <a:gd name="T95" fmla="*/ 175 w 175"/>
                <a:gd name="T96" fmla="*/ 106 h 10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6">
                  <a:moveTo>
                    <a:pt x="25" y="0"/>
                  </a:moveTo>
                  <a:lnTo>
                    <a:pt x="43" y="5"/>
                  </a:lnTo>
                  <a:lnTo>
                    <a:pt x="60" y="12"/>
                  </a:lnTo>
                  <a:lnTo>
                    <a:pt x="79" y="17"/>
                  </a:lnTo>
                  <a:lnTo>
                    <a:pt x="98" y="24"/>
                  </a:lnTo>
                  <a:lnTo>
                    <a:pt x="117" y="29"/>
                  </a:lnTo>
                  <a:lnTo>
                    <a:pt x="136" y="35"/>
                  </a:lnTo>
                  <a:lnTo>
                    <a:pt x="154" y="40"/>
                  </a:lnTo>
                  <a:lnTo>
                    <a:pt x="173" y="48"/>
                  </a:lnTo>
                  <a:lnTo>
                    <a:pt x="173" y="55"/>
                  </a:lnTo>
                  <a:lnTo>
                    <a:pt x="175" y="64"/>
                  </a:lnTo>
                  <a:lnTo>
                    <a:pt x="173" y="72"/>
                  </a:lnTo>
                  <a:lnTo>
                    <a:pt x="173" y="80"/>
                  </a:lnTo>
                  <a:lnTo>
                    <a:pt x="168" y="93"/>
                  </a:lnTo>
                  <a:lnTo>
                    <a:pt x="159" y="106"/>
                  </a:lnTo>
                  <a:lnTo>
                    <a:pt x="143" y="103"/>
                  </a:lnTo>
                  <a:lnTo>
                    <a:pt x="128" y="100"/>
                  </a:lnTo>
                  <a:lnTo>
                    <a:pt x="113" y="98"/>
                  </a:lnTo>
                  <a:lnTo>
                    <a:pt x="98" y="95"/>
                  </a:lnTo>
                  <a:lnTo>
                    <a:pt x="82" y="93"/>
                  </a:lnTo>
                  <a:lnTo>
                    <a:pt x="67" y="92"/>
                  </a:lnTo>
                  <a:lnTo>
                    <a:pt x="52" y="89"/>
                  </a:lnTo>
                  <a:lnTo>
                    <a:pt x="37" y="89"/>
                  </a:lnTo>
                  <a:lnTo>
                    <a:pt x="22" y="78"/>
                  </a:lnTo>
                  <a:lnTo>
                    <a:pt x="10" y="67"/>
                  </a:lnTo>
                  <a:lnTo>
                    <a:pt x="3" y="55"/>
                  </a:lnTo>
                  <a:lnTo>
                    <a:pt x="0" y="44"/>
                  </a:lnTo>
                  <a:lnTo>
                    <a:pt x="0" y="33"/>
                  </a:lnTo>
                  <a:lnTo>
                    <a:pt x="5" y="22"/>
                  </a:lnTo>
                  <a:lnTo>
                    <a:pt x="13" y="10"/>
                  </a:lnTo>
                  <a:lnTo>
                    <a:pt x="25"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1" name="Freeform 101">
              <a:extLst>
                <a:ext uri="{FF2B5EF4-FFF2-40B4-BE49-F238E27FC236}">
                  <a16:creationId xmlns:a16="http://schemas.microsoft.com/office/drawing/2014/main" id="{BD7357ED-A11D-0844-9215-EDAD06537FB9}"/>
                </a:ext>
              </a:extLst>
            </p:cNvPr>
            <p:cNvSpPr>
              <a:spLocks/>
            </p:cNvSpPr>
            <p:nvPr/>
          </p:nvSpPr>
          <p:spPr bwMode="auto">
            <a:xfrm>
              <a:off x="4325" y="3334"/>
              <a:ext cx="82" cy="48"/>
            </a:xfrm>
            <a:custGeom>
              <a:avLst/>
              <a:gdLst>
                <a:gd name="T0" fmla="*/ 12 w 165"/>
                <a:gd name="T1" fmla="*/ 0 h 95"/>
                <a:gd name="T2" fmla="*/ 20 w 165"/>
                <a:gd name="T3" fmla="*/ 2 h 95"/>
                <a:gd name="T4" fmla="*/ 29 w 165"/>
                <a:gd name="T5" fmla="*/ 5 h 95"/>
                <a:gd name="T6" fmla="*/ 37 w 165"/>
                <a:gd name="T7" fmla="*/ 8 h 95"/>
                <a:gd name="T8" fmla="*/ 46 w 165"/>
                <a:gd name="T9" fmla="*/ 11 h 95"/>
                <a:gd name="T10" fmla="*/ 54 w 165"/>
                <a:gd name="T11" fmla="*/ 13 h 95"/>
                <a:gd name="T12" fmla="*/ 64 w 165"/>
                <a:gd name="T13" fmla="*/ 17 h 95"/>
                <a:gd name="T14" fmla="*/ 72 w 165"/>
                <a:gd name="T15" fmla="*/ 19 h 95"/>
                <a:gd name="T16" fmla="*/ 81 w 165"/>
                <a:gd name="T17" fmla="*/ 22 h 95"/>
                <a:gd name="T18" fmla="*/ 81 w 165"/>
                <a:gd name="T19" fmla="*/ 25 h 95"/>
                <a:gd name="T20" fmla="*/ 82 w 165"/>
                <a:gd name="T21" fmla="*/ 29 h 95"/>
                <a:gd name="T22" fmla="*/ 81 w 165"/>
                <a:gd name="T23" fmla="*/ 33 h 95"/>
                <a:gd name="T24" fmla="*/ 81 w 165"/>
                <a:gd name="T25" fmla="*/ 37 h 95"/>
                <a:gd name="T26" fmla="*/ 78 w 165"/>
                <a:gd name="T27" fmla="*/ 42 h 95"/>
                <a:gd name="T28" fmla="*/ 74 w 165"/>
                <a:gd name="T29" fmla="*/ 48 h 95"/>
                <a:gd name="T30" fmla="*/ 67 w 165"/>
                <a:gd name="T31" fmla="*/ 47 h 95"/>
                <a:gd name="T32" fmla="*/ 60 w 165"/>
                <a:gd name="T33" fmla="*/ 46 h 95"/>
                <a:gd name="T34" fmla="*/ 53 w 165"/>
                <a:gd name="T35" fmla="*/ 45 h 95"/>
                <a:gd name="T36" fmla="*/ 46 w 165"/>
                <a:gd name="T37" fmla="*/ 45 h 95"/>
                <a:gd name="T38" fmla="*/ 38 w 165"/>
                <a:gd name="T39" fmla="*/ 43 h 95"/>
                <a:gd name="T40" fmla="*/ 31 w 165"/>
                <a:gd name="T41" fmla="*/ 43 h 95"/>
                <a:gd name="T42" fmla="*/ 24 w 165"/>
                <a:gd name="T43" fmla="*/ 42 h 95"/>
                <a:gd name="T44" fmla="*/ 17 w 165"/>
                <a:gd name="T45" fmla="*/ 42 h 95"/>
                <a:gd name="T46" fmla="*/ 10 w 165"/>
                <a:gd name="T47" fmla="*/ 36 h 95"/>
                <a:gd name="T48" fmla="*/ 5 w 165"/>
                <a:gd name="T49" fmla="*/ 31 h 95"/>
                <a:gd name="T50" fmla="*/ 1 w 165"/>
                <a:gd name="T51" fmla="*/ 25 h 95"/>
                <a:gd name="T52" fmla="*/ 0 w 165"/>
                <a:gd name="T53" fmla="*/ 20 h 95"/>
                <a:gd name="T54" fmla="*/ 0 w 165"/>
                <a:gd name="T55" fmla="*/ 15 h 95"/>
                <a:gd name="T56" fmla="*/ 2 w 165"/>
                <a:gd name="T57" fmla="*/ 10 h 95"/>
                <a:gd name="T58" fmla="*/ 6 w 165"/>
                <a:gd name="T59" fmla="*/ 5 h 95"/>
                <a:gd name="T60" fmla="*/ 12 w 165"/>
                <a:gd name="T61" fmla="*/ 0 h 9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5"/>
                <a:gd name="T94" fmla="*/ 0 h 95"/>
                <a:gd name="T95" fmla="*/ 165 w 165"/>
                <a:gd name="T96" fmla="*/ 95 h 9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5" h="95">
                  <a:moveTo>
                    <a:pt x="24" y="0"/>
                  </a:moveTo>
                  <a:lnTo>
                    <a:pt x="40" y="4"/>
                  </a:lnTo>
                  <a:lnTo>
                    <a:pt x="58" y="10"/>
                  </a:lnTo>
                  <a:lnTo>
                    <a:pt x="75" y="15"/>
                  </a:lnTo>
                  <a:lnTo>
                    <a:pt x="93" y="21"/>
                  </a:lnTo>
                  <a:lnTo>
                    <a:pt x="109" y="26"/>
                  </a:lnTo>
                  <a:lnTo>
                    <a:pt x="128" y="33"/>
                  </a:lnTo>
                  <a:lnTo>
                    <a:pt x="144" y="38"/>
                  </a:lnTo>
                  <a:lnTo>
                    <a:pt x="163" y="44"/>
                  </a:lnTo>
                  <a:lnTo>
                    <a:pt x="163" y="50"/>
                  </a:lnTo>
                  <a:lnTo>
                    <a:pt x="165" y="58"/>
                  </a:lnTo>
                  <a:lnTo>
                    <a:pt x="163" y="65"/>
                  </a:lnTo>
                  <a:lnTo>
                    <a:pt x="163" y="73"/>
                  </a:lnTo>
                  <a:lnTo>
                    <a:pt x="157" y="84"/>
                  </a:lnTo>
                  <a:lnTo>
                    <a:pt x="149" y="95"/>
                  </a:lnTo>
                  <a:lnTo>
                    <a:pt x="134" y="93"/>
                  </a:lnTo>
                  <a:lnTo>
                    <a:pt x="121" y="91"/>
                  </a:lnTo>
                  <a:lnTo>
                    <a:pt x="106" y="89"/>
                  </a:lnTo>
                  <a:lnTo>
                    <a:pt x="92" y="89"/>
                  </a:lnTo>
                  <a:lnTo>
                    <a:pt x="77" y="86"/>
                  </a:lnTo>
                  <a:lnTo>
                    <a:pt x="63" y="85"/>
                  </a:lnTo>
                  <a:lnTo>
                    <a:pt x="49" y="83"/>
                  </a:lnTo>
                  <a:lnTo>
                    <a:pt x="35" y="83"/>
                  </a:lnTo>
                  <a:lnTo>
                    <a:pt x="20" y="71"/>
                  </a:lnTo>
                  <a:lnTo>
                    <a:pt x="10" y="61"/>
                  </a:lnTo>
                  <a:lnTo>
                    <a:pt x="3" y="50"/>
                  </a:lnTo>
                  <a:lnTo>
                    <a:pt x="0" y="40"/>
                  </a:lnTo>
                  <a:lnTo>
                    <a:pt x="0" y="29"/>
                  </a:lnTo>
                  <a:lnTo>
                    <a:pt x="4" y="19"/>
                  </a:lnTo>
                  <a:lnTo>
                    <a:pt x="12" y="9"/>
                  </a:lnTo>
                  <a:lnTo>
                    <a:pt x="24"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2" name="Freeform 102">
              <a:extLst>
                <a:ext uri="{FF2B5EF4-FFF2-40B4-BE49-F238E27FC236}">
                  <a16:creationId xmlns:a16="http://schemas.microsoft.com/office/drawing/2014/main" id="{1EA06525-9220-2141-BEB4-C922DF7828D8}"/>
                </a:ext>
              </a:extLst>
            </p:cNvPr>
            <p:cNvSpPr>
              <a:spLocks/>
            </p:cNvSpPr>
            <p:nvPr/>
          </p:nvSpPr>
          <p:spPr bwMode="auto">
            <a:xfrm>
              <a:off x="4255" y="2929"/>
              <a:ext cx="31" cy="37"/>
            </a:xfrm>
            <a:custGeom>
              <a:avLst/>
              <a:gdLst>
                <a:gd name="T0" fmla="*/ 16 w 61"/>
                <a:gd name="T1" fmla="*/ 0 h 73"/>
                <a:gd name="T2" fmla="*/ 21 w 61"/>
                <a:gd name="T3" fmla="*/ 2 h 73"/>
                <a:gd name="T4" fmla="*/ 26 w 61"/>
                <a:gd name="T5" fmla="*/ 6 h 73"/>
                <a:gd name="T6" fmla="*/ 27 w 61"/>
                <a:gd name="T7" fmla="*/ 8 h 73"/>
                <a:gd name="T8" fmla="*/ 29 w 61"/>
                <a:gd name="T9" fmla="*/ 11 h 73"/>
                <a:gd name="T10" fmla="*/ 30 w 61"/>
                <a:gd name="T11" fmla="*/ 15 h 73"/>
                <a:gd name="T12" fmla="*/ 31 w 61"/>
                <a:gd name="T13" fmla="*/ 19 h 73"/>
                <a:gd name="T14" fmla="*/ 30 w 61"/>
                <a:gd name="T15" fmla="*/ 22 h 73"/>
                <a:gd name="T16" fmla="*/ 29 w 61"/>
                <a:gd name="T17" fmla="*/ 26 h 73"/>
                <a:gd name="T18" fmla="*/ 27 w 61"/>
                <a:gd name="T19" fmla="*/ 28 h 73"/>
                <a:gd name="T20" fmla="*/ 26 w 61"/>
                <a:gd name="T21" fmla="*/ 31 h 73"/>
                <a:gd name="T22" fmla="*/ 21 w 61"/>
                <a:gd name="T23" fmla="*/ 35 h 73"/>
                <a:gd name="T24" fmla="*/ 16 w 61"/>
                <a:gd name="T25" fmla="*/ 37 h 73"/>
                <a:gd name="T26" fmla="*/ 9 w 61"/>
                <a:gd name="T27" fmla="*/ 35 h 73"/>
                <a:gd name="T28" fmla="*/ 5 w 61"/>
                <a:gd name="T29" fmla="*/ 31 h 73"/>
                <a:gd name="T30" fmla="*/ 2 w 61"/>
                <a:gd name="T31" fmla="*/ 28 h 73"/>
                <a:gd name="T32" fmla="*/ 1 w 61"/>
                <a:gd name="T33" fmla="*/ 26 h 73"/>
                <a:gd name="T34" fmla="*/ 0 w 61"/>
                <a:gd name="T35" fmla="*/ 22 h 73"/>
                <a:gd name="T36" fmla="*/ 0 w 61"/>
                <a:gd name="T37" fmla="*/ 19 h 73"/>
                <a:gd name="T38" fmla="*/ 0 w 61"/>
                <a:gd name="T39" fmla="*/ 15 h 73"/>
                <a:gd name="T40" fmla="*/ 1 w 61"/>
                <a:gd name="T41" fmla="*/ 11 h 73"/>
                <a:gd name="T42" fmla="*/ 2 w 61"/>
                <a:gd name="T43" fmla="*/ 8 h 73"/>
                <a:gd name="T44" fmla="*/ 5 w 61"/>
                <a:gd name="T45" fmla="*/ 6 h 73"/>
                <a:gd name="T46" fmla="*/ 9 w 61"/>
                <a:gd name="T47" fmla="*/ 2 h 73"/>
                <a:gd name="T48" fmla="*/ 16 w 61"/>
                <a:gd name="T49" fmla="*/ 0 h 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73"/>
                <a:gd name="T77" fmla="*/ 61 w 61"/>
                <a:gd name="T78" fmla="*/ 73 h 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73">
                  <a:moveTo>
                    <a:pt x="31" y="0"/>
                  </a:moveTo>
                  <a:lnTo>
                    <a:pt x="41" y="3"/>
                  </a:lnTo>
                  <a:lnTo>
                    <a:pt x="51" y="11"/>
                  </a:lnTo>
                  <a:lnTo>
                    <a:pt x="54" y="16"/>
                  </a:lnTo>
                  <a:lnTo>
                    <a:pt x="57" y="22"/>
                  </a:lnTo>
                  <a:lnTo>
                    <a:pt x="60" y="29"/>
                  </a:lnTo>
                  <a:lnTo>
                    <a:pt x="61" y="37"/>
                  </a:lnTo>
                  <a:lnTo>
                    <a:pt x="60" y="43"/>
                  </a:lnTo>
                  <a:lnTo>
                    <a:pt x="57" y="51"/>
                  </a:lnTo>
                  <a:lnTo>
                    <a:pt x="54" y="56"/>
                  </a:lnTo>
                  <a:lnTo>
                    <a:pt x="51" y="62"/>
                  </a:lnTo>
                  <a:lnTo>
                    <a:pt x="41" y="69"/>
                  </a:lnTo>
                  <a:lnTo>
                    <a:pt x="31" y="73"/>
                  </a:lnTo>
                  <a:lnTo>
                    <a:pt x="17" y="69"/>
                  </a:lnTo>
                  <a:lnTo>
                    <a:pt x="9" y="62"/>
                  </a:lnTo>
                  <a:lnTo>
                    <a:pt x="4" y="56"/>
                  </a:lnTo>
                  <a:lnTo>
                    <a:pt x="1" y="51"/>
                  </a:lnTo>
                  <a:lnTo>
                    <a:pt x="0" y="43"/>
                  </a:lnTo>
                  <a:lnTo>
                    <a:pt x="0" y="37"/>
                  </a:lnTo>
                  <a:lnTo>
                    <a:pt x="0" y="29"/>
                  </a:lnTo>
                  <a:lnTo>
                    <a:pt x="1" y="22"/>
                  </a:lnTo>
                  <a:lnTo>
                    <a:pt x="4" y="16"/>
                  </a:lnTo>
                  <a:lnTo>
                    <a:pt x="9" y="11"/>
                  </a:lnTo>
                  <a:lnTo>
                    <a:pt x="17" y="3"/>
                  </a:lnTo>
                  <a:lnTo>
                    <a:pt x="31" y="0"/>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3" name="Freeform 103">
              <a:extLst>
                <a:ext uri="{FF2B5EF4-FFF2-40B4-BE49-F238E27FC236}">
                  <a16:creationId xmlns:a16="http://schemas.microsoft.com/office/drawing/2014/main" id="{154FC920-31EC-0942-8746-0B355EC95E6B}"/>
                </a:ext>
              </a:extLst>
            </p:cNvPr>
            <p:cNvSpPr>
              <a:spLocks/>
            </p:cNvSpPr>
            <p:nvPr/>
          </p:nvSpPr>
          <p:spPr bwMode="auto">
            <a:xfrm>
              <a:off x="4120" y="2873"/>
              <a:ext cx="32" cy="37"/>
            </a:xfrm>
            <a:custGeom>
              <a:avLst/>
              <a:gdLst>
                <a:gd name="T0" fmla="*/ 17 w 64"/>
                <a:gd name="T1" fmla="*/ 0 h 74"/>
                <a:gd name="T2" fmla="*/ 22 w 64"/>
                <a:gd name="T3" fmla="*/ 1 h 74"/>
                <a:gd name="T4" fmla="*/ 27 w 64"/>
                <a:gd name="T5" fmla="*/ 5 h 74"/>
                <a:gd name="T6" fmla="*/ 28 w 64"/>
                <a:gd name="T7" fmla="*/ 7 h 74"/>
                <a:gd name="T8" fmla="*/ 30 w 64"/>
                <a:gd name="T9" fmla="*/ 10 h 74"/>
                <a:gd name="T10" fmla="*/ 31 w 64"/>
                <a:gd name="T11" fmla="*/ 14 h 74"/>
                <a:gd name="T12" fmla="*/ 32 w 64"/>
                <a:gd name="T13" fmla="*/ 19 h 74"/>
                <a:gd name="T14" fmla="*/ 30 w 64"/>
                <a:gd name="T15" fmla="*/ 25 h 74"/>
                <a:gd name="T16" fmla="*/ 27 w 64"/>
                <a:gd name="T17" fmla="*/ 31 h 74"/>
                <a:gd name="T18" fmla="*/ 22 w 64"/>
                <a:gd name="T19" fmla="*/ 35 h 74"/>
                <a:gd name="T20" fmla="*/ 17 w 64"/>
                <a:gd name="T21" fmla="*/ 37 h 74"/>
                <a:gd name="T22" fmla="*/ 10 w 64"/>
                <a:gd name="T23" fmla="*/ 35 h 74"/>
                <a:gd name="T24" fmla="*/ 5 w 64"/>
                <a:gd name="T25" fmla="*/ 31 h 74"/>
                <a:gd name="T26" fmla="*/ 1 w 64"/>
                <a:gd name="T27" fmla="*/ 25 h 74"/>
                <a:gd name="T28" fmla="*/ 0 w 64"/>
                <a:gd name="T29" fmla="*/ 19 h 74"/>
                <a:gd name="T30" fmla="*/ 0 w 64"/>
                <a:gd name="T31" fmla="*/ 14 h 74"/>
                <a:gd name="T32" fmla="*/ 1 w 64"/>
                <a:gd name="T33" fmla="*/ 10 h 74"/>
                <a:gd name="T34" fmla="*/ 2 w 64"/>
                <a:gd name="T35" fmla="*/ 7 h 74"/>
                <a:gd name="T36" fmla="*/ 5 w 64"/>
                <a:gd name="T37" fmla="*/ 5 h 74"/>
                <a:gd name="T38" fmla="*/ 10 w 64"/>
                <a:gd name="T39" fmla="*/ 1 h 74"/>
                <a:gd name="T40" fmla="*/ 17 w 64"/>
                <a:gd name="T41" fmla="*/ 0 h 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74"/>
                <a:gd name="T65" fmla="*/ 64 w 64"/>
                <a:gd name="T66" fmla="*/ 74 h 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74">
                  <a:moveTo>
                    <a:pt x="34" y="0"/>
                  </a:moveTo>
                  <a:lnTo>
                    <a:pt x="44" y="2"/>
                  </a:lnTo>
                  <a:lnTo>
                    <a:pt x="54" y="10"/>
                  </a:lnTo>
                  <a:lnTo>
                    <a:pt x="57" y="15"/>
                  </a:lnTo>
                  <a:lnTo>
                    <a:pt x="60" y="21"/>
                  </a:lnTo>
                  <a:lnTo>
                    <a:pt x="63" y="29"/>
                  </a:lnTo>
                  <a:lnTo>
                    <a:pt x="64" y="38"/>
                  </a:lnTo>
                  <a:lnTo>
                    <a:pt x="60" y="50"/>
                  </a:lnTo>
                  <a:lnTo>
                    <a:pt x="54" y="63"/>
                  </a:lnTo>
                  <a:lnTo>
                    <a:pt x="44" y="70"/>
                  </a:lnTo>
                  <a:lnTo>
                    <a:pt x="34" y="74"/>
                  </a:lnTo>
                  <a:lnTo>
                    <a:pt x="20" y="70"/>
                  </a:lnTo>
                  <a:lnTo>
                    <a:pt x="10" y="63"/>
                  </a:lnTo>
                  <a:lnTo>
                    <a:pt x="3" y="50"/>
                  </a:lnTo>
                  <a:lnTo>
                    <a:pt x="0" y="38"/>
                  </a:lnTo>
                  <a:lnTo>
                    <a:pt x="0" y="29"/>
                  </a:lnTo>
                  <a:lnTo>
                    <a:pt x="3" y="21"/>
                  </a:lnTo>
                  <a:lnTo>
                    <a:pt x="5" y="15"/>
                  </a:lnTo>
                  <a:lnTo>
                    <a:pt x="10" y="10"/>
                  </a:lnTo>
                  <a:lnTo>
                    <a:pt x="20" y="2"/>
                  </a:lnTo>
                  <a:lnTo>
                    <a:pt x="34" y="0"/>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4" name="Freeform 104">
              <a:extLst>
                <a:ext uri="{FF2B5EF4-FFF2-40B4-BE49-F238E27FC236}">
                  <a16:creationId xmlns:a16="http://schemas.microsoft.com/office/drawing/2014/main" id="{40002EB9-028A-CF45-89ED-441A5B7A3E48}"/>
                </a:ext>
              </a:extLst>
            </p:cNvPr>
            <p:cNvSpPr>
              <a:spLocks/>
            </p:cNvSpPr>
            <p:nvPr/>
          </p:nvSpPr>
          <p:spPr bwMode="auto">
            <a:xfrm>
              <a:off x="4176" y="3677"/>
              <a:ext cx="39" cy="27"/>
            </a:xfrm>
            <a:custGeom>
              <a:avLst/>
              <a:gdLst>
                <a:gd name="T0" fmla="*/ 24 w 79"/>
                <a:gd name="T1" fmla="*/ 3 h 56"/>
                <a:gd name="T2" fmla="*/ 27 w 79"/>
                <a:gd name="T3" fmla="*/ 4 h 56"/>
                <a:gd name="T4" fmla="*/ 31 w 79"/>
                <a:gd name="T5" fmla="*/ 6 h 56"/>
                <a:gd name="T6" fmla="*/ 33 w 79"/>
                <a:gd name="T7" fmla="*/ 8 h 56"/>
                <a:gd name="T8" fmla="*/ 36 w 79"/>
                <a:gd name="T9" fmla="*/ 11 h 56"/>
                <a:gd name="T10" fmla="*/ 39 w 79"/>
                <a:gd name="T11" fmla="*/ 16 h 56"/>
                <a:gd name="T12" fmla="*/ 39 w 79"/>
                <a:gd name="T13" fmla="*/ 21 h 56"/>
                <a:gd name="T14" fmla="*/ 35 w 79"/>
                <a:gd name="T15" fmla="*/ 25 h 56"/>
                <a:gd name="T16" fmla="*/ 30 w 79"/>
                <a:gd name="T17" fmla="*/ 27 h 56"/>
                <a:gd name="T18" fmla="*/ 27 w 79"/>
                <a:gd name="T19" fmla="*/ 27 h 56"/>
                <a:gd name="T20" fmla="*/ 23 w 79"/>
                <a:gd name="T21" fmla="*/ 27 h 56"/>
                <a:gd name="T22" fmla="*/ 19 w 79"/>
                <a:gd name="T23" fmla="*/ 26 h 56"/>
                <a:gd name="T24" fmla="*/ 16 w 79"/>
                <a:gd name="T25" fmla="*/ 26 h 56"/>
                <a:gd name="T26" fmla="*/ 12 w 79"/>
                <a:gd name="T27" fmla="*/ 23 h 56"/>
                <a:gd name="T28" fmla="*/ 8 w 79"/>
                <a:gd name="T29" fmla="*/ 21 h 56"/>
                <a:gd name="T30" fmla="*/ 5 w 79"/>
                <a:gd name="T31" fmla="*/ 19 h 56"/>
                <a:gd name="T32" fmla="*/ 3 w 79"/>
                <a:gd name="T33" fmla="*/ 17 h 56"/>
                <a:gd name="T34" fmla="*/ 0 w 79"/>
                <a:gd name="T35" fmla="*/ 12 h 56"/>
                <a:gd name="T36" fmla="*/ 0 w 79"/>
                <a:gd name="T37" fmla="*/ 7 h 56"/>
                <a:gd name="T38" fmla="*/ 3 w 79"/>
                <a:gd name="T39" fmla="*/ 3 h 56"/>
                <a:gd name="T40" fmla="*/ 8 w 79"/>
                <a:gd name="T41" fmla="*/ 1 h 56"/>
                <a:gd name="T42" fmla="*/ 12 w 79"/>
                <a:gd name="T43" fmla="*/ 0 h 56"/>
                <a:gd name="T44" fmla="*/ 15 w 79"/>
                <a:gd name="T45" fmla="*/ 1 h 56"/>
                <a:gd name="T46" fmla="*/ 20 w 79"/>
                <a:gd name="T47" fmla="*/ 1 h 56"/>
                <a:gd name="T48" fmla="*/ 24 w 79"/>
                <a:gd name="T49" fmla="*/ 3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9"/>
                <a:gd name="T76" fmla="*/ 0 h 56"/>
                <a:gd name="T77" fmla="*/ 79 w 79"/>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9" h="56">
                  <a:moveTo>
                    <a:pt x="49" y="7"/>
                  </a:moveTo>
                  <a:lnTo>
                    <a:pt x="55" y="9"/>
                  </a:lnTo>
                  <a:lnTo>
                    <a:pt x="62" y="13"/>
                  </a:lnTo>
                  <a:lnTo>
                    <a:pt x="67" y="17"/>
                  </a:lnTo>
                  <a:lnTo>
                    <a:pt x="73" y="23"/>
                  </a:lnTo>
                  <a:lnTo>
                    <a:pt x="79" y="33"/>
                  </a:lnTo>
                  <a:lnTo>
                    <a:pt x="79" y="44"/>
                  </a:lnTo>
                  <a:lnTo>
                    <a:pt x="71" y="51"/>
                  </a:lnTo>
                  <a:lnTo>
                    <a:pt x="61" y="56"/>
                  </a:lnTo>
                  <a:lnTo>
                    <a:pt x="54" y="56"/>
                  </a:lnTo>
                  <a:lnTo>
                    <a:pt x="46" y="56"/>
                  </a:lnTo>
                  <a:lnTo>
                    <a:pt x="39" y="54"/>
                  </a:lnTo>
                  <a:lnTo>
                    <a:pt x="32" y="53"/>
                  </a:lnTo>
                  <a:lnTo>
                    <a:pt x="24" y="48"/>
                  </a:lnTo>
                  <a:lnTo>
                    <a:pt x="16" y="44"/>
                  </a:lnTo>
                  <a:lnTo>
                    <a:pt x="10" y="39"/>
                  </a:lnTo>
                  <a:lnTo>
                    <a:pt x="6" y="36"/>
                  </a:lnTo>
                  <a:lnTo>
                    <a:pt x="0" y="24"/>
                  </a:lnTo>
                  <a:lnTo>
                    <a:pt x="1" y="14"/>
                  </a:lnTo>
                  <a:lnTo>
                    <a:pt x="7" y="7"/>
                  </a:lnTo>
                  <a:lnTo>
                    <a:pt x="17" y="3"/>
                  </a:lnTo>
                  <a:lnTo>
                    <a:pt x="24" y="0"/>
                  </a:lnTo>
                  <a:lnTo>
                    <a:pt x="31" y="2"/>
                  </a:lnTo>
                  <a:lnTo>
                    <a:pt x="40" y="3"/>
                  </a:lnTo>
                  <a:lnTo>
                    <a:pt x="49" y="7"/>
                  </a:lnTo>
                  <a:close/>
                </a:path>
              </a:pathLst>
            </a:custGeom>
            <a:solidFill>
              <a:srgbClr val="FFDE1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5" name="Freeform 105">
              <a:extLst>
                <a:ext uri="{FF2B5EF4-FFF2-40B4-BE49-F238E27FC236}">
                  <a16:creationId xmlns:a16="http://schemas.microsoft.com/office/drawing/2014/main" id="{62B99773-ED76-E941-9D23-2E3E47137F19}"/>
                </a:ext>
              </a:extLst>
            </p:cNvPr>
            <p:cNvSpPr>
              <a:spLocks/>
            </p:cNvSpPr>
            <p:nvPr/>
          </p:nvSpPr>
          <p:spPr bwMode="auto">
            <a:xfrm>
              <a:off x="4672" y="3921"/>
              <a:ext cx="38" cy="30"/>
            </a:xfrm>
            <a:custGeom>
              <a:avLst/>
              <a:gdLst>
                <a:gd name="T0" fmla="*/ 13 w 75"/>
                <a:gd name="T1" fmla="*/ 4 h 59"/>
                <a:gd name="T2" fmla="*/ 17 w 75"/>
                <a:gd name="T3" fmla="*/ 2 h 59"/>
                <a:gd name="T4" fmla="*/ 20 w 75"/>
                <a:gd name="T5" fmla="*/ 1 h 59"/>
                <a:gd name="T6" fmla="*/ 24 w 75"/>
                <a:gd name="T7" fmla="*/ 0 h 59"/>
                <a:gd name="T8" fmla="*/ 28 w 75"/>
                <a:gd name="T9" fmla="*/ 0 h 59"/>
                <a:gd name="T10" fmla="*/ 33 w 75"/>
                <a:gd name="T11" fmla="*/ 2 h 59"/>
                <a:gd name="T12" fmla="*/ 38 w 75"/>
                <a:gd name="T13" fmla="*/ 5 h 59"/>
                <a:gd name="T14" fmla="*/ 38 w 75"/>
                <a:gd name="T15" fmla="*/ 10 h 59"/>
                <a:gd name="T16" fmla="*/ 37 w 75"/>
                <a:gd name="T17" fmla="*/ 16 h 59"/>
                <a:gd name="T18" fmla="*/ 34 w 75"/>
                <a:gd name="T19" fmla="*/ 19 h 59"/>
                <a:gd name="T20" fmla="*/ 32 w 75"/>
                <a:gd name="T21" fmla="*/ 21 h 59"/>
                <a:gd name="T22" fmla="*/ 29 w 75"/>
                <a:gd name="T23" fmla="*/ 24 h 59"/>
                <a:gd name="T24" fmla="*/ 26 w 75"/>
                <a:gd name="T25" fmla="*/ 27 h 59"/>
                <a:gd name="T26" fmla="*/ 22 w 75"/>
                <a:gd name="T27" fmla="*/ 28 h 59"/>
                <a:gd name="T28" fmla="*/ 18 w 75"/>
                <a:gd name="T29" fmla="*/ 29 h 59"/>
                <a:gd name="T30" fmla="*/ 14 w 75"/>
                <a:gd name="T31" fmla="*/ 29 h 59"/>
                <a:gd name="T32" fmla="*/ 11 w 75"/>
                <a:gd name="T33" fmla="*/ 30 h 59"/>
                <a:gd name="T34" fmla="*/ 5 w 75"/>
                <a:gd name="T35" fmla="*/ 29 h 59"/>
                <a:gd name="T36" fmla="*/ 1 w 75"/>
                <a:gd name="T37" fmla="*/ 26 h 59"/>
                <a:gd name="T38" fmla="*/ 0 w 75"/>
                <a:gd name="T39" fmla="*/ 20 h 59"/>
                <a:gd name="T40" fmla="*/ 2 w 75"/>
                <a:gd name="T41" fmla="*/ 15 h 59"/>
                <a:gd name="T42" fmla="*/ 4 w 75"/>
                <a:gd name="T43" fmla="*/ 12 h 59"/>
                <a:gd name="T44" fmla="*/ 7 w 75"/>
                <a:gd name="T45" fmla="*/ 9 h 59"/>
                <a:gd name="T46" fmla="*/ 10 w 75"/>
                <a:gd name="T47" fmla="*/ 6 h 59"/>
                <a:gd name="T48" fmla="*/ 13 w 75"/>
                <a:gd name="T49" fmla="*/ 4 h 5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59"/>
                <a:gd name="T77" fmla="*/ 75 w 75"/>
                <a:gd name="T78" fmla="*/ 59 h 5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59">
                  <a:moveTo>
                    <a:pt x="26" y="8"/>
                  </a:moveTo>
                  <a:lnTo>
                    <a:pt x="33" y="4"/>
                  </a:lnTo>
                  <a:lnTo>
                    <a:pt x="40" y="1"/>
                  </a:lnTo>
                  <a:lnTo>
                    <a:pt x="48" y="0"/>
                  </a:lnTo>
                  <a:lnTo>
                    <a:pt x="55" y="0"/>
                  </a:lnTo>
                  <a:lnTo>
                    <a:pt x="66" y="3"/>
                  </a:lnTo>
                  <a:lnTo>
                    <a:pt x="75" y="10"/>
                  </a:lnTo>
                  <a:lnTo>
                    <a:pt x="75" y="19"/>
                  </a:lnTo>
                  <a:lnTo>
                    <a:pt x="73" y="32"/>
                  </a:lnTo>
                  <a:lnTo>
                    <a:pt x="68" y="37"/>
                  </a:lnTo>
                  <a:lnTo>
                    <a:pt x="64" y="42"/>
                  </a:lnTo>
                  <a:lnTo>
                    <a:pt x="58" y="47"/>
                  </a:lnTo>
                  <a:lnTo>
                    <a:pt x="51" y="53"/>
                  </a:lnTo>
                  <a:lnTo>
                    <a:pt x="43" y="55"/>
                  </a:lnTo>
                  <a:lnTo>
                    <a:pt x="35" y="58"/>
                  </a:lnTo>
                  <a:lnTo>
                    <a:pt x="28" y="58"/>
                  </a:lnTo>
                  <a:lnTo>
                    <a:pt x="21" y="59"/>
                  </a:lnTo>
                  <a:lnTo>
                    <a:pt x="10" y="57"/>
                  </a:lnTo>
                  <a:lnTo>
                    <a:pt x="2" y="52"/>
                  </a:lnTo>
                  <a:lnTo>
                    <a:pt x="0" y="40"/>
                  </a:lnTo>
                  <a:lnTo>
                    <a:pt x="4" y="29"/>
                  </a:lnTo>
                  <a:lnTo>
                    <a:pt x="7" y="23"/>
                  </a:lnTo>
                  <a:lnTo>
                    <a:pt x="13" y="18"/>
                  </a:lnTo>
                  <a:lnTo>
                    <a:pt x="19" y="11"/>
                  </a:lnTo>
                  <a:lnTo>
                    <a:pt x="26" y="8"/>
                  </a:lnTo>
                  <a:close/>
                </a:path>
              </a:pathLst>
            </a:custGeom>
            <a:solidFill>
              <a:srgbClr val="FFDE1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grpSp>
      <p:sp>
        <p:nvSpPr>
          <p:cNvPr id="106" name="AutoShape 106">
            <a:extLst>
              <a:ext uri="{FF2B5EF4-FFF2-40B4-BE49-F238E27FC236}">
                <a16:creationId xmlns:a16="http://schemas.microsoft.com/office/drawing/2014/main" id="{504909AB-3427-7249-9F30-DD655CFF58E9}"/>
              </a:ext>
            </a:extLst>
          </p:cNvPr>
          <p:cNvSpPr>
            <a:spLocks noChangeArrowheads="1"/>
          </p:cNvSpPr>
          <p:nvPr/>
        </p:nvSpPr>
        <p:spPr bwMode="auto">
          <a:xfrm>
            <a:off x="2569066" y="4685407"/>
            <a:ext cx="3948545" cy="1881188"/>
          </a:xfrm>
          <a:prstGeom prst="cloudCallout">
            <a:avLst>
              <a:gd name="adj1" fmla="val 84468"/>
              <a:gd name="adj2" fmla="val -33625"/>
            </a:avLst>
          </a:prstGeom>
          <a:noFill/>
          <a:ln w="9525">
            <a:solidFill>
              <a:schemeClr val="tx1"/>
            </a:solidFill>
            <a:round/>
            <a:headEnd/>
            <a:tailEnd/>
          </a:ln>
        </p:spPr>
        <p:txBody>
          <a:bodyPr lIns="84204" tIns="42102" rIns="84204" bIns="42102" anchor="ctr"/>
          <a:lstStyle/>
          <a:p>
            <a:pPr defTabSz="840642">
              <a:spcBef>
                <a:spcPct val="50000"/>
              </a:spcBef>
            </a:pPr>
            <a:r>
              <a:rPr lang="en-US" sz="2600" b="1" dirty="0">
                <a:solidFill>
                  <a:srgbClr val="339933"/>
                </a:solidFill>
                <a:latin typeface="Arial" charset="0"/>
                <a:ea typeface="ＭＳ Ｐゴシック" pitchFamily="34" charset="-128"/>
                <a:cs typeface="Arial"/>
              </a:rPr>
              <a:t>Which items should I take?</a:t>
            </a:r>
          </a:p>
        </p:txBody>
      </p:sp>
    </p:spTree>
    <p:extLst>
      <p:ext uri="{BB962C8B-B14F-4D97-AF65-F5344CB8AC3E}">
        <p14:creationId xmlns:p14="http://schemas.microsoft.com/office/powerpoint/2010/main" val="1177089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52733-C22A-5540-9CDA-E5A69030FDA6}"/>
              </a:ext>
            </a:extLst>
          </p:cNvPr>
          <p:cNvSpPr>
            <a:spLocks noGrp="1"/>
          </p:cNvSpPr>
          <p:nvPr>
            <p:ph type="title"/>
          </p:nvPr>
        </p:nvSpPr>
        <p:spPr/>
        <p:txBody>
          <a:bodyPr/>
          <a:lstStyle/>
          <a:p>
            <a:r>
              <a:rPr lang="en-US" dirty="0"/>
              <a:t>The famous </a:t>
            </a:r>
            <a:r>
              <a:rPr lang="en-US" dirty="0">
                <a:solidFill>
                  <a:srgbClr val="FF0000"/>
                </a:solidFill>
              </a:rPr>
              <a:t>knapsack</a:t>
            </a:r>
            <a:r>
              <a:rPr lang="en-US" dirty="0"/>
              <a:t> </a:t>
            </a:r>
            <a:r>
              <a:rPr lang="en-US" dirty="0">
                <a:solidFill>
                  <a:srgbClr val="FF0000"/>
                </a:solidFill>
              </a:rPr>
              <a:t>problem</a:t>
            </a:r>
            <a:endParaRPr lang="en-US" dirty="0"/>
          </a:p>
        </p:txBody>
      </p:sp>
      <p:sp>
        <p:nvSpPr>
          <p:cNvPr id="3" name="Content Placeholder 2">
            <a:extLst>
              <a:ext uri="{FF2B5EF4-FFF2-40B4-BE49-F238E27FC236}">
                <a16:creationId xmlns:a16="http://schemas.microsoft.com/office/drawing/2014/main" id="{E5CDDB15-E65B-1B47-9C9A-1D5DF1113EF0}"/>
              </a:ext>
            </a:extLst>
          </p:cNvPr>
          <p:cNvSpPr>
            <a:spLocks noGrp="1"/>
          </p:cNvSpPr>
          <p:nvPr>
            <p:ph idx="1"/>
          </p:nvPr>
        </p:nvSpPr>
        <p:spPr/>
        <p:txBody>
          <a:bodyPr/>
          <a:lstStyle/>
          <a:p>
            <a:pPr marL="0" indent="0" defTabSz="913741">
              <a:spcBef>
                <a:spcPct val="20000"/>
              </a:spcBef>
              <a:buClr>
                <a:srgbClr val="0033CC"/>
              </a:buClr>
              <a:buSzPct val="75000"/>
              <a:buNone/>
            </a:pPr>
            <a:r>
              <a:rPr lang="en-US" dirty="0">
                <a:solidFill>
                  <a:srgbClr val="000000"/>
                </a:solidFill>
                <a:latin typeface="Times New Roman" pitchFamily="18" charset="0"/>
                <a:ea typeface="ＭＳ Ｐゴシック" pitchFamily="34" charset="-128"/>
                <a:cs typeface="Arial"/>
              </a:rPr>
              <a:t>There are two versions of the problem:</a:t>
            </a:r>
          </a:p>
          <a:p>
            <a:pPr marL="0" indent="0" defTabSz="913741">
              <a:spcBef>
                <a:spcPct val="20000"/>
              </a:spcBef>
              <a:buClr>
                <a:srgbClr val="0033CC"/>
              </a:buClr>
              <a:buSzPct val="75000"/>
              <a:buNone/>
            </a:pPr>
            <a:endParaRPr lang="en-US" dirty="0">
              <a:solidFill>
                <a:srgbClr val="000000"/>
              </a:solidFill>
              <a:latin typeface="Times New Roman" pitchFamily="18" charset="0"/>
              <a:ea typeface="ＭＳ Ｐゴシック" pitchFamily="34" charset="-128"/>
              <a:cs typeface="Arial"/>
            </a:endParaRPr>
          </a:p>
          <a:p>
            <a:pPr marL="257309" lvl="1" indent="0" defTabSz="913741">
              <a:spcBef>
                <a:spcPct val="20000"/>
              </a:spcBef>
              <a:buClr>
                <a:srgbClr val="CC0000"/>
              </a:buClr>
              <a:buSzPct val="65000"/>
              <a:buNone/>
            </a:pPr>
            <a:r>
              <a:rPr lang="en-US" dirty="0">
                <a:solidFill>
                  <a:srgbClr val="000000"/>
                </a:solidFill>
                <a:latin typeface="Times New Roman" pitchFamily="18" charset="0"/>
                <a:ea typeface="ＭＳ Ｐゴシック" pitchFamily="34" charset="-128"/>
                <a:cs typeface="Arial"/>
              </a:rPr>
              <a:t>(1) 	</a:t>
            </a:r>
            <a:r>
              <a:rPr lang="en-US" dirty="0">
                <a:solidFill>
                  <a:srgbClr val="0000CC"/>
                </a:solidFill>
                <a:latin typeface="Times New Roman" pitchFamily="18" charset="0"/>
                <a:ea typeface="ＭＳ Ｐゴシック" pitchFamily="34" charset="-128"/>
                <a:cs typeface="Arial"/>
              </a:rPr>
              <a:t>“0-1 knapsack problem”</a:t>
            </a:r>
            <a:r>
              <a:rPr lang="en-US" dirty="0">
                <a:solidFill>
                  <a:srgbClr val="000000"/>
                </a:solidFill>
                <a:latin typeface="Times New Roman" pitchFamily="18" charset="0"/>
                <a:ea typeface="ＭＳ Ｐゴシック" pitchFamily="34" charset="-128"/>
                <a:cs typeface="Arial"/>
              </a:rPr>
              <a:t> </a:t>
            </a:r>
          </a:p>
          <a:p>
            <a:pPr marL="257309" lvl="1" indent="0" defTabSz="913741">
              <a:spcBef>
                <a:spcPct val="20000"/>
              </a:spcBef>
              <a:buClr>
                <a:srgbClr val="CC0000"/>
              </a:buClr>
              <a:buSzPct val="65000"/>
              <a:buNone/>
            </a:pPr>
            <a:r>
              <a:rPr lang="en-US" sz="2100" dirty="0">
                <a:solidFill>
                  <a:srgbClr val="000000"/>
                </a:solidFill>
                <a:latin typeface="Times New Roman" pitchFamily="18" charset="0"/>
                <a:ea typeface="ＭＳ Ｐゴシック" pitchFamily="34" charset="-128"/>
                <a:cs typeface="Arial"/>
              </a:rPr>
              <a:t>	</a:t>
            </a:r>
            <a:r>
              <a:rPr lang="en-US" dirty="0">
                <a:solidFill>
                  <a:srgbClr val="FF0000"/>
                </a:solidFill>
                <a:latin typeface="Times New Roman" pitchFamily="18" charset="0"/>
                <a:ea typeface="ＭＳ Ｐゴシック" pitchFamily="34" charset="-128"/>
                <a:cs typeface="Arial"/>
              </a:rPr>
              <a:t>Items are indivisible</a:t>
            </a:r>
            <a:r>
              <a:rPr lang="en-US" dirty="0">
                <a:solidFill>
                  <a:srgbClr val="000000"/>
                </a:solidFill>
                <a:latin typeface="Times New Roman" pitchFamily="18" charset="0"/>
                <a:ea typeface="ＭＳ Ｐゴシック" pitchFamily="34" charset="-128"/>
                <a:cs typeface="Arial"/>
              </a:rPr>
              <a:t>: you either take an item or not. </a:t>
            </a:r>
          </a:p>
          <a:p>
            <a:pPr marL="257309" lvl="1" indent="0" defTabSz="913741">
              <a:spcBef>
                <a:spcPct val="20000"/>
              </a:spcBef>
              <a:buClr>
                <a:srgbClr val="CC0000"/>
              </a:buClr>
              <a:buSzPct val="65000"/>
              <a:buNone/>
            </a:pPr>
            <a:r>
              <a:rPr lang="en-US" dirty="0">
                <a:solidFill>
                  <a:srgbClr val="000000"/>
                </a:solidFill>
                <a:latin typeface="Times New Roman" pitchFamily="18" charset="0"/>
                <a:ea typeface="ＭＳ Ｐゴシック" pitchFamily="34" charset="-128"/>
                <a:cs typeface="Arial"/>
              </a:rPr>
              <a:t>	Solved with </a:t>
            </a:r>
            <a:r>
              <a:rPr lang="en-US" i="1" dirty="0">
                <a:solidFill>
                  <a:srgbClr val="0033CC"/>
                </a:solidFill>
                <a:latin typeface="Times New Roman" pitchFamily="18" charset="0"/>
                <a:ea typeface="ＭＳ Ｐゴシック" pitchFamily="34" charset="-128"/>
                <a:cs typeface="Arial"/>
              </a:rPr>
              <a:t>dynamic programming</a:t>
            </a:r>
            <a:r>
              <a:rPr lang="en-US" dirty="0">
                <a:solidFill>
                  <a:srgbClr val="000000"/>
                </a:solidFill>
                <a:latin typeface="Times New Roman" pitchFamily="18" charset="0"/>
                <a:ea typeface="ＭＳ Ｐゴシック" pitchFamily="34" charset="-128"/>
                <a:cs typeface="Arial"/>
              </a:rPr>
              <a:t>.</a:t>
            </a:r>
          </a:p>
          <a:p>
            <a:pPr marL="257309" lvl="1" indent="0" defTabSz="913741">
              <a:spcBef>
                <a:spcPct val="20000"/>
              </a:spcBef>
              <a:buClr>
                <a:srgbClr val="CC0000"/>
              </a:buClr>
              <a:buSzPct val="65000"/>
              <a:buNone/>
            </a:pPr>
            <a:endParaRPr lang="en-US" dirty="0">
              <a:solidFill>
                <a:srgbClr val="000000"/>
              </a:solidFill>
              <a:latin typeface="Times New Roman" pitchFamily="18" charset="0"/>
              <a:ea typeface="ＭＳ Ｐゴシック" pitchFamily="34" charset="-128"/>
              <a:cs typeface="Arial"/>
            </a:endParaRPr>
          </a:p>
          <a:p>
            <a:pPr marL="257309" lvl="1" indent="0" defTabSz="913741">
              <a:spcBef>
                <a:spcPct val="20000"/>
              </a:spcBef>
              <a:buClr>
                <a:srgbClr val="CC0000"/>
              </a:buClr>
              <a:buSzPct val="65000"/>
              <a:buNone/>
            </a:pPr>
            <a:endParaRPr lang="en-US" dirty="0">
              <a:solidFill>
                <a:srgbClr val="000000"/>
              </a:solidFill>
              <a:latin typeface="Times New Roman" pitchFamily="18" charset="0"/>
              <a:ea typeface="ＭＳ Ｐゴシック" pitchFamily="34" charset="-128"/>
              <a:cs typeface="Arial"/>
            </a:endParaRPr>
          </a:p>
          <a:p>
            <a:pPr marL="257309" lvl="1" indent="0" defTabSz="913741">
              <a:spcBef>
                <a:spcPct val="20000"/>
              </a:spcBef>
              <a:buClr>
                <a:srgbClr val="CC0000"/>
              </a:buClr>
              <a:buSzPct val="65000"/>
              <a:buNone/>
            </a:pPr>
            <a:endParaRPr lang="en-US" dirty="0">
              <a:solidFill>
                <a:srgbClr val="000000"/>
              </a:solidFill>
              <a:latin typeface="Times New Roman" pitchFamily="18" charset="0"/>
              <a:ea typeface="ＭＳ Ｐゴシック" pitchFamily="34" charset="-128"/>
              <a:cs typeface="Arial"/>
            </a:endParaRPr>
          </a:p>
          <a:p>
            <a:pPr marL="257309" lvl="1" indent="0" defTabSz="913741">
              <a:spcBef>
                <a:spcPct val="20000"/>
              </a:spcBef>
              <a:buClr>
                <a:srgbClr val="CC0000"/>
              </a:buClr>
              <a:buSzPct val="65000"/>
              <a:buNone/>
            </a:pPr>
            <a:r>
              <a:rPr lang="en-US" dirty="0">
                <a:solidFill>
                  <a:srgbClr val="000000"/>
                </a:solidFill>
                <a:latin typeface="Times New Roman" pitchFamily="18" charset="0"/>
                <a:ea typeface="ＭＳ Ｐゴシック" pitchFamily="34" charset="-128"/>
                <a:cs typeface="Arial"/>
              </a:rPr>
              <a:t>(2) 	</a:t>
            </a:r>
            <a:r>
              <a:rPr lang="en-US" dirty="0">
                <a:solidFill>
                  <a:srgbClr val="0000CC"/>
                </a:solidFill>
                <a:latin typeface="Times New Roman" pitchFamily="18" charset="0"/>
                <a:ea typeface="ＭＳ Ｐゴシック" pitchFamily="34" charset="-128"/>
                <a:cs typeface="Arial"/>
              </a:rPr>
              <a:t>“Fractional knapsack problem”</a:t>
            </a:r>
          </a:p>
          <a:p>
            <a:pPr marL="257309" lvl="1" indent="0" defTabSz="913741">
              <a:spcBef>
                <a:spcPct val="20000"/>
              </a:spcBef>
              <a:buClr>
                <a:srgbClr val="CC0000"/>
              </a:buClr>
              <a:buSzPct val="65000"/>
              <a:buNone/>
            </a:pPr>
            <a:r>
              <a:rPr lang="en-US" sz="2000" dirty="0">
                <a:solidFill>
                  <a:srgbClr val="000000"/>
                </a:solidFill>
                <a:latin typeface="Times New Roman" pitchFamily="18" charset="0"/>
                <a:ea typeface="ＭＳ Ｐゴシック" pitchFamily="34" charset="-128"/>
                <a:cs typeface="Arial"/>
              </a:rPr>
              <a:t>	</a:t>
            </a:r>
            <a:r>
              <a:rPr lang="en-US" dirty="0">
                <a:solidFill>
                  <a:srgbClr val="FF0000"/>
                </a:solidFill>
                <a:latin typeface="Times New Roman" pitchFamily="18" charset="0"/>
                <a:ea typeface="ＭＳ Ｐゴシック" pitchFamily="34" charset="-128"/>
                <a:cs typeface="Arial"/>
              </a:rPr>
              <a:t>Items are divisible</a:t>
            </a:r>
            <a:r>
              <a:rPr lang="en-US" dirty="0">
                <a:solidFill>
                  <a:srgbClr val="000000"/>
                </a:solidFill>
                <a:latin typeface="Times New Roman" pitchFamily="18" charset="0"/>
                <a:ea typeface="ＭＳ Ｐゴシック" pitchFamily="34" charset="-128"/>
                <a:cs typeface="Arial"/>
              </a:rPr>
              <a:t>: you can take any fraction of an item. </a:t>
            </a:r>
          </a:p>
          <a:p>
            <a:pPr marL="257309" lvl="1" indent="0" defTabSz="913741">
              <a:spcBef>
                <a:spcPct val="20000"/>
              </a:spcBef>
              <a:buClr>
                <a:srgbClr val="CC0000"/>
              </a:buClr>
              <a:buSzPct val="65000"/>
              <a:buNone/>
            </a:pPr>
            <a:r>
              <a:rPr lang="en-US" dirty="0">
                <a:solidFill>
                  <a:srgbClr val="000000"/>
                </a:solidFill>
                <a:latin typeface="Times New Roman" pitchFamily="18" charset="0"/>
                <a:ea typeface="ＭＳ Ｐゴシック" pitchFamily="34" charset="-128"/>
                <a:cs typeface="Arial"/>
              </a:rPr>
              <a:t>	Solved with a </a:t>
            </a:r>
            <a:r>
              <a:rPr lang="en-US" i="1" dirty="0">
                <a:solidFill>
                  <a:srgbClr val="0033CC"/>
                </a:solidFill>
                <a:latin typeface="Times New Roman" pitchFamily="18" charset="0"/>
                <a:ea typeface="ＭＳ Ｐゴシック" pitchFamily="34" charset="-128"/>
                <a:cs typeface="Arial"/>
              </a:rPr>
              <a:t>greedy algorithm</a:t>
            </a:r>
            <a:r>
              <a:rPr lang="en-US" sz="2100" dirty="0">
                <a:solidFill>
                  <a:srgbClr val="000000"/>
                </a:solidFill>
                <a:latin typeface="Times New Roman" pitchFamily="18" charset="0"/>
                <a:ea typeface="ＭＳ Ｐゴシック" pitchFamily="34" charset="-128"/>
                <a:cs typeface="Arial"/>
              </a:rPr>
              <a:t>.</a:t>
            </a:r>
            <a:endParaRPr lang="en-US" dirty="0"/>
          </a:p>
        </p:txBody>
      </p:sp>
      <p:grpSp>
        <p:nvGrpSpPr>
          <p:cNvPr id="287" name="Group 10">
            <a:extLst>
              <a:ext uri="{FF2B5EF4-FFF2-40B4-BE49-F238E27FC236}">
                <a16:creationId xmlns:a16="http://schemas.microsoft.com/office/drawing/2014/main" id="{978A03DD-5FC9-4E49-AF29-98ADD1FDCDA9}"/>
              </a:ext>
            </a:extLst>
          </p:cNvPr>
          <p:cNvGrpSpPr>
            <a:grpSpLocks/>
          </p:cNvGrpSpPr>
          <p:nvPr/>
        </p:nvGrpSpPr>
        <p:grpSpPr bwMode="auto">
          <a:xfrm>
            <a:off x="8098435" y="2608421"/>
            <a:ext cx="1889125" cy="1564184"/>
            <a:chOff x="4161" y="1106"/>
            <a:chExt cx="1309" cy="1051"/>
          </a:xfrm>
        </p:grpSpPr>
        <p:grpSp>
          <p:nvGrpSpPr>
            <p:cNvPr id="288" name="Group 11">
              <a:extLst>
                <a:ext uri="{FF2B5EF4-FFF2-40B4-BE49-F238E27FC236}">
                  <a16:creationId xmlns:a16="http://schemas.microsoft.com/office/drawing/2014/main" id="{95B4BA41-91A9-474A-AED2-62BA1A71AD86}"/>
                </a:ext>
              </a:extLst>
            </p:cNvPr>
            <p:cNvGrpSpPr>
              <a:grpSpLocks/>
            </p:cNvGrpSpPr>
            <p:nvPr/>
          </p:nvGrpSpPr>
          <p:grpSpPr bwMode="auto">
            <a:xfrm>
              <a:off x="4161" y="1106"/>
              <a:ext cx="1309" cy="1051"/>
              <a:chOff x="3783" y="912"/>
              <a:chExt cx="1768" cy="1359"/>
            </a:xfrm>
          </p:grpSpPr>
          <p:grpSp>
            <p:nvGrpSpPr>
              <p:cNvPr id="290" name="Group 12">
                <a:extLst>
                  <a:ext uri="{FF2B5EF4-FFF2-40B4-BE49-F238E27FC236}">
                    <a16:creationId xmlns:a16="http://schemas.microsoft.com/office/drawing/2014/main" id="{B9137DF1-029F-904B-A54D-FF2E6B25FF3E}"/>
                  </a:ext>
                </a:extLst>
              </p:cNvPr>
              <p:cNvGrpSpPr>
                <a:grpSpLocks/>
              </p:cNvGrpSpPr>
              <p:nvPr/>
            </p:nvGrpSpPr>
            <p:grpSpPr bwMode="auto">
              <a:xfrm flipH="1">
                <a:off x="3783" y="912"/>
                <a:ext cx="1768" cy="1359"/>
                <a:chOff x="3577" y="2675"/>
                <a:chExt cx="1768" cy="1359"/>
              </a:xfrm>
            </p:grpSpPr>
            <p:sp>
              <p:nvSpPr>
                <p:cNvPr id="334" name="Freeform 13">
                  <a:extLst>
                    <a:ext uri="{FF2B5EF4-FFF2-40B4-BE49-F238E27FC236}">
                      <a16:creationId xmlns:a16="http://schemas.microsoft.com/office/drawing/2014/main" id="{F3E62923-666D-F843-BE70-B8A860D6826F}"/>
                    </a:ext>
                  </a:extLst>
                </p:cNvPr>
                <p:cNvSpPr>
                  <a:spLocks/>
                </p:cNvSpPr>
                <p:nvPr/>
              </p:nvSpPr>
              <p:spPr bwMode="auto">
                <a:xfrm>
                  <a:off x="4917" y="3621"/>
                  <a:ext cx="428" cy="348"/>
                </a:xfrm>
                <a:custGeom>
                  <a:avLst/>
                  <a:gdLst>
                    <a:gd name="T0" fmla="*/ 0 w 857"/>
                    <a:gd name="T1" fmla="*/ 67 h 695"/>
                    <a:gd name="T2" fmla="*/ 40 w 857"/>
                    <a:gd name="T3" fmla="*/ 152 h 695"/>
                    <a:gd name="T4" fmla="*/ 77 w 857"/>
                    <a:gd name="T5" fmla="*/ 221 h 695"/>
                    <a:gd name="T6" fmla="*/ 113 w 857"/>
                    <a:gd name="T7" fmla="*/ 273 h 695"/>
                    <a:gd name="T8" fmla="*/ 153 w 857"/>
                    <a:gd name="T9" fmla="*/ 310 h 695"/>
                    <a:gd name="T10" fmla="*/ 200 w 857"/>
                    <a:gd name="T11" fmla="*/ 334 h 695"/>
                    <a:gd name="T12" fmla="*/ 259 w 857"/>
                    <a:gd name="T13" fmla="*/ 346 h 695"/>
                    <a:gd name="T14" fmla="*/ 333 w 857"/>
                    <a:gd name="T15" fmla="*/ 348 h 695"/>
                    <a:gd name="T16" fmla="*/ 428 w 857"/>
                    <a:gd name="T17" fmla="*/ 342 h 695"/>
                    <a:gd name="T18" fmla="*/ 335 w 857"/>
                    <a:gd name="T19" fmla="*/ 339 h 695"/>
                    <a:gd name="T20" fmla="*/ 261 w 857"/>
                    <a:gd name="T21" fmla="*/ 327 h 695"/>
                    <a:gd name="T22" fmla="*/ 202 w 857"/>
                    <a:gd name="T23" fmla="*/ 304 h 695"/>
                    <a:gd name="T24" fmla="*/ 158 w 857"/>
                    <a:gd name="T25" fmla="*/ 270 h 695"/>
                    <a:gd name="T26" fmla="*/ 121 w 857"/>
                    <a:gd name="T27" fmla="*/ 223 h 695"/>
                    <a:gd name="T28" fmla="*/ 93 w 857"/>
                    <a:gd name="T29" fmla="*/ 163 h 695"/>
                    <a:gd name="T30" fmla="*/ 66 w 857"/>
                    <a:gd name="T31" fmla="*/ 89 h 695"/>
                    <a:gd name="T32" fmla="*/ 41 w 857"/>
                    <a:gd name="T33" fmla="*/ 0 h 695"/>
                    <a:gd name="T34" fmla="*/ 36 w 857"/>
                    <a:gd name="T35" fmla="*/ 7 h 695"/>
                    <a:gd name="T36" fmla="*/ 30 w 857"/>
                    <a:gd name="T37" fmla="*/ 15 h 695"/>
                    <a:gd name="T38" fmla="*/ 25 w 857"/>
                    <a:gd name="T39" fmla="*/ 24 h 695"/>
                    <a:gd name="T40" fmla="*/ 20 w 857"/>
                    <a:gd name="T41" fmla="*/ 33 h 695"/>
                    <a:gd name="T42" fmla="*/ 15 w 857"/>
                    <a:gd name="T43" fmla="*/ 42 h 695"/>
                    <a:gd name="T44" fmla="*/ 10 w 857"/>
                    <a:gd name="T45" fmla="*/ 51 h 695"/>
                    <a:gd name="T46" fmla="*/ 5 w 857"/>
                    <a:gd name="T47" fmla="*/ 59 h 695"/>
                    <a:gd name="T48" fmla="*/ 0 w 857"/>
                    <a:gd name="T49" fmla="*/ 67 h 6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57"/>
                    <a:gd name="T76" fmla="*/ 0 h 695"/>
                    <a:gd name="T77" fmla="*/ 857 w 857"/>
                    <a:gd name="T78" fmla="*/ 695 h 6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57" h="695">
                      <a:moveTo>
                        <a:pt x="0" y="134"/>
                      </a:moveTo>
                      <a:lnTo>
                        <a:pt x="80" y="304"/>
                      </a:lnTo>
                      <a:lnTo>
                        <a:pt x="154" y="441"/>
                      </a:lnTo>
                      <a:lnTo>
                        <a:pt x="226" y="545"/>
                      </a:lnTo>
                      <a:lnTo>
                        <a:pt x="306" y="620"/>
                      </a:lnTo>
                      <a:lnTo>
                        <a:pt x="400" y="667"/>
                      </a:lnTo>
                      <a:lnTo>
                        <a:pt x="518" y="692"/>
                      </a:lnTo>
                      <a:lnTo>
                        <a:pt x="666" y="695"/>
                      </a:lnTo>
                      <a:lnTo>
                        <a:pt x="857" y="683"/>
                      </a:lnTo>
                      <a:lnTo>
                        <a:pt x="670" y="678"/>
                      </a:lnTo>
                      <a:lnTo>
                        <a:pt x="522" y="654"/>
                      </a:lnTo>
                      <a:lnTo>
                        <a:pt x="405" y="608"/>
                      </a:lnTo>
                      <a:lnTo>
                        <a:pt x="316" y="539"/>
                      </a:lnTo>
                      <a:lnTo>
                        <a:pt x="243" y="445"/>
                      </a:lnTo>
                      <a:lnTo>
                        <a:pt x="186" y="325"/>
                      </a:lnTo>
                      <a:lnTo>
                        <a:pt x="133" y="177"/>
                      </a:lnTo>
                      <a:lnTo>
                        <a:pt x="83" y="0"/>
                      </a:lnTo>
                      <a:lnTo>
                        <a:pt x="72" y="14"/>
                      </a:lnTo>
                      <a:lnTo>
                        <a:pt x="60" y="30"/>
                      </a:lnTo>
                      <a:lnTo>
                        <a:pt x="50" y="48"/>
                      </a:lnTo>
                      <a:lnTo>
                        <a:pt x="41" y="66"/>
                      </a:lnTo>
                      <a:lnTo>
                        <a:pt x="30" y="84"/>
                      </a:lnTo>
                      <a:lnTo>
                        <a:pt x="20" y="101"/>
                      </a:lnTo>
                      <a:lnTo>
                        <a:pt x="10" y="118"/>
                      </a:lnTo>
                      <a:lnTo>
                        <a:pt x="0" y="134"/>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5" name="Freeform 14">
                  <a:extLst>
                    <a:ext uri="{FF2B5EF4-FFF2-40B4-BE49-F238E27FC236}">
                      <a16:creationId xmlns:a16="http://schemas.microsoft.com/office/drawing/2014/main" id="{41811B40-23FF-8D47-AC0A-290D105770F0}"/>
                    </a:ext>
                  </a:extLst>
                </p:cNvPr>
                <p:cNvSpPr>
                  <a:spLocks/>
                </p:cNvSpPr>
                <p:nvPr/>
              </p:nvSpPr>
              <p:spPr bwMode="auto">
                <a:xfrm>
                  <a:off x="3616" y="3042"/>
                  <a:ext cx="119" cy="113"/>
                </a:xfrm>
                <a:custGeom>
                  <a:avLst/>
                  <a:gdLst>
                    <a:gd name="T0" fmla="*/ 0 w 238"/>
                    <a:gd name="T1" fmla="*/ 0 h 226"/>
                    <a:gd name="T2" fmla="*/ 15 w 238"/>
                    <a:gd name="T3" fmla="*/ 2 h 226"/>
                    <a:gd name="T4" fmla="*/ 34 w 238"/>
                    <a:gd name="T5" fmla="*/ 11 h 226"/>
                    <a:gd name="T6" fmla="*/ 52 w 238"/>
                    <a:gd name="T7" fmla="*/ 25 h 226"/>
                    <a:gd name="T8" fmla="*/ 71 w 238"/>
                    <a:gd name="T9" fmla="*/ 42 h 226"/>
                    <a:gd name="T10" fmla="*/ 87 w 238"/>
                    <a:gd name="T11" fmla="*/ 60 h 226"/>
                    <a:gd name="T12" fmla="*/ 102 w 238"/>
                    <a:gd name="T13" fmla="*/ 80 h 226"/>
                    <a:gd name="T14" fmla="*/ 112 w 238"/>
                    <a:gd name="T15" fmla="*/ 97 h 226"/>
                    <a:gd name="T16" fmla="*/ 119 w 238"/>
                    <a:gd name="T17" fmla="*/ 113 h 2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6"/>
                    <a:gd name="T29" fmla="*/ 238 w 238"/>
                    <a:gd name="T30" fmla="*/ 226 h 2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6">
                      <a:moveTo>
                        <a:pt x="0" y="0"/>
                      </a:moveTo>
                      <a:lnTo>
                        <a:pt x="31" y="4"/>
                      </a:lnTo>
                      <a:lnTo>
                        <a:pt x="68" y="21"/>
                      </a:lnTo>
                      <a:lnTo>
                        <a:pt x="104" y="49"/>
                      </a:lnTo>
                      <a:lnTo>
                        <a:pt x="142" y="84"/>
                      </a:lnTo>
                      <a:lnTo>
                        <a:pt x="174" y="120"/>
                      </a:lnTo>
                      <a:lnTo>
                        <a:pt x="203" y="159"/>
                      </a:lnTo>
                      <a:lnTo>
                        <a:pt x="224" y="194"/>
                      </a:lnTo>
                      <a:lnTo>
                        <a:pt x="238" y="226"/>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6" name="Freeform 15">
                  <a:extLst>
                    <a:ext uri="{FF2B5EF4-FFF2-40B4-BE49-F238E27FC236}">
                      <a16:creationId xmlns:a16="http://schemas.microsoft.com/office/drawing/2014/main" id="{31C8ACCD-883A-6C41-96E8-3966E4611EC9}"/>
                    </a:ext>
                  </a:extLst>
                </p:cNvPr>
                <p:cNvSpPr>
                  <a:spLocks/>
                </p:cNvSpPr>
                <p:nvPr/>
              </p:nvSpPr>
              <p:spPr bwMode="auto">
                <a:xfrm>
                  <a:off x="3577" y="3113"/>
                  <a:ext cx="147" cy="44"/>
                </a:xfrm>
                <a:custGeom>
                  <a:avLst/>
                  <a:gdLst>
                    <a:gd name="T0" fmla="*/ 0 w 294"/>
                    <a:gd name="T1" fmla="*/ 1 h 88"/>
                    <a:gd name="T2" fmla="*/ 17 w 294"/>
                    <a:gd name="T3" fmla="*/ 0 h 88"/>
                    <a:gd name="T4" fmla="*/ 38 w 294"/>
                    <a:gd name="T5" fmla="*/ 1 h 88"/>
                    <a:gd name="T6" fmla="*/ 61 w 294"/>
                    <a:gd name="T7" fmla="*/ 3 h 88"/>
                    <a:gd name="T8" fmla="*/ 84 w 294"/>
                    <a:gd name="T9" fmla="*/ 8 h 88"/>
                    <a:gd name="T10" fmla="*/ 106 w 294"/>
                    <a:gd name="T11" fmla="*/ 13 h 88"/>
                    <a:gd name="T12" fmla="*/ 125 w 294"/>
                    <a:gd name="T13" fmla="*/ 22 h 88"/>
                    <a:gd name="T14" fmla="*/ 139 w 294"/>
                    <a:gd name="T15" fmla="*/ 31 h 88"/>
                    <a:gd name="T16" fmla="*/ 147 w 294"/>
                    <a:gd name="T17" fmla="*/ 44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4"/>
                    <a:gd name="T28" fmla="*/ 0 h 88"/>
                    <a:gd name="T29" fmla="*/ 294 w 294"/>
                    <a:gd name="T30" fmla="*/ 88 h 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4" h="88">
                      <a:moveTo>
                        <a:pt x="0" y="2"/>
                      </a:moveTo>
                      <a:lnTo>
                        <a:pt x="34" y="0"/>
                      </a:lnTo>
                      <a:lnTo>
                        <a:pt x="77" y="2"/>
                      </a:lnTo>
                      <a:lnTo>
                        <a:pt x="122" y="7"/>
                      </a:lnTo>
                      <a:lnTo>
                        <a:pt x="169" y="16"/>
                      </a:lnTo>
                      <a:lnTo>
                        <a:pt x="212" y="27"/>
                      </a:lnTo>
                      <a:lnTo>
                        <a:pt x="250" y="44"/>
                      </a:lnTo>
                      <a:lnTo>
                        <a:pt x="277" y="63"/>
                      </a:lnTo>
                      <a:lnTo>
                        <a:pt x="294" y="88"/>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7" name="Freeform 16">
                  <a:extLst>
                    <a:ext uri="{FF2B5EF4-FFF2-40B4-BE49-F238E27FC236}">
                      <a16:creationId xmlns:a16="http://schemas.microsoft.com/office/drawing/2014/main" id="{F4C5585D-8C01-144F-9829-D514ED6CD3CE}"/>
                    </a:ext>
                  </a:extLst>
                </p:cNvPr>
                <p:cNvSpPr>
                  <a:spLocks/>
                </p:cNvSpPr>
                <p:nvPr/>
              </p:nvSpPr>
              <p:spPr bwMode="auto">
                <a:xfrm>
                  <a:off x="4618" y="3879"/>
                  <a:ext cx="370" cy="152"/>
                </a:xfrm>
                <a:custGeom>
                  <a:avLst/>
                  <a:gdLst>
                    <a:gd name="T0" fmla="*/ 108 w 740"/>
                    <a:gd name="T1" fmla="*/ 140 h 305"/>
                    <a:gd name="T2" fmla="*/ 116 w 740"/>
                    <a:gd name="T3" fmla="*/ 131 h 305"/>
                    <a:gd name="T4" fmla="*/ 124 w 740"/>
                    <a:gd name="T5" fmla="*/ 125 h 305"/>
                    <a:gd name="T6" fmla="*/ 131 w 740"/>
                    <a:gd name="T7" fmla="*/ 120 h 305"/>
                    <a:gd name="T8" fmla="*/ 138 w 740"/>
                    <a:gd name="T9" fmla="*/ 115 h 305"/>
                    <a:gd name="T10" fmla="*/ 144 w 740"/>
                    <a:gd name="T11" fmla="*/ 109 h 305"/>
                    <a:gd name="T12" fmla="*/ 151 w 740"/>
                    <a:gd name="T13" fmla="*/ 103 h 305"/>
                    <a:gd name="T14" fmla="*/ 159 w 740"/>
                    <a:gd name="T15" fmla="*/ 97 h 305"/>
                    <a:gd name="T16" fmla="*/ 169 w 740"/>
                    <a:gd name="T17" fmla="*/ 90 h 305"/>
                    <a:gd name="T18" fmla="*/ 185 w 740"/>
                    <a:gd name="T19" fmla="*/ 83 h 305"/>
                    <a:gd name="T20" fmla="*/ 207 w 740"/>
                    <a:gd name="T21" fmla="*/ 76 h 305"/>
                    <a:gd name="T22" fmla="*/ 232 w 740"/>
                    <a:gd name="T23" fmla="*/ 69 h 305"/>
                    <a:gd name="T24" fmla="*/ 260 w 740"/>
                    <a:gd name="T25" fmla="*/ 62 h 305"/>
                    <a:gd name="T26" fmla="*/ 286 w 740"/>
                    <a:gd name="T27" fmla="*/ 56 h 305"/>
                    <a:gd name="T28" fmla="*/ 311 w 740"/>
                    <a:gd name="T29" fmla="*/ 52 h 305"/>
                    <a:gd name="T30" fmla="*/ 333 w 740"/>
                    <a:gd name="T31" fmla="*/ 49 h 305"/>
                    <a:gd name="T32" fmla="*/ 351 w 740"/>
                    <a:gd name="T33" fmla="*/ 51 h 305"/>
                    <a:gd name="T34" fmla="*/ 361 w 740"/>
                    <a:gd name="T35" fmla="*/ 49 h 305"/>
                    <a:gd name="T36" fmla="*/ 368 w 740"/>
                    <a:gd name="T37" fmla="*/ 46 h 305"/>
                    <a:gd name="T38" fmla="*/ 370 w 740"/>
                    <a:gd name="T39" fmla="*/ 41 h 305"/>
                    <a:gd name="T40" fmla="*/ 369 w 740"/>
                    <a:gd name="T41" fmla="*/ 36 h 305"/>
                    <a:gd name="T42" fmla="*/ 366 w 740"/>
                    <a:gd name="T43" fmla="*/ 29 h 305"/>
                    <a:gd name="T44" fmla="*/ 363 w 740"/>
                    <a:gd name="T45" fmla="*/ 22 h 305"/>
                    <a:gd name="T46" fmla="*/ 360 w 740"/>
                    <a:gd name="T47" fmla="*/ 16 h 305"/>
                    <a:gd name="T48" fmla="*/ 359 w 740"/>
                    <a:gd name="T49" fmla="*/ 11 h 305"/>
                    <a:gd name="T50" fmla="*/ 333 w 740"/>
                    <a:gd name="T51" fmla="*/ 2 h 305"/>
                    <a:gd name="T52" fmla="*/ 304 w 740"/>
                    <a:gd name="T53" fmla="*/ 0 h 305"/>
                    <a:gd name="T54" fmla="*/ 272 w 740"/>
                    <a:gd name="T55" fmla="*/ 1 h 305"/>
                    <a:gd name="T56" fmla="*/ 239 w 740"/>
                    <a:gd name="T57" fmla="*/ 6 h 305"/>
                    <a:gd name="T58" fmla="*/ 205 w 740"/>
                    <a:gd name="T59" fmla="*/ 13 h 305"/>
                    <a:gd name="T60" fmla="*/ 173 w 740"/>
                    <a:gd name="T61" fmla="*/ 22 h 305"/>
                    <a:gd name="T62" fmla="*/ 143 w 740"/>
                    <a:gd name="T63" fmla="*/ 32 h 305"/>
                    <a:gd name="T64" fmla="*/ 114 w 740"/>
                    <a:gd name="T65" fmla="*/ 43 h 305"/>
                    <a:gd name="T66" fmla="*/ 101 w 740"/>
                    <a:gd name="T67" fmla="*/ 52 h 305"/>
                    <a:gd name="T68" fmla="*/ 88 w 740"/>
                    <a:gd name="T69" fmla="*/ 61 h 305"/>
                    <a:gd name="T70" fmla="*/ 75 w 740"/>
                    <a:gd name="T71" fmla="*/ 70 h 305"/>
                    <a:gd name="T72" fmla="*/ 61 w 740"/>
                    <a:gd name="T73" fmla="*/ 79 h 305"/>
                    <a:gd name="T74" fmla="*/ 48 w 740"/>
                    <a:gd name="T75" fmla="*/ 88 h 305"/>
                    <a:gd name="T76" fmla="*/ 35 w 740"/>
                    <a:gd name="T77" fmla="*/ 97 h 305"/>
                    <a:gd name="T78" fmla="*/ 22 w 740"/>
                    <a:gd name="T79" fmla="*/ 106 h 305"/>
                    <a:gd name="T80" fmla="*/ 10 w 740"/>
                    <a:gd name="T81" fmla="*/ 116 h 305"/>
                    <a:gd name="T82" fmla="*/ 1 w 740"/>
                    <a:gd name="T83" fmla="*/ 129 h 305"/>
                    <a:gd name="T84" fmla="*/ 0 w 740"/>
                    <a:gd name="T85" fmla="*/ 140 h 305"/>
                    <a:gd name="T86" fmla="*/ 5 w 740"/>
                    <a:gd name="T87" fmla="*/ 147 h 305"/>
                    <a:gd name="T88" fmla="*/ 17 w 740"/>
                    <a:gd name="T89" fmla="*/ 151 h 305"/>
                    <a:gd name="T90" fmla="*/ 33 w 740"/>
                    <a:gd name="T91" fmla="*/ 152 h 305"/>
                    <a:gd name="T92" fmla="*/ 54 w 740"/>
                    <a:gd name="T93" fmla="*/ 151 h 305"/>
                    <a:gd name="T94" fmla="*/ 79 w 740"/>
                    <a:gd name="T95" fmla="*/ 146 h 305"/>
                    <a:gd name="T96" fmla="*/ 108 w 740"/>
                    <a:gd name="T97" fmla="*/ 140 h 3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40"/>
                    <a:gd name="T148" fmla="*/ 0 h 305"/>
                    <a:gd name="T149" fmla="*/ 740 w 740"/>
                    <a:gd name="T150" fmla="*/ 305 h 30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40" h="305">
                      <a:moveTo>
                        <a:pt x="216" y="280"/>
                      </a:moveTo>
                      <a:lnTo>
                        <a:pt x="232" y="263"/>
                      </a:lnTo>
                      <a:lnTo>
                        <a:pt x="248" y="251"/>
                      </a:lnTo>
                      <a:lnTo>
                        <a:pt x="262" y="240"/>
                      </a:lnTo>
                      <a:lnTo>
                        <a:pt x="276" y="230"/>
                      </a:lnTo>
                      <a:lnTo>
                        <a:pt x="288" y="218"/>
                      </a:lnTo>
                      <a:lnTo>
                        <a:pt x="302" y="207"/>
                      </a:lnTo>
                      <a:lnTo>
                        <a:pt x="317" y="194"/>
                      </a:lnTo>
                      <a:lnTo>
                        <a:pt x="337" y="181"/>
                      </a:lnTo>
                      <a:lnTo>
                        <a:pt x="370" y="166"/>
                      </a:lnTo>
                      <a:lnTo>
                        <a:pt x="415" y="152"/>
                      </a:lnTo>
                      <a:lnTo>
                        <a:pt x="465" y="138"/>
                      </a:lnTo>
                      <a:lnTo>
                        <a:pt x="519" y="124"/>
                      </a:lnTo>
                      <a:lnTo>
                        <a:pt x="572" y="112"/>
                      </a:lnTo>
                      <a:lnTo>
                        <a:pt x="622" y="104"/>
                      </a:lnTo>
                      <a:lnTo>
                        <a:pt x="665" y="99"/>
                      </a:lnTo>
                      <a:lnTo>
                        <a:pt x="701" y="103"/>
                      </a:lnTo>
                      <a:lnTo>
                        <a:pt x="722" y="99"/>
                      </a:lnTo>
                      <a:lnTo>
                        <a:pt x="735" y="93"/>
                      </a:lnTo>
                      <a:lnTo>
                        <a:pt x="740" y="83"/>
                      </a:lnTo>
                      <a:lnTo>
                        <a:pt x="738" y="73"/>
                      </a:lnTo>
                      <a:lnTo>
                        <a:pt x="732" y="59"/>
                      </a:lnTo>
                      <a:lnTo>
                        <a:pt x="726" y="45"/>
                      </a:lnTo>
                      <a:lnTo>
                        <a:pt x="720" y="32"/>
                      </a:lnTo>
                      <a:lnTo>
                        <a:pt x="717" y="22"/>
                      </a:lnTo>
                      <a:lnTo>
                        <a:pt x="665" y="5"/>
                      </a:lnTo>
                      <a:lnTo>
                        <a:pt x="607" y="0"/>
                      </a:lnTo>
                      <a:lnTo>
                        <a:pt x="543" y="3"/>
                      </a:lnTo>
                      <a:lnTo>
                        <a:pt x="478" y="13"/>
                      </a:lnTo>
                      <a:lnTo>
                        <a:pt x="411" y="27"/>
                      </a:lnTo>
                      <a:lnTo>
                        <a:pt x="346" y="45"/>
                      </a:lnTo>
                      <a:lnTo>
                        <a:pt x="285" y="65"/>
                      </a:lnTo>
                      <a:lnTo>
                        <a:pt x="229" y="87"/>
                      </a:lnTo>
                      <a:lnTo>
                        <a:pt x="202" y="104"/>
                      </a:lnTo>
                      <a:lnTo>
                        <a:pt x="175" y="122"/>
                      </a:lnTo>
                      <a:lnTo>
                        <a:pt x="149" y="141"/>
                      </a:lnTo>
                      <a:lnTo>
                        <a:pt x="123" y="159"/>
                      </a:lnTo>
                      <a:lnTo>
                        <a:pt x="96" y="177"/>
                      </a:lnTo>
                      <a:lnTo>
                        <a:pt x="70" y="194"/>
                      </a:lnTo>
                      <a:lnTo>
                        <a:pt x="44" y="213"/>
                      </a:lnTo>
                      <a:lnTo>
                        <a:pt x="19" y="232"/>
                      </a:lnTo>
                      <a:lnTo>
                        <a:pt x="1" y="258"/>
                      </a:lnTo>
                      <a:lnTo>
                        <a:pt x="0" y="280"/>
                      </a:lnTo>
                      <a:lnTo>
                        <a:pt x="10" y="295"/>
                      </a:lnTo>
                      <a:lnTo>
                        <a:pt x="34" y="303"/>
                      </a:lnTo>
                      <a:lnTo>
                        <a:pt x="66" y="305"/>
                      </a:lnTo>
                      <a:lnTo>
                        <a:pt x="109" y="302"/>
                      </a:lnTo>
                      <a:lnTo>
                        <a:pt x="158" y="293"/>
                      </a:lnTo>
                      <a:lnTo>
                        <a:pt x="216" y="280"/>
                      </a:lnTo>
                      <a:close/>
                    </a:path>
                  </a:pathLst>
                </a:custGeom>
                <a:solidFill>
                  <a:srgbClr val="7A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8" name="Freeform 17">
                  <a:extLst>
                    <a:ext uri="{FF2B5EF4-FFF2-40B4-BE49-F238E27FC236}">
                      <a16:creationId xmlns:a16="http://schemas.microsoft.com/office/drawing/2014/main" id="{980B6543-5246-CA48-A802-17EE449CA6C5}"/>
                    </a:ext>
                  </a:extLst>
                </p:cNvPr>
                <p:cNvSpPr>
                  <a:spLocks/>
                </p:cNvSpPr>
                <p:nvPr/>
              </p:nvSpPr>
              <p:spPr bwMode="auto">
                <a:xfrm>
                  <a:off x="4095" y="3677"/>
                  <a:ext cx="287" cy="294"/>
                </a:xfrm>
                <a:custGeom>
                  <a:avLst/>
                  <a:gdLst>
                    <a:gd name="T0" fmla="*/ 2 w 573"/>
                    <a:gd name="T1" fmla="*/ 0 h 588"/>
                    <a:gd name="T2" fmla="*/ 20 w 573"/>
                    <a:gd name="T3" fmla="*/ 16 h 588"/>
                    <a:gd name="T4" fmla="*/ 38 w 573"/>
                    <a:gd name="T5" fmla="*/ 32 h 588"/>
                    <a:gd name="T6" fmla="*/ 57 w 573"/>
                    <a:gd name="T7" fmla="*/ 48 h 588"/>
                    <a:gd name="T8" fmla="*/ 75 w 573"/>
                    <a:gd name="T9" fmla="*/ 64 h 588"/>
                    <a:gd name="T10" fmla="*/ 94 w 573"/>
                    <a:gd name="T11" fmla="*/ 80 h 588"/>
                    <a:gd name="T12" fmla="*/ 113 w 573"/>
                    <a:gd name="T13" fmla="*/ 96 h 588"/>
                    <a:gd name="T14" fmla="*/ 132 w 573"/>
                    <a:gd name="T15" fmla="*/ 112 h 588"/>
                    <a:gd name="T16" fmla="*/ 151 w 573"/>
                    <a:gd name="T17" fmla="*/ 128 h 588"/>
                    <a:gd name="T18" fmla="*/ 162 w 573"/>
                    <a:gd name="T19" fmla="*/ 143 h 588"/>
                    <a:gd name="T20" fmla="*/ 173 w 573"/>
                    <a:gd name="T21" fmla="*/ 159 h 588"/>
                    <a:gd name="T22" fmla="*/ 184 w 573"/>
                    <a:gd name="T23" fmla="*/ 174 h 588"/>
                    <a:gd name="T24" fmla="*/ 196 w 573"/>
                    <a:gd name="T25" fmla="*/ 189 h 588"/>
                    <a:gd name="T26" fmla="*/ 208 w 573"/>
                    <a:gd name="T27" fmla="*/ 202 h 588"/>
                    <a:gd name="T28" fmla="*/ 223 w 573"/>
                    <a:gd name="T29" fmla="*/ 215 h 588"/>
                    <a:gd name="T30" fmla="*/ 240 w 573"/>
                    <a:gd name="T31" fmla="*/ 224 h 588"/>
                    <a:gd name="T32" fmla="*/ 261 w 573"/>
                    <a:gd name="T33" fmla="*/ 232 h 588"/>
                    <a:gd name="T34" fmla="*/ 275 w 573"/>
                    <a:gd name="T35" fmla="*/ 251 h 588"/>
                    <a:gd name="T36" fmla="*/ 283 w 573"/>
                    <a:gd name="T37" fmla="*/ 266 h 588"/>
                    <a:gd name="T38" fmla="*/ 286 w 573"/>
                    <a:gd name="T39" fmla="*/ 276 h 588"/>
                    <a:gd name="T40" fmla="*/ 287 w 573"/>
                    <a:gd name="T41" fmla="*/ 282 h 588"/>
                    <a:gd name="T42" fmla="*/ 284 w 573"/>
                    <a:gd name="T43" fmla="*/ 287 h 588"/>
                    <a:gd name="T44" fmla="*/ 279 w 573"/>
                    <a:gd name="T45" fmla="*/ 289 h 588"/>
                    <a:gd name="T46" fmla="*/ 274 w 573"/>
                    <a:gd name="T47" fmla="*/ 292 h 588"/>
                    <a:gd name="T48" fmla="*/ 269 w 573"/>
                    <a:gd name="T49" fmla="*/ 294 h 588"/>
                    <a:gd name="T50" fmla="*/ 236 w 573"/>
                    <a:gd name="T51" fmla="*/ 285 h 588"/>
                    <a:gd name="T52" fmla="*/ 208 w 573"/>
                    <a:gd name="T53" fmla="*/ 271 h 588"/>
                    <a:gd name="T54" fmla="*/ 181 w 573"/>
                    <a:gd name="T55" fmla="*/ 251 h 588"/>
                    <a:gd name="T56" fmla="*/ 158 w 573"/>
                    <a:gd name="T57" fmla="*/ 229 h 588"/>
                    <a:gd name="T58" fmla="*/ 134 w 573"/>
                    <a:gd name="T59" fmla="*/ 205 h 588"/>
                    <a:gd name="T60" fmla="*/ 113 w 573"/>
                    <a:gd name="T61" fmla="*/ 180 h 588"/>
                    <a:gd name="T62" fmla="*/ 91 w 573"/>
                    <a:gd name="T63" fmla="*/ 155 h 588"/>
                    <a:gd name="T64" fmla="*/ 69 w 573"/>
                    <a:gd name="T65" fmla="*/ 133 h 588"/>
                    <a:gd name="T66" fmla="*/ 59 w 573"/>
                    <a:gd name="T67" fmla="*/ 119 h 588"/>
                    <a:gd name="T68" fmla="*/ 50 w 573"/>
                    <a:gd name="T69" fmla="*/ 106 h 588"/>
                    <a:gd name="T70" fmla="*/ 42 w 573"/>
                    <a:gd name="T71" fmla="*/ 93 h 588"/>
                    <a:gd name="T72" fmla="*/ 35 w 573"/>
                    <a:gd name="T73" fmla="*/ 80 h 588"/>
                    <a:gd name="T74" fmla="*/ 27 w 573"/>
                    <a:gd name="T75" fmla="*/ 67 h 588"/>
                    <a:gd name="T76" fmla="*/ 19 w 573"/>
                    <a:gd name="T77" fmla="*/ 53 h 588"/>
                    <a:gd name="T78" fmla="*/ 10 w 573"/>
                    <a:gd name="T79" fmla="*/ 40 h 588"/>
                    <a:gd name="T80" fmla="*/ 2 w 573"/>
                    <a:gd name="T81" fmla="*/ 28 h 588"/>
                    <a:gd name="T82" fmla="*/ 2 w 573"/>
                    <a:gd name="T83" fmla="*/ 24 h 588"/>
                    <a:gd name="T84" fmla="*/ 2 w 573"/>
                    <a:gd name="T85" fmla="*/ 20 h 588"/>
                    <a:gd name="T86" fmla="*/ 2 w 573"/>
                    <a:gd name="T87" fmla="*/ 17 h 588"/>
                    <a:gd name="T88" fmla="*/ 1 w 573"/>
                    <a:gd name="T89" fmla="*/ 14 h 588"/>
                    <a:gd name="T90" fmla="*/ 0 w 573"/>
                    <a:gd name="T91" fmla="*/ 10 h 588"/>
                    <a:gd name="T92" fmla="*/ 0 w 573"/>
                    <a:gd name="T93" fmla="*/ 7 h 588"/>
                    <a:gd name="T94" fmla="*/ 0 w 573"/>
                    <a:gd name="T95" fmla="*/ 3 h 588"/>
                    <a:gd name="T96" fmla="*/ 2 w 573"/>
                    <a:gd name="T97" fmla="*/ 0 h 5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3"/>
                    <a:gd name="T148" fmla="*/ 0 h 588"/>
                    <a:gd name="T149" fmla="*/ 573 w 573"/>
                    <a:gd name="T150" fmla="*/ 588 h 5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3" h="588">
                      <a:moveTo>
                        <a:pt x="3" y="0"/>
                      </a:moveTo>
                      <a:lnTo>
                        <a:pt x="39" y="32"/>
                      </a:lnTo>
                      <a:lnTo>
                        <a:pt x="75" y="64"/>
                      </a:lnTo>
                      <a:lnTo>
                        <a:pt x="113" y="96"/>
                      </a:lnTo>
                      <a:lnTo>
                        <a:pt x="150" y="128"/>
                      </a:lnTo>
                      <a:lnTo>
                        <a:pt x="188" y="160"/>
                      </a:lnTo>
                      <a:lnTo>
                        <a:pt x="226" y="192"/>
                      </a:lnTo>
                      <a:lnTo>
                        <a:pt x="263" y="224"/>
                      </a:lnTo>
                      <a:lnTo>
                        <a:pt x="301" y="256"/>
                      </a:lnTo>
                      <a:lnTo>
                        <a:pt x="324" y="286"/>
                      </a:lnTo>
                      <a:lnTo>
                        <a:pt x="346" y="318"/>
                      </a:lnTo>
                      <a:lnTo>
                        <a:pt x="367" y="349"/>
                      </a:lnTo>
                      <a:lnTo>
                        <a:pt x="391" y="379"/>
                      </a:lnTo>
                      <a:lnTo>
                        <a:pt x="416" y="405"/>
                      </a:lnTo>
                      <a:lnTo>
                        <a:pt x="446" y="430"/>
                      </a:lnTo>
                      <a:lnTo>
                        <a:pt x="480" y="449"/>
                      </a:lnTo>
                      <a:lnTo>
                        <a:pt x="522" y="464"/>
                      </a:lnTo>
                      <a:lnTo>
                        <a:pt x="549" y="502"/>
                      </a:lnTo>
                      <a:lnTo>
                        <a:pt x="566" y="531"/>
                      </a:lnTo>
                      <a:lnTo>
                        <a:pt x="572" y="551"/>
                      </a:lnTo>
                      <a:lnTo>
                        <a:pt x="573" y="564"/>
                      </a:lnTo>
                      <a:lnTo>
                        <a:pt x="567" y="573"/>
                      </a:lnTo>
                      <a:lnTo>
                        <a:pt x="557" y="578"/>
                      </a:lnTo>
                      <a:lnTo>
                        <a:pt x="547" y="583"/>
                      </a:lnTo>
                      <a:lnTo>
                        <a:pt x="537" y="588"/>
                      </a:lnTo>
                      <a:lnTo>
                        <a:pt x="472" y="569"/>
                      </a:lnTo>
                      <a:lnTo>
                        <a:pt x="415" y="541"/>
                      </a:lnTo>
                      <a:lnTo>
                        <a:pt x="362" y="503"/>
                      </a:lnTo>
                      <a:lnTo>
                        <a:pt x="315" y="459"/>
                      </a:lnTo>
                      <a:lnTo>
                        <a:pt x="268" y="410"/>
                      </a:lnTo>
                      <a:lnTo>
                        <a:pt x="226" y="360"/>
                      </a:lnTo>
                      <a:lnTo>
                        <a:pt x="181" y="310"/>
                      </a:lnTo>
                      <a:lnTo>
                        <a:pt x="137" y="265"/>
                      </a:lnTo>
                      <a:lnTo>
                        <a:pt x="118" y="239"/>
                      </a:lnTo>
                      <a:lnTo>
                        <a:pt x="100" y="212"/>
                      </a:lnTo>
                      <a:lnTo>
                        <a:pt x="84" y="186"/>
                      </a:lnTo>
                      <a:lnTo>
                        <a:pt x="69" y="160"/>
                      </a:lnTo>
                      <a:lnTo>
                        <a:pt x="53" y="133"/>
                      </a:lnTo>
                      <a:lnTo>
                        <a:pt x="38" y="107"/>
                      </a:lnTo>
                      <a:lnTo>
                        <a:pt x="20" y="81"/>
                      </a:lnTo>
                      <a:lnTo>
                        <a:pt x="3" y="56"/>
                      </a:lnTo>
                      <a:lnTo>
                        <a:pt x="3" y="48"/>
                      </a:lnTo>
                      <a:lnTo>
                        <a:pt x="4" y="41"/>
                      </a:lnTo>
                      <a:lnTo>
                        <a:pt x="3" y="34"/>
                      </a:lnTo>
                      <a:lnTo>
                        <a:pt x="1" y="28"/>
                      </a:lnTo>
                      <a:lnTo>
                        <a:pt x="0" y="21"/>
                      </a:lnTo>
                      <a:lnTo>
                        <a:pt x="0" y="14"/>
                      </a:lnTo>
                      <a:lnTo>
                        <a:pt x="0" y="7"/>
                      </a:lnTo>
                      <a:lnTo>
                        <a:pt x="3" y="0"/>
                      </a:lnTo>
                      <a:close/>
                    </a:path>
                  </a:pathLst>
                </a:custGeom>
                <a:solidFill>
                  <a:srgbClr val="7A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9" name="Freeform 18">
                  <a:extLst>
                    <a:ext uri="{FF2B5EF4-FFF2-40B4-BE49-F238E27FC236}">
                      <a16:creationId xmlns:a16="http://schemas.microsoft.com/office/drawing/2014/main" id="{B5444855-6C50-C245-801D-97A0221F20C4}"/>
                    </a:ext>
                  </a:extLst>
                </p:cNvPr>
                <p:cNvSpPr>
                  <a:spLocks/>
                </p:cNvSpPr>
                <p:nvPr/>
              </p:nvSpPr>
              <p:spPr bwMode="auto">
                <a:xfrm>
                  <a:off x="4151" y="3641"/>
                  <a:ext cx="419" cy="249"/>
                </a:xfrm>
                <a:custGeom>
                  <a:avLst/>
                  <a:gdLst>
                    <a:gd name="T0" fmla="*/ 268 w 837"/>
                    <a:gd name="T1" fmla="*/ 0 h 498"/>
                    <a:gd name="T2" fmla="*/ 239 w 837"/>
                    <a:gd name="T3" fmla="*/ 10 h 498"/>
                    <a:gd name="T4" fmla="*/ 216 w 837"/>
                    <a:gd name="T5" fmla="*/ 20 h 498"/>
                    <a:gd name="T6" fmla="*/ 198 w 837"/>
                    <a:gd name="T7" fmla="*/ 28 h 498"/>
                    <a:gd name="T8" fmla="*/ 183 w 837"/>
                    <a:gd name="T9" fmla="*/ 37 h 498"/>
                    <a:gd name="T10" fmla="*/ 169 w 837"/>
                    <a:gd name="T11" fmla="*/ 47 h 498"/>
                    <a:gd name="T12" fmla="*/ 155 w 837"/>
                    <a:gd name="T13" fmla="*/ 62 h 498"/>
                    <a:gd name="T14" fmla="*/ 140 w 837"/>
                    <a:gd name="T15" fmla="*/ 80 h 498"/>
                    <a:gd name="T16" fmla="*/ 122 w 837"/>
                    <a:gd name="T17" fmla="*/ 104 h 498"/>
                    <a:gd name="T18" fmla="*/ 114 w 837"/>
                    <a:gd name="T19" fmla="*/ 98 h 498"/>
                    <a:gd name="T20" fmla="*/ 106 w 837"/>
                    <a:gd name="T21" fmla="*/ 92 h 498"/>
                    <a:gd name="T22" fmla="*/ 98 w 837"/>
                    <a:gd name="T23" fmla="*/ 85 h 498"/>
                    <a:gd name="T24" fmla="*/ 90 w 837"/>
                    <a:gd name="T25" fmla="*/ 79 h 498"/>
                    <a:gd name="T26" fmla="*/ 82 w 837"/>
                    <a:gd name="T27" fmla="*/ 73 h 498"/>
                    <a:gd name="T28" fmla="*/ 74 w 837"/>
                    <a:gd name="T29" fmla="*/ 67 h 498"/>
                    <a:gd name="T30" fmla="*/ 66 w 837"/>
                    <a:gd name="T31" fmla="*/ 60 h 498"/>
                    <a:gd name="T32" fmla="*/ 58 w 837"/>
                    <a:gd name="T33" fmla="*/ 54 h 498"/>
                    <a:gd name="T34" fmla="*/ 53 w 837"/>
                    <a:gd name="T35" fmla="*/ 57 h 498"/>
                    <a:gd name="T36" fmla="*/ 47 w 837"/>
                    <a:gd name="T37" fmla="*/ 62 h 498"/>
                    <a:gd name="T38" fmla="*/ 38 w 837"/>
                    <a:gd name="T39" fmla="*/ 68 h 498"/>
                    <a:gd name="T40" fmla="*/ 29 w 837"/>
                    <a:gd name="T41" fmla="*/ 74 h 498"/>
                    <a:gd name="T42" fmla="*/ 19 w 837"/>
                    <a:gd name="T43" fmla="*/ 80 h 498"/>
                    <a:gd name="T44" fmla="*/ 11 w 837"/>
                    <a:gd name="T45" fmla="*/ 85 h 498"/>
                    <a:gd name="T46" fmla="*/ 4 w 837"/>
                    <a:gd name="T47" fmla="*/ 90 h 498"/>
                    <a:gd name="T48" fmla="*/ 0 w 837"/>
                    <a:gd name="T49" fmla="*/ 95 h 498"/>
                    <a:gd name="T50" fmla="*/ 20 w 837"/>
                    <a:gd name="T51" fmla="*/ 114 h 498"/>
                    <a:gd name="T52" fmla="*/ 43 w 837"/>
                    <a:gd name="T53" fmla="*/ 136 h 498"/>
                    <a:gd name="T54" fmla="*/ 66 w 837"/>
                    <a:gd name="T55" fmla="*/ 157 h 498"/>
                    <a:gd name="T56" fmla="*/ 90 w 837"/>
                    <a:gd name="T57" fmla="*/ 179 h 498"/>
                    <a:gd name="T58" fmla="*/ 114 w 837"/>
                    <a:gd name="T59" fmla="*/ 199 h 498"/>
                    <a:gd name="T60" fmla="*/ 139 w 837"/>
                    <a:gd name="T61" fmla="*/ 218 h 498"/>
                    <a:gd name="T62" fmla="*/ 162 w 837"/>
                    <a:gd name="T63" fmla="*/ 233 h 498"/>
                    <a:gd name="T64" fmla="*/ 186 w 837"/>
                    <a:gd name="T65" fmla="*/ 246 h 498"/>
                    <a:gd name="T66" fmla="*/ 204 w 837"/>
                    <a:gd name="T67" fmla="*/ 249 h 498"/>
                    <a:gd name="T68" fmla="*/ 219 w 837"/>
                    <a:gd name="T69" fmla="*/ 248 h 498"/>
                    <a:gd name="T70" fmla="*/ 230 w 837"/>
                    <a:gd name="T71" fmla="*/ 241 h 498"/>
                    <a:gd name="T72" fmla="*/ 239 w 837"/>
                    <a:gd name="T73" fmla="*/ 231 h 498"/>
                    <a:gd name="T74" fmla="*/ 243 w 837"/>
                    <a:gd name="T75" fmla="*/ 216 h 498"/>
                    <a:gd name="T76" fmla="*/ 245 w 837"/>
                    <a:gd name="T77" fmla="*/ 199 h 498"/>
                    <a:gd name="T78" fmla="*/ 242 w 837"/>
                    <a:gd name="T79" fmla="*/ 178 h 498"/>
                    <a:gd name="T80" fmla="*/ 236 w 837"/>
                    <a:gd name="T81" fmla="*/ 154 h 498"/>
                    <a:gd name="T82" fmla="*/ 258 w 837"/>
                    <a:gd name="T83" fmla="*/ 123 h 498"/>
                    <a:gd name="T84" fmla="*/ 279 w 837"/>
                    <a:gd name="T85" fmla="*/ 106 h 498"/>
                    <a:gd name="T86" fmla="*/ 298 w 837"/>
                    <a:gd name="T87" fmla="*/ 97 h 498"/>
                    <a:gd name="T88" fmla="*/ 317 w 837"/>
                    <a:gd name="T89" fmla="*/ 97 h 498"/>
                    <a:gd name="T90" fmla="*/ 337 w 837"/>
                    <a:gd name="T91" fmla="*/ 101 h 498"/>
                    <a:gd name="T92" fmla="*/ 361 w 837"/>
                    <a:gd name="T93" fmla="*/ 107 h 498"/>
                    <a:gd name="T94" fmla="*/ 387 w 837"/>
                    <a:gd name="T95" fmla="*/ 113 h 498"/>
                    <a:gd name="T96" fmla="*/ 419 w 837"/>
                    <a:gd name="T97" fmla="*/ 116 h 498"/>
                    <a:gd name="T98" fmla="*/ 400 w 837"/>
                    <a:gd name="T99" fmla="*/ 102 h 498"/>
                    <a:gd name="T100" fmla="*/ 382 w 837"/>
                    <a:gd name="T101" fmla="*/ 87 h 498"/>
                    <a:gd name="T102" fmla="*/ 362 w 837"/>
                    <a:gd name="T103" fmla="*/ 72 h 498"/>
                    <a:gd name="T104" fmla="*/ 344 w 837"/>
                    <a:gd name="T105" fmla="*/ 57 h 498"/>
                    <a:gd name="T106" fmla="*/ 324 w 837"/>
                    <a:gd name="T107" fmla="*/ 42 h 498"/>
                    <a:gd name="T108" fmla="*/ 305 w 837"/>
                    <a:gd name="T109" fmla="*/ 27 h 498"/>
                    <a:gd name="T110" fmla="*/ 285 w 837"/>
                    <a:gd name="T111" fmla="*/ 13 h 498"/>
                    <a:gd name="T112" fmla="*/ 268 w 837"/>
                    <a:gd name="T113" fmla="*/ 0 h 4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98"/>
                    <a:gd name="T173" fmla="*/ 837 w 837"/>
                    <a:gd name="T174" fmla="*/ 498 h 49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98">
                      <a:moveTo>
                        <a:pt x="535" y="0"/>
                      </a:moveTo>
                      <a:lnTo>
                        <a:pt x="477" y="20"/>
                      </a:lnTo>
                      <a:lnTo>
                        <a:pt x="432" y="39"/>
                      </a:lnTo>
                      <a:lnTo>
                        <a:pt x="395" y="55"/>
                      </a:lnTo>
                      <a:lnTo>
                        <a:pt x="366" y="74"/>
                      </a:lnTo>
                      <a:lnTo>
                        <a:pt x="337" y="94"/>
                      </a:lnTo>
                      <a:lnTo>
                        <a:pt x="309" y="123"/>
                      </a:lnTo>
                      <a:lnTo>
                        <a:pt x="279" y="159"/>
                      </a:lnTo>
                      <a:lnTo>
                        <a:pt x="244" y="208"/>
                      </a:lnTo>
                      <a:lnTo>
                        <a:pt x="228" y="196"/>
                      </a:lnTo>
                      <a:lnTo>
                        <a:pt x="212" y="183"/>
                      </a:lnTo>
                      <a:lnTo>
                        <a:pt x="195" y="170"/>
                      </a:lnTo>
                      <a:lnTo>
                        <a:pt x="180" y="158"/>
                      </a:lnTo>
                      <a:lnTo>
                        <a:pt x="164" y="145"/>
                      </a:lnTo>
                      <a:lnTo>
                        <a:pt x="148" y="133"/>
                      </a:lnTo>
                      <a:lnTo>
                        <a:pt x="131" y="120"/>
                      </a:lnTo>
                      <a:lnTo>
                        <a:pt x="116" y="108"/>
                      </a:lnTo>
                      <a:lnTo>
                        <a:pt x="106" y="114"/>
                      </a:lnTo>
                      <a:lnTo>
                        <a:pt x="94" y="125"/>
                      </a:lnTo>
                      <a:lnTo>
                        <a:pt x="75" y="135"/>
                      </a:lnTo>
                      <a:lnTo>
                        <a:pt x="57" y="148"/>
                      </a:lnTo>
                      <a:lnTo>
                        <a:pt x="38" y="159"/>
                      </a:lnTo>
                      <a:lnTo>
                        <a:pt x="21" y="170"/>
                      </a:lnTo>
                      <a:lnTo>
                        <a:pt x="7" y="180"/>
                      </a:lnTo>
                      <a:lnTo>
                        <a:pt x="0" y="189"/>
                      </a:lnTo>
                      <a:lnTo>
                        <a:pt x="40" y="228"/>
                      </a:lnTo>
                      <a:lnTo>
                        <a:pt x="85" y="271"/>
                      </a:lnTo>
                      <a:lnTo>
                        <a:pt x="131" y="313"/>
                      </a:lnTo>
                      <a:lnTo>
                        <a:pt x="180" y="357"/>
                      </a:lnTo>
                      <a:lnTo>
                        <a:pt x="228" y="397"/>
                      </a:lnTo>
                      <a:lnTo>
                        <a:pt x="277" y="435"/>
                      </a:lnTo>
                      <a:lnTo>
                        <a:pt x="324" y="466"/>
                      </a:lnTo>
                      <a:lnTo>
                        <a:pt x="372" y="491"/>
                      </a:lnTo>
                      <a:lnTo>
                        <a:pt x="407" y="498"/>
                      </a:lnTo>
                      <a:lnTo>
                        <a:pt x="437" y="495"/>
                      </a:lnTo>
                      <a:lnTo>
                        <a:pt x="460" y="481"/>
                      </a:lnTo>
                      <a:lnTo>
                        <a:pt x="477" y="461"/>
                      </a:lnTo>
                      <a:lnTo>
                        <a:pt x="486" y="432"/>
                      </a:lnTo>
                      <a:lnTo>
                        <a:pt x="489" y="397"/>
                      </a:lnTo>
                      <a:lnTo>
                        <a:pt x="484" y="355"/>
                      </a:lnTo>
                      <a:lnTo>
                        <a:pt x="471" y="308"/>
                      </a:lnTo>
                      <a:lnTo>
                        <a:pt x="516" y="246"/>
                      </a:lnTo>
                      <a:lnTo>
                        <a:pt x="558" y="211"/>
                      </a:lnTo>
                      <a:lnTo>
                        <a:pt x="595" y="194"/>
                      </a:lnTo>
                      <a:lnTo>
                        <a:pt x="634" y="194"/>
                      </a:lnTo>
                      <a:lnTo>
                        <a:pt x="674" y="202"/>
                      </a:lnTo>
                      <a:lnTo>
                        <a:pt x="721" y="214"/>
                      </a:lnTo>
                      <a:lnTo>
                        <a:pt x="773" y="226"/>
                      </a:lnTo>
                      <a:lnTo>
                        <a:pt x="837" y="231"/>
                      </a:lnTo>
                      <a:lnTo>
                        <a:pt x="800" y="203"/>
                      </a:lnTo>
                      <a:lnTo>
                        <a:pt x="763" y="174"/>
                      </a:lnTo>
                      <a:lnTo>
                        <a:pt x="724" y="144"/>
                      </a:lnTo>
                      <a:lnTo>
                        <a:pt x="687" y="114"/>
                      </a:lnTo>
                      <a:lnTo>
                        <a:pt x="647" y="83"/>
                      </a:lnTo>
                      <a:lnTo>
                        <a:pt x="609" y="54"/>
                      </a:lnTo>
                      <a:lnTo>
                        <a:pt x="570" y="25"/>
                      </a:lnTo>
                      <a:lnTo>
                        <a:pt x="535" y="0"/>
                      </a:lnTo>
                      <a:close/>
                    </a:path>
                  </a:pathLst>
                </a:custGeom>
                <a:solidFill>
                  <a:srgbClr val="8C9E9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0" name="Freeform 19">
                  <a:extLst>
                    <a:ext uri="{FF2B5EF4-FFF2-40B4-BE49-F238E27FC236}">
                      <a16:creationId xmlns:a16="http://schemas.microsoft.com/office/drawing/2014/main" id="{262815F5-640A-FB49-96A9-3F1AB4928407}"/>
                    </a:ext>
                  </a:extLst>
                </p:cNvPr>
                <p:cNvSpPr>
                  <a:spLocks/>
                </p:cNvSpPr>
                <p:nvPr/>
              </p:nvSpPr>
              <p:spPr bwMode="auto">
                <a:xfrm>
                  <a:off x="4151" y="3644"/>
                  <a:ext cx="419" cy="245"/>
                </a:xfrm>
                <a:custGeom>
                  <a:avLst/>
                  <a:gdLst>
                    <a:gd name="T0" fmla="*/ 273 w 837"/>
                    <a:gd name="T1" fmla="*/ 0 h 489"/>
                    <a:gd name="T2" fmla="*/ 244 w 837"/>
                    <a:gd name="T3" fmla="*/ 11 h 489"/>
                    <a:gd name="T4" fmla="*/ 221 w 837"/>
                    <a:gd name="T5" fmla="*/ 20 h 489"/>
                    <a:gd name="T6" fmla="*/ 202 w 837"/>
                    <a:gd name="T7" fmla="*/ 29 h 489"/>
                    <a:gd name="T8" fmla="*/ 186 w 837"/>
                    <a:gd name="T9" fmla="*/ 39 h 489"/>
                    <a:gd name="T10" fmla="*/ 172 w 837"/>
                    <a:gd name="T11" fmla="*/ 51 h 489"/>
                    <a:gd name="T12" fmla="*/ 158 w 837"/>
                    <a:gd name="T13" fmla="*/ 65 h 489"/>
                    <a:gd name="T14" fmla="*/ 142 w 837"/>
                    <a:gd name="T15" fmla="*/ 84 h 489"/>
                    <a:gd name="T16" fmla="*/ 125 w 837"/>
                    <a:gd name="T17" fmla="*/ 108 h 489"/>
                    <a:gd name="T18" fmla="*/ 116 w 837"/>
                    <a:gd name="T19" fmla="*/ 101 h 489"/>
                    <a:gd name="T20" fmla="*/ 107 w 837"/>
                    <a:gd name="T21" fmla="*/ 95 h 489"/>
                    <a:gd name="T22" fmla="*/ 98 w 837"/>
                    <a:gd name="T23" fmla="*/ 88 h 489"/>
                    <a:gd name="T24" fmla="*/ 89 w 837"/>
                    <a:gd name="T25" fmla="*/ 82 h 489"/>
                    <a:gd name="T26" fmla="*/ 80 w 837"/>
                    <a:gd name="T27" fmla="*/ 74 h 489"/>
                    <a:gd name="T28" fmla="*/ 71 w 837"/>
                    <a:gd name="T29" fmla="*/ 68 h 489"/>
                    <a:gd name="T30" fmla="*/ 62 w 837"/>
                    <a:gd name="T31" fmla="*/ 61 h 489"/>
                    <a:gd name="T32" fmla="*/ 54 w 837"/>
                    <a:gd name="T33" fmla="*/ 56 h 489"/>
                    <a:gd name="T34" fmla="*/ 50 w 837"/>
                    <a:gd name="T35" fmla="*/ 59 h 489"/>
                    <a:gd name="T36" fmla="*/ 43 w 837"/>
                    <a:gd name="T37" fmla="*/ 63 h 489"/>
                    <a:gd name="T38" fmla="*/ 35 w 837"/>
                    <a:gd name="T39" fmla="*/ 67 h 489"/>
                    <a:gd name="T40" fmla="*/ 27 w 837"/>
                    <a:gd name="T41" fmla="*/ 73 h 489"/>
                    <a:gd name="T42" fmla="*/ 18 w 837"/>
                    <a:gd name="T43" fmla="*/ 78 h 489"/>
                    <a:gd name="T44" fmla="*/ 10 w 837"/>
                    <a:gd name="T45" fmla="*/ 83 h 489"/>
                    <a:gd name="T46" fmla="*/ 4 w 837"/>
                    <a:gd name="T47" fmla="*/ 87 h 489"/>
                    <a:gd name="T48" fmla="*/ 0 w 837"/>
                    <a:gd name="T49" fmla="*/ 92 h 489"/>
                    <a:gd name="T50" fmla="*/ 20 w 837"/>
                    <a:gd name="T51" fmla="*/ 111 h 489"/>
                    <a:gd name="T52" fmla="*/ 43 w 837"/>
                    <a:gd name="T53" fmla="*/ 133 h 489"/>
                    <a:gd name="T54" fmla="*/ 66 w 837"/>
                    <a:gd name="T55" fmla="*/ 154 h 489"/>
                    <a:gd name="T56" fmla="*/ 90 w 837"/>
                    <a:gd name="T57" fmla="*/ 175 h 489"/>
                    <a:gd name="T58" fmla="*/ 114 w 837"/>
                    <a:gd name="T59" fmla="*/ 195 h 489"/>
                    <a:gd name="T60" fmla="*/ 139 w 837"/>
                    <a:gd name="T61" fmla="*/ 214 h 489"/>
                    <a:gd name="T62" fmla="*/ 162 w 837"/>
                    <a:gd name="T63" fmla="*/ 229 h 489"/>
                    <a:gd name="T64" fmla="*/ 186 w 837"/>
                    <a:gd name="T65" fmla="*/ 242 h 489"/>
                    <a:gd name="T66" fmla="*/ 203 w 837"/>
                    <a:gd name="T67" fmla="*/ 245 h 489"/>
                    <a:gd name="T68" fmla="*/ 218 w 837"/>
                    <a:gd name="T69" fmla="*/ 244 h 489"/>
                    <a:gd name="T70" fmla="*/ 230 w 837"/>
                    <a:gd name="T71" fmla="*/ 237 h 489"/>
                    <a:gd name="T72" fmla="*/ 238 w 837"/>
                    <a:gd name="T73" fmla="*/ 227 h 489"/>
                    <a:gd name="T74" fmla="*/ 243 w 837"/>
                    <a:gd name="T75" fmla="*/ 213 h 489"/>
                    <a:gd name="T76" fmla="*/ 244 w 837"/>
                    <a:gd name="T77" fmla="*/ 196 h 489"/>
                    <a:gd name="T78" fmla="*/ 241 w 837"/>
                    <a:gd name="T79" fmla="*/ 175 h 489"/>
                    <a:gd name="T80" fmla="*/ 236 w 837"/>
                    <a:gd name="T81" fmla="*/ 151 h 489"/>
                    <a:gd name="T82" fmla="*/ 258 w 837"/>
                    <a:gd name="T83" fmla="*/ 120 h 489"/>
                    <a:gd name="T84" fmla="*/ 279 w 837"/>
                    <a:gd name="T85" fmla="*/ 103 h 489"/>
                    <a:gd name="T86" fmla="*/ 298 w 837"/>
                    <a:gd name="T87" fmla="*/ 94 h 489"/>
                    <a:gd name="T88" fmla="*/ 317 w 837"/>
                    <a:gd name="T89" fmla="*/ 94 h 489"/>
                    <a:gd name="T90" fmla="*/ 337 w 837"/>
                    <a:gd name="T91" fmla="*/ 98 h 489"/>
                    <a:gd name="T92" fmla="*/ 361 w 837"/>
                    <a:gd name="T93" fmla="*/ 104 h 489"/>
                    <a:gd name="T94" fmla="*/ 387 w 837"/>
                    <a:gd name="T95" fmla="*/ 110 h 489"/>
                    <a:gd name="T96" fmla="*/ 419 w 837"/>
                    <a:gd name="T97" fmla="*/ 113 h 489"/>
                    <a:gd name="T98" fmla="*/ 401 w 837"/>
                    <a:gd name="T99" fmla="*/ 99 h 489"/>
                    <a:gd name="T100" fmla="*/ 383 w 837"/>
                    <a:gd name="T101" fmla="*/ 85 h 489"/>
                    <a:gd name="T102" fmla="*/ 364 w 837"/>
                    <a:gd name="T103" fmla="*/ 71 h 489"/>
                    <a:gd name="T104" fmla="*/ 346 w 837"/>
                    <a:gd name="T105" fmla="*/ 56 h 489"/>
                    <a:gd name="T106" fmla="*/ 327 w 837"/>
                    <a:gd name="T107" fmla="*/ 41 h 489"/>
                    <a:gd name="T108" fmla="*/ 309 w 837"/>
                    <a:gd name="T109" fmla="*/ 27 h 489"/>
                    <a:gd name="T110" fmla="*/ 290 w 837"/>
                    <a:gd name="T111" fmla="*/ 13 h 489"/>
                    <a:gd name="T112" fmla="*/ 273 w 837"/>
                    <a:gd name="T113" fmla="*/ 0 h 48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89"/>
                    <a:gd name="T173" fmla="*/ 837 w 837"/>
                    <a:gd name="T174" fmla="*/ 489 h 48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89">
                      <a:moveTo>
                        <a:pt x="545" y="0"/>
                      </a:moveTo>
                      <a:lnTo>
                        <a:pt x="487" y="22"/>
                      </a:lnTo>
                      <a:lnTo>
                        <a:pt x="441" y="40"/>
                      </a:lnTo>
                      <a:lnTo>
                        <a:pt x="403" y="58"/>
                      </a:lnTo>
                      <a:lnTo>
                        <a:pt x="372" y="78"/>
                      </a:lnTo>
                      <a:lnTo>
                        <a:pt x="343" y="101"/>
                      </a:lnTo>
                      <a:lnTo>
                        <a:pt x="316" y="129"/>
                      </a:lnTo>
                      <a:lnTo>
                        <a:pt x="284" y="167"/>
                      </a:lnTo>
                      <a:lnTo>
                        <a:pt x="249" y="216"/>
                      </a:lnTo>
                      <a:lnTo>
                        <a:pt x="232" y="202"/>
                      </a:lnTo>
                      <a:lnTo>
                        <a:pt x="214" y="190"/>
                      </a:lnTo>
                      <a:lnTo>
                        <a:pt x="195" y="176"/>
                      </a:lnTo>
                      <a:lnTo>
                        <a:pt x="178" y="163"/>
                      </a:lnTo>
                      <a:lnTo>
                        <a:pt x="159" y="148"/>
                      </a:lnTo>
                      <a:lnTo>
                        <a:pt x="141" y="136"/>
                      </a:lnTo>
                      <a:lnTo>
                        <a:pt x="123" y="122"/>
                      </a:lnTo>
                      <a:lnTo>
                        <a:pt x="107" y="111"/>
                      </a:lnTo>
                      <a:lnTo>
                        <a:pt x="99" y="117"/>
                      </a:lnTo>
                      <a:lnTo>
                        <a:pt x="86" y="126"/>
                      </a:lnTo>
                      <a:lnTo>
                        <a:pt x="70" y="134"/>
                      </a:lnTo>
                      <a:lnTo>
                        <a:pt x="54" y="146"/>
                      </a:lnTo>
                      <a:lnTo>
                        <a:pt x="35" y="156"/>
                      </a:lnTo>
                      <a:lnTo>
                        <a:pt x="20" y="166"/>
                      </a:lnTo>
                      <a:lnTo>
                        <a:pt x="7" y="174"/>
                      </a:lnTo>
                      <a:lnTo>
                        <a:pt x="0" y="183"/>
                      </a:lnTo>
                      <a:lnTo>
                        <a:pt x="40" y="222"/>
                      </a:lnTo>
                      <a:lnTo>
                        <a:pt x="85" y="265"/>
                      </a:lnTo>
                      <a:lnTo>
                        <a:pt x="131" y="307"/>
                      </a:lnTo>
                      <a:lnTo>
                        <a:pt x="180" y="350"/>
                      </a:lnTo>
                      <a:lnTo>
                        <a:pt x="228" y="390"/>
                      </a:lnTo>
                      <a:lnTo>
                        <a:pt x="277" y="428"/>
                      </a:lnTo>
                      <a:lnTo>
                        <a:pt x="324" y="458"/>
                      </a:lnTo>
                      <a:lnTo>
                        <a:pt x="372" y="483"/>
                      </a:lnTo>
                      <a:lnTo>
                        <a:pt x="406" y="489"/>
                      </a:lnTo>
                      <a:lnTo>
                        <a:pt x="436" y="487"/>
                      </a:lnTo>
                      <a:lnTo>
                        <a:pt x="459" y="474"/>
                      </a:lnTo>
                      <a:lnTo>
                        <a:pt x="476" y="454"/>
                      </a:lnTo>
                      <a:lnTo>
                        <a:pt x="485" y="425"/>
                      </a:lnTo>
                      <a:lnTo>
                        <a:pt x="487" y="391"/>
                      </a:lnTo>
                      <a:lnTo>
                        <a:pt x="482" y="349"/>
                      </a:lnTo>
                      <a:lnTo>
                        <a:pt x="471" y="302"/>
                      </a:lnTo>
                      <a:lnTo>
                        <a:pt x="516" y="240"/>
                      </a:lnTo>
                      <a:lnTo>
                        <a:pt x="558" y="205"/>
                      </a:lnTo>
                      <a:lnTo>
                        <a:pt x="595" y="188"/>
                      </a:lnTo>
                      <a:lnTo>
                        <a:pt x="634" y="188"/>
                      </a:lnTo>
                      <a:lnTo>
                        <a:pt x="674" y="196"/>
                      </a:lnTo>
                      <a:lnTo>
                        <a:pt x="721" y="208"/>
                      </a:lnTo>
                      <a:lnTo>
                        <a:pt x="773" y="220"/>
                      </a:lnTo>
                      <a:lnTo>
                        <a:pt x="837" y="225"/>
                      </a:lnTo>
                      <a:lnTo>
                        <a:pt x="801" y="197"/>
                      </a:lnTo>
                      <a:lnTo>
                        <a:pt x="765" y="169"/>
                      </a:lnTo>
                      <a:lnTo>
                        <a:pt x="727" y="141"/>
                      </a:lnTo>
                      <a:lnTo>
                        <a:pt x="691" y="112"/>
                      </a:lnTo>
                      <a:lnTo>
                        <a:pt x="653" y="82"/>
                      </a:lnTo>
                      <a:lnTo>
                        <a:pt x="617" y="54"/>
                      </a:lnTo>
                      <a:lnTo>
                        <a:pt x="579" y="25"/>
                      </a:lnTo>
                      <a:lnTo>
                        <a:pt x="545" y="0"/>
                      </a:lnTo>
                      <a:close/>
                    </a:path>
                  </a:pathLst>
                </a:custGeom>
                <a:solidFill>
                  <a:srgbClr val="91A3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1" name="Freeform 20">
                  <a:extLst>
                    <a:ext uri="{FF2B5EF4-FFF2-40B4-BE49-F238E27FC236}">
                      <a16:creationId xmlns:a16="http://schemas.microsoft.com/office/drawing/2014/main" id="{91BF3CE8-434D-EC42-9D1D-38C7FC5D48E5}"/>
                    </a:ext>
                  </a:extLst>
                </p:cNvPr>
                <p:cNvSpPr>
                  <a:spLocks/>
                </p:cNvSpPr>
                <p:nvPr/>
              </p:nvSpPr>
              <p:spPr bwMode="auto">
                <a:xfrm>
                  <a:off x="4151" y="3648"/>
                  <a:ext cx="419" cy="239"/>
                </a:xfrm>
                <a:custGeom>
                  <a:avLst/>
                  <a:gdLst>
                    <a:gd name="T0" fmla="*/ 277 w 837"/>
                    <a:gd name="T1" fmla="*/ 0 h 479"/>
                    <a:gd name="T2" fmla="*/ 248 w 837"/>
                    <a:gd name="T3" fmla="*/ 10 h 479"/>
                    <a:gd name="T4" fmla="*/ 225 w 837"/>
                    <a:gd name="T5" fmla="*/ 20 h 479"/>
                    <a:gd name="T6" fmla="*/ 206 w 837"/>
                    <a:gd name="T7" fmla="*/ 29 h 479"/>
                    <a:gd name="T8" fmla="*/ 191 w 837"/>
                    <a:gd name="T9" fmla="*/ 40 h 479"/>
                    <a:gd name="T10" fmla="*/ 175 w 837"/>
                    <a:gd name="T11" fmla="*/ 52 h 479"/>
                    <a:gd name="T12" fmla="*/ 161 w 837"/>
                    <a:gd name="T13" fmla="*/ 67 h 479"/>
                    <a:gd name="T14" fmla="*/ 145 w 837"/>
                    <a:gd name="T15" fmla="*/ 86 h 479"/>
                    <a:gd name="T16" fmla="*/ 127 w 837"/>
                    <a:gd name="T17" fmla="*/ 111 h 479"/>
                    <a:gd name="T18" fmla="*/ 118 w 837"/>
                    <a:gd name="T19" fmla="*/ 104 h 479"/>
                    <a:gd name="T20" fmla="*/ 109 w 837"/>
                    <a:gd name="T21" fmla="*/ 97 h 479"/>
                    <a:gd name="T22" fmla="*/ 98 w 837"/>
                    <a:gd name="T23" fmla="*/ 89 h 479"/>
                    <a:gd name="T24" fmla="*/ 88 w 837"/>
                    <a:gd name="T25" fmla="*/ 82 h 479"/>
                    <a:gd name="T26" fmla="*/ 78 w 837"/>
                    <a:gd name="T27" fmla="*/ 75 h 479"/>
                    <a:gd name="T28" fmla="*/ 68 w 837"/>
                    <a:gd name="T29" fmla="*/ 68 h 479"/>
                    <a:gd name="T30" fmla="*/ 58 w 837"/>
                    <a:gd name="T31" fmla="*/ 60 h 479"/>
                    <a:gd name="T32" fmla="*/ 50 w 837"/>
                    <a:gd name="T33" fmla="*/ 55 h 479"/>
                    <a:gd name="T34" fmla="*/ 45 w 837"/>
                    <a:gd name="T35" fmla="*/ 58 h 479"/>
                    <a:gd name="T36" fmla="*/ 40 w 837"/>
                    <a:gd name="T37" fmla="*/ 62 h 479"/>
                    <a:gd name="T38" fmla="*/ 32 w 837"/>
                    <a:gd name="T39" fmla="*/ 66 h 479"/>
                    <a:gd name="T40" fmla="*/ 25 w 837"/>
                    <a:gd name="T41" fmla="*/ 71 h 479"/>
                    <a:gd name="T42" fmla="*/ 16 w 837"/>
                    <a:gd name="T43" fmla="*/ 75 h 479"/>
                    <a:gd name="T44" fmla="*/ 9 w 837"/>
                    <a:gd name="T45" fmla="*/ 79 h 479"/>
                    <a:gd name="T46" fmla="*/ 4 w 837"/>
                    <a:gd name="T47" fmla="*/ 83 h 479"/>
                    <a:gd name="T48" fmla="*/ 0 w 837"/>
                    <a:gd name="T49" fmla="*/ 87 h 479"/>
                    <a:gd name="T50" fmla="*/ 20 w 837"/>
                    <a:gd name="T51" fmla="*/ 107 h 479"/>
                    <a:gd name="T52" fmla="*/ 43 w 837"/>
                    <a:gd name="T53" fmla="*/ 127 h 479"/>
                    <a:gd name="T54" fmla="*/ 66 w 837"/>
                    <a:gd name="T55" fmla="*/ 149 h 479"/>
                    <a:gd name="T56" fmla="*/ 90 w 837"/>
                    <a:gd name="T57" fmla="*/ 170 h 479"/>
                    <a:gd name="T58" fmla="*/ 114 w 837"/>
                    <a:gd name="T59" fmla="*/ 190 h 479"/>
                    <a:gd name="T60" fmla="*/ 139 w 837"/>
                    <a:gd name="T61" fmla="*/ 208 h 479"/>
                    <a:gd name="T62" fmla="*/ 162 w 837"/>
                    <a:gd name="T63" fmla="*/ 224 h 479"/>
                    <a:gd name="T64" fmla="*/ 187 w 837"/>
                    <a:gd name="T65" fmla="*/ 237 h 479"/>
                    <a:gd name="T66" fmla="*/ 203 w 837"/>
                    <a:gd name="T67" fmla="*/ 239 h 479"/>
                    <a:gd name="T68" fmla="*/ 218 w 837"/>
                    <a:gd name="T69" fmla="*/ 238 h 479"/>
                    <a:gd name="T70" fmla="*/ 228 w 837"/>
                    <a:gd name="T71" fmla="*/ 231 h 479"/>
                    <a:gd name="T72" fmla="*/ 238 w 837"/>
                    <a:gd name="T73" fmla="*/ 222 h 479"/>
                    <a:gd name="T74" fmla="*/ 242 w 837"/>
                    <a:gd name="T75" fmla="*/ 208 h 479"/>
                    <a:gd name="T76" fmla="*/ 244 w 837"/>
                    <a:gd name="T77" fmla="*/ 191 h 479"/>
                    <a:gd name="T78" fmla="*/ 241 w 837"/>
                    <a:gd name="T79" fmla="*/ 170 h 479"/>
                    <a:gd name="T80" fmla="*/ 236 w 837"/>
                    <a:gd name="T81" fmla="*/ 147 h 479"/>
                    <a:gd name="T82" fmla="*/ 258 w 837"/>
                    <a:gd name="T83" fmla="*/ 116 h 479"/>
                    <a:gd name="T84" fmla="*/ 279 w 837"/>
                    <a:gd name="T85" fmla="*/ 98 h 479"/>
                    <a:gd name="T86" fmla="*/ 298 w 837"/>
                    <a:gd name="T87" fmla="*/ 90 h 479"/>
                    <a:gd name="T88" fmla="*/ 317 w 837"/>
                    <a:gd name="T89" fmla="*/ 90 h 479"/>
                    <a:gd name="T90" fmla="*/ 337 w 837"/>
                    <a:gd name="T91" fmla="*/ 94 h 479"/>
                    <a:gd name="T92" fmla="*/ 361 w 837"/>
                    <a:gd name="T93" fmla="*/ 100 h 479"/>
                    <a:gd name="T94" fmla="*/ 387 w 837"/>
                    <a:gd name="T95" fmla="*/ 106 h 479"/>
                    <a:gd name="T96" fmla="*/ 419 w 837"/>
                    <a:gd name="T97" fmla="*/ 108 h 479"/>
                    <a:gd name="T98" fmla="*/ 401 w 837"/>
                    <a:gd name="T99" fmla="*/ 94 h 479"/>
                    <a:gd name="T100" fmla="*/ 383 w 837"/>
                    <a:gd name="T101" fmla="*/ 81 h 479"/>
                    <a:gd name="T102" fmla="*/ 366 w 837"/>
                    <a:gd name="T103" fmla="*/ 67 h 479"/>
                    <a:gd name="T104" fmla="*/ 348 w 837"/>
                    <a:gd name="T105" fmla="*/ 54 h 479"/>
                    <a:gd name="T106" fmla="*/ 330 w 837"/>
                    <a:gd name="T107" fmla="*/ 39 h 479"/>
                    <a:gd name="T108" fmla="*/ 312 w 837"/>
                    <a:gd name="T109" fmla="*/ 25 h 479"/>
                    <a:gd name="T110" fmla="*/ 294 w 837"/>
                    <a:gd name="T111" fmla="*/ 12 h 479"/>
                    <a:gd name="T112" fmla="*/ 277 w 837"/>
                    <a:gd name="T113" fmla="*/ 0 h 4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9"/>
                    <a:gd name="T173" fmla="*/ 837 w 837"/>
                    <a:gd name="T174" fmla="*/ 479 h 4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9">
                      <a:moveTo>
                        <a:pt x="554" y="0"/>
                      </a:moveTo>
                      <a:lnTo>
                        <a:pt x="496" y="21"/>
                      </a:lnTo>
                      <a:lnTo>
                        <a:pt x="450" y="41"/>
                      </a:lnTo>
                      <a:lnTo>
                        <a:pt x="412" y="59"/>
                      </a:lnTo>
                      <a:lnTo>
                        <a:pt x="381" y="80"/>
                      </a:lnTo>
                      <a:lnTo>
                        <a:pt x="349" y="104"/>
                      </a:lnTo>
                      <a:lnTo>
                        <a:pt x="321" y="134"/>
                      </a:lnTo>
                      <a:lnTo>
                        <a:pt x="289" y="172"/>
                      </a:lnTo>
                      <a:lnTo>
                        <a:pt x="254" y="222"/>
                      </a:lnTo>
                      <a:lnTo>
                        <a:pt x="235" y="208"/>
                      </a:lnTo>
                      <a:lnTo>
                        <a:pt x="217" y="194"/>
                      </a:lnTo>
                      <a:lnTo>
                        <a:pt x="196" y="179"/>
                      </a:lnTo>
                      <a:lnTo>
                        <a:pt x="176" y="165"/>
                      </a:lnTo>
                      <a:lnTo>
                        <a:pt x="155" y="150"/>
                      </a:lnTo>
                      <a:lnTo>
                        <a:pt x="135" y="136"/>
                      </a:lnTo>
                      <a:lnTo>
                        <a:pt x="115" y="121"/>
                      </a:lnTo>
                      <a:lnTo>
                        <a:pt x="99" y="110"/>
                      </a:lnTo>
                      <a:lnTo>
                        <a:pt x="90" y="116"/>
                      </a:lnTo>
                      <a:lnTo>
                        <a:pt x="79" y="124"/>
                      </a:lnTo>
                      <a:lnTo>
                        <a:pt x="64" y="133"/>
                      </a:lnTo>
                      <a:lnTo>
                        <a:pt x="49" y="143"/>
                      </a:lnTo>
                      <a:lnTo>
                        <a:pt x="32" y="150"/>
                      </a:lnTo>
                      <a:lnTo>
                        <a:pt x="18" y="159"/>
                      </a:lnTo>
                      <a:lnTo>
                        <a:pt x="7" y="166"/>
                      </a:lnTo>
                      <a:lnTo>
                        <a:pt x="0" y="175"/>
                      </a:lnTo>
                      <a:lnTo>
                        <a:pt x="40" y="214"/>
                      </a:lnTo>
                      <a:lnTo>
                        <a:pt x="85" y="255"/>
                      </a:lnTo>
                      <a:lnTo>
                        <a:pt x="131" y="298"/>
                      </a:lnTo>
                      <a:lnTo>
                        <a:pt x="180" y="341"/>
                      </a:lnTo>
                      <a:lnTo>
                        <a:pt x="228" y="381"/>
                      </a:lnTo>
                      <a:lnTo>
                        <a:pt x="277" y="417"/>
                      </a:lnTo>
                      <a:lnTo>
                        <a:pt x="324" y="448"/>
                      </a:lnTo>
                      <a:lnTo>
                        <a:pt x="373" y="474"/>
                      </a:lnTo>
                      <a:lnTo>
                        <a:pt x="406" y="479"/>
                      </a:lnTo>
                      <a:lnTo>
                        <a:pt x="435" y="476"/>
                      </a:lnTo>
                      <a:lnTo>
                        <a:pt x="456" y="463"/>
                      </a:lnTo>
                      <a:lnTo>
                        <a:pt x="475" y="445"/>
                      </a:lnTo>
                      <a:lnTo>
                        <a:pt x="484" y="417"/>
                      </a:lnTo>
                      <a:lnTo>
                        <a:pt x="487" y="382"/>
                      </a:lnTo>
                      <a:lnTo>
                        <a:pt x="482" y="341"/>
                      </a:lnTo>
                      <a:lnTo>
                        <a:pt x="471" y="294"/>
                      </a:lnTo>
                      <a:lnTo>
                        <a:pt x="516" y="232"/>
                      </a:lnTo>
                      <a:lnTo>
                        <a:pt x="558" y="197"/>
                      </a:lnTo>
                      <a:lnTo>
                        <a:pt x="595" y="180"/>
                      </a:lnTo>
                      <a:lnTo>
                        <a:pt x="634" y="180"/>
                      </a:lnTo>
                      <a:lnTo>
                        <a:pt x="674" y="188"/>
                      </a:lnTo>
                      <a:lnTo>
                        <a:pt x="721" y="200"/>
                      </a:lnTo>
                      <a:lnTo>
                        <a:pt x="773" y="212"/>
                      </a:lnTo>
                      <a:lnTo>
                        <a:pt x="837" y="217"/>
                      </a:lnTo>
                      <a:lnTo>
                        <a:pt x="801" y="189"/>
                      </a:lnTo>
                      <a:lnTo>
                        <a:pt x="766" y="163"/>
                      </a:lnTo>
                      <a:lnTo>
                        <a:pt x="731" y="135"/>
                      </a:lnTo>
                      <a:lnTo>
                        <a:pt x="696" y="108"/>
                      </a:lnTo>
                      <a:lnTo>
                        <a:pt x="659" y="79"/>
                      </a:lnTo>
                      <a:lnTo>
                        <a:pt x="624" y="51"/>
                      </a:lnTo>
                      <a:lnTo>
                        <a:pt x="588" y="25"/>
                      </a:lnTo>
                      <a:lnTo>
                        <a:pt x="554" y="0"/>
                      </a:lnTo>
                      <a:close/>
                    </a:path>
                  </a:pathLst>
                </a:custGeom>
                <a:solidFill>
                  <a:srgbClr val="96A8A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2" name="Freeform 21">
                  <a:extLst>
                    <a:ext uri="{FF2B5EF4-FFF2-40B4-BE49-F238E27FC236}">
                      <a16:creationId xmlns:a16="http://schemas.microsoft.com/office/drawing/2014/main" id="{5960F863-39A0-4444-A939-E551EAAACC16}"/>
                    </a:ext>
                  </a:extLst>
                </p:cNvPr>
                <p:cNvSpPr>
                  <a:spLocks/>
                </p:cNvSpPr>
                <p:nvPr/>
              </p:nvSpPr>
              <p:spPr bwMode="auto">
                <a:xfrm>
                  <a:off x="4151" y="3651"/>
                  <a:ext cx="419" cy="235"/>
                </a:xfrm>
                <a:custGeom>
                  <a:avLst/>
                  <a:gdLst>
                    <a:gd name="T0" fmla="*/ 283 w 837"/>
                    <a:gd name="T1" fmla="*/ 0 h 470"/>
                    <a:gd name="T2" fmla="*/ 253 w 837"/>
                    <a:gd name="T3" fmla="*/ 11 h 470"/>
                    <a:gd name="T4" fmla="*/ 230 w 837"/>
                    <a:gd name="T5" fmla="*/ 22 h 470"/>
                    <a:gd name="T6" fmla="*/ 210 w 837"/>
                    <a:gd name="T7" fmla="*/ 30 h 470"/>
                    <a:gd name="T8" fmla="*/ 194 w 837"/>
                    <a:gd name="T9" fmla="*/ 42 h 470"/>
                    <a:gd name="T10" fmla="*/ 178 w 837"/>
                    <a:gd name="T11" fmla="*/ 55 h 470"/>
                    <a:gd name="T12" fmla="*/ 164 w 837"/>
                    <a:gd name="T13" fmla="*/ 70 h 470"/>
                    <a:gd name="T14" fmla="*/ 147 w 837"/>
                    <a:gd name="T15" fmla="*/ 90 h 470"/>
                    <a:gd name="T16" fmla="*/ 130 w 837"/>
                    <a:gd name="T17" fmla="*/ 115 h 470"/>
                    <a:gd name="T18" fmla="*/ 120 w 837"/>
                    <a:gd name="T19" fmla="*/ 107 h 470"/>
                    <a:gd name="T20" fmla="*/ 110 w 837"/>
                    <a:gd name="T21" fmla="*/ 101 h 470"/>
                    <a:gd name="T22" fmla="*/ 98 w 837"/>
                    <a:gd name="T23" fmla="*/ 93 h 470"/>
                    <a:gd name="T24" fmla="*/ 87 w 837"/>
                    <a:gd name="T25" fmla="*/ 86 h 470"/>
                    <a:gd name="T26" fmla="*/ 75 w 837"/>
                    <a:gd name="T27" fmla="*/ 77 h 470"/>
                    <a:gd name="T28" fmla="*/ 64 w 837"/>
                    <a:gd name="T29" fmla="*/ 70 h 470"/>
                    <a:gd name="T30" fmla="*/ 53 w 837"/>
                    <a:gd name="T31" fmla="*/ 62 h 470"/>
                    <a:gd name="T32" fmla="*/ 45 w 837"/>
                    <a:gd name="T33" fmla="*/ 57 h 470"/>
                    <a:gd name="T34" fmla="*/ 41 w 837"/>
                    <a:gd name="T35" fmla="*/ 59 h 470"/>
                    <a:gd name="T36" fmla="*/ 36 w 837"/>
                    <a:gd name="T37" fmla="*/ 63 h 470"/>
                    <a:gd name="T38" fmla="*/ 29 w 837"/>
                    <a:gd name="T39" fmla="*/ 67 h 470"/>
                    <a:gd name="T40" fmla="*/ 23 w 837"/>
                    <a:gd name="T41" fmla="*/ 70 h 470"/>
                    <a:gd name="T42" fmla="*/ 15 w 837"/>
                    <a:gd name="T43" fmla="*/ 74 h 470"/>
                    <a:gd name="T44" fmla="*/ 9 w 837"/>
                    <a:gd name="T45" fmla="*/ 77 h 470"/>
                    <a:gd name="T46" fmla="*/ 3 w 837"/>
                    <a:gd name="T47" fmla="*/ 81 h 470"/>
                    <a:gd name="T48" fmla="*/ 0 w 837"/>
                    <a:gd name="T49" fmla="*/ 85 h 470"/>
                    <a:gd name="T50" fmla="*/ 20 w 837"/>
                    <a:gd name="T51" fmla="*/ 104 h 470"/>
                    <a:gd name="T52" fmla="*/ 43 w 837"/>
                    <a:gd name="T53" fmla="*/ 124 h 470"/>
                    <a:gd name="T54" fmla="*/ 66 w 837"/>
                    <a:gd name="T55" fmla="*/ 146 h 470"/>
                    <a:gd name="T56" fmla="*/ 90 w 837"/>
                    <a:gd name="T57" fmla="*/ 168 h 470"/>
                    <a:gd name="T58" fmla="*/ 114 w 837"/>
                    <a:gd name="T59" fmla="*/ 187 h 470"/>
                    <a:gd name="T60" fmla="*/ 139 w 837"/>
                    <a:gd name="T61" fmla="*/ 205 h 470"/>
                    <a:gd name="T62" fmla="*/ 162 w 837"/>
                    <a:gd name="T63" fmla="*/ 220 h 470"/>
                    <a:gd name="T64" fmla="*/ 187 w 837"/>
                    <a:gd name="T65" fmla="*/ 233 h 470"/>
                    <a:gd name="T66" fmla="*/ 203 w 837"/>
                    <a:gd name="T67" fmla="*/ 235 h 470"/>
                    <a:gd name="T68" fmla="*/ 216 w 837"/>
                    <a:gd name="T69" fmla="*/ 234 h 470"/>
                    <a:gd name="T70" fmla="*/ 227 w 837"/>
                    <a:gd name="T71" fmla="*/ 228 h 470"/>
                    <a:gd name="T72" fmla="*/ 236 w 837"/>
                    <a:gd name="T73" fmla="*/ 220 h 470"/>
                    <a:gd name="T74" fmla="*/ 241 w 837"/>
                    <a:gd name="T75" fmla="*/ 206 h 470"/>
                    <a:gd name="T76" fmla="*/ 243 w 837"/>
                    <a:gd name="T77" fmla="*/ 189 h 470"/>
                    <a:gd name="T78" fmla="*/ 241 w 837"/>
                    <a:gd name="T79" fmla="*/ 168 h 470"/>
                    <a:gd name="T80" fmla="*/ 236 w 837"/>
                    <a:gd name="T81" fmla="*/ 144 h 470"/>
                    <a:gd name="T82" fmla="*/ 258 w 837"/>
                    <a:gd name="T83" fmla="*/ 113 h 470"/>
                    <a:gd name="T84" fmla="*/ 279 w 837"/>
                    <a:gd name="T85" fmla="*/ 96 h 470"/>
                    <a:gd name="T86" fmla="*/ 298 w 837"/>
                    <a:gd name="T87" fmla="*/ 87 h 470"/>
                    <a:gd name="T88" fmla="*/ 317 w 837"/>
                    <a:gd name="T89" fmla="*/ 87 h 470"/>
                    <a:gd name="T90" fmla="*/ 337 w 837"/>
                    <a:gd name="T91" fmla="*/ 91 h 470"/>
                    <a:gd name="T92" fmla="*/ 361 w 837"/>
                    <a:gd name="T93" fmla="*/ 97 h 470"/>
                    <a:gd name="T94" fmla="*/ 387 w 837"/>
                    <a:gd name="T95" fmla="*/ 103 h 470"/>
                    <a:gd name="T96" fmla="*/ 419 w 837"/>
                    <a:gd name="T97" fmla="*/ 106 h 470"/>
                    <a:gd name="T98" fmla="*/ 401 w 837"/>
                    <a:gd name="T99" fmla="*/ 92 h 470"/>
                    <a:gd name="T100" fmla="*/ 384 w 837"/>
                    <a:gd name="T101" fmla="*/ 79 h 470"/>
                    <a:gd name="T102" fmla="*/ 367 w 837"/>
                    <a:gd name="T103" fmla="*/ 66 h 470"/>
                    <a:gd name="T104" fmla="*/ 351 w 837"/>
                    <a:gd name="T105" fmla="*/ 53 h 470"/>
                    <a:gd name="T106" fmla="*/ 334 w 837"/>
                    <a:gd name="T107" fmla="*/ 39 h 470"/>
                    <a:gd name="T108" fmla="*/ 317 w 837"/>
                    <a:gd name="T109" fmla="*/ 26 h 470"/>
                    <a:gd name="T110" fmla="*/ 300 w 837"/>
                    <a:gd name="T111" fmla="*/ 13 h 470"/>
                    <a:gd name="T112" fmla="*/ 283 w 837"/>
                    <a:gd name="T113" fmla="*/ 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0"/>
                    <a:gd name="T173" fmla="*/ 837 w 837"/>
                    <a:gd name="T174" fmla="*/ 470 h 4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0">
                      <a:moveTo>
                        <a:pt x="565" y="0"/>
                      </a:moveTo>
                      <a:lnTo>
                        <a:pt x="506" y="21"/>
                      </a:lnTo>
                      <a:lnTo>
                        <a:pt x="460" y="43"/>
                      </a:lnTo>
                      <a:lnTo>
                        <a:pt x="420" y="61"/>
                      </a:lnTo>
                      <a:lnTo>
                        <a:pt x="387" y="84"/>
                      </a:lnTo>
                      <a:lnTo>
                        <a:pt x="356" y="109"/>
                      </a:lnTo>
                      <a:lnTo>
                        <a:pt x="327" y="140"/>
                      </a:lnTo>
                      <a:lnTo>
                        <a:pt x="294" y="179"/>
                      </a:lnTo>
                      <a:lnTo>
                        <a:pt x="259" y="229"/>
                      </a:lnTo>
                      <a:lnTo>
                        <a:pt x="240" y="214"/>
                      </a:lnTo>
                      <a:lnTo>
                        <a:pt x="220" y="201"/>
                      </a:lnTo>
                      <a:lnTo>
                        <a:pt x="196" y="186"/>
                      </a:lnTo>
                      <a:lnTo>
                        <a:pt x="174" y="171"/>
                      </a:lnTo>
                      <a:lnTo>
                        <a:pt x="150" y="154"/>
                      </a:lnTo>
                      <a:lnTo>
                        <a:pt x="128" y="139"/>
                      </a:lnTo>
                      <a:lnTo>
                        <a:pt x="106" y="125"/>
                      </a:lnTo>
                      <a:lnTo>
                        <a:pt x="90" y="113"/>
                      </a:lnTo>
                      <a:lnTo>
                        <a:pt x="81" y="119"/>
                      </a:lnTo>
                      <a:lnTo>
                        <a:pt x="71" y="127"/>
                      </a:lnTo>
                      <a:lnTo>
                        <a:pt x="57" y="133"/>
                      </a:lnTo>
                      <a:lnTo>
                        <a:pt x="45" y="140"/>
                      </a:lnTo>
                      <a:lnTo>
                        <a:pt x="30" y="147"/>
                      </a:lnTo>
                      <a:lnTo>
                        <a:pt x="17" y="154"/>
                      </a:lnTo>
                      <a:lnTo>
                        <a:pt x="6" y="162"/>
                      </a:lnTo>
                      <a:lnTo>
                        <a:pt x="0" y="169"/>
                      </a:lnTo>
                      <a:lnTo>
                        <a:pt x="40" y="208"/>
                      </a:lnTo>
                      <a:lnTo>
                        <a:pt x="85" y="249"/>
                      </a:lnTo>
                      <a:lnTo>
                        <a:pt x="131" y="292"/>
                      </a:lnTo>
                      <a:lnTo>
                        <a:pt x="180" y="335"/>
                      </a:lnTo>
                      <a:lnTo>
                        <a:pt x="228" y="374"/>
                      </a:lnTo>
                      <a:lnTo>
                        <a:pt x="277" y="410"/>
                      </a:lnTo>
                      <a:lnTo>
                        <a:pt x="324" y="440"/>
                      </a:lnTo>
                      <a:lnTo>
                        <a:pt x="373" y="465"/>
                      </a:lnTo>
                      <a:lnTo>
                        <a:pt x="405" y="470"/>
                      </a:lnTo>
                      <a:lnTo>
                        <a:pt x="432" y="468"/>
                      </a:lnTo>
                      <a:lnTo>
                        <a:pt x="454" y="456"/>
                      </a:lnTo>
                      <a:lnTo>
                        <a:pt x="472" y="439"/>
                      </a:lnTo>
                      <a:lnTo>
                        <a:pt x="482" y="411"/>
                      </a:lnTo>
                      <a:lnTo>
                        <a:pt x="486" y="377"/>
                      </a:lnTo>
                      <a:lnTo>
                        <a:pt x="482" y="336"/>
                      </a:lnTo>
                      <a:lnTo>
                        <a:pt x="471" y="288"/>
                      </a:lnTo>
                      <a:lnTo>
                        <a:pt x="516" y="226"/>
                      </a:lnTo>
                      <a:lnTo>
                        <a:pt x="558" y="191"/>
                      </a:lnTo>
                      <a:lnTo>
                        <a:pt x="595" y="174"/>
                      </a:lnTo>
                      <a:lnTo>
                        <a:pt x="634" y="174"/>
                      </a:lnTo>
                      <a:lnTo>
                        <a:pt x="674" y="182"/>
                      </a:lnTo>
                      <a:lnTo>
                        <a:pt x="721" y="194"/>
                      </a:lnTo>
                      <a:lnTo>
                        <a:pt x="773" y="206"/>
                      </a:lnTo>
                      <a:lnTo>
                        <a:pt x="837" y="211"/>
                      </a:lnTo>
                      <a:lnTo>
                        <a:pt x="802" y="184"/>
                      </a:lnTo>
                      <a:lnTo>
                        <a:pt x="768" y="158"/>
                      </a:lnTo>
                      <a:lnTo>
                        <a:pt x="734" y="132"/>
                      </a:lnTo>
                      <a:lnTo>
                        <a:pt x="701" y="105"/>
                      </a:lnTo>
                      <a:lnTo>
                        <a:pt x="667" y="78"/>
                      </a:lnTo>
                      <a:lnTo>
                        <a:pt x="633" y="51"/>
                      </a:lnTo>
                      <a:lnTo>
                        <a:pt x="599" y="25"/>
                      </a:lnTo>
                      <a:lnTo>
                        <a:pt x="565" y="0"/>
                      </a:lnTo>
                      <a:close/>
                    </a:path>
                  </a:pathLst>
                </a:custGeom>
                <a:solidFill>
                  <a:srgbClr val="9E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3" name="Freeform 22">
                  <a:extLst>
                    <a:ext uri="{FF2B5EF4-FFF2-40B4-BE49-F238E27FC236}">
                      <a16:creationId xmlns:a16="http://schemas.microsoft.com/office/drawing/2014/main" id="{46AADEA3-5D97-4D4B-BAC4-30722F07AA77}"/>
                    </a:ext>
                  </a:extLst>
                </p:cNvPr>
                <p:cNvSpPr>
                  <a:spLocks/>
                </p:cNvSpPr>
                <p:nvPr/>
              </p:nvSpPr>
              <p:spPr bwMode="auto">
                <a:xfrm>
                  <a:off x="4151" y="3655"/>
                  <a:ext cx="419" cy="230"/>
                </a:xfrm>
                <a:custGeom>
                  <a:avLst/>
                  <a:gdLst>
                    <a:gd name="T0" fmla="*/ 287 w 837"/>
                    <a:gd name="T1" fmla="*/ 0 h 460"/>
                    <a:gd name="T2" fmla="*/ 257 w 837"/>
                    <a:gd name="T3" fmla="*/ 11 h 460"/>
                    <a:gd name="T4" fmla="*/ 234 w 837"/>
                    <a:gd name="T5" fmla="*/ 21 h 460"/>
                    <a:gd name="T6" fmla="*/ 214 w 837"/>
                    <a:gd name="T7" fmla="*/ 30 h 460"/>
                    <a:gd name="T8" fmla="*/ 198 w 837"/>
                    <a:gd name="T9" fmla="*/ 43 h 460"/>
                    <a:gd name="T10" fmla="*/ 181 w 837"/>
                    <a:gd name="T11" fmla="*/ 56 h 460"/>
                    <a:gd name="T12" fmla="*/ 166 w 837"/>
                    <a:gd name="T13" fmla="*/ 72 h 460"/>
                    <a:gd name="T14" fmla="*/ 150 w 837"/>
                    <a:gd name="T15" fmla="*/ 92 h 460"/>
                    <a:gd name="T16" fmla="*/ 132 w 837"/>
                    <a:gd name="T17" fmla="*/ 117 h 460"/>
                    <a:gd name="T18" fmla="*/ 122 w 837"/>
                    <a:gd name="T19" fmla="*/ 110 h 460"/>
                    <a:gd name="T20" fmla="*/ 111 w 837"/>
                    <a:gd name="T21" fmla="*/ 102 h 460"/>
                    <a:gd name="T22" fmla="*/ 98 w 837"/>
                    <a:gd name="T23" fmla="*/ 94 h 460"/>
                    <a:gd name="T24" fmla="*/ 87 w 837"/>
                    <a:gd name="T25" fmla="*/ 87 h 460"/>
                    <a:gd name="T26" fmla="*/ 73 w 837"/>
                    <a:gd name="T27" fmla="*/ 78 h 460"/>
                    <a:gd name="T28" fmla="*/ 61 w 837"/>
                    <a:gd name="T29" fmla="*/ 70 h 460"/>
                    <a:gd name="T30" fmla="*/ 50 w 837"/>
                    <a:gd name="T31" fmla="*/ 62 h 460"/>
                    <a:gd name="T32" fmla="*/ 41 w 837"/>
                    <a:gd name="T33" fmla="*/ 56 h 460"/>
                    <a:gd name="T34" fmla="*/ 37 w 837"/>
                    <a:gd name="T35" fmla="*/ 58 h 460"/>
                    <a:gd name="T36" fmla="*/ 32 w 837"/>
                    <a:gd name="T37" fmla="*/ 61 h 460"/>
                    <a:gd name="T38" fmla="*/ 26 w 837"/>
                    <a:gd name="T39" fmla="*/ 65 h 460"/>
                    <a:gd name="T40" fmla="*/ 20 w 837"/>
                    <a:gd name="T41" fmla="*/ 68 h 460"/>
                    <a:gd name="T42" fmla="*/ 14 w 837"/>
                    <a:gd name="T43" fmla="*/ 70 h 460"/>
                    <a:gd name="T44" fmla="*/ 8 w 837"/>
                    <a:gd name="T45" fmla="*/ 73 h 460"/>
                    <a:gd name="T46" fmla="*/ 3 w 837"/>
                    <a:gd name="T47" fmla="*/ 77 h 460"/>
                    <a:gd name="T48" fmla="*/ 0 w 837"/>
                    <a:gd name="T49" fmla="*/ 80 h 460"/>
                    <a:gd name="T50" fmla="*/ 20 w 837"/>
                    <a:gd name="T51" fmla="*/ 100 h 460"/>
                    <a:gd name="T52" fmla="*/ 43 w 837"/>
                    <a:gd name="T53" fmla="*/ 120 h 460"/>
                    <a:gd name="T54" fmla="*/ 66 w 837"/>
                    <a:gd name="T55" fmla="*/ 141 h 460"/>
                    <a:gd name="T56" fmla="*/ 90 w 837"/>
                    <a:gd name="T57" fmla="*/ 162 h 460"/>
                    <a:gd name="T58" fmla="*/ 114 w 837"/>
                    <a:gd name="T59" fmla="*/ 182 h 460"/>
                    <a:gd name="T60" fmla="*/ 139 w 837"/>
                    <a:gd name="T61" fmla="*/ 199 h 460"/>
                    <a:gd name="T62" fmla="*/ 162 w 837"/>
                    <a:gd name="T63" fmla="*/ 215 h 460"/>
                    <a:gd name="T64" fmla="*/ 187 w 837"/>
                    <a:gd name="T65" fmla="*/ 228 h 460"/>
                    <a:gd name="T66" fmla="*/ 202 w 837"/>
                    <a:gd name="T67" fmla="*/ 230 h 460"/>
                    <a:gd name="T68" fmla="*/ 216 w 837"/>
                    <a:gd name="T69" fmla="*/ 229 h 460"/>
                    <a:gd name="T70" fmla="*/ 226 w 837"/>
                    <a:gd name="T71" fmla="*/ 224 h 460"/>
                    <a:gd name="T72" fmla="*/ 235 w 837"/>
                    <a:gd name="T73" fmla="*/ 215 h 460"/>
                    <a:gd name="T74" fmla="*/ 240 w 837"/>
                    <a:gd name="T75" fmla="*/ 202 h 460"/>
                    <a:gd name="T76" fmla="*/ 243 w 837"/>
                    <a:gd name="T77" fmla="*/ 185 h 460"/>
                    <a:gd name="T78" fmla="*/ 241 w 837"/>
                    <a:gd name="T79" fmla="*/ 164 h 460"/>
                    <a:gd name="T80" fmla="*/ 236 w 837"/>
                    <a:gd name="T81" fmla="*/ 140 h 460"/>
                    <a:gd name="T82" fmla="*/ 258 w 837"/>
                    <a:gd name="T83" fmla="*/ 109 h 460"/>
                    <a:gd name="T84" fmla="*/ 279 w 837"/>
                    <a:gd name="T85" fmla="*/ 91 h 460"/>
                    <a:gd name="T86" fmla="*/ 298 w 837"/>
                    <a:gd name="T87" fmla="*/ 83 h 460"/>
                    <a:gd name="T88" fmla="*/ 317 w 837"/>
                    <a:gd name="T89" fmla="*/ 83 h 460"/>
                    <a:gd name="T90" fmla="*/ 337 w 837"/>
                    <a:gd name="T91" fmla="*/ 87 h 460"/>
                    <a:gd name="T92" fmla="*/ 361 w 837"/>
                    <a:gd name="T93" fmla="*/ 93 h 460"/>
                    <a:gd name="T94" fmla="*/ 387 w 837"/>
                    <a:gd name="T95" fmla="*/ 99 h 460"/>
                    <a:gd name="T96" fmla="*/ 419 w 837"/>
                    <a:gd name="T97" fmla="*/ 101 h 460"/>
                    <a:gd name="T98" fmla="*/ 401 w 837"/>
                    <a:gd name="T99" fmla="*/ 88 h 460"/>
                    <a:gd name="T100" fmla="*/ 385 w 837"/>
                    <a:gd name="T101" fmla="*/ 75 h 460"/>
                    <a:gd name="T102" fmla="*/ 369 w 837"/>
                    <a:gd name="T103" fmla="*/ 62 h 460"/>
                    <a:gd name="T104" fmla="*/ 353 w 837"/>
                    <a:gd name="T105" fmla="*/ 50 h 460"/>
                    <a:gd name="T106" fmla="*/ 337 w 837"/>
                    <a:gd name="T107" fmla="*/ 37 h 460"/>
                    <a:gd name="T108" fmla="*/ 320 w 837"/>
                    <a:gd name="T109" fmla="*/ 25 h 460"/>
                    <a:gd name="T110" fmla="*/ 304 w 837"/>
                    <a:gd name="T111" fmla="*/ 12 h 460"/>
                    <a:gd name="T112" fmla="*/ 287 w 837"/>
                    <a:gd name="T113" fmla="*/ 0 h 46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60"/>
                    <a:gd name="T173" fmla="*/ 837 w 837"/>
                    <a:gd name="T174" fmla="*/ 460 h 46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60">
                      <a:moveTo>
                        <a:pt x="573" y="0"/>
                      </a:moveTo>
                      <a:lnTo>
                        <a:pt x="514" y="21"/>
                      </a:lnTo>
                      <a:lnTo>
                        <a:pt x="467" y="42"/>
                      </a:lnTo>
                      <a:lnTo>
                        <a:pt x="427" y="61"/>
                      </a:lnTo>
                      <a:lnTo>
                        <a:pt x="395" y="85"/>
                      </a:lnTo>
                      <a:lnTo>
                        <a:pt x="362" y="111"/>
                      </a:lnTo>
                      <a:lnTo>
                        <a:pt x="332" y="144"/>
                      </a:lnTo>
                      <a:lnTo>
                        <a:pt x="299" y="183"/>
                      </a:lnTo>
                      <a:lnTo>
                        <a:pt x="263" y="234"/>
                      </a:lnTo>
                      <a:lnTo>
                        <a:pt x="244" y="219"/>
                      </a:lnTo>
                      <a:lnTo>
                        <a:pt x="222" y="204"/>
                      </a:lnTo>
                      <a:lnTo>
                        <a:pt x="196" y="188"/>
                      </a:lnTo>
                      <a:lnTo>
                        <a:pt x="173" y="173"/>
                      </a:lnTo>
                      <a:lnTo>
                        <a:pt x="146" y="155"/>
                      </a:lnTo>
                      <a:lnTo>
                        <a:pt x="121" y="139"/>
                      </a:lnTo>
                      <a:lnTo>
                        <a:pt x="100" y="124"/>
                      </a:lnTo>
                      <a:lnTo>
                        <a:pt x="82" y="111"/>
                      </a:lnTo>
                      <a:lnTo>
                        <a:pt x="74" y="116"/>
                      </a:lnTo>
                      <a:lnTo>
                        <a:pt x="64" y="123"/>
                      </a:lnTo>
                      <a:lnTo>
                        <a:pt x="51" y="129"/>
                      </a:lnTo>
                      <a:lnTo>
                        <a:pt x="40" y="135"/>
                      </a:lnTo>
                      <a:lnTo>
                        <a:pt x="27" y="140"/>
                      </a:lnTo>
                      <a:lnTo>
                        <a:pt x="16" y="146"/>
                      </a:lnTo>
                      <a:lnTo>
                        <a:pt x="6" y="153"/>
                      </a:lnTo>
                      <a:lnTo>
                        <a:pt x="0" y="160"/>
                      </a:lnTo>
                      <a:lnTo>
                        <a:pt x="40" y="199"/>
                      </a:lnTo>
                      <a:lnTo>
                        <a:pt x="85" y="240"/>
                      </a:lnTo>
                      <a:lnTo>
                        <a:pt x="131" y="282"/>
                      </a:lnTo>
                      <a:lnTo>
                        <a:pt x="180" y="324"/>
                      </a:lnTo>
                      <a:lnTo>
                        <a:pt x="228" y="363"/>
                      </a:lnTo>
                      <a:lnTo>
                        <a:pt x="277" y="398"/>
                      </a:lnTo>
                      <a:lnTo>
                        <a:pt x="324" y="430"/>
                      </a:lnTo>
                      <a:lnTo>
                        <a:pt x="373" y="455"/>
                      </a:lnTo>
                      <a:lnTo>
                        <a:pt x="403" y="460"/>
                      </a:lnTo>
                      <a:lnTo>
                        <a:pt x="431" y="457"/>
                      </a:lnTo>
                      <a:lnTo>
                        <a:pt x="452" y="447"/>
                      </a:lnTo>
                      <a:lnTo>
                        <a:pt x="470" y="430"/>
                      </a:lnTo>
                      <a:lnTo>
                        <a:pt x="480" y="403"/>
                      </a:lnTo>
                      <a:lnTo>
                        <a:pt x="485" y="370"/>
                      </a:lnTo>
                      <a:lnTo>
                        <a:pt x="481" y="328"/>
                      </a:lnTo>
                      <a:lnTo>
                        <a:pt x="471" y="279"/>
                      </a:lnTo>
                      <a:lnTo>
                        <a:pt x="516" y="217"/>
                      </a:lnTo>
                      <a:lnTo>
                        <a:pt x="558" y="182"/>
                      </a:lnTo>
                      <a:lnTo>
                        <a:pt x="595" y="165"/>
                      </a:lnTo>
                      <a:lnTo>
                        <a:pt x="634" y="165"/>
                      </a:lnTo>
                      <a:lnTo>
                        <a:pt x="674" y="173"/>
                      </a:lnTo>
                      <a:lnTo>
                        <a:pt x="721" y="185"/>
                      </a:lnTo>
                      <a:lnTo>
                        <a:pt x="773" y="197"/>
                      </a:lnTo>
                      <a:lnTo>
                        <a:pt x="837" y="202"/>
                      </a:lnTo>
                      <a:lnTo>
                        <a:pt x="802" y="175"/>
                      </a:lnTo>
                      <a:lnTo>
                        <a:pt x="770" y="150"/>
                      </a:lnTo>
                      <a:lnTo>
                        <a:pt x="737" y="124"/>
                      </a:lnTo>
                      <a:lnTo>
                        <a:pt x="706" y="99"/>
                      </a:lnTo>
                      <a:lnTo>
                        <a:pt x="673" y="73"/>
                      </a:lnTo>
                      <a:lnTo>
                        <a:pt x="640" y="49"/>
                      </a:lnTo>
                      <a:lnTo>
                        <a:pt x="607" y="24"/>
                      </a:lnTo>
                      <a:lnTo>
                        <a:pt x="573" y="0"/>
                      </a:lnTo>
                      <a:close/>
                    </a:path>
                  </a:pathLst>
                </a:custGeom>
                <a:solidFill>
                  <a:srgbClr val="A3B3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4" name="Freeform 23">
                  <a:extLst>
                    <a:ext uri="{FF2B5EF4-FFF2-40B4-BE49-F238E27FC236}">
                      <a16:creationId xmlns:a16="http://schemas.microsoft.com/office/drawing/2014/main" id="{727FA080-6B7A-6942-8E12-5B86445AC4F2}"/>
                    </a:ext>
                  </a:extLst>
                </p:cNvPr>
                <p:cNvSpPr>
                  <a:spLocks/>
                </p:cNvSpPr>
                <p:nvPr/>
              </p:nvSpPr>
              <p:spPr bwMode="auto">
                <a:xfrm>
                  <a:off x="4151" y="3659"/>
                  <a:ext cx="419" cy="225"/>
                </a:xfrm>
                <a:custGeom>
                  <a:avLst/>
                  <a:gdLst>
                    <a:gd name="T0" fmla="*/ 292 w 837"/>
                    <a:gd name="T1" fmla="*/ 0 h 450"/>
                    <a:gd name="T2" fmla="*/ 263 w 837"/>
                    <a:gd name="T3" fmla="*/ 11 h 450"/>
                    <a:gd name="T4" fmla="*/ 239 w 837"/>
                    <a:gd name="T5" fmla="*/ 22 h 450"/>
                    <a:gd name="T6" fmla="*/ 218 w 837"/>
                    <a:gd name="T7" fmla="*/ 31 h 450"/>
                    <a:gd name="T8" fmla="*/ 201 w 837"/>
                    <a:gd name="T9" fmla="*/ 44 h 450"/>
                    <a:gd name="T10" fmla="*/ 184 w 837"/>
                    <a:gd name="T11" fmla="*/ 58 h 450"/>
                    <a:gd name="T12" fmla="*/ 169 w 837"/>
                    <a:gd name="T13" fmla="*/ 75 h 450"/>
                    <a:gd name="T14" fmla="*/ 152 w 837"/>
                    <a:gd name="T15" fmla="*/ 95 h 450"/>
                    <a:gd name="T16" fmla="*/ 134 w 837"/>
                    <a:gd name="T17" fmla="*/ 120 h 450"/>
                    <a:gd name="T18" fmla="*/ 124 w 837"/>
                    <a:gd name="T19" fmla="*/ 113 h 450"/>
                    <a:gd name="T20" fmla="*/ 113 w 837"/>
                    <a:gd name="T21" fmla="*/ 105 h 450"/>
                    <a:gd name="T22" fmla="*/ 99 w 837"/>
                    <a:gd name="T23" fmla="*/ 96 h 450"/>
                    <a:gd name="T24" fmla="*/ 85 w 837"/>
                    <a:gd name="T25" fmla="*/ 88 h 450"/>
                    <a:gd name="T26" fmla="*/ 71 w 837"/>
                    <a:gd name="T27" fmla="*/ 79 h 450"/>
                    <a:gd name="T28" fmla="*/ 58 w 837"/>
                    <a:gd name="T29" fmla="*/ 71 h 450"/>
                    <a:gd name="T30" fmla="*/ 46 w 837"/>
                    <a:gd name="T31" fmla="*/ 63 h 450"/>
                    <a:gd name="T32" fmla="*/ 37 w 837"/>
                    <a:gd name="T33" fmla="*/ 56 h 450"/>
                    <a:gd name="T34" fmla="*/ 33 w 837"/>
                    <a:gd name="T35" fmla="*/ 59 h 450"/>
                    <a:gd name="T36" fmla="*/ 28 w 837"/>
                    <a:gd name="T37" fmla="*/ 61 h 450"/>
                    <a:gd name="T38" fmla="*/ 23 w 837"/>
                    <a:gd name="T39" fmla="*/ 63 h 450"/>
                    <a:gd name="T40" fmla="*/ 18 w 837"/>
                    <a:gd name="T41" fmla="*/ 66 h 450"/>
                    <a:gd name="T42" fmla="*/ 13 w 837"/>
                    <a:gd name="T43" fmla="*/ 68 h 450"/>
                    <a:gd name="T44" fmla="*/ 8 w 837"/>
                    <a:gd name="T45" fmla="*/ 71 h 450"/>
                    <a:gd name="T46" fmla="*/ 3 w 837"/>
                    <a:gd name="T47" fmla="*/ 73 h 450"/>
                    <a:gd name="T48" fmla="*/ 0 w 837"/>
                    <a:gd name="T49" fmla="*/ 77 h 450"/>
                    <a:gd name="T50" fmla="*/ 20 w 837"/>
                    <a:gd name="T51" fmla="*/ 96 h 450"/>
                    <a:gd name="T52" fmla="*/ 43 w 837"/>
                    <a:gd name="T53" fmla="*/ 116 h 450"/>
                    <a:gd name="T54" fmla="*/ 66 w 837"/>
                    <a:gd name="T55" fmla="*/ 137 h 450"/>
                    <a:gd name="T56" fmla="*/ 90 w 837"/>
                    <a:gd name="T57" fmla="*/ 158 h 450"/>
                    <a:gd name="T58" fmla="*/ 115 w 837"/>
                    <a:gd name="T59" fmla="*/ 178 h 450"/>
                    <a:gd name="T60" fmla="*/ 139 w 837"/>
                    <a:gd name="T61" fmla="*/ 196 h 450"/>
                    <a:gd name="T62" fmla="*/ 163 w 837"/>
                    <a:gd name="T63" fmla="*/ 211 h 450"/>
                    <a:gd name="T64" fmla="*/ 187 w 837"/>
                    <a:gd name="T65" fmla="*/ 224 h 450"/>
                    <a:gd name="T66" fmla="*/ 201 w 837"/>
                    <a:gd name="T67" fmla="*/ 225 h 450"/>
                    <a:gd name="T68" fmla="*/ 214 w 837"/>
                    <a:gd name="T69" fmla="*/ 225 h 450"/>
                    <a:gd name="T70" fmla="*/ 225 w 837"/>
                    <a:gd name="T71" fmla="*/ 219 h 450"/>
                    <a:gd name="T72" fmla="*/ 235 w 837"/>
                    <a:gd name="T73" fmla="*/ 211 h 450"/>
                    <a:gd name="T74" fmla="*/ 240 w 837"/>
                    <a:gd name="T75" fmla="*/ 198 h 450"/>
                    <a:gd name="T76" fmla="*/ 242 w 837"/>
                    <a:gd name="T77" fmla="*/ 182 h 450"/>
                    <a:gd name="T78" fmla="*/ 241 w 837"/>
                    <a:gd name="T79" fmla="*/ 161 h 450"/>
                    <a:gd name="T80" fmla="*/ 236 w 837"/>
                    <a:gd name="T81" fmla="*/ 136 h 450"/>
                    <a:gd name="T82" fmla="*/ 258 w 837"/>
                    <a:gd name="T83" fmla="*/ 105 h 450"/>
                    <a:gd name="T84" fmla="*/ 279 w 837"/>
                    <a:gd name="T85" fmla="*/ 88 h 450"/>
                    <a:gd name="T86" fmla="*/ 298 w 837"/>
                    <a:gd name="T87" fmla="*/ 79 h 450"/>
                    <a:gd name="T88" fmla="*/ 317 w 837"/>
                    <a:gd name="T89" fmla="*/ 79 h 450"/>
                    <a:gd name="T90" fmla="*/ 337 w 837"/>
                    <a:gd name="T91" fmla="*/ 83 h 450"/>
                    <a:gd name="T92" fmla="*/ 361 w 837"/>
                    <a:gd name="T93" fmla="*/ 89 h 450"/>
                    <a:gd name="T94" fmla="*/ 387 w 837"/>
                    <a:gd name="T95" fmla="*/ 95 h 450"/>
                    <a:gd name="T96" fmla="*/ 419 w 837"/>
                    <a:gd name="T97" fmla="*/ 98 h 450"/>
                    <a:gd name="T98" fmla="*/ 401 w 837"/>
                    <a:gd name="T99" fmla="*/ 84 h 450"/>
                    <a:gd name="T100" fmla="*/ 386 w 837"/>
                    <a:gd name="T101" fmla="*/ 72 h 450"/>
                    <a:gd name="T102" fmla="*/ 371 w 837"/>
                    <a:gd name="T103" fmla="*/ 59 h 450"/>
                    <a:gd name="T104" fmla="*/ 356 w 837"/>
                    <a:gd name="T105" fmla="*/ 48 h 450"/>
                    <a:gd name="T106" fmla="*/ 340 w 837"/>
                    <a:gd name="T107" fmla="*/ 36 h 450"/>
                    <a:gd name="T108" fmla="*/ 325 w 837"/>
                    <a:gd name="T109" fmla="*/ 24 h 450"/>
                    <a:gd name="T110" fmla="*/ 309 w 837"/>
                    <a:gd name="T111" fmla="*/ 12 h 450"/>
                    <a:gd name="T112" fmla="*/ 292 w 837"/>
                    <a:gd name="T113" fmla="*/ 0 h 45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50"/>
                    <a:gd name="T173" fmla="*/ 837 w 837"/>
                    <a:gd name="T174" fmla="*/ 450 h 45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50">
                      <a:moveTo>
                        <a:pt x="584" y="0"/>
                      </a:moveTo>
                      <a:lnTo>
                        <a:pt x="525" y="22"/>
                      </a:lnTo>
                      <a:lnTo>
                        <a:pt x="477" y="43"/>
                      </a:lnTo>
                      <a:lnTo>
                        <a:pt x="436" y="63"/>
                      </a:lnTo>
                      <a:lnTo>
                        <a:pt x="402" y="88"/>
                      </a:lnTo>
                      <a:lnTo>
                        <a:pt x="368" y="116"/>
                      </a:lnTo>
                      <a:lnTo>
                        <a:pt x="337" y="150"/>
                      </a:lnTo>
                      <a:lnTo>
                        <a:pt x="304" y="190"/>
                      </a:lnTo>
                      <a:lnTo>
                        <a:pt x="268" y="241"/>
                      </a:lnTo>
                      <a:lnTo>
                        <a:pt x="248" y="226"/>
                      </a:lnTo>
                      <a:lnTo>
                        <a:pt x="225" y="210"/>
                      </a:lnTo>
                      <a:lnTo>
                        <a:pt x="198" y="192"/>
                      </a:lnTo>
                      <a:lnTo>
                        <a:pt x="170" y="176"/>
                      </a:lnTo>
                      <a:lnTo>
                        <a:pt x="141" y="157"/>
                      </a:lnTo>
                      <a:lnTo>
                        <a:pt x="115" y="141"/>
                      </a:lnTo>
                      <a:lnTo>
                        <a:pt x="91" y="126"/>
                      </a:lnTo>
                      <a:lnTo>
                        <a:pt x="74" y="113"/>
                      </a:lnTo>
                      <a:lnTo>
                        <a:pt x="65" y="118"/>
                      </a:lnTo>
                      <a:lnTo>
                        <a:pt x="56" y="123"/>
                      </a:lnTo>
                      <a:lnTo>
                        <a:pt x="46" y="127"/>
                      </a:lnTo>
                      <a:lnTo>
                        <a:pt x="36" y="132"/>
                      </a:lnTo>
                      <a:lnTo>
                        <a:pt x="25" y="136"/>
                      </a:lnTo>
                      <a:lnTo>
                        <a:pt x="15" y="141"/>
                      </a:lnTo>
                      <a:lnTo>
                        <a:pt x="6" y="146"/>
                      </a:lnTo>
                      <a:lnTo>
                        <a:pt x="0" y="153"/>
                      </a:lnTo>
                      <a:lnTo>
                        <a:pt x="40" y="191"/>
                      </a:lnTo>
                      <a:lnTo>
                        <a:pt x="85" y="232"/>
                      </a:lnTo>
                      <a:lnTo>
                        <a:pt x="131" y="274"/>
                      </a:lnTo>
                      <a:lnTo>
                        <a:pt x="180" y="316"/>
                      </a:lnTo>
                      <a:lnTo>
                        <a:pt x="229" y="355"/>
                      </a:lnTo>
                      <a:lnTo>
                        <a:pt x="278" y="391"/>
                      </a:lnTo>
                      <a:lnTo>
                        <a:pt x="326" y="421"/>
                      </a:lnTo>
                      <a:lnTo>
                        <a:pt x="373" y="447"/>
                      </a:lnTo>
                      <a:lnTo>
                        <a:pt x="402" y="450"/>
                      </a:lnTo>
                      <a:lnTo>
                        <a:pt x="428" y="449"/>
                      </a:lnTo>
                      <a:lnTo>
                        <a:pt x="450" y="438"/>
                      </a:lnTo>
                      <a:lnTo>
                        <a:pt x="469" y="421"/>
                      </a:lnTo>
                      <a:lnTo>
                        <a:pt x="479" y="395"/>
                      </a:lnTo>
                      <a:lnTo>
                        <a:pt x="484" y="363"/>
                      </a:lnTo>
                      <a:lnTo>
                        <a:pt x="481" y="321"/>
                      </a:lnTo>
                      <a:lnTo>
                        <a:pt x="471" y="272"/>
                      </a:lnTo>
                      <a:lnTo>
                        <a:pt x="516" y="210"/>
                      </a:lnTo>
                      <a:lnTo>
                        <a:pt x="558" y="175"/>
                      </a:lnTo>
                      <a:lnTo>
                        <a:pt x="595" y="158"/>
                      </a:lnTo>
                      <a:lnTo>
                        <a:pt x="634" y="158"/>
                      </a:lnTo>
                      <a:lnTo>
                        <a:pt x="674" y="166"/>
                      </a:lnTo>
                      <a:lnTo>
                        <a:pt x="721" y="178"/>
                      </a:lnTo>
                      <a:lnTo>
                        <a:pt x="773" y="190"/>
                      </a:lnTo>
                      <a:lnTo>
                        <a:pt x="837" y="195"/>
                      </a:lnTo>
                      <a:lnTo>
                        <a:pt x="802" y="168"/>
                      </a:lnTo>
                      <a:lnTo>
                        <a:pt x="771" y="144"/>
                      </a:lnTo>
                      <a:lnTo>
                        <a:pt x="741" y="119"/>
                      </a:lnTo>
                      <a:lnTo>
                        <a:pt x="711" y="96"/>
                      </a:lnTo>
                      <a:lnTo>
                        <a:pt x="679" y="72"/>
                      </a:lnTo>
                      <a:lnTo>
                        <a:pt x="649" y="48"/>
                      </a:lnTo>
                      <a:lnTo>
                        <a:pt x="617" y="24"/>
                      </a:lnTo>
                      <a:lnTo>
                        <a:pt x="584" y="0"/>
                      </a:lnTo>
                      <a:close/>
                    </a:path>
                  </a:pathLst>
                </a:custGeom>
                <a:solidFill>
                  <a:srgbClr val="ABB8B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5" name="Freeform 24">
                  <a:extLst>
                    <a:ext uri="{FF2B5EF4-FFF2-40B4-BE49-F238E27FC236}">
                      <a16:creationId xmlns:a16="http://schemas.microsoft.com/office/drawing/2014/main" id="{880D1097-1C6D-3846-ABC1-D3C866496750}"/>
                    </a:ext>
                  </a:extLst>
                </p:cNvPr>
                <p:cNvSpPr>
                  <a:spLocks/>
                </p:cNvSpPr>
                <p:nvPr/>
              </p:nvSpPr>
              <p:spPr bwMode="auto">
                <a:xfrm>
                  <a:off x="4151" y="3662"/>
                  <a:ext cx="419" cy="221"/>
                </a:xfrm>
                <a:custGeom>
                  <a:avLst/>
                  <a:gdLst>
                    <a:gd name="T0" fmla="*/ 297 w 837"/>
                    <a:gd name="T1" fmla="*/ 0 h 441"/>
                    <a:gd name="T2" fmla="*/ 267 w 837"/>
                    <a:gd name="T3" fmla="*/ 11 h 441"/>
                    <a:gd name="T4" fmla="*/ 243 w 837"/>
                    <a:gd name="T5" fmla="*/ 22 h 441"/>
                    <a:gd name="T6" fmla="*/ 222 w 837"/>
                    <a:gd name="T7" fmla="*/ 33 h 441"/>
                    <a:gd name="T8" fmla="*/ 204 w 837"/>
                    <a:gd name="T9" fmla="*/ 46 h 441"/>
                    <a:gd name="T10" fmla="*/ 188 w 837"/>
                    <a:gd name="T11" fmla="*/ 60 h 441"/>
                    <a:gd name="T12" fmla="*/ 172 w 837"/>
                    <a:gd name="T13" fmla="*/ 78 h 441"/>
                    <a:gd name="T14" fmla="*/ 155 w 837"/>
                    <a:gd name="T15" fmla="*/ 98 h 441"/>
                    <a:gd name="T16" fmla="*/ 137 w 837"/>
                    <a:gd name="T17" fmla="*/ 124 h 441"/>
                    <a:gd name="T18" fmla="*/ 126 w 837"/>
                    <a:gd name="T19" fmla="*/ 116 h 441"/>
                    <a:gd name="T20" fmla="*/ 114 w 837"/>
                    <a:gd name="T21" fmla="*/ 108 h 441"/>
                    <a:gd name="T22" fmla="*/ 99 w 837"/>
                    <a:gd name="T23" fmla="*/ 99 h 441"/>
                    <a:gd name="T24" fmla="*/ 84 w 837"/>
                    <a:gd name="T25" fmla="*/ 90 h 441"/>
                    <a:gd name="T26" fmla="*/ 68 w 837"/>
                    <a:gd name="T27" fmla="*/ 81 h 441"/>
                    <a:gd name="T28" fmla="*/ 54 w 837"/>
                    <a:gd name="T29" fmla="*/ 72 h 441"/>
                    <a:gd name="T30" fmla="*/ 41 w 837"/>
                    <a:gd name="T31" fmla="*/ 63 h 441"/>
                    <a:gd name="T32" fmla="*/ 33 w 837"/>
                    <a:gd name="T33" fmla="*/ 57 h 441"/>
                    <a:gd name="T34" fmla="*/ 28 w 837"/>
                    <a:gd name="T35" fmla="*/ 59 h 441"/>
                    <a:gd name="T36" fmla="*/ 25 w 837"/>
                    <a:gd name="T37" fmla="*/ 61 h 441"/>
                    <a:gd name="T38" fmla="*/ 20 w 837"/>
                    <a:gd name="T39" fmla="*/ 63 h 441"/>
                    <a:gd name="T40" fmla="*/ 16 w 837"/>
                    <a:gd name="T41" fmla="*/ 65 h 441"/>
                    <a:gd name="T42" fmla="*/ 11 w 837"/>
                    <a:gd name="T43" fmla="*/ 66 h 441"/>
                    <a:gd name="T44" fmla="*/ 7 w 837"/>
                    <a:gd name="T45" fmla="*/ 68 h 441"/>
                    <a:gd name="T46" fmla="*/ 3 w 837"/>
                    <a:gd name="T47" fmla="*/ 70 h 441"/>
                    <a:gd name="T48" fmla="*/ 0 w 837"/>
                    <a:gd name="T49" fmla="*/ 73 h 441"/>
                    <a:gd name="T50" fmla="*/ 20 w 837"/>
                    <a:gd name="T51" fmla="*/ 92 h 441"/>
                    <a:gd name="T52" fmla="*/ 43 w 837"/>
                    <a:gd name="T53" fmla="*/ 113 h 441"/>
                    <a:gd name="T54" fmla="*/ 66 w 837"/>
                    <a:gd name="T55" fmla="*/ 134 h 441"/>
                    <a:gd name="T56" fmla="*/ 90 w 837"/>
                    <a:gd name="T57" fmla="*/ 155 h 441"/>
                    <a:gd name="T58" fmla="*/ 115 w 837"/>
                    <a:gd name="T59" fmla="*/ 174 h 441"/>
                    <a:gd name="T60" fmla="*/ 139 w 837"/>
                    <a:gd name="T61" fmla="*/ 192 h 441"/>
                    <a:gd name="T62" fmla="*/ 163 w 837"/>
                    <a:gd name="T63" fmla="*/ 206 h 441"/>
                    <a:gd name="T64" fmla="*/ 187 w 837"/>
                    <a:gd name="T65" fmla="*/ 219 h 441"/>
                    <a:gd name="T66" fmla="*/ 201 w 837"/>
                    <a:gd name="T67" fmla="*/ 221 h 441"/>
                    <a:gd name="T68" fmla="*/ 214 w 837"/>
                    <a:gd name="T69" fmla="*/ 220 h 441"/>
                    <a:gd name="T70" fmla="*/ 225 w 837"/>
                    <a:gd name="T71" fmla="*/ 216 h 441"/>
                    <a:gd name="T72" fmla="*/ 233 w 837"/>
                    <a:gd name="T73" fmla="*/ 207 h 441"/>
                    <a:gd name="T74" fmla="*/ 239 w 837"/>
                    <a:gd name="T75" fmla="*/ 195 h 441"/>
                    <a:gd name="T76" fmla="*/ 242 w 837"/>
                    <a:gd name="T77" fmla="*/ 179 h 441"/>
                    <a:gd name="T78" fmla="*/ 241 w 837"/>
                    <a:gd name="T79" fmla="*/ 157 h 441"/>
                    <a:gd name="T80" fmla="*/ 236 w 837"/>
                    <a:gd name="T81" fmla="*/ 133 h 441"/>
                    <a:gd name="T82" fmla="*/ 258 w 837"/>
                    <a:gd name="T83" fmla="*/ 102 h 441"/>
                    <a:gd name="T84" fmla="*/ 279 w 837"/>
                    <a:gd name="T85" fmla="*/ 84 h 441"/>
                    <a:gd name="T86" fmla="*/ 298 w 837"/>
                    <a:gd name="T87" fmla="*/ 76 h 441"/>
                    <a:gd name="T88" fmla="*/ 317 w 837"/>
                    <a:gd name="T89" fmla="*/ 76 h 441"/>
                    <a:gd name="T90" fmla="*/ 337 w 837"/>
                    <a:gd name="T91" fmla="*/ 80 h 441"/>
                    <a:gd name="T92" fmla="*/ 361 w 837"/>
                    <a:gd name="T93" fmla="*/ 86 h 441"/>
                    <a:gd name="T94" fmla="*/ 387 w 837"/>
                    <a:gd name="T95" fmla="*/ 92 h 441"/>
                    <a:gd name="T96" fmla="*/ 419 w 837"/>
                    <a:gd name="T97" fmla="*/ 94 h 441"/>
                    <a:gd name="T98" fmla="*/ 401 w 837"/>
                    <a:gd name="T99" fmla="*/ 81 h 441"/>
                    <a:gd name="T100" fmla="*/ 386 w 837"/>
                    <a:gd name="T101" fmla="*/ 69 h 441"/>
                    <a:gd name="T102" fmla="*/ 371 w 837"/>
                    <a:gd name="T103" fmla="*/ 58 h 441"/>
                    <a:gd name="T104" fmla="*/ 357 w 837"/>
                    <a:gd name="T105" fmla="*/ 46 h 441"/>
                    <a:gd name="T106" fmla="*/ 343 w 837"/>
                    <a:gd name="T107" fmla="*/ 35 h 441"/>
                    <a:gd name="T108" fmla="*/ 329 w 837"/>
                    <a:gd name="T109" fmla="*/ 23 h 441"/>
                    <a:gd name="T110" fmla="*/ 313 w 837"/>
                    <a:gd name="T111" fmla="*/ 11 h 441"/>
                    <a:gd name="T112" fmla="*/ 297 w 837"/>
                    <a:gd name="T113" fmla="*/ 0 h 4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41"/>
                    <a:gd name="T173" fmla="*/ 837 w 837"/>
                    <a:gd name="T174" fmla="*/ 441 h 44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41">
                      <a:moveTo>
                        <a:pt x="593" y="0"/>
                      </a:moveTo>
                      <a:lnTo>
                        <a:pt x="534" y="21"/>
                      </a:lnTo>
                      <a:lnTo>
                        <a:pt x="485" y="44"/>
                      </a:lnTo>
                      <a:lnTo>
                        <a:pt x="444" y="66"/>
                      </a:lnTo>
                      <a:lnTo>
                        <a:pt x="408" y="92"/>
                      </a:lnTo>
                      <a:lnTo>
                        <a:pt x="375" y="120"/>
                      </a:lnTo>
                      <a:lnTo>
                        <a:pt x="343" y="155"/>
                      </a:lnTo>
                      <a:lnTo>
                        <a:pt x="309" y="196"/>
                      </a:lnTo>
                      <a:lnTo>
                        <a:pt x="273" y="247"/>
                      </a:lnTo>
                      <a:lnTo>
                        <a:pt x="252" y="231"/>
                      </a:lnTo>
                      <a:lnTo>
                        <a:pt x="228" y="216"/>
                      </a:lnTo>
                      <a:lnTo>
                        <a:pt x="198" y="198"/>
                      </a:lnTo>
                      <a:lnTo>
                        <a:pt x="168" y="180"/>
                      </a:lnTo>
                      <a:lnTo>
                        <a:pt x="136" y="161"/>
                      </a:lnTo>
                      <a:lnTo>
                        <a:pt x="107" y="143"/>
                      </a:lnTo>
                      <a:lnTo>
                        <a:pt x="82" y="126"/>
                      </a:lnTo>
                      <a:lnTo>
                        <a:pt x="65" y="114"/>
                      </a:lnTo>
                      <a:lnTo>
                        <a:pt x="56" y="117"/>
                      </a:lnTo>
                      <a:lnTo>
                        <a:pt x="49" y="122"/>
                      </a:lnTo>
                      <a:lnTo>
                        <a:pt x="40" y="125"/>
                      </a:lnTo>
                      <a:lnTo>
                        <a:pt x="31" y="129"/>
                      </a:lnTo>
                      <a:lnTo>
                        <a:pt x="21" y="131"/>
                      </a:lnTo>
                      <a:lnTo>
                        <a:pt x="13" y="135"/>
                      </a:lnTo>
                      <a:lnTo>
                        <a:pt x="5" y="139"/>
                      </a:lnTo>
                      <a:lnTo>
                        <a:pt x="0" y="146"/>
                      </a:lnTo>
                      <a:lnTo>
                        <a:pt x="40" y="184"/>
                      </a:lnTo>
                      <a:lnTo>
                        <a:pt x="85" y="225"/>
                      </a:lnTo>
                      <a:lnTo>
                        <a:pt x="131" y="267"/>
                      </a:lnTo>
                      <a:lnTo>
                        <a:pt x="180" y="309"/>
                      </a:lnTo>
                      <a:lnTo>
                        <a:pt x="229" y="347"/>
                      </a:lnTo>
                      <a:lnTo>
                        <a:pt x="278" y="383"/>
                      </a:lnTo>
                      <a:lnTo>
                        <a:pt x="326" y="412"/>
                      </a:lnTo>
                      <a:lnTo>
                        <a:pt x="373" y="437"/>
                      </a:lnTo>
                      <a:lnTo>
                        <a:pt x="401" y="441"/>
                      </a:lnTo>
                      <a:lnTo>
                        <a:pt x="427" y="440"/>
                      </a:lnTo>
                      <a:lnTo>
                        <a:pt x="449" y="431"/>
                      </a:lnTo>
                      <a:lnTo>
                        <a:pt x="466" y="414"/>
                      </a:lnTo>
                      <a:lnTo>
                        <a:pt x="477" y="389"/>
                      </a:lnTo>
                      <a:lnTo>
                        <a:pt x="484" y="357"/>
                      </a:lnTo>
                      <a:lnTo>
                        <a:pt x="481" y="314"/>
                      </a:lnTo>
                      <a:lnTo>
                        <a:pt x="471" y="265"/>
                      </a:lnTo>
                      <a:lnTo>
                        <a:pt x="516" y="203"/>
                      </a:lnTo>
                      <a:lnTo>
                        <a:pt x="558" y="168"/>
                      </a:lnTo>
                      <a:lnTo>
                        <a:pt x="595" y="151"/>
                      </a:lnTo>
                      <a:lnTo>
                        <a:pt x="634" y="151"/>
                      </a:lnTo>
                      <a:lnTo>
                        <a:pt x="674" y="159"/>
                      </a:lnTo>
                      <a:lnTo>
                        <a:pt x="721" y="171"/>
                      </a:lnTo>
                      <a:lnTo>
                        <a:pt x="773" y="183"/>
                      </a:lnTo>
                      <a:lnTo>
                        <a:pt x="837" y="188"/>
                      </a:lnTo>
                      <a:lnTo>
                        <a:pt x="802" y="161"/>
                      </a:lnTo>
                      <a:lnTo>
                        <a:pt x="772" y="137"/>
                      </a:lnTo>
                      <a:lnTo>
                        <a:pt x="742" y="115"/>
                      </a:lnTo>
                      <a:lnTo>
                        <a:pt x="714" y="92"/>
                      </a:lnTo>
                      <a:lnTo>
                        <a:pt x="686" y="69"/>
                      </a:lnTo>
                      <a:lnTo>
                        <a:pt x="657" y="46"/>
                      </a:lnTo>
                      <a:lnTo>
                        <a:pt x="625" y="22"/>
                      </a:lnTo>
                      <a:lnTo>
                        <a:pt x="593" y="0"/>
                      </a:lnTo>
                      <a:close/>
                    </a:path>
                  </a:pathLst>
                </a:custGeom>
                <a:solidFill>
                  <a:srgbClr val="B0BD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6" name="Freeform 25">
                  <a:extLst>
                    <a:ext uri="{FF2B5EF4-FFF2-40B4-BE49-F238E27FC236}">
                      <a16:creationId xmlns:a16="http://schemas.microsoft.com/office/drawing/2014/main" id="{ECE07537-81D6-7B4D-B972-B08EA9CBB39A}"/>
                    </a:ext>
                  </a:extLst>
                </p:cNvPr>
                <p:cNvSpPr>
                  <a:spLocks/>
                </p:cNvSpPr>
                <p:nvPr/>
              </p:nvSpPr>
              <p:spPr bwMode="auto">
                <a:xfrm>
                  <a:off x="4151" y="3666"/>
                  <a:ext cx="419" cy="216"/>
                </a:xfrm>
                <a:custGeom>
                  <a:avLst/>
                  <a:gdLst>
                    <a:gd name="T0" fmla="*/ 302 w 837"/>
                    <a:gd name="T1" fmla="*/ 0 h 433"/>
                    <a:gd name="T2" fmla="*/ 272 w 837"/>
                    <a:gd name="T3" fmla="*/ 11 h 433"/>
                    <a:gd name="T4" fmla="*/ 247 w 837"/>
                    <a:gd name="T5" fmla="*/ 22 h 433"/>
                    <a:gd name="T6" fmla="*/ 226 w 837"/>
                    <a:gd name="T7" fmla="*/ 34 h 433"/>
                    <a:gd name="T8" fmla="*/ 208 w 837"/>
                    <a:gd name="T9" fmla="*/ 47 h 433"/>
                    <a:gd name="T10" fmla="*/ 191 w 837"/>
                    <a:gd name="T11" fmla="*/ 62 h 433"/>
                    <a:gd name="T12" fmla="*/ 174 w 837"/>
                    <a:gd name="T13" fmla="*/ 80 h 433"/>
                    <a:gd name="T14" fmla="*/ 157 w 837"/>
                    <a:gd name="T15" fmla="*/ 101 h 433"/>
                    <a:gd name="T16" fmla="*/ 139 w 837"/>
                    <a:gd name="T17" fmla="*/ 126 h 433"/>
                    <a:gd name="T18" fmla="*/ 128 w 837"/>
                    <a:gd name="T19" fmla="*/ 119 h 433"/>
                    <a:gd name="T20" fmla="*/ 115 w 837"/>
                    <a:gd name="T21" fmla="*/ 111 h 433"/>
                    <a:gd name="T22" fmla="*/ 100 w 837"/>
                    <a:gd name="T23" fmla="*/ 101 h 433"/>
                    <a:gd name="T24" fmla="*/ 83 w 837"/>
                    <a:gd name="T25" fmla="*/ 92 h 433"/>
                    <a:gd name="T26" fmla="*/ 67 w 837"/>
                    <a:gd name="T27" fmla="*/ 82 h 433"/>
                    <a:gd name="T28" fmla="*/ 51 w 837"/>
                    <a:gd name="T29" fmla="*/ 73 h 433"/>
                    <a:gd name="T30" fmla="*/ 38 w 837"/>
                    <a:gd name="T31" fmla="*/ 64 h 433"/>
                    <a:gd name="T32" fmla="*/ 28 w 837"/>
                    <a:gd name="T33" fmla="*/ 57 h 433"/>
                    <a:gd name="T34" fmla="*/ 25 w 837"/>
                    <a:gd name="T35" fmla="*/ 59 h 433"/>
                    <a:gd name="T36" fmla="*/ 21 w 837"/>
                    <a:gd name="T37" fmla="*/ 61 h 433"/>
                    <a:gd name="T38" fmla="*/ 18 w 837"/>
                    <a:gd name="T39" fmla="*/ 61 h 433"/>
                    <a:gd name="T40" fmla="*/ 14 w 837"/>
                    <a:gd name="T41" fmla="*/ 62 h 433"/>
                    <a:gd name="T42" fmla="*/ 10 w 837"/>
                    <a:gd name="T43" fmla="*/ 63 h 433"/>
                    <a:gd name="T44" fmla="*/ 6 w 837"/>
                    <a:gd name="T45" fmla="*/ 64 h 433"/>
                    <a:gd name="T46" fmla="*/ 3 w 837"/>
                    <a:gd name="T47" fmla="*/ 66 h 433"/>
                    <a:gd name="T48" fmla="*/ 0 w 837"/>
                    <a:gd name="T49" fmla="*/ 69 h 433"/>
                    <a:gd name="T50" fmla="*/ 20 w 837"/>
                    <a:gd name="T51" fmla="*/ 88 h 433"/>
                    <a:gd name="T52" fmla="*/ 43 w 837"/>
                    <a:gd name="T53" fmla="*/ 109 h 433"/>
                    <a:gd name="T54" fmla="*/ 67 w 837"/>
                    <a:gd name="T55" fmla="*/ 130 h 433"/>
                    <a:gd name="T56" fmla="*/ 91 w 837"/>
                    <a:gd name="T57" fmla="*/ 150 h 433"/>
                    <a:gd name="T58" fmla="*/ 115 w 837"/>
                    <a:gd name="T59" fmla="*/ 169 h 433"/>
                    <a:gd name="T60" fmla="*/ 140 w 837"/>
                    <a:gd name="T61" fmla="*/ 187 h 433"/>
                    <a:gd name="T62" fmla="*/ 164 w 837"/>
                    <a:gd name="T63" fmla="*/ 202 h 433"/>
                    <a:gd name="T64" fmla="*/ 188 w 837"/>
                    <a:gd name="T65" fmla="*/ 214 h 433"/>
                    <a:gd name="T66" fmla="*/ 200 w 837"/>
                    <a:gd name="T67" fmla="*/ 216 h 433"/>
                    <a:gd name="T68" fmla="*/ 213 w 837"/>
                    <a:gd name="T69" fmla="*/ 215 h 433"/>
                    <a:gd name="T70" fmla="*/ 223 w 837"/>
                    <a:gd name="T71" fmla="*/ 210 h 433"/>
                    <a:gd name="T72" fmla="*/ 233 w 837"/>
                    <a:gd name="T73" fmla="*/ 203 h 433"/>
                    <a:gd name="T74" fmla="*/ 238 w 837"/>
                    <a:gd name="T75" fmla="*/ 190 h 433"/>
                    <a:gd name="T76" fmla="*/ 241 w 837"/>
                    <a:gd name="T77" fmla="*/ 175 h 433"/>
                    <a:gd name="T78" fmla="*/ 240 w 837"/>
                    <a:gd name="T79" fmla="*/ 153 h 433"/>
                    <a:gd name="T80" fmla="*/ 236 w 837"/>
                    <a:gd name="T81" fmla="*/ 129 h 433"/>
                    <a:gd name="T82" fmla="*/ 258 w 837"/>
                    <a:gd name="T83" fmla="*/ 98 h 433"/>
                    <a:gd name="T84" fmla="*/ 279 w 837"/>
                    <a:gd name="T85" fmla="*/ 80 h 433"/>
                    <a:gd name="T86" fmla="*/ 298 w 837"/>
                    <a:gd name="T87" fmla="*/ 72 h 433"/>
                    <a:gd name="T88" fmla="*/ 317 w 837"/>
                    <a:gd name="T89" fmla="*/ 72 h 433"/>
                    <a:gd name="T90" fmla="*/ 337 w 837"/>
                    <a:gd name="T91" fmla="*/ 76 h 433"/>
                    <a:gd name="T92" fmla="*/ 361 w 837"/>
                    <a:gd name="T93" fmla="*/ 82 h 433"/>
                    <a:gd name="T94" fmla="*/ 387 w 837"/>
                    <a:gd name="T95" fmla="*/ 88 h 433"/>
                    <a:gd name="T96" fmla="*/ 419 w 837"/>
                    <a:gd name="T97" fmla="*/ 90 h 433"/>
                    <a:gd name="T98" fmla="*/ 402 w 837"/>
                    <a:gd name="T99" fmla="*/ 78 h 433"/>
                    <a:gd name="T100" fmla="*/ 387 w 837"/>
                    <a:gd name="T101" fmla="*/ 66 h 433"/>
                    <a:gd name="T102" fmla="*/ 373 w 837"/>
                    <a:gd name="T103" fmla="*/ 55 h 433"/>
                    <a:gd name="T104" fmla="*/ 360 w 837"/>
                    <a:gd name="T105" fmla="*/ 44 h 433"/>
                    <a:gd name="T106" fmla="*/ 346 w 837"/>
                    <a:gd name="T107" fmla="*/ 34 h 433"/>
                    <a:gd name="T108" fmla="*/ 332 w 837"/>
                    <a:gd name="T109" fmla="*/ 23 h 433"/>
                    <a:gd name="T110" fmla="*/ 317 w 837"/>
                    <a:gd name="T111" fmla="*/ 11 h 433"/>
                    <a:gd name="T112" fmla="*/ 302 w 837"/>
                    <a:gd name="T113" fmla="*/ 0 h 43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33"/>
                    <a:gd name="T173" fmla="*/ 837 w 837"/>
                    <a:gd name="T174" fmla="*/ 433 h 43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33">
                      <a:moveTo>
                        <a:pt x="603" y="0"/>
                      </a:moveTo>
                      <a:lnTo>
                        <a:pt x="544" y="23"/>
                      </a:lnTo>
                      <a:lnTo>
                        <a:pt x="494" y="45"/>
                      </a:lnTo>
                      <a:lnTo>
                        <a:pt x="451" y="68"/>
                      </a:lnTo>
                      <a:lnTo>
                        <a:pt x="416" y="95"/>
                      </a:lnTo>
                      <a:lnTo>
                        <a:pt x="381" y="125"/>
                      </a:lnTo>
                      <a:lnTo>
                        <a:pt x="348" y="161"/>
                      </a:lnTo>
                      <a:lnTo>
                        <a:pt x="313" y="203"/>
                      </a:lnTo>
                      <a:lnTo>
                        <a:pt x="277" y="253"/>
                      </a:lnTo>
                      <a:lnTo>
                        <a:pt x="255" y="238"/>
                      </a:lnTo>
                      <a:lnTo>
                        <a:pt x="230" y="222"/>
                      </a:lnTo>
                      <a:lnTo>
                        <a:pt x="199" y="203"/>
                      </a:lnTo>
                      <a:lnTo>
                        <a:pt x="166" y="184"/>
                      </a:lnTo>
                      <a:lnTo>
                        <a:pt x="133" y="164"/>
                      </a:lnTo>
                      <a:lnTo>
                        <a:pt x="101" y="146"/>
                      </a:lnTo>
                      <a:lnTo>
                        <a:pt x="75" y="128"/>
                      </a:lnTo>
                      <a:lnTo>
                        <a:pt x="56" y="115"/>
                      </a:lnTo>
                      <a:lnTo>
                        <a:pt x="49" y="119"/>
                      </a:lnTo>
                      <a:lnTo>
                        <a:pt x="42" y="122"/>
                      </a:lnTo>
                      <a:lnTo>
                        <a:pt x="35" y="123"/>
                      </a:lnTo>
                      <a:lnTo>
                        <a:pt x="27" y="125"/>
                      </a:lnTo>
                      <a:lnTo>
                        <a:pt x="20" y="127"/>
                      </a:lnTo>
                      <a:lnTo>
                        <a:pt x="12" y="129"/>
                      </a:lnTo>
                      <a:lnTo>
                        <a:pt x="5" y="132"/>
                      </a:lnTo>
                      <a:lnTo>
                        <a:pt x="0" y="139"/>
                      </a:lnTo>
                      <a:lnTo>
                        <a:pt x="40" y="177"/>
                      </a:lnTo>
                      <a:lnTo>
                        <a:pt x="85" y="218"/>
                      </a:lnTo>
                      <a:lnTo>
                        <a:pt x="133" y="260"/>
                      </a:lnTo>
                      <a:lnTo>
                        <a:pt x="181" y="301"/>
                      </a:lnTo>
                      <a:lnTo>
                        <a:pt x="230" y="339"/>
                      </a:lnTo>
                      <a:lnTo>
                        <a:pt x="279" y="374"/>
                      </a:lnTo>
                      <a:lnTo>
                        <a:pt x="327" y="404"/>
                      </a:lnTo>
                      <a:lnTo>
                        <a:pt x="375" y="429"/>
                      </a:lnTo>
                      <a:lnTo>
                        <a:pt x="400" y="433"/>
                      </a:lnTo>
                      <a:lnTo>
                        <a:pt x="425" y="430"/>
                      </a:lnTo>
                      <a:lnTo>
                        <a:pt x="446" y="421"/>
                      </a:lnTo>
                      <a:lnTo>
                        <a:pt x="465" y="406"/>
                      </a:lnTo>
                      <a:lnTo>
                        <a:pt x="476" y="381"/>
                      </a:lnTo>
                      <a:lnTo>
                        <a:pt x="482" y="350"/>
                      </a:lnTo>
                      <a:lnTo>
                        <a:pt x="480" y="307"/>
                      </a:lnTo>
                      <a:lnTo>
                        <a:pt x="471" y="258"/>
                      </a:lnTo>
                      <a:lnTo>
                        <a:pt x="516" y="196"/>
                      </a:lnTo>
                      <a:lnTo>
                        <a:pt x="558" y="161"/>
                      </a:lnTo>
                      <a:lnTo>
                        <a:pt x="595" y="144"/>
                      </a:lnTo>
                      <a:lnTo>
                        <a:pt x="634" y="144"/>
                      </a:lnTo>
                      <a:lnTo>
                        <a:pt x="674" y="152"/>
                      </a:lnTo>
                      <a:lnTo>
                        <a:pt x="721" y="164"/>
                      </a:lnTo>
                      <a:lnTo>
                        <a:pt x="773" y="176"/>
                      </a:lnTo>
                      <a:lnTo>
                        <a:pt x="837" y="181"/>
                      </a:lnTo>
                      <a:lnTo>
                        <a:pt x="803" y="156"/>
                      </a:lnTo>
                      <a:lnTo>
                        <a:pt x="773" y="133"/>
                      </a:lnTo>
                      <a:lnTo>
                        <a:pt x="746" y="110"/>
                      </a:lnTo>
                      <a:lnTo>
                        <a:pt x="719" y="89"/>
                      </a:lnTo>
                      <a:lnTo>
                        <a:pt x="692" y="68"/>
                      </a:lnTo>
                      <a:lnTo>
                        <a:pt x="664" y="47"/>
                      </a:lnTo>
                      <a:lnTo>
                        <a:pt x="634" y="23"/>
                      </a:lnTo>
                      <a:lnTo>
                        <a:pt x="603"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7" name="Freeform 26">
                  <a:extLst>
                    <a:ext uri="{FF2B5EF4-FFF2-40B4-BE49-F238E27FC236}">
                      <a16:creationId xmlns:a16="http://schemas.microsoft.com/office/drawing/2014/main" id="{C70348C2-E42C-C84D-92AE-45FBD91577E5}"/>
                    </a:ext>
                  </a:extLst>
                </p:cNvPr>
                <p:cNvSpPr>
                  <a:spLocks/>
                </p:cNvSpPr>
                <p:nvPr/>
              </p:nvSpPr>
              <p:spPr bwMode="auto">
                <a:xfrm>
                  <a:off x="3659" y="2675"/>
                  <a:ext cx="1059" cy="612"/>
                </a:xfrm>
                <a:custGeom>
                  <a:avLst/>
                  <a:gdLst>
                    <a:gd name="T0" fmla="*/ 376 w 2117"/>
                    <a:gd name="T1" fmla="*/ 287 h 1224"/>
                    <a:gd name="T2" fmla="*/ 302 w 2117"/>
                    <a:gd name="T3" fmla="*/ 352 h 1224"/>
                    <a:gd name="T4" fmla="*/ 228 w 2117"/>
                    <a:gd name="T5" fmla="*/ 398 h 1224"/>
                    <a:gd name="T6" fmla="*/ 175 w 2117"/>
                    <a:gd name="T7" fmla="*/ 401 h 1224"/>
                    <a:gd name="T8" fmla="*/ 137 w 2117"/>
                    <a:gd name="T9" fmla="*/ 415 h 1224"/>
                    <a:gd name="T10" fmla="*/ 66 w 2117"/>
                    <a:gd name="T11" fmla="*/ 471 h 1224"/>
                    <a:gd name="T12" fmla="*/ 11 w 2117"/>
                    <a:gd name="T13" fmla="*/ 514 h 1224"/>
                    <a:gd name="T14" fmla="*/ 2 w 2117"/>
                    <a:gd name="T15" fmla="*/ 566 h 1224"/>
                    <a:gd name="T16" fmla="*/ 40 w 2117"/>
                    <a:gd name="T17" fmla="*/ 607 h 1224"/>
                    <a:gd name="T18" fmla="*/ 100 w 2117"/>
                    <a:gd name="T19" fmla="*/ 600 h 1224"/>
                    <a:gd name="T20" fmla="*/ 160 w 2117"/>
                    <a:gd name="T21" fmla="*/ 594 h 1224"/>
                    <a:gd name="T22" fmla="*/ 311 w 2117"/>
                    <a:gd name="T23" fmla="*/ 589 h 1224"/>
                    <a:gd name="T24" fmla="*/ 462 w 2117"/>
                    <a:gd name="T25" fmla="*/ 579 h 1224"/>
                    <a:gd name="T26" fmla="*/ 597 w 2117"/>
                    <a:gd name="T27" fmla="*/ 572 h 1224"/>
                    <a:gd name="T28" fmla="*/ 663 w 2117"/>
                    <a:gd name="T29" fmla="*/ 568 h 1224"/>
                    <a:gd name="T30" fmla="*/ 722 w 2117"/>
                    <a:gd name="T31" fmla="*/ 538 h 1224"/>
                    <a:gd name="T32" fmla="*/ 792 w 2117"/>
                    <a:gd name="T33" fmla="*/ 498 h 1224"/>
                    <a:gd name="T34" fmla="*/ 839 w 2117"/>
                    <a:gd name="T35" fmla="*/ 461 h 1224"/>
                    <a:gd name="T36" fmla="*/ 842 w 2117"/>
                    <a:gd name="T37" fmla="*/ 339 h 1224"/>
                    <a:gd name="T38" fmla="*/ 881 w 2117"/>
                    <a:gd name="T39" fmla="*/ 334 h 1224"/>
                    <a:gd name="T40" fmla="*/ 918 w 2117"/>
                    <a:gd name="T41" fmla="*/ 362 h 1224"/>
                    <a:gd name="T42" fmla="*/ 1015 w 2117"/>
                    <a:gd name="T43" fmla="*/ 341 h 1224"/>
                    <a:gd name="T44" fmla="*/ 1051 w 2117"/>
                    <a:gd name="T45" fmla="*/ 207 h 1224"/>
                    <a:gd name="T46" fmla="*/ 947 w 2117"/>
                    <a:gd name="T47" fmla="*/ 130 h 1224"/>
                    <a:gd name="T48" fmla="*/ 888 w 2117"/>
                    <a:gd name="T49" fmla="*/ 165 h 1224"/>
                    <a:gd name="T50" fmla="*/ 863 w 2117"/>
                    <a:gd name="T51" fmla="*/ 201 h 1224"/>
                    <a:gd name="T52" fmla="*/ 826 w 2117"/>
                    <a:gd name="T53" fmla="*/ 208 h 1224"/>
                    <a:gd name="T54" fmla="*/ 812 w 2117"/>
                    <a:gd name="T55" fmla="*/ 195 h 1224"/>
                    <a:gd name="T56" fmla="*/ 802 w 2117"/>
                    <a:gd name="T57" fmla="*/ 186 h 1224"/>
                    <a:gd name="T58" fmla="*/ 801 w 2117"/>
                    <a:gd name="T59" fmla="*/ 171 h 1224"/>
                    <a:gd name="T60" fmla="*/ 836 w 2117"/>
                    <a:gd name="T61" fmla="*/ 165 h 1224"/>
                    <a:gd name="T62" fmla="*/ 863 w 2117"/>
                    <a:gd name="T63" fmla="*/ 154 h 1224"/>
                    <a:gd name="T64" fmla="*/ 899 w 2117"/>
                    <a:gd name="T65" fmla="*/ 55 h 1224"/>
                    <a:gd name="T66" fmla="*/ 774 w 2117"/>
                    <a:gd name="T67" fmla="*/ 0 h 1224"/>
                    <a:gd name="T68" fmla="*/ 658 w 2117"/>
                    <a:gd name="T69" fmla="*/ 72 h 1224"/>
                    <a:gd name="T70" fmla="*/ 659 w 2117"/>
                    <a:gd name="T71" fmla="*/ 98 h 1224"/>
                    <a:gd name="T72" fmla="*/ 661 w 2117"/>
                    <a:gd name="T73" fmla="*/ 124 h 1224"/>
                    <a:gd name="T74" fmla="*/ 653 w 2117"/>
                    <a:gd name="T75" fmla="*/ 145 h 1224"/>
                    <a:gd name="T76" fmla="*/ 631 w 2117"/>
                    <a:gd name="T77" fmla="*/ 150 h 1224"/>
                    <a:gd name="T78" fmla="*/ 609 w 2117"/>
                    <a:gd name="T79" fmla="*/ 155 h 1224"/>
                    <a:gd name="T80" fmla="*/ 573 w 2117"/>
                    <a:gd name="T81" fmla="*/ 167 h 1224"/>
                    <a:gd name="T82" fmla="*/ 532 w 2117"/>
                    <a:gd name="T83" fmla="*/ 182 h 1224"/>
                    <a:gd name="T84" fmla="*/ 492 w 2117"/>
                    <a:gd name="T85" fmla="*/ 197 h 1224"/>
                    <a:gd name="T86" fmla="*/ 469 w 2117"/>
                    <a:gd name="T87" fmla="*/ 216 h 1224"/>
                    <a:gd name="T88" fmla="*/ 447 w 2117"/>
                    <a:gd name="T89" fmla="*/ 235 h 12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17"/>
                    <a:gd name="T136" fmla="*/ 0 h 1224"/>
                    <a:gd name="T137" fmla="*/ 2117 w 2117"/>
                    <a:gd name="T138" fmla="*/ 1224 h 12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17" h="1224">
                      <a:moveTo>
                        <a:pt x="864" y="496"/>
                      </a:moveTo>
                      <a:lnTo>
                        <a:pt x="806" y="531"/>
                      </a:lnTo>
                      <a:lnTo>
                        <a:pt x="752" y="574"/>
                      </a:lnTo>
                      <a:lnTo>
                        <a:pt x="700" y="618"/>
                      </a:lnTo>
                      <a:lnTo>
                        <a:pt x="653" y="663"/>
                      </a:lnTo>
                      <a:lnTo>
                        <a:pt x="604" y="704"/>
                      </a:lnTo>
                      <a:lnTo>
                        <a:pt x="556" y="743"/>
                      </a:lnTo>
                      <a:lnTo>
                        <a:pt x="506" y="774"/>
                      </a:lnTo>
                      <a:lnTo>
                        <a:pt x="456" y="797"/>
                      </a:lnTo>
                      <a:lnTo>
                        <a:pt x="412" y="797"/>
                      </a:lnTo>
                      <a:lnTo>
                        <a:pt x="378" y="799"/>
                      </a:lnTo>
                      <a:lnTo>
                        <a:pt x="349" y="802"/>
                      </a:lnTo>
                      <a:lnTo>
                        <a:pt x="324" y="809"/>
                      </a:lnTo>
                      <a:lnTo>
                        <a:pt x="299" y="818"/>
                      </a:lnTo>
                      <a:lnTo>
                        <a:pt x="274" y="831"/>
                      </a:lnTo>
                      <a:lnTo>
                        <a:pt x="244" y="846"/>
                      </a:lnTo>
                      <a:lnTo>
                        <a:pt x="209" y="868"/>
                      </a:lnTo>
                      <a:lnTo>
                        <a:pt x="131" y="942"/>
                      </a:lnTo>
                      <a:lnTo>
                        <a:pt x="77" y="987"/>
                      </a:lnTo>
                      <a:lnTo>
                        <a:pt x="41" y="1011"/>
                      </a:lnTo>
                      <a:lnTo>
                        <a:pt x="22" y="1027"/>
                      </a:lnTo>
                      <a:lnTo>
                        <a:pt x="10" y="1045"/>
                      </a:lnTo>
                      <a:lnTo>
                        <a:pt x="7" y="1076"/>
                      </a:lnTo>
                      <a:lnTo>
                        <a:pt x="3" y="1131"/>
                      </a:lnTo>
                      <a:lnTo>
                        <a:pt x="0" y="1224"/>
                      </a:lnTo>
                      <a:lnTo>
                        <a:pt x="39" y="1219"/>
                      </a:lnTo>
                      <a:lnTo>
                        <a:pt x="79" y="1214"/>
                      </a:lnTo>
                      <a:lnTo>
                        <a:pt x="118" y="1209"/>
                      </a:lnTo>
                      <a:lnTo>
                        <a:pt x="160" y="1205"/>
                      </a:lnTo>
                      <a:lnTo>
                        <a:pt x="199" y="1200"/>
                      </a:lnTo>
                      <a:lnTo>
                        <a:pt x="239" y="1195"/>
                      </a:lnTo>
                      <a:lnTo>
                        <a:pt x="278" y="1191"/>
                      </a:lnTo>
                      <a:lnTo>
                        <a:pt x="319" y="1188"/>
                      </a:lnTo>
                      <a:lnTo>
                        <a:pt x="419" y="1185"/>
                      </a:lnTo>
                      <a:lnTo>
                        <a:pt x="521" y="1183"/>
                      </a:lnTo>
                      <a:lnTo>
                        <a:pt x="621" y="1178"/>
                      </a:lnTo>
                      <a:lnTo>
                        <a:pt x="723" y="1173"/>
                      </a:lnTo>
                      <a:lnTo>
                        <a:pt x="823" y="1165"/>
                      </a:lnTo>
                      <a:lnTo>
                        <a:pt x="923" y="1158"/>
                      </a:lnTo>
                      <a:lnTo>
                        <a:pt x="1025" y="1149"/>
                      </a:lnTo>
                      <a:lnTo>
                        <a:pt x="1128" y="1141"/>
                      </a:lnTo>
                      <a:lnTo>
                        <a:pt x="1194" y="1144"/>
                      </a:lnTo>
                      <a:lnTo>
                        <a:pt x="1246" y="1144"/>
                      </a:lnTo>
                      <a:lnTo>
                        <a:pt x="1288" y="1141"/>
                      </a:lnTo>
                      <a:lnTo>
                        <a:pt x="1326" y="1135"/>
                      </a:lnTo>
                      <a:lnTo>
                        <a:pt x="1360" y="1123"/>
                      </a:lnTo>
                      <a:lnTo>
                        <a:pt x="1399" y="1102"/>
                      </a:lnTo>
                      <a:lnTo>
                        <a:pt x="1444" y="1075"/>
                      </a:lnTo>
                      <a:lnTo>
                        <a:pt x="1502" y="1041"/>
                      </a:lnTo>
                      <a:lnTo>
                        <a:pt x="1542" y="1013"/>
                      </a:lnTo>
                      <a:lnTo>
                        <a:pt x="1583" y="996"/>
                      </a:lnTo>
                      <a:lnTo>
                        <a:pt x="1621" y="978"/>
                      </a:lnTo>
                      <a:lnTo>
                        <a:pt x="1655" y="957"/>
                      </a:lnTo>
                      <a:lnTo>
                        <a:pt x="1678" y="922"/>
                      </a:lnTo>
                      <a:lnTo>
                        <a:pt x="1693" y="868"/>
                      </a:lnTo>
                      <a:lnTo>
                        <a:pt x="1696" y="789"/>
                      </a:lnTo>
                      <a:lnTo>
                        <a:pt x="1683" y="678"/>
                      </a:lnTo>
                      <a:lnTo>
                        <a:pt x="1713" y="659"/>
                      </a:lnTo>
                      <a:lnTo>
                        <a:pt x="1740" y="658"/>
                      </a:lnTo>
                      <a:lnTo>
                        <a:pt x="1762" y="669"/>
                      </a:lnTo>
                      <a:lnTo>
                        <a:pt x="1785" y="688"/>
                      </a:lnTo>
                      <a:lnTo>
                        <a:pt x="1808" y="708"/>
                      </a:lnTo>
                      <a:lnTo>
                        <a:pt x="1835" y="725"/>
                      </a:lnTo>
                      <a:lnTo>
                        <a:pt x="1868" y="735"/>
                      </a:lnTo>
                      <a:lnTo>
                        <a:pt x="1910" y="734"/>
                      </a:lnTo>
                      <a:lnTo>
                        <a:pt x="2029" y="683"/>
                      </a:lnTo>
                      <a:lnTo>
                        <a:pt x="2097" y="604"/>
                      </a:lnTo>
                      <a:lnTo>
                        <a:pt x="2117" y="508"/>
                      </a:lnTo>
                      <a:lnTo>
                        <a:pt x="2101" y="414"/>
                      </a:lnTo>
                      <a:lnTo>
                        <a:pt x="2052" y="332"/>
                      </a:lnTo>
                      <a:lnTo>
                        <a:pt x="1981" y="277"/>
                      </a:lnTo>
                      <a:lnTo>
                        <a:pt x="1893" y="260"/>
                      </a:lnTo>
                      <a:lnTo>
                        <a:pt x="1797" y="300"/>
                      </a:lnTo>
                      <a:lnTo>
                        <a:pt x="1786" y="310"/>
                      </a:lnTo>
                      <a:lnTo>
                        <a:pt x="1775" y="331"/>
                      </a:lnTo>
                      <a:lnTo>
                        <a:pt x="1760" y="354"/>
                      </a:lnTo>
                      <a:lnTo>
                        <a:pt x="1745" y="381"/>
                      </a:lnTo>
                      <a:lnTo>
                        <a:pt x="1725" y="402"/>
                      </a:lnTo>
                      <a:lnTo>
                        <a:pt x="1703" y="420"/>
                      </a:lnTo>
                      <a:lnTo>
                        <a:pt x="1678" y="425"/>
                      </a:lnTo>
                      <a:lnTo>
                        <a:pt x="1652" y="417"/>
                      </a:lnTo>
                      <a:lnTo>
                        <a:pt x="1639" y="406"/>
                      </a:lnTo>
                      <a:lnTo>
                        <a:pt x="1632" y="398"/>
                      </a:lnTo>
                      <a:lnTo>
                        <a:pt x="1624" y="391"/>
                      </a:lnTo>
                      <a:lnTo>
                        <a:pt x="1618" y="386"/>
                      </a:lnTo>
                      <a:lnTo>
                        <a:pt x="1611" y="378"/>
                      </a:lnTo>
                      <a:lnTo>
                        <a:pt x="1604" y="372"/>
                      </a:lnTo>
                      <a:lnTo>
                        <a:pt x="1596" y="364"/>
                      </a:lnTo>
                      <a:lnTo>
                        <a:pt x="1584" y="356"/>
                      </a:lnTo>
                      <a:lnTo>
                        <a:pt x="1602" y="342"/>
                      </a:lnTo>
                      <a:lnTo>
                        <a:pt x="1623" y="336"/>
                      </a:lnTo>
                      <a:lnTo>
                        <a:pt x="1646" y="332"/>
                      </a:lnTo>
                      <a:lnTo>
                        <a:pt x="1671" y="331"/>
                      </a:lnTo>
                      <a:lnTo>
                        <a:pt x="1692" y="327"/>
                      </a:lnTo>
                      <a:lnTo>
                        <a:pt x="1712" y="321"/>
                      </a:lnTo>
                      <a:lnTo>
                        <a:pt x="1726" y="308"/>
                      </a:lnTo>
                      <a:lnTo>
                        <a:pt x="1735" y="288"/>
                      </a:lnTo>
                      <a:lnTo>
                        <a:pt x="1800" y="189"/>
                      </a:lnTo>
                      <a:lnTo>
                        <a:pt x="1797" y="110"/>
                      </a:lnTo>
                      <a:lnTo>
                        <a:pt x="1741" y="49"/>
                      </a:lnTo>
                      <a:lnTo>
                        <a:pt x="1653" y="12"/>
                      </a:lnTo>
                      <a:lnTo>
                        <a:pt x="1548" y="0"/>
                      </a:lnTo>
                      <a:lnTo>
                        <a:pt x="1445" y="16"/>
                      </a:lnTo>
                      <a:lnTo>
                        <a:pt x="1361" y="62"/>
                      </a:lnTo>
                      <a:lnTo>
                        <a:pt x="1316" y="143"/>
                      </a:lnTo>
                      <a:lnTo>
                        <a:pt x="1316" y="160"/>
                      </a:lnTo>
                      <a:lnTo>
                        <a:pt x="1316" y="179"/>
                      </a:lnTo>
                      <a:lnTo>
                        <a:pt x="1317" y="196"/>
                      </a:lnTo>
                      <a:lnTo>
                        <a:pt x="1318" y="214"/>
                      </a:lnTo>
                      <a:lnTo>
                        <a:pt x="1320" y="230"/>
                      </a:lnTo>
                      <a:lnTo>
                        <a:pt x="1321" y="248"/>
                      </a:lnTo>
                      <a:lnTo>
                        <a:pt x="1322" y="267"/>
                      </a:lnTo>
                      <a:lnTo>
                        <a:pt x="1325" y="287"/>
                      </a:lnTo>
                      <a:lnTo>
                        <a:pt x="1306" y="289"/>
                      </a:lnTo>
                      <a:lnTo>
                        <a:pt x="1291" y="293"/>
                      </a:lnTo>
                      <a:lnTo>
                        <a:pt x="1276" y="297"/>
                      </a:lnTo>
                      <a:lnTo>
                        <a:pt x="1262" y="300"/>
                      </a:lnTo>
                      <a:lnTo>
                        <a:pt x="1247" y="303"/>
                      </a:lnTo>
                      <a:lnTo>
                        <a:pt x="1233" y="307"/>
                      </a:lnTo>
                      <a:lnTo>
                        <a:pt x="1217" y="310"/>
                      </a:lnTo>
                      <a:lnTo>
                        <a:pt x="1201" y="314"/>
                      </a:lnTo>
                      <a:lnTo>
                        <a:pt x="1173" y="324"/>
                      </a:lnTo>
                      <a:lnTo>
                        <a:pt x="1145" y="334"/>
                      </a:lnTo>
                      <a:lnTo>
                        <a:pt x="1118" y="344"/>
                      </a:lnTo>
                      <a:lnTo>
                        <a:pt x="1091" y="354"/>
                      </a:lnTo>
                      <a:lnTo>
                        <a:pt x="1064" y="364"/>
                      </a:lnTo>
                      <a:lnTo>
                        <a:pt x="1036" y="374"/>
                      </a:lnTo>
                      <a:lnTo>
                        <a:pt x="1010" y="384"/>
                      </a:lnTo>
                      <a:lnTo>
                        <a:pt x="984" y="394"/>
                      </a:lnTo>
                      <a:lnTo>
                        <a:pt x="969" y="407"/>
                      </a:lnTo>
                      <a:lnTo>
                        <a:pt x="954" y="420"/>
                      </a:lnTo>
                      <a:lnTo>
                        <a:pt x="938" y="432"/>
                      </a:lnTo>
                      <a:lnTo>
                        <a:pt x="923" y="445"/>
                      </a:lnTo>
                      <a:lnTo>
                        <a:pt x="908" y="457"/>
                      </a:lnTo>
                      <a:lnTo>
                        <a:pt x="893" y="470"/>
                      </a:lnTo>
                      <a:lnTo>
                        <a:pt x="878" y="482"/>
                      </a:lnTo>
                      <a:lnTo>
                        <a:pt x="864" y="496"/>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8" name="Freeform 27">
                  <a:extLst>
                    <a:ext uri="{FF2B5EF4-FFF2-40B4-BE49-F238E27FC236}">
                      <a16:creationId xmlns:a16="http://schemas.microsoft.com/office/drawing/2014/main" id="{2B5AB000-5F79-7946-B785-6201F8472A58}"/>
                    </a:ext>
                  </a:extLst>
                </p:cNvPr>
                <p:cNvSpPr>
                  <a:spLocks/>
                </p:cNvSpPr>
                <p:nvPr/>
              </p:nvSpPr>
              <p:spPr bwMode="auto">
                <a:xfrm>
                  <a:off x="3693" y="2684"/>
                  <a:ext cx="1024" cy="586"/>
                </a:xfrm>
                <a:custGeom>
                  <a:avLst/>
                  <a:gdLst>
                    <a:gd name="T0" fmla="*/ 343 w 2048"/>
                    <a:gd name="T1" fmla="*/ 277 h 1171"/>
                    <a:gd name="T2" fmla="*/ 276 w 2048"/>
                    <a:gd name="T3" fmla="*/ 341 h 1171"/>
                    <a:gd name="T4" fmla="*/ 206 w 2048"/>
                    <a:gd name="T5" fmla="*/ 387 h 1171"/>
                    <a:gd name="T6" fmla="*/ 155 w 2048"/>
                    <a:gd name="T7" fmla="*/ 390 h 1171"/>
                    <a:gd name="T8" fmla="*/ 119 w 2048"/>
                    <a:gd name="T9" fmla="*/ 406 h 1171"/>
                    <a:gd name="T10" fmla="*/ 51 w 2048"/>
                    <a:gd name="T11" fmla="*/ 461 h 1171"/>
                    <a:gd name="T12" fmla="*/ 3 w 2048"/>
                    <a:gd name="T13" fmla="*/ 502 h 1171"/>
                    <a:gd name="T14" fmla="*/ 1 w 2048"/>
                    <a:gd name="T15" fmla="*/ 547 h 1171"/>
                    <a:gd name="T16" fmla="*/ 37 w 2048"/>
                    <a:gd name="T17" fmla="*/ 581 h 1171"/>
                    <a:gd name="T18" fmla="*/ 92 w 2048"/>
                    <a:gd name="T19" fmla="*/ 577 h 1171"/>
                    <a:gd name="T20" fmla="*/ 150 w 2048"/>
                    <a:gd name="T21" fmla="*/ 572 h 1171"/>
                    <a:gd name="T22" fmla="*/ 289 w 2048"/>
                    <a:gd name="T23" fmla="*/ 570 h 1171"/>
                    <a:gd name="T24" fmla="*/ 436 w 2048"/>
                    <a:gd name="T25" fmla="*/ 563 h 1171"/>
                    <a:gd name="T26" fmla="*/ 569 w 2048"/>
                    <a:gd name="T27" fmla="*/ 556 h 1171"/>
                    <a:gd name="T28" fmla="*/ 636 w 2048"/>
                    <a:gd name="T29" fmla="*/ 552 h 1171"/>
                    <a:gd name="T30" fmla="*/ 691 w 2048"/>
                    <a:gd name="T31" fmla="*/ 526 h 1171"/>
                    <a:gd name="T32" fmla="*/ 757 w 2048"/>
                    <a:gd name="T33" fmla="*/ 489 h 1171"/>
                    <a:gd name="T34" fmla="*/ 805 w 2048"/>
                    <a:gd name="T35" fmla="*/ 452 h 1171"/>
                    <a:gd name="T36" fmla="*/ 807 w 2048"/>
                    <a:gd name="T37" fmla="*/ 330 h 1171"/>
                    <a:gd name="T38" fmla="*/ 847 w 2048"/>
                    <a:gd name="T39" fmla="*/ 325 h 1171"/>
                    <a:gd name="T40" fmla="*/ 883 w 2048"/>
                    <a:gd name="T41" fmla="*/ 353 h 1171"/>
                    <a:gd name="T42" fmla="*/ 980 w 2048"/>
                    <a:gd name="T43" fmla="*/ 332 h 1171"/>
                    <a:gd name="T44" fmla="*/ 1015 w 2048"/>
                    <a:gd name="T45" fmla="*/ 200 h 1171"/>
                    <a:gd name="T46" fmla="*/ 909 w 2048"/>
                    <a:gd name="T47" fmla="*/ 124 h 1171"/>
                    <a:gd name="T48" fmla="*/ 850 w 2048"/>
                    <a:gd name="T49" fmla="*/ 159 h 1171"/>
                    <a:gd name="T50" fmla="*/ 827 w 2048"/>
                    <a:gd name="T51" fmla="*/ 193 h 1171"/>
                    <a:gd name="T52" fmla="*/ 792 w 2048"/>
                    <a:gd name="T53" fmla="*/ 199 h 1171"/>
                    <a:gd name="T54" fmla="*/ 778 w 2048"/>
                    <a:gd name="T55" fmla="*/ 186 h 1171"/>
                    <a:gd name="T56" fmla="*/ 767 w 2048"/>
                    <a:gd name="T57" fmla="*/ 175 h 1171"/>
                    <a:gd name="T58" fmla="*/ 765 w 2048"/>
                    <a:gd name="T59" fmla="*/ 160 h 1171"/>
                    <a:gd name="T60" fmla="*/ 795 w 2048"/>
                    <a:gd name="T61" fmla="*/ 153 h 1171"/>
                    <a:gd name="T62" fmla="*/ 819 w 2048"/>
                    <a:gd name="T63" fmla="*/ 141 h 1171"/>
                    <a:gd name="T64" fmla="*/ 848 w 2048"/>
                    <a:gd name="T65" fmla="*/ 50 h 1171"/>
                    <a:gd name="T66" fmla="*/ 731 w 2048"/>
                    <a:gd name="T67" fmla="*/ 0 h 1171"/>
                    <a:gd name="T68" fmla="*/ 626 w 2048"/>
                    <a:gd name="T69" fmla="*/ 65 h 1171"/>
                    <a:gd name="T70" fmla="*/ 626 w 2048"/>
                    <a:gd name="T71" fmla="*/ 91 h 1171"/>
                    <a:gd name="T72" fmla="*/ 627 w 2048"/>
                    <a:gd name="T73" fmla="*/ 115 h 1171"/>
                    <a:gd name="T74" fmla="*/ 619 w 2048"/>
                    <a:gd name="T75" fmla="*/ 135 h 1171"/>
                    <a:gd name="T76" fmla="*/ 597 w 2048"/>
                    <a:gd name="T77" fmla="*/ 141 h 1171"/>
                    <a:gd name="T78" fmla="*/ 574 w 2048"/>
                    <a:gd name="T79" fmla="*/ 146 h 1171"/>
                    <a:gd name="T80" fmla="*/ 538 w 2048"/>
                    <a:gd name="T81" fmla="*/ 158 h 1171"/>
                    <a:gd name="T82" fmla="*/ 498 w 2048"/>
                    <a:gd name="T83" fmla="*/ 173 h 1171"/>
                    <a:gd name="T84" fmla="*/ 458 w 2048"/>
                    <a:gd name="T85" fmla="*/ 188 h 1171"/>
                    <a:gd name="T86" fmla="*/ 435 w 2048"/>
                    <a:gd name="T87" fmla="*/ 207 h 1171"/>
                    <a:gd name="T88" fmla="*/ 412 w 2048"/>
                    <a:gd name="T89" fmla="*/ 226 h 117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048"/>
                    <a:gd name="T136" fmla="*/ 0 h 1171"/>
                    <a:gd name="T137" fmla="*/ 2048 w 2048"/>
                    <a:gd name="T138" fmla="*/ 1171 h 117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048" h="1171">
                      <a:moveTo>
                        <a:pt x="796" y="477"/>
                      </a:moveTo>
                      <a:lnTo>
                        <a:pt x="739" y="512"/>
                      </a:lnTo>
                      <a:lnTo>
                        <a:pt x="687" y="553"/>
                      </a:lnTo>
                      <a:lnTo>
                        <a:pt x="640" y="597"/>
                      </a:lnTo>
                      <a:lnTo>
                        <a:pt x="597" y="641"/>
                      </a:lnTo>
                      <a:lnTo>
                        <a:pt x="553" y="682"/>
                      </a:lnTo>
                      <a:lnTo>
                        <a:pt x="509" y="720"/>
                      </a:lnTo>
                      <a:lnTo>
                        <a:pt x="463" y="751"/>
                      </a:lnTo>
                      <a:lnTo>
                        <a:pt x="413" y="774"/>
                      </a:lnTo>
                      <a:lnTo>
                        <a:pt x="370" y="774"/>
                      </a:lnTo>
                      <a:lnTo>
                        <a:pt x="337" y="776"/>
                      </a:lnTo>
                      <a:lnTo>
                        <a:pt x="310" y="780"/>
                      </a:lnTo>
                      <a:lnTo>
                        <a:pt x="286" y="788"/>
                      </a:lnTo>
                      <a:lnTo>
                        <a:pt x="262" y="798"/>
                      </a:lnTo>
                      <a:lnTo>
                        <a:pt x="238" y="812"/>
                      </a:lnTo>
                      <a:lnTo>
                        <a:pt x="208" y="829"/>
                      </a:lnTo>
                      <a:lnTo>
                        <a:pt x="173" y="852"/>
                      </a:lnTo>
                      <a:lnTo>
                        <a:pt x="102" y="922"/>
                      </a:lnTo>
                      <a:lnTo>
                        <a:pt x="53" y="964"/>
                      </a:lnTo>
                      <a:lnTo>
                        <a:pt x="21" y="987"/>
                      </a:lnTo>
                      <a:lnTo>
                        <a:pt x="6" y="1003"/>
                      </a:lnTo>
                      <a:lnTo>
                        <a:pt x="0" y="1018"/>
                      </a:lnTo>
                      <a:lnTo>
                        <a:pt x="0" y="1046"/>
                      </a:lnTo>
                      <a:lnTo>
                        <a:pt x="1" y="1093"/>
                      </a:lnTo>
                      <a:lnTo>
                        <a:pt x="3" y="1171"/>
                      </a:lnTo>
                      <a:lnTo>
                        <a:pt x="38" y="1166"/>
                      </a:lnTo>
                      <a:lnTo>
                        <a:pt x="74" y="1162"/>
                      </a:lnTo>
                      <a:lnTo>
                        <a:pt x="109" y="1160"/>
                      </a:lnTo>
                      <a:lnTo>
                        <a:pt x="147" y="1157"/>
                      </a:lnTo>
                      <a:lnTo>
                        <a:pt x="185" y="1154"/>
                      </a:lnTo>
                      <a:lnTo>
                        <a:pt x="222" y="1151"/>
                      </a:lnTo>
                      <a:lnTo>
                        <a:pt x="260" y="1147"/>
                      </a:lnTo>
                      <a:lnTo>
                        <a:pt x="301" y="1144"/>
                      </a:lnTo>
                      <a:lnTo>
                        <a:pt x="391" y="1144"/>
                      </a:lnTo>
                      <a:lnTo>
                        <a:pt x="484" y="1144"/>
                      </a:lnTo>
                      <a:lnTo>
                        <a:pt x="578" y="1140"/>
                      </a:lnTo>
                      <a:lnTo>
                        <a:pt x="676" y="1137"/>
                      </a:lnTo>
                      <a:lnTo>
                        <a:pt x="773" y="1131"/>
                      </a:lnTo>
                      <a:lnTo>
                        <a:pt x="872" y="1125"/>
                      </a:lnTo>
                      <a:lnTo>
                        <a:pt x="971" y="1117"/>
                      </a:lnTo>
                      <a:lnTo>
                        <a:pt x="1072" y="1111"/>
                      </a:lnTo>
                      <a:lnTo>
                        <a:pt x="1138" y="1112"/>
                      </a:lnTo>
                      <a:lnTo>
                        <a:pt x="1191" y="1112"/>
                      </a:lnTo>
                      <a:lnTo>
                        <a:pt x="1234" y="1110"/>
                      </a:lnTo>
                      <a:lnTo>
                        <a:pt x="1272" y="1104"/>
                      </a:lnTo>
                      <a:lnTo>
                        <a:pt x="1306" y="1091"/>
                      </a:lnTo>
                      <a:lnTo>
                        <a:pt x="1342" y="1075"/>
                      </a:lnTo>
                      <a:lnTo>
                        <a:pt x="1382" y="1052"/>
                      </a:lnTo>
                      <a:lnTo>
                        <a:pt x="1434" y="1022"/>
                      </a:lnTo>
                      <a:lnTo>
                        <a:pt x="1474" y="994"/>
                      </a:lnTo>
                      <a:lnTo>
                        <a:pt x="1515" y="977"/>
                      </a:lnTo>
                      <a:lnTo>
                        <a:pt x="1553" y="959"/>
                      </a:lnTo>
                      <a:lnTo>
                        <a:pt x="1587" y="938"/>
                      </a:lnTo>
                      <a:lnTo>
                        <a:pt x="1610" y="903"/>
                      </a:lnTo>
                      <a:lnTo>
                        <a:pt x="1625" y="849"/>
                      </a:lnTo>
                      <a:lnTo>
                        <a:pt x="1628" y="770"/>
                      </a:lnTo>
                      <a:lnTo>
                        <a:pt x="1615" y="659"/>
                      </a:lnTo>
                      <a:lnTo>
                        <a:pt x="1645" y="640"/>
                      </a:lnTo>
                      <a:lnTo>
                        <a:pt x="1672" y="639"/>
                      </a:lnTo>
                      <a:lnTo>
                        <a:pt x="1694" y="650"/>
                      </a:lnTo>
                      <a:lnTo>
                        <a:pt x="1717" y="669"/>
                      </a:lnTo>
                      <a:lnTo>
                        <a:pt x="1740" y="689"/>
                      </a:lnTo>
                      <a:lnTo>
                        <a:pt x="1767" y="706"/>
                      </a:lnTo>
                      <a:lnTo>
                        <a:pt x="1800" y="716"/>
                      </a:lnTo>
                      <a:lnTo>
                        <a:pt x="1842" y="715"/>
                      </a:lnTo>
                      <a:lnTo>
                        <a:pt x="1961" y="664"/>
                      </a:lnTo>
                      <a:lnTo>
                        <a:pt x="2028" y="585"/>
                      </a:lnTo>
                      <a:lnTo>
                        <a:pt x="2048" y="492"/>
                      </a:lnTo>
                      <a:lnTo>
                        <a:pt x="2030" y="399"/>
                      </a:lnTo>
                      <a:lnTo>
                        <a:pt x="1980" y="318"/>
                      </a:lnTo>
                      <a:lnTo>
                        <a:pt x="1908" y="263"/>
                      </a:lnTo>
                      <a:lnTo>
                        <a:pt x="1819" y="248"/>
                      </a:lnTo>
                      <a:lnTo>
                        <a:pt x="1722" y="288"/>
                      </a:lnTo>
                      <a:lnTo>
                        <a:pt x="1712" y="298"/>
                      </a:lnTo>
                      <a:lnTo>
                        <a:pt x="1701" y="317"/>
                      </a:lnTo>
                      <a:lnTo>
                        <a:pt x="1687" y="340"/>
                      </a:lnTo>
                      <a:lnTo>
                        <a:pt x="1673" y="365"/>
                      </a:lnTo>
                      <a:lnTo>
                        <a:pt x="1654" y="385"/>
                      </a:lnTo>
                      <a:lnTo>
                        <a:pt x="1634" y="402"/>
                      </a:lnTo>
                      <a:lnTo>
                        <a:pt x="1610" y="406"/>
                      </a:lnTo>
                      <a:lnTo>
                        <a:pt x="1584" y="398"/>
                      </a:lnTo>
                      <a:lnTo>
                        <a:pt x="1571" y="387"/>
                      </a:lnTo>
                      <a:lnTo>
                        <a:pt x="1564" y="379"/>
                      </a:lnTo>
                      <a:lnTo>
                        <a:pt x="1556" y="372"/>
                      </a:lnTo>
                      <a:lnTo>
                        <a:pt x="1550" y="365"/>
                      </a:lnTo>
                      <a:lnTo>
                        <a:pt x="1543" y="358"/>
                      </a:lnTo>
                      <a:lnTo>
                        <a:pt x="1535" y="350"/>
                      </a:lnTo>
                      <a:lnTo>
                        <a:pt x="1526" y="342"/>
                      </a:lnTo>
                      <a:lnTo>
                        <a:pt x="1515" y="333"/>
                      </a:lnTo>
                      <a:lnTo>
                        <a:pt x="1530" y="319"/>
                      </a:lnTo>
                      <a:lnTo>
                        <a:pt x="1550" y="312"/>
                      </a:lnTo>
                      <a:lnTo>
                        <a:pt x="1569" y="307"/>
                      </a:lnTo>
                      <a:lnTo>
                        <a:pt x="1590" y="305"/>
                      </a:lnTo>
                      <a:lnTo>
                        <a:pt x="1608" y="300"/>
                      </a:lnTo>
                      <a:lnTo>
                        <a:pt x="1625" y="294"/>
                      </a:lnTo>
                      <a:lnTo>
                        <a:pt x="1638" y="281"/>
                      </a:lnTo>
                      <a:lnTo>
                        <a:pt x="1647" y="264"/>
                      </a:lnTo>
                      <a:lnTo>
                        <a:pt x="1702" y="172"/>
                      </a:lnTo>
                      <a:lnTo>
                        <a:pt x="1696" y="100"/>
                      </a:lnTo>
                      <a:lnTo>
                        <a:pt x="1643" y="43"/>
                      </a:lnTo>
                      <a:lnTo>
                        <a:pt x="1561" y="11"/>
                      </a:lnTo>
                      <a:lnTo>
                        <a:pt x="1462" y="0"/>
                      </a:lnTo>
                      <a:lnTo>
                        <a:pt x="1368" y="15"/>
                      </a:lnTo>
                      <a:lnTo>
                        <a:pt x="1293" y="57"/>
                      </a:lnTo>
                      <a:lnTo>
                        <a:pt x="1252" y="130"/>
                      </a:lnTo>
                      <a:lnTo>
                        <a:pt x="1252" y="147"/>
                      </a:lnTo>
                      <a:lnTo>
                        <a:pt x="1252" y="165"/>
                      </a:lnTo>
                      <a:lnTo>
                        <a:pt x="1252" y="181"/>
                      </a:lnTo>
                      <a:lnTo>
                        <a:pt x="1253" y="197"/>
                      </a:lnTo>
                      <a:lnTo>
                        <a:pt x="1253" y="213"/>
                      </a:lnTo>
                      <a:lnTo>
                        <a:pt x="1254" y="230"/>
                      </a:lnTo>
                      <a:lnTo>
                        <a:pt x="1254" y="248"/>
                      </a:lnTo>
                      <a:lnTo>
                        <a:pt x="1257" y="268"/>
                      </a:lnTo>
                      <a:lnTo>
                        <a:pt x="1238" y="270"/>
                      </a:lnTo>
                      <a:lnTo>
                        <a:pt x="1223" y="274"/>
                      </a:lnTo>
                      <a:lnTo>
                        <a:pt x="1208" y="278"/>
                      </a:lnTo>
                      <a:lnTo>
                        <a:pt x="1194" y="281"/>
                      </a:lnTo>
                      <a:lnTo>
                        <a:pt x="1179" y="284"/>
                      </a:lnTo>
                      <a:lnTo>
                        <a:pt x="1165" y="288"/>
                      </a:lnTo>
                      <a:lnTo>
                        <a:pt x="1149" y="291"/>
                      </a:lnTo>
                      <a:lnTo>
                        <a:pt x="1133" y="295"/>
                      </a:lnTo>
                      <a:lnTo>
                        <a:pt x="1105" y="305"/>
                      </a:lnTo>
                      <a:lnTo>
                        <a:pt x="1077" y="315"/>
                      </a:lnTo>
                      <a:lnTo>
                        <a:pt x="1050" y="325"/>
                      </a:lnTo>
                      <a:lnTo>
                        <a:pt x="1023" y="335"/>
                      </a:lnTo>
                      <a:lnTo>
                        <a:pt x="996" y="345"/>
                      </a:lnTo>
                      <a:lnTo>
                        <a:pt x="968" y="355"/>
                      </a:lnTo>
                      <a:lnTo>
                        <a:pt x="942" y="365"/>
                      </a:lnTo>
                      <a:lnTo>
                        <a:pt x="916" y="375"/>
                      </a:lnTo>
                      <a:lnTo>
                        <a:pt x="901" y="388"/>
                      </a:lnTo>
                      <a:lnTo>
                        <a:pt x="886" y="401"/>
                      </a:lnTo>
                      <a:lnTo>
                        <a:pt x="870" y="413"/>
                      </a:lnTo>
                      <a:lnTo>
                        <a:pt x="855" y="426"/>
                      </a:lnTo>
                      <a:lnTo>
                        <a:pt x="840" y="438"/>
                      </a:lnTo>
                      <a:lnTo>
                        <a:pt x="825" y="451"/>
                      </a:lnTo>
                      <a:lnTo>
                        <a:pt x="810" y="463"/>
                      </a:lnTo>
                      <a:lnTo>
                        <a:pt x="796" y="477"/>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9" name="Freeform 28">
                  <a:extLst>
                    <a:ext uri="{FF2B5EF4-FFF2-40B4-BE49-F238E27FC236}">
                      <a16:creationId xmlns:a16="http://schemas.microsoft.com/office/drawing/2014/main" id="{3DAC5C9D-60EC-F840-A624-38FEEDCC9E1C}"/>
                    </a:ext>
                  </a:extLst>
                </p:cNvPr>
                <p:cNvSpPr>
                  <a:spLocks/>
                </p:cNvSpPr>
                <p:nvPr/>
              </p:nvSpPr>
              <p:spPr bwMode="auto">
                <a:xfrm>
                  <a:off x="3723" y="2694"/>
                  <a:ext cx="993" cy="561"/>
                </a:xfrm>
                <a:custGeom>
                  <a:avLst/>
                  <a:gdLst>
                    <a:gd name="T0" fmla="*/ 316 w 1985"/>
                    <a:gd name="T1" fmla="*/ 267 h 1121"/>
                    <a:gd name="T2" fmla="*/ 256 w 1985"/>
                    <a:gd name="T3" fmla="*/ 330 h 1121"/>
                    <a:gd name="T4" fmla="*/ 190 w 1985"/>
                    <a:gd name="T5" fmla="*/ 375 h 1121"/>
                    <a:gd name="T6" fmla="*/ 140 w 1985"/>
                    <a:gd name="T7" fmla="*/ 380 h 1121"/>
                    <a:gd name="T8" fmla="*/ 105 w 1985"/>
                    <a:gd name="T9" fmla="*/ 397 h 1121"/>
                    <a:gd name="T10" fmla="*/ 40 w 1985"/>
                    <a:gd name="T11" fmla="*/ 450 h 1121"/>
                    <a:gd name="T12" fmla="*/ 1 w 1985"/>
                    <a:gd name="T13" fmla="*/ 489 h 1121"/>
                    <a:gd name="T14" fmla="*/ 5 w 1985"/>
                    <a:gd name="T15" fmla="*/ 528 h 1121"/>
                    <a:gd name="T16" fmla="*/ 39 w 1985"/>
                    <a:gd name="T17" fmla="*/ 557 h 1121"/>
                    <a:gd name="T18" fmla="*/ 89 w 1985"/>
                    <a:gd name="T19" fmla="*/ 554 h 1121"/>
                    <a:gd name="T20" fmla="*/ 146 w 1985"/>
                    <a:gd name="T21" fmla="*/ 550 h 1121"/>
                    <a:gd name="T22" fmla="*/ 273 w 1985"/>
                    <a:gd name="T23" fmla="*/ 552 h 1121"/>
                    <a:gd name="T24" fmla="*/ 414 w 1985"/>
                    <a:gd name="T25" fmla="*/ 546 h 1121"/>
                    <a:gd name="T26" fmla="*/ 545 w 1985"/>
                    <a:gd name="T27" fmla="*/ 541 h 1121"/>
                    <a:gd name="T28" fmla="*/ 614 w 1985"/>
                    <a:gd name="T29" fmla="*/ 536 h 1121"/>
                    <a:gd name="T30" fmla="*/ 665 w 1985"/>
                    <a:gd name="T31" fmla="*/ 513 h 1121"/>
                    <a:gd name="T32" fmla="*/ 728 w 1985"/>
                    <a:gd name="T33" fmla="*/ 479 h 1121"/>
                    <a:gd name="T34" fmla="*/ 775 w 1985"/>
                    <a:gd name="T35" fmla="*/ 442 h 1121"/>
                    <a:gd name="T36" fmla="*/ 778 w 1985"/>
                    <a:gd name="T37" fmla="*/ 320 h 1121"/>
                    <a:gd name="T38" fmla="*/ 817 w 1985"/>
                    <a:gd name="T39" fmla="*/ 315 h 1121"/>
                    <a:gd name="T40" fmla="*/ 854 w 1985"/>
                    <a:gd name="T41" fmla="*/ 343 h 1121"/>
                    <a:gd name="T42" fmla="*/ 951 w 1985"/>
                    <a:gd name="T43" fmla="*/ 322 h 1121"/>
                    <a:gd name="T44" fmla="*/ 984 w 1985"/>
                    <a:gd name="T45" fmla="*/ 191 h 1121"/>
                    <a:gd name="T46" fmla="*/ 876 w 1985"/>
                    <a:gd name="T47" fmla="*/ 117 h 1121"/>
                    <a:gd name="T48" fmla="*/ 818 w 1985"/>
                    <a:gd name="T49" fmla="*/ 152 h 1121"/>
                    <a:gd name="T50" fmla="*/ 796 w 1985"/>
                    <a:gd name="T51" fmla="*/ 184 h 1121"/>
                    <a:gd name="T52" fmla="*/ 762 w 1985"/>
                    <a:gd name="T53" fmla="*/ 189 h 1121"/>
                    <a:gd name="T54" fmla="*/ 748 w 1985"/>
                    <a:gd name="T55" fmla="*/ 175 h 1121"/>
                    <a:gd name="T56" fmla="*/ 737 w 1985"/>
                    <a:gd name="T57" fmla="*/ 164 h 1121"/>
                    <a:gd name="T58" fmla="*/ 734 w 1985"/>
                    <a:gd name="T59" fmla="*/ 148 h 1121"/>
                    <a:gd name="T60" fmla="*/ 759 w 1985"/>
                    <a:gd name="T61" fmla="*/ 139 h 1121"/>
                    <a:gd name="T62" fmla="*/ 779 w 1985"/>
                    <a:gd name="T63" fmla="*/ 127 h 1121"/>
                    <a:gd name="T64" fmla="*/ 801 w 1985"/>
                    <a:gd name="T65" fmla="*/ 45 h 1121"/>
                    <a:gd name="T66" fmla="*/ 693 w 1985"/>
                    <a:gd name="T67" fmla="*/ 0 h 1121"/>
                    <a:gd name="T68" fmla="*/ 597 w 1985"/>
                    <a:gd name="T69" fmla="*/ 58 h 1121"/>
                    <a:gd name="T70" fmla="*/ 597 w 1985"/>
                    <a:gd name="T71" fmla="*/ 82 h 1121"/>
                    <a:gd name="T72" fmla="*/ 597 w 1985"/>
                    <a:gd name="T73" fmla="*/ 106 h 1121"/>
                    <a:gd name="T74" fmla="*/ 589 w 1985"/>
                    <a:gd name="T75" fmla="*/ 125 h 1121"/>
                    <a:gd name="T76" fmla="*/ 567 w 1985"/>
                    <a:gd name="T77" fmla="*/ 131 h 1121"/>
                    <a:gd name="T78" fmla="*/ 545 w 1985"/>
                    <a:gd name="T79" fmla="*/ 136 h 1121"/>
                    <a:gd name="T80" fmla="*/ 509 w 1985"/>
                    <a:gd name="T81" fmla="*/ 148 h 1121"/>
                    <a:gd name="T82" fmla="*/ 468 w 1985"/>
                    <a:gd name="T83" fmla="*/ 163 h 1121"/>
                    <a:gd name="T84" fmla="*/ 428 w 1985"/>
                    <a:gd name="T85" fmla="*/ 178 h 1121"/>
                    <a:gd name="T86" fmla="*/ 405 w 1985"/>
                    <a:gd name="T87" fmla="*/ 197 h 1121"/>
                    <a:gd name="T88" fmla="*/ 383 w 1985"/>
                    <a:gd name="T89" fmla="*/ 216 h 112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85"/>
                    <a:gd name="T136" fmla="*/ 0 h 1121"/>
                    <a:gd name="T137" fmla="*/ 1985 w 1985"/>
                    <a:gd name="T138" fmla="*/ 1121 h 112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85" h="1121">
                      <a:moveTo>
                        <a:pt x="736" y="457"/>
                      </a:moveTo>
                      <a:lnTo>
                        <a:pt x="680" y="492"/>
                      </a:lnTo>
                      <a:lnTo>
                        <a:pt x="632" y="533"/>
                      </a:lnTo>
                      <a:lnTo>
                        <a:pt x="590" y="576"/>
                      </a:lnTo>
                      <a:lnTo>
                        <a:pt x="551" y="620"/>
                      </a:lnTo>
                      <a:lnTo>
                        <a:pt x="511" y="660"/>
                      </a:lnTo>
                      <a:lnTo>
                        <a:pt x="472" y="698"/>
                      </a:lnTo>
                      <a:lnTo>
                        <a:pt x="428" y="728"/>
                      </a:lnTo>
                      <a:lnTo>
                        <a:pt x="380" y="750"/>
                      </a:lnTo>
                      <a:lnTo>
                        <a:pt x="338" y="750"/>
                      </a:lnTo>
                      <a:lnTo>
                        <a:pt x="305" y="754"/>
                      </a:lnTo>
                      <a:lnTo>
                        <a:pt x="279" y="759"/>
                      </a:lnTo>
                      <a:lnTo>
                        <a:pt x="256" y="768"/>
                      </a:lnTo>
                      <a:lnTo>
                        <a:pt x="234" y="778"/>
                      </a:lnTo>
                      <a:lnTo>
                        <a:pt x="210" y="793"/>
                      </a:lnTo>
                      <a:lnTo>
                        <a:pt x="181" y="810"/>
                      </a:lnTo>
                      <a:lnTo>
                        <a:pt x="146" y="833"/>
                      </a:lnTo>
                      <a:lnTo>
                        <a:pt x="79" y="899"/>
                      </a:lnTo>
                      <a:lnTo>
                        <a:pt x="37" y="939"/>
                      </a:lnTo>
                      <a:lnTo>
                        <a:pt x="12" y="962"/>
                      </a:lnTo>
                      <a:lnTo>
                        <a:pt x="2" y="977"/>
                      </a:lnTo>
                      <a:lnTo>
                        <a:pt x="0" y="991"/>
                      </a:lnTo>
                      <a:lnTo>
                        <a:pt x="5" y="1015"/>
                      </a:lnTo>
                      <a:lnTo>
                        <a:pt x="10" y="1055"/>
                      </a:lnTo>
                      <a:lnTo>
                        <a:pt x="14" y="1121"/>
                      </a:lnTo>
                      <a:lnTo>
                        <a:pt x="44" y="1116"/>
                      </a:lnTo>
                      <a:lnTo>
                        <a:pt x="77" y="1114"/>
                      </a:lnTo>
                      <a:lnTo>
                        <a:pt x="109" y="1111"/>
                      </a:lnTo>
                      <a:lnTo>
                        <a:pt x="143" y="1110"/>
                      </a:lnTo>
                      <a:lnTo>
                        <a:pt x="177" y="1107"/>
                      </a:lnTo>
                      <a:lnTo>
                        <a:pt x="214" y="1106"/>
                      </a:lnTo>
                      <a:lnTo>
                        <a:pt x="251" y="1102"/>
                      </a:lnTo>
                      <a:lnTo>
                        <a:pt x="291" y="1100"/>
                      </a:lnTo>
                      <a:lnTo>
                        <a:pt x="372" y="1102"/>
                      </a:lnTo>
                      <a:lnTo>
                        <a:pt x="457" y="1104"/>
                      </a:lnTo>
                      <a:lnTo>
                        <a:pt x="546" y="1104"/>
                      </a:lnTo>
                      <a:lnTo>
                        <a:pt x="637" y="1101"/>
                      </a:lnTo>
                      <a:lnTo>
                        <a:pt x="730" y="1096"/>
                      </a:lnTo>
                      <a:lnTo>
                        <a:pt x="827" y="1092"/>
                      </a:lnTo>
                      <a:lnTo>
                        <a:pt x="925" y="1086"/>
                      </a:lnTo>
                      <a:lnTo>
                        <a:pt x="1024" y="1081"/>
                      </a:lnTo>
                      <a:lnTo>
                        <a:pt x="1090" y="1082"/>
                      </a:lnTo>
                      <a:lnTo>
                        <a:pt x="1144" y="1082"/>
                      </a:lnTo>
                      <a:lnTo>
                        <a:pt x="1188" y="1079"/>
                      </a:lnTo>
                      <a:lnTo>
                        <a:pt x="1227" y="1072"/>
                      </a:lnTo>
                      <a:lnTo>
                        <a:pt x="1259" y="1061"/>
                      </a:lnTo>
                      <a:lnTo>
                        <a:pt x="1293" y="1046"/>
                      </a:lnTo>
                      <a:lnTo>
                        <a:pt x="1330" y="1026"/>
                      </a:lnTo>
                      <a:lnTo>
                        <a:pt x="1374" y="1002"/>
                      </a:lnTo>
                      <a:lnTo>
                        <a:pt x="1414" y="974"/>
                      </a:lnTo>
                      <a:lnTo>
                        <a:pt x="1455" y="957"/>
                      </a:lnTo>
                      <a:lnTo>
                        <a:pt x="1493" y="939"/>
                      </a:lnTo>
                      <a:lnTo>
                        <a:pt x="1527" y="918"/>
                      </a:lnTo>
                      <a:lnTo>
                        <a:pt x="1550" y="883"/>
                      </a:lnTo>
                      <a:lnTo>
                        <a:pt x="1565" y="829"/>
                      </a:lnTo>
                      <a:lnTo>
                        <a:pt x="1568" y="750"/>
                      </a:lnTo>
                      <a:lnTo>
                        <a:pt x="1555" y="639"/>
                      </a:lnTo>
                      <a:lnTo>
                        <a:pt x="1585" y="620"/>
                      </a:lnTo>
                      <a:lnTo>
                        <a:pt x="1612" y="619"/>
                      </a:lnTo>
                      <a:lnTo>
                        <a:pt x="1634" y="630"/>
                      </a:lnTo>
                      <a:lnTo>
                        <a:pt x="1657" y="649"/>
                      </a:lnTo>
                      <a:lnTo>
                        <a:pt x="1680" y="669"/>
                      </a:lnTo>
                      <a:lnTo>
                        <a:pt x="1707" y="686"/>
                      </a:lnTo>
                      <a:lnTo>
                        <a:pt x="1740" y="696"/>
                      </a:lnTo>
                      <a:lnTo>
                        <a:pt x="1782" y="695"/>
                      </a:lnTo>
                      <a:lnTo>
                        <a:pt x="1901" y="644"/>
                      </a:lnTo>
                      <a:lnTo>
                        <a:pt x="1967" y="566"/>
                      </a:lnTo>
                      <a:lnTo>
                        <a:pt x="1985" y="473"/>
                      </a:lnTo>
                      <a:lnTo>
                        <a:pt x="1967" y="382"/>
                      </a:lnTo>
                      <a:lnTo>
                        <a:pt x="1915" y="300"/>
                      </a:lnTo>
                      <a:lnTo>
                        <a:pt x="1841" y="246"/>
                      </a:lnTo>
                      <a:lnTo>
                        <a:pt x="1752" y="233"/>
                      </a:lnTo>
                      <a:lnTo>
                        <a:pt x="1656" y="273"/>
                      </a:lnTo>
                      <a:lnTo>
                        <a:pt x="1646" y="283"/>
                      </a:lnTo>
                      <a:lnTo>
                        <a:pt x="1636" y="303"/>
                      </a:lnTo>
                      <a:lnTo>
                        <a:pt x="1623" y="324"/>
                      </a:lnTo>
                      <a:lnTo>
                        <a:pt x="1609" y="348"/>
                      </a:lnTo>
                      <a:lnTo>
                        <a:pt x="1592" y="368"/>
                      </a:lnTo>
                      <a:lnTo>
                        <a:pt x="1573" y="382"/>
                      </a:lnTo>
                      <a:lnTo>
                        <a:pt x="1550" y="387"/>
                      </a:lnTo>
                      <a:lnTo>
                        <a:pt x="1524" y="378"/>
                      </a:lnTo>
                      <a:lnTo>
                        <a:pt x="1511" y="367"/>
                      </a:lnTo>
                      <a:lnTo>
                        <a:pt x="1503" y="358"/>
                      </a:lnTo>
                      <a:lnTo>
                        <a:pt x="1495" y="350"/>
                      </a:lnTo>
                      <a:lnTo>
                        <a:pt x="1489" y="343"/>
                      </a:lnTo>
                      <a:lnTo>
                        <a:pt x="1481" y="334"/>
                      </a:lnTo>
                      <a:lnTo>
                        <a:pt x="1474" y="327"/>
                      </a:lnTo>
                      <a:lnTo>
                        <a:pt x="1464" y="318"/>
                      </a:lnTo>
                      <a:lnTo>
                        <a:pt x="1454" y="309"/>
                      </a:lnTo>
                      <a:lnTo>
                        <a:pt x="1468" y="295"/>
                      </a:lnTo>
                      <a:lnTo>
                        <a:pt x="1485" y="288"/>
                      </a:lnTo>
                      <a:lnTo>
                        <a:pt x="1501" y="282"/>
                      </a:lnTo>
                      <a:lnTo>
                        <a:pt x="1518" y="278"/>
                      </a:lnTo>
                      <a:lnTo>
                        <a:pt x="1532" y="273"/>
                      </a:lnTo>
                      <a:lnTo>
                        <a:pt x="1547" y="265"/>
                      </a:lnTo>
                      <a:lnTo>
                        <a:pt x="1557" y="253"/>
                      </a:lnTo>
                      <a:lnTo>
                        <a:pt x="1564" y="236"/>
                      </a:lnTo>
                      <a:lnTo>
                        <a:pt x="1611" y="155"/>
                      </a:lnTo>
                      <a:lnTo>
                        <a:pt x="1602" y="89"/>
                      </a:lnTo>
                      <a:lnTo>
                        <a:pt x="1552" y="38"/>
                      </a:lnTo>
                      <a:lnTo>
                        <a:pt x="1475" y="10"/>
                      </a:lnTo>
                      <a:lnTo>
                        <a:pt x="1386" y="0"/>
                      </a:lnTo>
                      <a:lnTo>
                        <a:pt x="1301" y="12"/>
                      </a:lnTo>
                      <a:lnTo>
                        <a:pt x="1231" y="50"/>
                      </a:lnTo>
                      <a:lnTo>
                        <a:pt x="1194" y="115"/>
                      </a:lnTo>
                      <a:lnTo>
                        <a:pt x="1194" y="132"/>
                      </a:lnTo>
                      <a:lnTo>
                        <a:pt x="1194" y="149"/>
                      </a:lnTo>
                      <a:lnTo>
                        <a:pt x="1194" y="164"/>
                      </a:lnTo>
                      <a:lnTo>
                        <a:pt x="1195" y="180"/>
                      </a:lnTo>
                      <a:lnTo>
                        <a:pt x="1194" y="195"/>
                      </a:lnTo>
                      <a:lnTo>
                        <a:pt x="1194" y="211"/>
                      </a:lnTo>
                      <a:lnTo>
                        <a:pt x="1194" y="228"/>
                      </a:lnTo>
                      <a:lnTo>
                        <a:pt x="1197" y="248"/>
                      </a:lnTo>
                      <a:lnTo>
                        <a:pt x="1178" y="250"/>
                      </a:lnTo>
                      <a:lnTo>
                        <a:pt x="1163" y="254"/>
                      </a:lnTo>
                      <a:lnTo>
                        <a:pt x="1148" y="258"/>
                      </a:lnTo>
                      <a:lnTo>
                        <a:pt x="1134" y="261"/>
                      </a:lnTo>
                      <a:lnTo>
                        <a:pt x="1119" y="264"/>
                      </a:lnTo>
                      <a:lnTo>
                        <a:pt x="1105" y="268"/>
                      </a:lnTo>
                      <a:lnTo>
                        <a:pt x="1089" y="271"/>
                      </a:lnTo>
                      <a:lnTo>
                        <a:pt x="1073" y="275"/>
                      </a:lnTo>
                      <a:lnTo>
                        <a:pt x="1045" y="285"/>
                      </a:lnTo>
                      <a:lnTo>
                        <a:pt x="1017" y="295"/>
                      </a:lnTo>
                      <a:lnTo>
                        <a:pt x="990" y="305"/>
                      </a:lnTo>
                      <a:lnTo>
                        <a:pt x="963" y="315"/>
                      </a:lnTo>
                      <a:lnTo>
                        <a:pt x="936" y="325"/>
                      </a:lnTo>
                      <a:lnTo>
                        <a:pt x="908" y="335"/>
                      </a:lnTo>
                      <a:lnTo>
                        <a:pt x="882" y="345"/>
                      </a:lnTo>
                      <a:lnTo>
                        <a:pt x="856" y="355"/>
                      </a:lnTo>
                      <a:lnTo>
                        <a:pt x="841" y="368"/>
                      </a:lnTo>
                      <a:lnTo>
                        <a:pt x="826" y="381"/>
                      </a:lnTo>
                      <a:lnTo>
                        <a:pt x="810" y="393"/>
                      </a:lnTo>
                      <a:lnTo>
                        <a:pt x="795" y="406"/>
                      </a:lnTo>
                      <a:lnTo>
                        <a:pt x="780" y="418"/>
                      </a:lnTo>
                      <a:lnTo>
                        <a:pt x="765" y="431"/>
                      </a:lnTo>
                      <a:lnTo>
                        <a:pt x="750" y="443"/>
                      </a:lnTo>
                      <a:lnTo>
                        <a:pt x="736" y="457"/>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0" name="Freeform 29">
                  <a:extLst>
                    <a:ext uri="{FF2B5EF4-FFF2-40B4-BE49-F238E27FC236}">
                      <a16:creationId xmlns:a16="http://schemas.microsoft.com/office/drawing/2014/main" id="{ABE64A1E-BBE2-EB45-BD64-1F853331366F}"/>
                    </a:ext>
                  </a:extLst>
                </p:cNvPr>
                <p:cNvSpPr>
                  <a:spLocks/>
                </p:cNvSpPr>
                <p:nvPr/>
              </p:nvSpPr>
              <p:spPr bwMode="auto">
                <a:xfrm>
                  <a:off x="3751" y="2703"/>
                  <a:ext cx="963" cy="536"/>
                </a:xfrm>
                <a:custGeom>
                  <a:avLst/>
                  <a:gdLst>
                    <a:gd name="T0" fmla="*/ 290 w 1927"/>
                    <a:gd name="T1" fmla="*/ 258 h 1072"/>
                    <a:gd name="T2" fmla="*/ 237 w 1927"/>
                    <a:gd name="T3" fmla="*/ 321 h 1072"/>
                    <a:gd name="T4" fmla="*/ 176 w 1927"/>
                    <a:gd name="T5" fmla="*/ 364 h 1072"/>
                    <a:gd name="T6" fmla="*/ 126 w 1927"/>
                    <a:gd name="T7" fmla="*/ 369 h 1072"/>
                    <a:gd name="T8" fmla="*/ 93 w 1927"/>
                    <a:gd name="T9" fmla="*/ 388 h 1072"/>
                    <a:gd name="T10" fmla="*/ 31 w 1927"/>
                    <a:gd name="T11" fmla="*/ 439 h 1072"/>
                    <a:gd name="T12" fmla="*/ 0 w 1927"/>
                    <a:gd name="T13" fmla="*/ 477 h 1072"/>
                    <a:gd name="T14" fmla="*/ 10 w 1927"/>
                    <a:gd name="T15" fmla="*/ 508 h 1072"/>
                    <a:gd name="T16" fmla="*/ 41 w 1927"/>
                    <a:gd name="T17" fmla="*/ 533 h 1072"/>
                    <a:gd name="T18" fmla="*/ 87 w 1927"/>
                    <a:gd name="T19" fmla="*/ 532 h 1072"/>
                    <a:gd name="T20" fmla="*/ 142 w 1927"/>
                    <a:gd name="T21" fmla="*/ 530 h 1072"/>
                    <a:gd name="T22" fmla="*/ 257 w 1927"/>
                    <a:gd name="T23" fmla="*/ 534 h 1072"/>
                    <a:gd name="T24" fmla="*/ 393 w 1927"/>
                    <a:gd name="T25" fmla="*/ 532 h 1072"/>
                    <a:gd name="T26" fmla="*/ 523 w 1927"/>
                    <a:gd name="T27" fmla="*/ 527 h 1072"/>
                    <a:gd name="T28" fmla="*/ 592 w 1927"/>
                    <a:gd name="T29" fmla="*/ 523 h 1072"/>
                    <a:gd name="T30" fmla="*/ 640 w 1927"/>
                    <a:gd name="T31" fmla="*/ 502 h 1072"/>
                    <a:gd name="T32" fmla="*/ 699 w 1927"/>
                    <a:gd name="T33" fmla="*/ 470 h 1072"/>
                    <a:gd name="T34" fmla="*/ 747 w 1927"/>
                    <a:gd name="T35" fmla="*/ 433 h 1072"/>
                    <a:gd name="T36" fmla="*/ 749 w 1927"/>
                    <a:gd name="T37" fmla="*/ 311 h 1072"/>
                    <a:gd name="T38" fmla="*/ 789 w 1927"/>
                    <a:gd name="T39" fmla="*/ 306 h 1072"/>
                    <a:gd name="T40" fmla="*/ 825 w 1927"/>
                    <a:gd name="T41" fmla="*/ 334 h 1072"/>
                    <a:gd name="T42" fmla="*/ 922 w 1927"/>
                    <a:gd name="T43" fmla="*/ 313 h 1072"/>
                    <a:gd name="T44" fmla="*/ 953 w 1927"/>
                    <a:gd name="T45" fmla="*/ 184 h 1072"/>
                    <a:gd name="T46" fmla="*/ 845 w 1927"/>
                    <a:gd name="T47" fmla="*/ 111 h 1072"/>
                    <a:gd name="T48" fmla="*/ 787 w 1927"/>
                    <a:gd name="T49" fmla="*/ 145 h 1072"/>
                    <a:gd name="T50" fmla="*/ 767 w 1927"/>
                    <a:gd name="T51" fmla="*/ 176 h 1072"/>
                    <a:gd name="T52" fmla="*/ 734 w 1927"/>
                    <a:gd name="T53" fmla="*/ 180 h 1072"/>
                    <a:gd name="T54" fmla="*/ 719 w 1927"/>
                    <a:gd name="T55" fmla="*/ 166 h 1072"/>
                    <a:gd name="T56" fmla="*/ 708 w 1927"/>
                    <a:gd name="T57" fmla="*/ 154 h 1072"/>
                    <a:gd name="T58" fmla="*/ 704 w 1927"/>
                    <a:gd name="T59" fmla="*/ 137 h 1072"/>
                    <a:gd name="T60" fmla="*/ 725 w 1927"/>
                    <a:gd name="T61" fmla="*/ 127 h 1072"/>
                    <a:gd name="T62" fmla="*/ 739 w 1927"/>
                    <a:gd name="T63" fmla="*/ 114 h 1072"/>
                    <a:gd name="T64" fmla="*/ 756 w 1927"/>
                    <a:gd name="T65" fmla="*/ 40 h 1072"/>
                    <a:gd name="T66" fmla="*/ 656 w 1927"/>
                    <a:gd name="T67" fmla="*/ 0 h 1072"/>
                    <a:gd name="T68" fmla="*/ 571 w 1927"/>
                    <a:gd name="T69" fmla="*/ 51 h 1072"/>
                    <a:gd name="T70" fmla="*/ 570 w 1927"/>
                    <a:gd name="T71" fmla="*/ 75 h 1072"/>
                    <a:gd name="T72" fmla="*/ 569 w 1927"/>
                    <a:gd name="T73" fmla="*/ 97 h 1072"/>
                    <a:gd name="T74" fmla="*/ 561 w 1927"/>
                    <a:gd name="T75" fmla="*/ 116 h 1072"/>
                    <a:gd name="T76" fmla="*/ 539 w 1927"/>
                    <a:gd name="T77" fmla="*/ 122 h 1072"/>
                    <a:gd name="T78" fmla="*/ 516 w 1927"/>
                    <a:gd name="T79" fmla="*/ 127 h 1072"/>
                    <a:gd name="T80" fmla="*/ 480 w 1927"/>
                    <a:gd name="T81" fmla="*/ 139 h 1072"/>
                    <a:gd name="T82" fmla="*/ 440 w 1927"/>
                    <a:gd name="T83" fmla="*/ 154 h 1072"/>
                    <a:gd name="T84" fmla="*/ 400 w 1927"/>
                    <a:gd name="T85" fmla="*/ 169 h 1072"/>
                    <a:gd name="T86" fmla="*/ 377 w 1927"/>
                    <a:gd name="T87" fmla="*/ 188 h 1072"/>
                    <a:gd name="T88" fmla="*/ 354 w 1927"/>
                    <a:gd name="T89" fmla="*/ 207 h 107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27"/>
                    <a:gd name="T136" fmla="*/ 0 h 1072"/>
                    <a:gd name="T137" fmla="*/ 1927 w 1927"/>
                    <a:gd name="T138" fmla="*/ 1072 h 107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27" h="1072">
                      <a:moveTo>
                        <a:pt x="680" y="440"/>
                      </a:moveTo>
                      <a:lnTo>
                        <a:pt x="625" y="475"/>
                      </a:lnTo>
                      <a:lnTo>
                        <a:pt x="580" y="515"/>
                      </a:lnTo>
                      <a:lnTo>
                        <a:pt x="541" y="558"/>
                      </a:lnTo>
                      <a:lnTo>
                        <a:pt x="509" y="602"/>
                      </a:lnTo>
                      <a:lnTo>
                        <a:pt x="475" y="642"/>
                      </a:lnTo>
                      <a:lnTo>
                        <a:pt x="440" y="678"/>
                      </a:lnTo>
                      <a:lnTo>
                        <a:pt x="400" y="707"/>
                      </a:lnTo>
                      <a:lnTo>
                        <a:pt x="352" y="729"/>
                      </a:lnTo>
                      <a:lnTo>
                        <a:pt x="309" y="729"/>
                      </a:lnTo>
                      <a:lnTo>
                        <a:pt x="278" y="733"/>
                      </a:lnTo>
                      <a:lnTo>
                        <a:pt x="252" y="739"/>
                      </a:lnTo>
                      <a:lnTo>
                        <a:pt x="230" y="749"/>
                      </a:lnTo>
                      <a:lnTo>
                        <a:pt x="209" y="761"/>
                      </a:lnTo>
                      <a:lnTo>
                        <a:pt x="186" y="777"/>
                      </a:lnTo>
                      <a:lnTo>
                        <a:pt x="158" y="795"/>
                      </a:lnTo>
                      <a:lnTo>
                        <a:pt x="124" y="817"/>
                      </a:lnTo>
                      <a:lnTo>
                        <a:pt x="63" y="879"/>
                      </a:lnTo>
                      <a:lnTo>
                        <a:pt x="26" y="919"/>
                      </a:lnTo>
                      <a:lnTo>
                        <a:pt x="5" y="941"/>
                      </a:lnTo>
                      <a:lnTo>
                        <a:pt x="0" y="955"/>
                      </a:lnTo>
                      <a:lnTo>
                        <a:pt x="2" y="966"/>
                      </a:lnTo>
                      <a:lnTo>
                        <a:pt x="11" y="985"/>
                      </a:lnTo>
                      <a:lnTo>
                        <a:pt x="21" y="1016"/>
                      </a:lnTo>
                      <a:lnTo>
                        <a:pt x="28" y="1072"/>
                      </a:lnTo>
                      <a:lnTo>
                        <a:pt x="55" y="1067"/>
                      </a:lnTo>
                      <a:lnTo>
                        <a:pt x="82" y="1065"/>
                      </a:lnTo>
                      <a:lnTo>
                        <a:pt x="111" y="1065"/>
                      </a:lnTo>
                      <a:lnTo>
                        <a:pt x="142" y="1065"/>
                      </a:lnTo>
                      <a:lnTo>
                        <a:pt x="174" y="1064"/>
                      </a:lnTo>
                      <a:lnTo>
                        <a:pt x="209" y="1064"/>
                      </a:lnTo>
                      <a:lnTo>
                        <a:pt x="245" y="1062"/>
                      </a:lnTo>
                      <a:lnTo>
                        <a:pt x="285" y="1059"/>
                      </a:lnTo>
                      <a:lnTo>
                        <a:pt x="356" y="1063"/>
                      </a:lnTo>
                      <a:lnTo>
                        <a:pt x="432" y="1068"/>
                      </a:lnTo>
                      <a:lnTo>
                        <a:pt x="515" y="1068"/>
                      </a:lnTo>
                      <a:lnTo>
                        <a:pt x="603" y="1069"/>
                      </a:lnTo>
                      <a:lnTo>
                        <a:pt x="692" y="1067"/>
                      </a:lnTo>
                      <a:lnTo>
                        <a:pt x="786" y="1064"/>
                      </a:lnTo>
                      <a:lnTo>
                        <a:pt x="882" y="1059"/>
                      </a:lnTo>
                      <a:lnTo>
                        <a:pt x="980" y="1054"/>
                      </a:lnTo>
                      <a:lnTo>
                        <a:pt x="1047" y="1054"/>
                      </a:lnTo>
                      <a:lnTo>
                        <a:pt x="1102" y="1054"/>
                      </a:lnTo>
                      <a:lnTo>
                        <a:pt x="1146" y="1050"/>
                      </a:lnTo>
                      <a:lnTo>
                        <a:pt x="1185" y="1045"/>
                      </a:lnTo>
                      <a:lnTo>
                        <a:pt x="1217" y="1034"/>
                      </a:lnTo>
                      <a:lnTo>
                        <a:pt x="1249" y="1021"/>
                      </a:lnTo>
                      <a:lnTo>
                        <a:pt x="1281" y="1005"/>
                      </a:lnTo>
                      <a:lnTo>
                        <a:pt x="1318" y="985"/>
                      </a:lnTo>
                      <a:lnTo>
                        <a:pt x="1358" y="957"/>
                      </a:lnTo>
                      <a:lnTo>
                        <a:pt x="1399" y="940"/>
                      </a:lnTo>
                      <a:lnTo>
                        <a:pt x="1437" y="922"/>
                      </a:lnTo>
                      <a:lnTo>
                        <a:pt x="1471" y="901"/>
                      </a:lnTo>
                      <a:lnTo>
                        <a:pt x="1494" y="866"/>
                      </a:lnTo>
                      <a:lnTo>
                        <a:pt x="1509" y="812"/>
                      </a:lnTo>
                      <a:lnTo>
                        <a:pt x="1512" y="733"/>
                      </a:lnTo>
                      <a:lnTo>
                        <a:pt x="1499" y="622"/>
                      </a:lnTo>
                      <a:lnTo>
                        <a:pt x="1529" y="603"/>
                      </a:lnTo>
                      <a:lnTo>
                        <a:pt x="1556" y="602"/>
                      </a:lnTo>
                      <a:lnTo>
                        <a:pt x="1578" y="613"/>
                      </a:lnTo>
                      <a:lnTo>
                        <a:pt x="1601" y="632"/>
                      </a:lnTo>
                      <a:lnTo>
                        <a:pt x="1624" y="652"/>
                      </a:lnTo>
                      <a:lnTo>
                        <a:pt x="1651" y="669"/>
                      </a:lnTo>
                      <a:lnTo>
                        <a:pt x="1684" y="679"/>
                      </a:lnTo>
                      <a:lnTo>
                        <a:pt x="1726" y="678"/>
                      </a:lnTo>
                      <a:lnTo>
                        <a:pt x="1844" y="627"/>
                      </a:lnTo>
                      <a:lnTo>
                        <a:pt x="1909" y="550"/>
                      </a:lnTo>
                      <a:lnTo>
                        <a:pt x="1927" y="459"/>
                      </a:lnTo>
                      <a:lnTo>
                        <a:pt x="1907" y="369"/>
                      </a:lnTo>
                      <a:lnTo>
                        <a:pt x="1854" y="288"/>
                      </a:lnTo>
                      <a:lnTo>
                        <a:pt x="1780" y="237"/>
                      </a:lnTo>
                      <a:lnTo>
                        <a:pt x="1690" y="223"/>
                      </a:lnTo>
                      <a:lnTo>
                        <a:pt x="1593" y="263"/>
                      </a:lnTo>
                      <a:lnTo>
                        <a:pt x="1583" y="273"/>
                      </a:lnTo>
                      <a:lnTo>
                        <a:pt x="1575" y="291"/>
                      </a:lnTo>
                      <a:lnTo>
                        <a:pt x="1562" y="311"/>
                      </a:lnTo>
                      <a:lnTo>
                        <a:pt x="1551" y="335"/>
                      </a:lnTo>
                      <a:lnTo>
                        <a:pt x="1534" y="352"/>
                      </a:lnTo>
                      <a:lnTo>
                        <a:pt x="1516" y="366"/>
                      </a:lnTo>
                      <a:lnTo>
                        <a:pt x="1493" y="370"/>
                      </a:lnTo>
                      <a:lnTo>
                        <a:pt x="1468" y="361"/>
                      </a:lnTo>
                      <a:lnTo>
                        <a:pt x="1455" y="350"/>
                      </a:lnTo>
                      <a:lnTo>
                        <a:pt x="1447" y="341"/>
                      </a:lnTo>
                      <a:lnTo>
                        <a:pt x="1439" y="332"/>
                      </a:lnTo>
                      <a:lnTo>
                        <a:pt x="1432" y="325"/>
                      </a:lnTo>
                      <a:lnTo>
                        <a:pt x="1424" y="316"/>
                      </a:lnTo>
                      <a:lnTo>
                        <a:pt x="1417" y="308"/>
                      </a:lnTo>
                      <a:lnTo>
                        <a:pt x="1407" y="298"/>
                      </a:lnTo>
                      <a:lnTo>
                        <a:pt x="1395" y="288"/>
                      </a:lnTo>
                      <a:lnTo>
                        <a:pt x="1409" y="275"/>
                      </a:lnTo>
                      <a:lnTo>
                        <a:pt x="1424" y="266"/>
                      </a:lnTo>
                      <a:lnTo>
                        <a:pt x="1437" y="258"/>
                      </a:lnTo>
                      <a:lnTo>
                        <a:pt x="1450" y="254"/>
                      </a:lnTo>
                      <a:lnTo>
                        <a:pt x="1460" y="247"/>
                      </a:lnTo>
                      <a:lnTo>
                        <a:pt x="1471" y="239"/>
                      </a:lnTo>
                      <a:lnTo>
                        <a:pt x="1479" y="228"/>
                      </a:lnTo>
                      <a:lnTo>
                        <a:pt x="1487" y="213"/>
                      </a:lnTo>
                      <a:lnTo>
                        <a:pt x="1523" y="139"/>
                      </a:lnTo>
                      <a:lnTo>
                        <a:pt x="1512" y="80"/>
                      </a:lnTo>
                      <a:lnTo>
                        <a:pt x="1464" y="35"/>
                      </a:lnTo>
                      <a:lnTo>
                        <a:pt x="1394" y="10"/>
                      </a:lnTo>
                      <a:lnTo>
                        <a:pt x="1313" y="0"/>
                      </a:lnTo>
                      <a:lnTo>
                        <a:pt x="1236" y="13"/>
                      </a:lnTo>
                      <a:lnTo>
                        <a:pt x="1173" y="45"/>
                      </a:lnTo>
                      <a:lnTo>
                        <a:pt x="1142" y="103"/>
                      </a:lnTo>
                      <a:lnTo>
                        <a:pt x="1142" y="119"/>
                      </a:lnTo>
                      <a:lnTo>
                        <a:pt x="1142" y="135"/>
                      </a:lnTo>
                      <a:lnTo>
                        <a:pt x="1141" y="150"/>
                      </a:lnTo>
                      <a:lnTo>
                        <a:pt x="1141" y="166"/>
                      </a:lnTo>
                      <a:lnTo>
                        <a:pt x="1139" y="179"/>
                      </a:lnTo>
                      <a:lnTo>
                        <a:pt x="1138" y="194"/>
                      </a:lnTo>
                      <a:lnTo>
                        <a:pt x="1138" y="211"/>
                      </a:lnTo>
                      <a:lnTo>
                        <a:pt x="1141" y="231"/>
                      </a:lnTo>
                      <a:lnTo>
                        <a:pt x="1122" y="233"/>
                      </a:lnTo>
                      <a:lnTo>
                        <a:pt x="1107" y="237"/>
                      </a:lnTo>
                      <a:lnTo>
                        <a:pt x="1092" y="241"/>
                      </a:lnTo>
                      <a:lnTo>
                        <a:pt x="1078" y="244"/>
                      </a:lnTo>
                      <a:lnTo>
                        <a:pt x="1063" y="247"/>
                      </a:lnTo>
                      <a:lnTo>
                        <a:pt x="1049" y="251"/>
                      </a:lnTo>
                      <a:lnTo>
                        <a:pt x="1033" y="254"/>
                      </a:lnTo>
                      <a:lnTo>
                        <a:pt x="1017" y="258"/>
                      </a:lnTo>
                      <a:lnTo>
                        <a:pt x="989" y="268"/>
                      </a:lnTo>
                      <a:lnTo>
                        <a:pt x="961" y="278"/>
                      </a:lnTo>
                      <a:lnTo>
                        <a:pt x="934" y="288"/>
                      </a:lnTo>
                      <a:lnTo>
                        <a:pt x="907" y="298"/>
                      </a:lnTo>
                      <a:lnTo>
                        <a:pt x="880" y="308"/>
                      </a:lnTo>
                      <a:lnTo>
                        <a:pt x="852" y="318"/>
                      </a:lnTo>
                      <a:lnTo>
                        <a:pt x="826" y="328"/>
                      </a:lnTo>
                      <a:lnTo>
                        <a:pt x="800" y="338"/>
                      </a:lnTo>
                      <a:lnTo>
                        <a:pt x="785" y="351"/>
                      </a:lnTo>
                      <a:lnTo>
                        <a:pt x="770" y="364"/>
                      </a:lnTo>
                      <a:lnTo>
                        <a:pt x="754" y="376"/>
                      </a:lnTo>
                      <a:lnTo>
                        <a:pt x="739" y="389"/>
                      </a:lnTo>
                      <a:lnTo>
                        <a:pt x="724" y="401"/>
                      </a:lnTo>
                      <a:lnTo>
                        <a:pt x="709" y="414"/>
                      </a:lnTo>
                      <a:lnTo>
                        <a:pt x="694" y="426"/>
                      </a:lnTo>
                      <a:lnTo>
                        <a:pt x="680" y="44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1" name="Freeform 30">
                  <a:extLst>
                    <a:ext uri="{FF2B5EF4-FFF2-40B4-BE49-F238E27FC236}">
                      <a16:creationId xmlns:a16="http://schemas.microsoft.com/office/drawing/2014/main" id="{B581D2CE-449E-2D4C-9965-1639A3BE2596}"/>
                    </a:ext>
                  </a:extLst>
                </p:cNvPr>
                <p:cNvSpPr>
                  <a:spLocks/>
                </p:cNvSpPr>
                <p:nvPr/>
              </p:nvSpPr>
              <p:spPr bwMode="auto">
                <a:xfrm>
                  <a:off x="3778" y="2712"/>
                  <a:ext cx="936" cy="517"/>
                </a:xfrm>
                <a:custGeom>
                  <a:avLst/>
                  <a:gdLst>
                    <a:gd name="T0" fmla="*/ 265 w 1871"/>
                    <a:gd name="T1" fmla="*/ 248 h 1034"/>
                    <a:gd name="T2" fmla="*/ 220 w 1871"/>
                    <a:gd name="T3" fmla="*/ 310 h 1034"/>
                    <a:gd name="T4" fmla="*/ 163 w 1871"/>
                    <a:gd name="T5" fmla="*/ 354 h 1034"/>
                    <a:gd name="T6" fmla="*/ 113 w 1871"/>
                    <a:gd name="T7" fmla="*/ 359 h 1034"/>
                    <a:gd name="T8" fmla="*/ 82 w 1871"/>
                    <a:gd name="T9" fmla="*/ 379 h 1034"/>
                    <a:gd name="T10" fmla="*/ 23 w 1871"/>
                    <a:gd name="T11" fmla="*/ 429 h 1034"/>
                    <a:gd name="T12" fmla="*/ 0 w 1871"/>
                    <a:gd name="T13" fmla="*/ 465 h 1034"/>
                    <a:gd name="T14" fmla="*/ 16 w 1871"/>
                    <a:gd name="T15" fmla="*/ 489 h 1034"/>
                    <a:gd name="T16" fmla="*/ 45 w 1871"/>
                    <a:gd name="T17" fmla="*/ 508 h 1034"/>
                    <a:gd name="T18" fmla="*/ 86 w 1871"/>
                    <a:gd name="T19" fmla="*/ 508 h 1034"/>
                    <a:gd name="T20" fmla="*/ 141 w 1871"/>
                    <a:gd name="T21" fmla="*/ 508 h 1034"/>
                    <a:gd name="T22" fmla="*/ 243 w 1871"/>
                    <a:gd name="T23" fmla="*/ 516 h 1034"/>
                    <a:gd name="T24" fmla="*/ 374 w 1871"/>
                    <a:gd name="T25" fmla="*/ 516 h 1034"/>
                    <a:gd name="T26" fmla="*/ 502 w 1871"/>
                    <a:gd name="T27" fmla="*/ 513 h 1034"/>
                    <a:gd name="T28" fmla="*/ 573 w 1871"/>
                    <a:gd name="T29" fmla="*/ 508 h 1034"/>
                    <a:gd name="T30" fmla="*/ 616 w 1871"/>
                    <a:gd name="T31" fmla="*/ 490 h 1034"/>
                    <a:gd name="T32" fmla="*/ 672 w 1871"/>
                    <a:gd name="T33" fmla="*/ 460 h 1034"/>
                    <a:gd name="T34" fmla="*/ 720 w 1871"/>
                    <a:gd name="T35" fmla="*/ 423 h 1034"/>
                    <a:gd name="T36" fmla="*/ 722 w 1871"/>
                    <a:gd name="T37" fmla="*/ 301 h 1034"/>
                    <a:gd name="T38" fmla="*/ 762 w 1871"/>
                    <a:gd name="T39" fmla="*/ 297 h 1034"/>
                    <a:gd name="T40" fmla="*/ 798 w 1871"/>
                    <a:gd name="T41" fmla="*/ 325 h 1034"/>
                    <a:gd name="T42" fmla="*/ 895 w 1871"/>
                    <a:gd name="T43" fmla="*/ 304 h 1034"/>
                    <a:gd name="T44" fmla="*/ 925 w 1871"/>
                    <a:gd name="T45" fmla="*/ 176 h 1034"/>
                    <a:gd name="T46" fmla="*/ 815 w 1871"/>
                    <a:gd name="T47" fmla="*/ 104 h 1034"/>
                    <a:gd name="T48" fmla="*/ 757 w 1871"/>
                    <a:gd name="T49" fmla="*/ 138 h 1034"/>
                    <a:gd name="T50" fmla="*/ 739 w 1871"/>
                    <a:gd name="T51" fmla="*/ 168 h 1034"/>
                    <a:gd name="T52" fmla="*/ 707 w 1871"/>
                    <a:gd name="T53" fmla="*/ 171 h 1034"/>
                    <a:gd name="T54" fmla="*/ 692 w 1871"/>
                    <a:gd name="T55" fmla="*/ 156 h 1034"/>
                    <a:gd name="T56" fmla="*/ 680 w 1871"/>
                    <a:gd name="T57" fmla="*/ 143 h 1034"/>
                    <a:gd name="T58" fmla="*/ 677 w 1871"/>
                    <a:gd name="T59" fmla="*/ 126 h 1034"/>
                    <a:gd name="T60" fmla="*/ 692 w 1871"/>
                    <a:gd name="T61" fmla="*/ 114 h 1034"/>
                    <a:gd name="T62" fmla="*/ 702 w 1871"/>
                    <a:gd name="T63" fmla="*/ 101 h 1034"/>
                    <a:gd name="T64" fmla="*/ 712 w 1871"/>
                    <a:gd name="T65" fmla="*/ 34 h 1034"/>
                    <a:gd name="T66" fmla="*/ 621 w 1871"/>
                    <a:gd name="T67" fmla="*/ 0 h 1034"/>
                    <a:gd name="T68" fmla="*/ 546 w 1871"/>
                    <a:gd name="T69" fmla="*/ 44 h 1034"/>
                    <a:gd name="T70" fmla="*/ 545 w 1871"/>
                    <a:gd name="T71" fmla="*/ 67 h 1034"/>
                    <a:gd name="T72" fmla="*/ 542 w 1871"/>
                    <a:gd name="T73" fmla="*/ 88 h 1034"/>
                    <a:gd name="T74" fmla="*/ 534 w 1871"/>
                    <a:gd name="T75" fmla="*/ 107 h 1034"/>
                    <a:gd name="T76" fmla="*/ 512 w 1871"/>
                    <a:gd name="T77" fmla="*/ 112 h 1034"/>
                    <a:gd name="T78" fmla="*/ 489 w 1871"/>
                    <a:gd name="T79" fmla="*/ 117 h 1034"/>
                    <a:gd name="T80" fmla="*/ 453 w 1871"/>
                    <a:gd name="T81" fmla="*/ 129 h 1034"/>
                    <a:gd name="T82" fmla="*/ 413 w 1871"/>
                    <a:gd name="T83" fmla="*/ 144 h 1034"/>
                    <a:gd name="T84" fmla="*/ 373 w 1871"/>
                    <a:gd name="T85" fmla="*/ 159 h 1034"/>
                    <a:gd name="T86" fmla="*/ 350 w 1871"/>
                    <a:gd name="T87" fmla="*/ 178 h 1034"/>
                    <a:gd name="T88" fmla="*/ 327 w 1871"/>
                    <a:gd name="T89" fmla="*/ 197 h 103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71"/>
                    <a:gd name="T136" fmla="*/ 0 h 1034"/>
                    <a:gd name="T137" fmla="*/ 1871 w 1871"/>
                    <a:gd name="T138" fmla="*/ 1034 h 103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71" h="1034">
                      <a:moveTo>
                        <a:pt x="625" y="421"/>
                      </a:moveTo>
                      <a:lnTo>
                        <a:pt x="572" y="456"/>
                      </a:lnTo>
                      <a:lnTo>
                        <a:pt x="530" y="496"/>
                      </a:lnTo>
                      <a:lnTo>
                        <a:pt x="496" y="539"/>
                      </a:lnTo>
                      <a:lnTo>
                        <a:pt x="467" y="581"/>
                      </a:lnTo>
                      <a:lnTo>
                        <a:pt x="439" y="620"/>
                      </a:lnTo>
                      <a:lnTo>
                        <a:pt x="407" y="657"/>
                      </a:lnTo>
                      <a:lnTo>
                        <a:pt x="371" y="685"/>
                      </a:lnTo>
                      <a:lnTo>
                        <a:pt x="325" y="708"/>
                      </a:lnTo>
                      <a:lnTo>
                        <a:pt x="282" y="708"/>
                      </a:lnTo>
                      <a:lnTo>
                        <a:pt x="251" y="713"/>
                      </a:lnTo>
                      <a:lnTo>
                        <a:pt x="225" y="719"/>
                      </a:lnTo>
                      <a:lnTo>
                        <a:pt x="205" y="729"/>
                      </a:lnTo>
                      <a:lnTo>
                        <a:pt x="184" y="742"/>
                      </a:lnTo>
                      <a:lnTo>
                        <a:pt x="163" y="758"/>
                      </a:lnTo>
                      <a:lnTo>
                        <a:pt x="135" y="777"/>
                      </a:lnTo>
                      <a:lnTo>
                        <a:pt x="101" y="801"/>
                      </a:lnTo>
                      <a:lnTo>
                        <a:pt x="46" y="858"/>
                      </a:lnTo>
                      <a:lnTo>
                        <a:pt x="15" y="896"/>
                      </a:lnTo>
                      <a:lnTo>
                        <a:pt x="0" y="917"/>
                      </a:lnTo>
                      <a:lnTo>
                        <a:pt x="0" y="931"/>
                      </a:lnTo>
                      <a:lnTo>
                        <a:pt x="6" y="940"/>
                      </a:lnTo>
                      <a:lnTo>
                        <a:pt x="20" y="955"/>
                      </a:lnTo>
                      <a:lnTo>
                        <a:pt x="32" y="979"/>
                      </a:lnTo>
                      <a:lnTo>
                        <a:pt x="44" y="1021"/>
                      </a:lnTo>
                      <a:lnTo>
                        <a:pt x="65" y="1016"/>
                      </a:lnTo>
                      <a:lnTo>
                        <a:pt x="89" y="1016"/>
                      </a:lnTo>
                      <a:lnTo>
                        <a:pt x="115" y="1016"/>
                      </a:lnTo>
                      <a:lnTo>
                        <a:pt x="143" y="1017"/>
                      </a:lnTo>
                      <a:lnTo>
                        <a:pt x="172" y="1017"/>
                      </a:lnTo>
                      <a:lnTo>
                        <a:pt x="205" y="1019"/>
                      </a:lnTo>
                      <a:lnTo>
                        <a:pt x="240" y="1017"/>
                      </a:lnTo>
                      <a:lnTo>
                        <a:pt x="281" y="1016"/>
                      </a:lnTo>
                      <a:lnTo>
                        <a:pt x="340" y="1022"/>
                      </a:lnTo>
                      <a:lnTo>
                        <a:pt x="410" y="1029"/>
                      </a:lnTo>
                      <a:lnTo>
                        <a:pt x="485" y="1031"/>
                      </a:lnTo>
                      <a:lnTo>
                        <a:pt x="569" y="1034"/>
                      </a:lnTo>
                      <a:lnTo>
                        <a:pt x="656" y="1032"/>
                      </a:lnTo>
                      <a:lnTo>
                        <a:pt x="747" y="1031"/>
                      </a:lnTo>
                      <a:lnTo>
                        <a:pt x="841" y="1027"/>
                      </a:lnTo>
                      <a:lnTo>
                        <a:pt x="938" y="1025"/>
                      </a:lnTo>
                      <a:lnTo>
                        <a:pt x="1004" y="1026"/>
                      </a:lnTo>
                      <a:lnTo>
                        <a:pt x="1061" y="1026"/>
                      </a:lnTo>
                      <a:lnTo>
                        <a:pt x="1106" y="1021"/>
                      </a:lnTo>
                      <a:lnTo>
                        <a:pt x="1145" y="1016"/>
                      </a:lnTo>
                      <a:lnTo>
                        <a:pt x="1176" y="1006"/>
                      </a:lnTo>
                      <a:lnTo>
                        <a:pt x="1205" y="995"/>
                      </a:lnTo>
                      <a:lnTo>
                        <a:pt x="1232" y="981"/>
                      </a:lnTo>
                      <a:lnTo>
                        <a:pt x="1263" y="966"/>
                      </a:lnTo>
                      <a:lnTo>
                        <a:pt x="1303" y="938"/>
                      </a:lnTo>
                      <a:lnTo>
                        <a:pt x="1344" y="921"/>
                      </a:lnTo>
                      <a:lnTo>
                        <a:pt x="1382" y="903"/>
                      </a:lnTo>
                      <a:lnTo>
                        <a:pt x="1416" y="882"/>
                      </a:lnTo>
                      <a:lnTo>
                        <a:pt x="1439" y="847"/>
                      </a:lnTo>
                      <a:lnTo>
                        <a:pt x="1454" y="793"/>
                      </a:lnTo>
                      <a:lnTo>
                        <a:pt x="1457" y="714"/>
                      </a:lnTo>
                      <a:lnTo>
                        <a:pt x="1444" y="603"/>
                      </a:lnTo>
                      <a:lnTo>
                        <a:pt x="1474" y="584"/>
                      </a:lnTo>
                      <a:lnTo>
                        <a:pt x="1501" y="583"/>
                      </a:lnTo>
                      <a:lnTo>
                        <a:pt x="1523" y="594"/>
                      </a:lnTo>
                      <a:lnTo>
                        <a:pt x="1546" y="613"/>
                      </a:lnTo>
                      <a:lnTo>
                        <a:pt x="1569" y="633"/>
                      </a:lnTo>
                      <a:lnTo>
                        <a:pt x="1596" y="650"/>
                      </a:lnTo>
                      <a:lnTo>
                        <a:pt x="1629" y="660"/>
                      </a:lnTo>
                      <a:lnTo>
                        <a:pt x="1671" y="659"/>
                      </a:lnTo>
                      <a:lnTo>
                        <a:pt x="1789" y="609"/>
                      </a:lnTo>
                      <a:lnTo>
                        <a:pt x="1854" y="532"/>
                      </a:lnTo>
                      <a:lnTo>
                        <a:pt x="1871" y="442"/>
                      </a:lnTo>
                      <a:lnTo>
                        <a:pt x="1849" y="352"/>
                      </a:lnTo>
                      <a:lnTo>
                        <a:pt x="1795" y="273"/>
                      </a:lnTo>
                      <a:lnTo>
                        <a:pt x="1720" y="222"/>
                      </a:lnTo>
                      <a:lnTo>
                        <a:pt x="1629" y="209"/>
                      </a:lnTo>
                      <a:lnTo>
                        <a:pt x="1532" y="251"/>
                      </a:lnTo>
                      <a:lnTo>
                        <a:pt x="1522" y="259"/>
                      </a:lnTo>
                      <a:lnTo>
                        <a:pt x="1513" y="277"/>
                      </a:lnTo>
                      <a:lnTo>
                        <a:pt x="1503" y="297"/>
                      </a:lnTo>
                      <a:lnTo>
                        <a:pt x="1492" y="318"/>
                      </a:lnTo>
                      <a:lnTo>
                        <a:pt x="1477" y="336"/>
                      </a:lnTo>
                      <a:lnTo>
                        <a:pt x="1459" y="348"/>
                      </a:lnTo>
                      <a:lnTo>
                        <a:pt x="1438" y="351"/>
                      </a:lnTo>
                      <a:lnTo>
                        <a:pt x="1413" y="342"/>
                      </a:lnTo>
                      <a:lnTo>
                        <a:pt x="1400" y="331"/>
                      </a:lnTo>
                      <a:lnTo>
                        <a:pt x="1392" y="321"/>
                      </a:lnTo>
                      <a:lnTo>
                        <a:pt x="1384" y="312"/>
                      </a:lnTo>
                      <a:lnTo>
                        <a:pt x="1377" y="304"/>
                      </a:lnTo>
                      <a:lnTo>
                        <a:pt x="1368" y="296"/>
                      </a:lnTo>
                      <a:lnTo>
                        <a:pt x="1360" y="287"/>
                      </a:lnTo>
                      <a:lnTo>
                        <a:pt x="1350" y="277"/>
                      </a:lnTo>
                      <a:lnTo>
                        <a:pt x="1340" y="267"/>
                      </a:lnTo>
                      <a:lnTo>
                        <a:pt x="1353" y="252"/>
                      </a:lnTo>
                      <a:lnTo>
                        <a:pt x="1364" y="243"/>
                      </a:lnTo>
                      <a:lnTo>
                        <a:pt x="1374" y="234"/>
                      </a:lnTo>
                      <a:lnTo>
                        <a:pt x="1383" y="229"/>
                      </a:lnTo>
                      <a:lnTo>
                        <a:pt x="1389" y="220"/>
                      </a:lnTo>
                      <a:lnTo>
                        <a:pt x="1397" y="213"/>
                      </a:lnTo>
                      <a:lnTo>
                        <a:pt x="1403" y="202"/>
                      </a:lnTo>
                      <a:lnTo>
                        <a:pt x="1409" y="187"/>
                      </a:lnTo>
                      <a:lnTo>
                        <a:pt x="1437" y="121"/>
                      </a:lnTo>
                      <a:lnTo>
                        <a:pt x="1423" y="69"/>
                      </a:lnTo>
                      <a:lnTo>
                        <a:pt x="1378" y="31"/>
                      </a:lnTo>
                      <a:lnTo>
                        <a:pt x="1314" y="9"/>
                      </a:lnTo>
                      <a:lnTo>
                        <a:pt x="1241" y="0"/>
                      </a:lnTo>
                      <a:lnTo>
                        <a:pt x="1173" y="10"/>
                      </a:lnTo>
                      <a:lnTo>
                        <a:pt x="1120" y="39"/>
                      </a:lnTo>
                      <a:lnTo>
                        <a:pt x="1092" y="88"/>
                      </a:lnTo>
                      <a:lnTo>
                        <a:pt x="1091" y="104"/>
                      </a:lnTo>
                      <a:lnTo>
                        <a:pt x="1091" y="120"/>
                      </a:lnTo>
                      <a:lnTo>
                        <a:pt x="1089" y="134"/>
                      </a:lnTo>
                      <a:lnTo>
                        <a:pt x="1088" y="149"/>
                      </a:lnTo>
                      <a:lnTo>
                        <a:pt x="1086" y="162"/>
                      </a:lnTo>
                      <a:lnTo>
                        <a:pt x="1084" y="177"/>
                      </a:lnTo>
                      <a:lnTo>
                        <a:pt x="1084" y="192"/>
                      </a:lnTo>
                      <a:lnTo>
                        <a:pt x="1086" y="212"/>
                      </a:lnTo>
                      <a:lnTo>
                        <a:pt x="1067" y="214"/>
                      </a:lnTo>
                      <a:lnTo>
                        <a:pt x="1052" y="218"/>
                      </a:lnTo>
                      <a:lnTo>
                        <a:pt x="1037" y="222"/>
                      </a:lnTo>
                      <a:lnTo>
                        <a:pt x="1023" y="225"/>
                      </a:lnTo>
                      <a:lnTo>
                        <a:pt x="1008" y="228"/>
                      </a:lnTo>
                      <a:lnTo>
                        <a:pt x="994" y="232"/>
                      </a:lnTo>
                      <a:lnTo>
                        <a:pt x="978" y="235"/>
                      </a:lnTo>
                      <a:lnTo>
                        <a:pt x="962" y="239"/>
                      </a:lnTo>
                      <a:lnTo>
                        <a:pt x="934" y="249"/>
                      </a:lnTo>
                      <a:lnTo>
                        <a:pt x="906" y="259"/>
                      </a:lnTo>
                      <a:lnTo>
                        <a:pt x="879" y="269"/>
                      </a:lnTo>
                      <a:lnTo>
                        <a:pt x="852" y="279"/>
                      </a:lnTo>
                      <a:lnTo>
                        <a:pt x="825" y="289"/>
                      </a:lnTo>
                      <a:lnTo>
                        <a:pt x="797" y="299"/>
                      </a:lnTo>
                      <a:lnTo>
                        <a:pt x="771" y="309"/>
                      </a:lnTo>
                      <a:lnTo>
                        <a:pt x="745" y="319"/>
                      </a:lnTo>
                      <a:lnTo>
                        <a:pt x="730" y="332"/>
                      </a:lnTo>
                      <a:lnTo>
                        <a:pt x="715" y="345"/>
                      </a:lnTo>
                      <a:lnTo>
                        <a:pt x="699" y="357"/>
                      </a:lnTo>
                      <a:lnTo>
                        <a:pt x="684" y="370"/>
                      </a:lnTo>
                      <a:lnTo>
                        <a:pt x="669" y="382"/>
                      </a:lnTo>
                      <a:lnTo>
                        <a:pt x="654" y="395"/>
                      </a:lnTo>
                      <a:lnTo>
                        <a:pt x="639" y="407"/>
                      </a:lnTo>
                      <a:lnTo>
                        <a:pt x="625" y="421"/>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2" name="Freeform 31">
                  <a:extLst>
                    <a:ext uri="{FF2B5EF4-FFF2-40B4-BE49-F238E27FC236}">
                      <a16:creationId xmlns:a16="http://schemas.microsoft.com/office/drawing/2014/main" id="{7D66B2CD-683D-024A-B4EB-8741F052526B}"/>
                    </a:ext>
                  </a:extLst>
                </p:cNvPr>
                <p:cNvSpPr>
                  <a:spLocks/>
                </p:cNvSpPr>
                <p:nvPr/>
              </p:nvSpPr>
              <p:spPr bwMode="auto">
                <a:xfrm>
                  <a:off x="3803" y="2722"/>
                  <a:ext cx="910" cy="500"/>
                </a:xfrm>
                <a:custGeom>
                  <a:avLst/>
                  <a:gdLst>
                    <a:gd name="T0" fmla="*/ 242 w 1818"/>
                    <a:gd name="T1" fmla="*/ 238 h 999"/>
                    <a:gd name="T2" fmla="*/ 203 w 1818"/>
                    <a:gd name="T3" fmla="*/ 299 h 999"/>
                    <a:gd name="T4" fmla="*/ 151 w 1818"/>
                    <a:gd name="T5" fmla="*/ 342 h 999"/>
                    <a:gd name="T6" fmla="*/ 102 w 1818"/>
                    <a:gd name="T7" fmla="*/ 349 h 999"/>
                    <a:gd name="T8" fmla="*/ 72 w 1818"/>
                    <a:gd name="T9" fmla="*/ 370 h 999"/>
                    <a:gd name="T10" fmla="*/ 18 w 1818"/>
                    <a:gd name="T11" fmla="*/ 418 h 999"/>
                    <a:gd name="T12" fmla="*/ 3 w 1818"/>
                    <a:gd name="T13" fmla="*/ 453 h 999"/>
                    <a:gd name="T14" fmla="*/ 26 w 1818"/>
                    <a:gd name="T15" fmla="*/ 470 h 999"/>
                    <a:gd name="T16" fmla="*/ 52 w 1818"/>
                    <a:gd name="T17" fmla="*/ 483 h 999"/>
                    <a:gd name="T18" fmla="*/ 89 w 1818"/>
                    <a:gd name="T19" fmla="*/ 486 h 999"/>
                    <a:gd name="T20" fmla="*/ 141 w 1818"/>
                    <a:gd name="T21" fmla="*/ 486 h 999"/>
                    <a:gd name="T22" fmla="*/ 231 w 1818"/>
                    <a:gd name="T23" fmla="*/ 497 h 999"/>
                    <a:gd name="T24" fmla="*/ 356 w 1818"/>
                    <a:gd name="T25" fmla="*/ 500 h 999"/>
                    <a:gd name="T26" fmla="*/ 484 w 1818"/>
                    <a:gd name="T27" fmla="*/ 498 h 999"/>
                    <a:gd name="T28" fmla="*/ 555 w 1818"/>
                    <a:gd name="T29" fmla="*/ 493 h 999"/>
                    <a:gd name="T30" fmla="*/ 596 w 1818"/>
                    <a:gd name="T31" fmla="*/ 478 h 999"/>
                    <a:gd name="T32" fmla="*/ 648 w 1818"/>
                    <a:gd name="T33" fmla="*/ 451 h 999"/>
                    <a:gd name="T34" fmla="*/ 695 w 1818"/>
                    <a:gd name="T35" fmla="*/ 414 h 999"/>
                    <a:gd name="T36" fmla="*/ 698 w 1818"/>
                    <a:gd name="T37" fmla="*/ 292 h 999"/>
                    <a:gd name="T38" fmla="*/ 737 w 1818"/>
                    <a:gd name="T39" fmla="*/ 287 h 999"/>
                    <a:gd name="T40" fmla="*/ 774 w 1818"/>
                    <a:gd name="T41" fmla="*/ 315 h 999"/>
                    <a:gd name="T42" fmla="*/ 870 w 1818"/>
                    <a:gd name="T43" fmla="*/ 295 h 999"/>
                    <a:gd name="T44" fmla="*/ 899 w 1818"/>
                    <a:gd name="T45" fmla="*/ 168 h 999"/>
                    <a:gd name="T46" fmla="*/ 787 w 1818"/>
                    <a:gd name="T47" fmla="*/ 97 h 999"/>
                    <a:gd name="T48" fmla="*/ 730 w 1818"/>
                    <a:gd name="T49" fmla="*/ 131 h 999"/>
                    <a:gd name="T50" fmla="*/ 713 w 1818"/>
                    <a:gd name="T51" fmla="*/ 159 h 999"/>
                    <a:gd name="T52" fmla="*/ 682 w 1818"/>
                    <a:gd name="T53" fmla="*/ 161 h 999"/>
                    <a:gd name="T54" fmla="*/ 667 w 1818"/>
                    <a:gd name="T55" fmla="*/ 146 h 999"/>
                    <a:gd name="T56" fmla="*/ 655 w 1818"/>
                    <a:gd name="T57" fmla="*/ 132 h 999"/>
                    <a:gd name="T58" fmla="*/ 651 w 1818"/>
                    <a:gd name="T59" fmla="*/ 115 h 999"/>
                    <a:gd name="T60" fmla="*/ 662 w 1818"/>
                    <a:gd name="T61" fmla="*/ 101 h 999"/>
                    <a:gd name="T62" fmla="*/ 667 w 1818"/>
                    <a:gd name="T63" fmla="*/ 87 h 999"/>
                    <a:gd name="T64" fmla="*/ 670 w 1818"/>
                    <a:gd name="T65" fmla="*/ 30 h 999"/>
                    <a:gd name="T66" fmla="*/ 588 w 1818"/>
                    <a:gd name="T67" fmla="*/ 0 h 999"/>
                    <a:gd name="T68" fmla="*/ 524 w 1818"/>
                    <a:gd name="T69" fmla="*/ 37 h 999"/>
                    <a:gd name="T70" fmla="*/ 522 w 1818"/>
                    <a:gd name="T71" fmla="*/ 59 h 999"/>
                    <a:gd name="T72" fmla="*/ 519 w 1818"/>
                    <a:gd name="T73" fmla="*/ 79 h 999"/>
                    <a:gd name="T74" fmla="*/ 509 w 1818"/>
                    <a:gd name="T75" fmla="*/ 97 h 999"/>
                    <a:gd name="T76" fmla="*/ 487 w 1818"/>
                    <a:gd name="T77" fmla="*/ 103 h 999"/>
                    <a:gd name="T78" fmla="*/ 465 w 1818"/>
                    <a:gd name="T79" fmla="*/ 108 h 999"/>
                    <a:gd name="T80" fmla="*/ 428 w 1818"/>
                    <a:gd name="T81" fmla="*/ 120 h 999"/>
                    <a:gd name="T82" fmla="*/ 388 w 1818"/>
                    <a:gd name="T83" fmla="*/ 135 h 999"/>
                    <a:gd name="T84" fmla="*/ 348 w 1818"/>
                    <a:gd name="T85" fmla="*/ 150 h 999"/>
                    <a:gd name="T86" fmla="*/ 325 w 1818"/>
                    <a:gd name="T87" fmla="*/ 169 h 999"/>
                    <a:gd name="T88" fmla="*/ 302 w 1818"/>
                    <a:gd name="T89" fmla="*/ 188 h 99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18"/>
                    <a:gd name="T136" fmla="*/ 0 h 999"/>
                    <a:gd name="T137" fmla="*/ 1818 w 1818"/>
                    <a:gd name="T138" fmla="*/ 999 h 99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18" h="999">
                      <a:moveTo>
                        <a:pt x="575" y="401"/>
                      </a:moveTo>
                      <a:lnTo>
                        <a:pt x="523" y="436"/>
                      </a:lnTo>
                      <a:lnTo>
                        <a:pt x="484" y="476"/>
                      </a:lnTo>
                      <a:lnTo>
                        <a:pt x="454" y="516"/>
                      </a:lnTo>
                      <a:lnTo>
                        <a:pt x="430" y="559"/>
                      </a:lnTo>
                      <a:lnTo>
                        <a:pt x="406" y="598"/>
                      </a:lnTo>
                      <a:lnTo>
                        <a:pt x="380" y="634"/>
                      </a:lnTo>
                      <a:lnTo>
                        <a:pt x="346" y="663"/>
                      </a:lnTo>
                      <a:lnTo>
                        <a:pt x="301" y="684"/>
                      </a:lnTo>
                      <a:lnTo>
                        <a:pt x="259" y="684"/>
                      </a:lnTo>
                      <a:lnTo>
                        <a:pt x="228" y="689"/>
                      </a:lnTo>
                      <a:lnTo>
                        <a:pt x="204" y="697"/>
                      </a:lnTo>
                      <a:lnTo>
                        <a:pt x="185" y="708"/>
                      </a:lnTo>
                      <a:lnTo>
                        <a:pt x="165" y="722"/>
                      </a:lnTo>
                      <a:lnTo>
                        <a:pt x="144" y="739"/>
                      </a:lnTo>
                      <a:lnTo>
                        <a:pt x="118" y="758"/>
                      </a:lnTo>
                      <a:lnTo>
                        <a:pt x="84" y="782"/>
                      </a:lnTo>
                      <a:lnTo>
                        <a:pt x="35" y="836"/>
                      </a:lnTo>
                      <a:lnTo>
                        <a:pt x="10" y="871"/>
                      </a:lnTo>
                      <a:lnTo>
                        <a:pt x="0" y="892"/>
                      </a:lnTo>
                      <a:lnTo>
                        <a:pt x="5" y="905"/>
                      </a:lnTo>
                      <a:lnTo>
                        <a:pt x="16" y="912"/>
                      </a:lnTo>
                      <a:lnTo>
                        <a:pt x="34" y="924"/>
                      </a:lnTo>
                      <a:lnTo>
                        <a:pt x="51" y="940"/>
                      </a:lnTo>
                      <a:lnTo>
                        <a:pt x="66" y="969"/>
                      </a:lnTo>
                      <a:lnTo>
                        <a:pt x="83" y="965"/>
                      </a:lnTo>
                      <a:lnTo>
                        <a:pt x="103" y="965"/>
                      </a:lnTo>
                      <a:lnTo>
                        <a:pt x="124" y="966"/>
                      </a:lnTo>
                      <a:lnTo>
                        <a:pt x="150" y="970"/>
                      </a:lnTo>
                      <a:lnTo>
                        <a:pt x="177" y="971"/>
                      </a:lnTo>
                      <a:lnTo>
                        <a:pt x="208" y="974"/>
                      </a:lnTo>
                      <a:lnTo>
                        <a:pt x="242" y="974"/>
                      </a:lnTo>
                      <a:lnTo>
                        <a:pt x="281" y="971"/>
                      </a:lnTo>
                      <a:lnTo>
                        <a:pt x="330" y="980"/>
                      </a:lnTo>
                      <a:lnTo>
                        <a:pt x="391" y="989"/>
                      </a:lnTo>
                      <a:lnTo>
                        <a:pt x="461" y="994"/>
                      </a:lnTo>
                      <a:lnTo>
                        <a:pt x="539" y="997"/>
                      </a:lnTo>
                      <a:lnTo>
                        <a:pt x="622" y="999"/>
                      </a:lnTo>
                      <a:lnTo>
                        <a:pt x="711" y="999"/>
                      </a:lnTo>
                      <a:lnTo>
                        <a:pt x="804" y="996"/>
                      </a:lnTo>
                      <a:lnTo>
                        <a:pt x="899" y="994"/>
                      </a:lnTo>
                      <a:lnTo>
                        <a:pt x="967" y="995"/>
                      </a:lnTo>
                      <a:lnTo>
                        <a:pt x="1023" y="994"/>
                      </a:lnTo>
                      <a:lnTo>
                        <a:pt x="1070" y="990"/>
                      </a:lnTo>
                      <a:lnTo>
                        <a:pt x="1108" y="985"/>
                      </a:lnTo>
                      <a:lnTo>
                        <a:pt x="1140" y="976"/>
                      </a:lnTo>
                      <a:lnTo>
                        <a:pt x="1167" y="966"/>
                      </a:lnTo>
                      <a:lnTo>
                        <a:pt x="1190" y="956"/>
                      </a:lnTo>
                      <a:lnTo>
                        <a:pt x="1213" y="946"/>
                      </a:lnTo>
                      <a:lnTo>
                        <a:pt x="1253" y="918"/>
                      </a:lnTo>
                      <a:lnTo>
                        <a:pt x="1294" y="901"/>
                      </a:lnTo>
                      <a:lnTo>
                        <a:pt x="1332" y="883"/>
                      </a:lnTo>
                      <a:lnTo>
                        <a:pt x="1366" y="862"/>
                      </a:lnTo>
                      <a:lnTo>
                        <a:pt x="1389" y="827"/>
                      </a:lnTo>
                      <a:lnTo>
                        <a:pt x="1404" y="773"/>
                      </a:lnTo>
                      <a:lnTo>
                        <a:pt x="1407" y="694"/>
                      </a:lnTo>
                      <a:lnTo>
                        <a:pt x="1394" y="583"/>
                      </a:lnTo>
                      <a:lnTo>
                        <a:pt x="1424" y="564"/>
                      </a:lnTo>
                      <a:lnTo>
                        <a:pt x="1451" y="563"/>
                      </a:lnTo>
                      <a:lnTo>
                        <a:pt x="1473" y="574"/>
                      </a:lnTo>
                      <a:lnTo>
                        <a:pt x="1496" y="593"/>
                      </a:lnTo>
                      <a:lnTo>
                        <a:pt x="1519" y="613"/>
                      </a:lnTo>
                      <a:lnTo>
                        <a:pt x="1546" y="630"/>
                      </a:lnTo>
                      <a:lnTo>
                        <a:pt x="1579" y="640"/>
                      </a:lnTo>
                      <a:lnTo>
                        <a:pt x="1621" y="639"/>
                      </a:lnTo>
                      <a:lnTo>
                        <a:pt x="1739" y="589"/>
                      </a:lnTo>
                      <a:lnTo>
                        <a:pt x="1803" y="512"/>
                      </a:lnTo>
                      <a:lnTo>
                        <a:pt x="1818" y="424"/>
                      </a:lnTo>
                      <a:lnTo>
                        <a:pt x="1796" y="335"/>
                      </a:lnTo>
                      <a:lnTo>
                        <a:pt x="1740" y="257"/>
                      </a:lnTo>
                      <a:lnTo>
                        <a:pt x="1664" y="207"/>
                      </a:lnTo>
                      <a:lnTo>
                        <a:pt x="1572" y="194"/>
                      </a:lnTo>
                      <a:lnTo>
                        <a:pt x="1475" y="236"/>
                      </a:lnTo>
                      <a:lnTo>
                        <a:pt x="1466" y="244"/>
                      </a:lnTo>
                      <a:lnTo>
                        <a:pt x="1458" y="262"/>
                      </a:lnTo>
                      <a:lnTo>
                        <a:pt x="1448" y="282"/>
                      </a:lnTo>
                      <a:lnTo>
                        <a:pt x="1440" y="302"/>
                      </a:lnTo>
                      <a:lnTo>
                        <a:pt x="1424" y="318"/>
                      </a:lnTo>
                      <a:lnTo>
                        <a:pt x="1408" y="330"/>
                      </a:lnTo>
                      <a:lnTo>
                        <a:pt x="1388" y="331"/>
                      </a:lnTo>
                      <a:lnTo>
                        <a:pt x="1363" y="322"/>
                      </a:lnTo>
                      <a:lnTo>
                        <a:pt x="1350" y="311"/>
                      </a:lnTo>
                      <a:lnTo>
                        <a:pt x="1342" y="301"/>
                      </a:lnTo>
                      <a:lnTo>
                        <a:pt x="1333" y="292"/>
                      </a:lnTo>
                      <a:lnTo>
                        <a:pt x="1325" y="283"/>
                      </a:lnTo>
                      <a:lnTo>
                        <a:pt x="1317" y="273"/>
                      </a:lnTo>
                      <a:lnTo>
                        <a:pt x="1309" y="263"/>
                      </a:lnTo>
                      <a:lnTo>
                        <a:pt x="1299" y="253"/>
                      </a:lnTo>
                      <a:lnTo>
                        <a:pt x="1289" y="243"/>
                      </a:lnTo>
                      <a:lnTo>
                        <a:pt x="1300" y="229"/>
                      </a:lnTo>
                      <a:lnTo>
                        <a:pt x="1309" y="218"/>
                      </a:lnTo>
                      <a:lnTo>
                        <a:pt x="1315" y="209"/>
                      </a:lnTo>
                      <a:lnTo>
                        <a:pt x="1322" y="202"/>
                      </a:lnTo>
                      <a:lnTo>
                        <a:pt x="1324" y="193"/>
                      </a:lnTo>
                      <a:lnTo>
                        <a:pt x="1328" y="185"/>
                      </a:lnTo>
                      <a:lnTo>
                        <a:pt x="1333" y="174"/>
                      </a:lnTo>
                      <a:lnTo>
                        <a:pt x="1339" y="162"/>
                      </a:lnTo>
                      <a:lnTo>
                        <a:pt x="1355" y="104"/>
                      </a:lnTo>
                      <a:lnTo>
                        <a:pt x="1339" y="59"/>
                      </a:lnTo>
                      <a:lnTo>
                        <a:pt x="1297" y="25"/>
                      </a:lnTo>
                      <a:lnTo>
                        <a:pt x="1239" y="6"/>
                      </a:lnTo>
                      <a:lnTo>
                        <a:pt x="1175" y="0"/>
                      </a:lnTo>
                      <a:lnTo>
                        <a:pt x="1115" y="9"/>
                      </a:lnTo>
                      <a:lnTo>
                        <a:pt x="1068" y="31"/>
                      </a:lnTo>
                      <a:lnTo>
                        <a:pt x="1046" y="73"/>
                      </a:lnTo>
                      <a:lnTo>
                        <a:pt x="1044" y="89"/>
                      </a:lnTo>
                      <a:lnTo>
                        <a:pt x="1044" y="104"/>
                      </a:lnTo>
                      <a:lnTo>
                        <a:pt x="1042" y="118"/>
                      </a:lnTo>
                      <a:lnTo>
                        <a:pt x="1041" y="132"/>
                      </a:lnTo>
                      <a:lnTo>
                        <a:pt x="1037" y="143"/>
                      </a:lnTo>
                      <a:lnTo>
                        <a:pt x="1036" y="158"/>
                      </a:lnTo>
                      <a:lnTo>
                        <a:pt x="1034" y="173"/>
                      </a:lnTo>
                      <a:lnTo>
                        <a:pt x="1036" y="192"/>
                      </a:lnTo>
                      <a:lnTo>
                        <a:pt x="1017" y="194"/>
                      </a:lnTo>
                      <a:lnTo>
                        <a:pt x="1002" y="198"/>
                      </a:lnTo>
                      <a:lnTo>
                        <a:pt x="987" y="202"/>
                      </a:lnTo>
                      <a:lnTo>
                        <a:pt x="973" y="205"/>
                      </a:lnTo>
                      <a:lnTo>
                        <a:pt x="958" y="208"/>
                      </a:lnTo>
                      <a:lnTo>
                        <a:pt x="944" y="212"/>
                      </a:lnTo>
                      <a:lnTo>
                        <a:pt x="928" y="215"/>
                      </a:lnTo>
                      <a:lnTo>
                        <a:pt x="912" y="219"/>
                      </a:lnTo>
                      <a:lnTo>
                        <a:pt x="884" y="229"/>
                      </a:lnTo>
                      <a:lnTo>
                        <a:pt x="856" y="239"/>
                      </a:lnTo>
                      <a:lnTo>
                        <a:pt x="829" y="249"/>
                      </a:lnTo>
                      <a:lnTo>
                        <a:pt x="802" y="259"/>
                      </a:lnTo>
                      <a:lnTo>
                        <a:pt x="775" y="269"/>
                      </a:lnTo>
                      <a:lnTo>
                        <a:pt x="747" y="279"/>
                      </a:lnTo>
                      <a:lnTo>
                        <a:pt x="721" y="289"/>
                      </a:lnTo>
                      <a:lnTo>
                        <a:pt x="695" y="299"/>
                      </a:lnTo>
                      <a:lnTo>
                        <a:pt x="680" y="312"/>
                      </a:lnTo>
                      <a:lnTo>
                        <a:pt x="665" y="325"/>
                      </a:lnTo>
                      <a:lnTo>
                        <a:pt x="649" y="337"/>
                      </a:lnTo>
                      <a:lnTo>
                        <a:pt x="634" y="350"/>
                      </a:lnTo>
                      <a:lnTo>
                        <a:pt x="619" y="362"/>
                      </a:lnTo>
                      <a:lnTo>
                        <a:pt x="604" y="375"/>
                      </a:lnTo>
                      <a:lnTo>
                        <a:pt x="589" y="387"/>
                      </a:lnTo>
                      <a:lnTo>
                        <a:pt x="575" y="401"/>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3" name="Freeform 32">
                  <a:extLst>
                    <a:ext uri="{FF2B5EF4-FFF2-40B4-BE49-F238E27FC236}">
                      <a16:creationId xmlns:a16="http://schemas.microsoft.com/office/drawing/2014/main" id="{043188D3-96D8-5F4B-9A12-EBACDB6963AB}"/>
                    </a:ext>
                  </a:extLst>
                </p:cNvPr>
                <p:cNvSpPr>
                  <a:spLocks/>
                </p:cNvSpPr>
                <p:nvPr/>
              </p:nvSpPr>
              <p:spPr bwMode="auto">
                <a:xfrm>
                  <a:off x="3828" y="2732"/>
                  <a:ext cx="884" cy="484"/>
                </a:xfrm>
                <a:custGeom>
                  <a:avLst/>
                  <a:gdLst>
                    <a:gd name="T0" fmla="*/ 220 w 1768"/>
                    <a:gd name="T1" fmla="*/ 228 h 967"/>
                    <a:gd name="T2" fmla="*/ 188 w 1768"/>
                    <a:gd name="T3" fmla="*/ 289 h 967"/>
                    <a:gd name="T4" fmla="*/ 140 w 1768"/>
                    <a:gd name="T5" fmla="*/ 332 h 967"/>
                    <a:gd name="T6" fmla="*/ 92 w 1768"/>
                    <a:gd name="T7" fmla="*/ 338 h 967"/>
                    <a:gd name="T8" fmla="*/ 64 w 1768"/>
                    <a:gd name="T9" fmla="*/ 360 h 967"/>
                    <a:gd name="T10" fmla="*/ 13 w 1768"/>
                    <a:gd name="T11" fmla="*/ 407 h 967"/>
                    <a:gd name="T12" fmla="*/ 5 w 1768"/>
                    <a:gd name="T13" fmla="*/ 440 h 967"/>
                    <a:gd name="T14" fmla="*/ 34 w 1768"/>
                    <a:gd name="T15" fmla="*/ 451 h 967"/>
                    <a:gd name="T16" fmla="*/ 58 w 1768"/>
                    <a:gd name="T17" fmla="*/ 458 h 967"/>
                    <a:gd name="T18" fmla="*/ 91 w 1768"/>
                    <a:gd name="T19" fmla="*/ 464 h 967"/>
                    <a:gd name="T20" fmla="*/ 141 w 1768"/>
                    <a:gd name="T21" fmla="*/ 466 h 967"/>
                    <a:gd name="T22" fmla="*/ 219 w 1768"/>
                    <a:gd name="T23" fmla="*/ 479 h 967"/>
                    <a:gd name="T24" fmla="*/ 340 w 1768"/>
                    <a:gd name="T25" fmla="*/ 484 h 967"/>
                    <a:gd name="T26" fmla="*/ 465 w 1768"/>
                    <a:gd name="T27" fmla="*/ 483 h 967"/>
                    <a:gd name="T28" fmla="*/ 537 w 1768"/>
                    <a:gd name="T29" fmla="*/ 477 h 967"/>
                    <a:gd name="T30" fmla="*/ 574 w 1768"/>
                    <a:gd name="T31" fmla="*/ 466 h 967"/>
                    <a:gd name="T32" fmla="*/ 623 w 1768"/>
                    <a:gd name="T33" fmla="*/ 441 h 967"/>
                    <a:gd name="T34" fmla="*/ 670 w 1768"/>
                    <a:gd name="T35" fmla="*/ 404 h 967"/>
                    <a:gd name="T36" fmla="*/ 673 w 1768"/>
                    <a:gd name="T37" fmla="*/ 282 h 967"/>
                    <a:gd name="T38" fmla="*/ 712 w 1768"/>
                    <a:gd name="T39" fmla="*/ 278 h 967"/>
                    <a:gd name="T40" fmla="*/ 749 w 1768"/>
                    <a:gd name="T41" fmla="*/ 306 h 967"/>
                    <a:gd name="T42" fmla="*/ 845 w 1768"/>
                    <a:gd name="T43" fmla="*/ 285 h 967"/>
                    <a:gd name="T44" fmla="*/ 872 w 1768"/>
                    <a:gd name="T45" fmla="*/ 160 h 967"/>
                    <a:gd name="T46" fmla="*/ 759 w 1768"/>
                    <a:gd name="T47" fmla="*/ 92 h 967"/>
                    <a:gd name="T48" fmla="*/ 702 w 1768"/>
                    <a:gd name="T49" fmla="*/ 124 h 967"/>
                    <a:gd name="T50" fmla="*/ 687 w 1768"/>
                    <a:gd name="T51" fmla="*/ 150 h 967"/>
                    <a:gd name="T52" fmla="*/ 657 w 1768"/>
                    <a:gd name="T53" fmla="*/ 152 h 967"/>
                    <a:gd name="T54" fmla="*/ 642 w 1768"/>
                    <a:gd name="T55" fmla="*/ 135 h 967"/>
                    <a:gd name="T56" fmla="*/ 629 w 1768"/>
                    <a:gd name="T57" fmla="*/ 121 h 967"/>
                    <a:gd name="T58" fmla="*/ 624 w 1768"/>
                    <a:gd name="T59" fmla="*/ 104 h 967"/>
                    <a:gd name="T60" fmla="*/ 630 w 1768"/>
                    <a:gd name="T61" fmla="*/ 88 h 967"/>
                    <a:gd name="T62" fmla="*/ 632 w 1768"/>
                    <a:gd name="T63" fmla="*/ 74 h 967"/>
                    <a:gd name="T64" fmla="*/ 628 w 1768"/>
                    <a:gd name="T65" fmla="*/ 25 h 967"/>
                    <a:gd name="T66" fmla="*/ 554 w 1768"/>
                    <a:gd name="T67" fmla="*/ 0 h 967"/>
                    <a:gd name="T68" fmla="*/ 500 w 1768"/>
                    <a:gd name="T69" fmla="*/ 30 h 967"/>
                    <a:gd name="T70" fmla="*/ 497 w 1768"/>
                    <a:gd name="T71" fmla="*/ 51 h 967"/>
                    <a:gd name="T72" fmla="*/ 493 w 1768"/>
                    <a:gd name="T73" fmla="*/ 70 h 967"/>
                    <a:gd name="T74" fmla="*/ 484 w 1768"/>
                    <a:gd name="T75" fmla="*/ 88 h 967"/>
                    <a:gd name="T76" fmla="*/ 462 w 1768"/>
                    <a:gd name="T77" fmla="*/ 93 h 967"/>
                    <a:gd name="T78" fmla="*/ 440 w 1768"/>
                    <a:gd name="T79" fmla="*/ 98 h 967"/>
                    <a:gd name="T80" fmla="*/ 404 w 1768"/>
                    <a:gd name="T81" fmla="*/ 110 h 967"/>
                    <a:gd name="T82" fmla="*/ 363 w 1768"/>
                    <a:gd name="T83" fmla="*/ 125 h 967"/>
                    <a:gd name="T84" fmla="*/ 323 w 1768"/>
                    <a:gd name="T85" fmla="*/ 140 h 967"/>
                    <a:gd name="T86" fmla="*/ 300 w 1768"/>
                    <a:gd name="T87" fmla="*/ 159 h 967"/>
                    <a:gd name="T88" fmla="*/ 278 w 1768"/>
                    <a:gd name="T89" fmla="*/ 178 h 96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68"/>
                    <a:gd name="T136" fmla="*/ 0 h 967"/>
                    <a:gd name="T137" fmla="*/ 1768 w 1768"/>
                    <a:gd name="T138" fmla="*/ 967 h 96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68" h="967">
                      <a:moveTo>
                        <a:pt x="526" y="382"/>
                      </a:moveTo>
                      <a:lnTo>
                        <a:pt x="475" y="417"/>
                      </a:lnTo>
                      <a:lnTo>
                        <a:pt x="440" y="456"/>
                      </a:lnTo>
                      <a:lnTo>
                        <a:pt x="414" y="497"/>
                      </a:lnTo>
                      <a:lnTo>
                        <a:pt x="395" y="539"/>
                      </a:lnTo>
                      <a:lnTo>
                        <a:pt x="376" y="577"/>
                      </a:lnTo>
                      <a:lnTo>
                        <a:pt x="353" y="613"/>
                      </a:lnTo>
                      <a:lnTo>
                        <a:pt x="323" y="641"/>
                      </a:lnTo>
                      <a:lnTo>
                        <a:pt x="279" y="663"/>
                      </a:lnTo>
                      <a:lnTo>
                        <a:pt x="238" y="664"/>
                      </a:lnTo>
                      <a:lnTo>
                        <a:pt x="208" y="669"/>
                      </a:lnTo>
                      <a:lnTo>
                        <a:pt x="184" y="676"/>
                      </a:lnTo>
                      <a:lnTo>
                        <a:pt x="167" y="689"/>
                      </a:lnTo>
                      <a:lnTo>
                        <a:pt x="148" y="703"/>
                      </a:lnTo>
                      <a:lnTo>
                        <a:pt x="128" y="720"/>
                      </a:lnTo>
                      <a:lnTo>
                        <a:pt x="101" y="739"/>
                      </a:lnTo>
                      <a:lnTo>
                        <a:pt x="67" y="763"/>
                      </a:lnTo>
                      <a:lnTo>
                        <a:pt x="25" y="813"/>
                      </a:lnTo>
                      <a:lnTo>
                        <a:pt x="4" y="847"/>
                      </a:lnTo>
                      <a:lnTo>
                        <a:pt x="0" y="867"/>
                      </a:lnTo>
                      <a:lnTo>
                        <a:pt x="9" y="879"/>
                      </a:lnTo>
                      <a:lnTo>
                        <a:pt x="25" y="886"/>
                      </a:lnTo>
                      <a:lnTo>
                        <a:pt x="47" y="893"/>
                      </a:lnTo>
                      <a:lnTo>
                        <a:pt x="67" y="902"/>
                      </a:lnTo>
                      <a:lnTo>
                        <a:pt x="86" y="918"/>
                      </a:lnTo>
                      <a:lnTo>
                        <a:pt x="100" y="915"/>
                      </a:lnTo>
                      <a:lnTo>
                        <a:pt x="116" y="916"/>
                      </a:lnTo>
                      <a:lnTo>
                        <a:pt x="135" y="918"/>
                      </a:lnTo>
                      <a:lnTo>
                        <a:pt x="158" y="923"/>
                      </a:lnTo>
                      <a:lnTo>
                        <a:pt x="182" y="927"/>
                      </a:lnTo>
                      <a:lnTo>
                        <a:pt x="210" y="931"/>
                      </a:lnTo>
                      <a:lnTo>
                        <a:pt x="243" y="932"/>
                      </a:lnTo>
                      <a:lnTo>
                        <a:pt x="281" y="931"/>
                      </a:lnTo>
                      <a:lnTo>
                        <a:pt x="321" y="941"/>
                      </a:lnTo>
                      <a:lnTo>
                        <a:pt x="373" y="951"/>
                      </a:lnTo>
                      <a:lnTo>
                        <a:pt x="437" y="957"/>
                      </a:lnTo>
                      <a:lnTo>
                        <a:pt x="513" y="963"/>
                      </a:lnTo>
                      <a:lnTo>
                        <a:pt x="593" y="966"/>
                      </a:lnTo>
                      <a:lnTo>
                        <a:pt x="679" y="967"/>
                      </a:lnTo>
                      <a:lnTo>
                        <a:pt x="769" y="966"/>
                      </a:lnTo>
                      <a:lnTo>
                        <a:pt x="863" y="965"/>
                      </a:lnTo>
                      <a:lnTo>
                        <a:pt x="930" y="966"/>
                      </a:lnTo>
                      <a:lnTo>
                        <a:pt x="988" y="963"/>
                      </a:lnTo>
                      <a:lnTo>
                        <a:pt x="1034" y="958"/>
                      </a:lnTo>
                      <a:lnTo>
                        <a:pt x="1074" y="953"/>
                      </a:lnTo>
                      <a:lnTo>
                        <a:pt x="1105" y="946"/>
                      </a:lnTo>
                      <a:lnTo>
                        <a:pt x="1130" y="938"/>
                      </a:lnTo>
                      <a:lnTo>
                        <a:pt x="1148" y="931"/>
                      </a:lnTo>
                      <a:lnTo>
                        <a:pt x="1164" y="927"/>
                      </a:lnTo>
                      <a:lnTo>
                        <a:pt x="1204" y="899"/>
                      </a:lnTo>
                      <a:lnTo>
                        <a:pt x="1245" y="882"/>
                      </a:lnTo>
                      <a:lnTo>
                        <a:pt x="1283" y="864"/>
                      </a:lnTo>
                      <a:lnTo>
                        <a:pt x="1317" y="843"/>
                      </a:lnTo>
                      <a:lnTo>
                        <a:pt x="1340" y="808"/>
                      </a:lnTo>
                      <a:lnTo>
                        <a:pt x="1355" y="754"/>
                      </a:lnTo>
                      <a:lnTo>
                        <a:pt x="1358" y="675"/>
                      </a:lnTo>
                      <a:lnTo>
                        <a:pt x="1345" y="564"/>
                      </a:lnTo>
                      <a:lnTo>
                        <a:pt x="1375" y="545"/>
                      </a:lnTo>
                      <a:lnTo>
                        <a:pt x="1402" y="544"/>
                      </a:lnTo>
                      <a:lnTo>
                        <a:pt x="1424" y="555"/>
                      </a:lnTo>
                      <a:lnTo>
                        <a:pt x="1447" y="574"/>
                      </a:lnTo>
                      <a:lnTo>
                        <a:pt x="1470" y="594"/>
                      </a:lnTo>
                      <a:lnTo>
                        <a:pt x="1497" y="611"/>
                      </a:lnTo>
                      <a:lnTo>
                        <a:pt x="1530" y="621"/>
                      </a:lnTo>
                      <a:lnTo>
                        <a:pt x="1572" y="620"/>
                      </a:lnTo>
                      <a:lnTo>
                        <a:pt x="1690" y="570"/>
                      </a:lnTo>
                      <a:lnTo>
                        <a:pt x="1753" y="496"/>
                      </a:lnTo>
                      <a:lnTo>
                        <a:pt x="1768" y="407"/>
                      </a:lnTo>
                      <a:lnTo>
                        <a:pt x="1744" y="319"/>
                      </a:lnTo>
                      <a:lnTo>
                        <a:pt x="1688" y="243"/>
                      </a:lnTo>
                      <a:lnTo>
                        <a:pt x="1610" y="194"/>
                      </a:lnTo>
                      <a:lnTo>
                        <a:pt x="1517" y="183"/>
                      </a:lnTo>
                      <a:lnTo>
                        <a:pt x="1419" y="224"/>
                      </a:lnTo>
                      <a:lnTo>
                        <a:pt x="1411" y="233"/>
                      </a:lnTo>
                      <a:lnTo>
                        <a:pt x="1403" y="248"/>
                      </a:lnTo>
                      <a:lnTo>
                        <a:pt x="1394" y="265"/>
                      </a:lnTo>
                      <a:lnTo>
                        <a:pt x="1387" y="285"/>
                      </a:lnTo>
                      <a:lnTo>
                        <a:pt x="1374" y="300"/>
                      </a:lnTo>
                      <a:lnTo>
                        <a:pt x="1359" y="311"/>
                      </a:lnTo>
                      <a:lnTo>
                        <a:pt x="1338" y="312"/>
                      </a:lnTo>
                      <a:lnTo>
                        <a:pt x="1314" y="303"/>
                      </a:lnTo>
                      <a:lnTo>
                        <a:pt x="1301" y="292"/>
                      </a:lnTo>
                      <a:lnTo>
                        <a:pt x="1293" y="282"/>
                      </a:lnTo>
                      <a:lnTo>
                        <a:pt x="1283" y="270"/>
                      </a:lnTo>
                      <a:lnTo>
                        <a:pt x="1275" y="262"/>
                      </a:lnTo>
                      <a:lnTo>
                        <a:pt x="1266" y="252"/>
                      </a:lnTo>
                      <a:lnTo>
                        <a:pt x="1258" y="242"/>
                      </a:lnTo>
                      <a:lnTo>
                        <a:pt x="1248" y="232"/>
                      </a:lnTo>
                      <a:lnTo>
                        <a:pt x="1236" y="222"/>
                      </a:lnTo>
                      <a:lnTo>
                        <a:pt x="1248" y="207"/>
                      </a:lnTo>
                      <a:lnTo>
                        <a:pt x="1255" y="195"/>
                      </a:lnTo>
                      <a:lnTo>
                        <a:pt x="1258" y="185"/>
                      </a:lnTo>
                      <a:lnTo>
                        <a:pt x="1260" y="176"/>
                      </a:lnTo>
                      <a:lnTo>
                        <a:pt x="1259" y="168"/>
                      </a:lnTo>
                      <a:lnTo>
                        <a:pt x="1260" y="159"/>
                      </a:lnTo>
                      <a:lnTo>
                        <a:pt x="1263" y="148"/>
                      </a:lnTo>
                      <a:lnTo>
                        <a:pt x="1269" y="136"/>
                      </a:lnTo>
                      <a:lnTo>
                        <a:pt x="1276" y="86"/>
                      </a:lnTo>
                      <a:lnTo>
                        <a:pt x="1256" y="49"/>
                      </a:lnTo>
                      <a:lnTo>
                        <a:pt x="1216" y="21"/>
                      </a:lnTo>
                      <a:lnTo>
                        <a:pt x="1165" y="5"/>
                      </a:lnTo>
                      <a:lnTo>
                        <a:pt x="1108" y="0"/>
                      </a:lnTo>
                      <a:lnTo>
                        <a:pt x="1057" y="7"/>
                      </a:lnTo>
                      <a:lnTo>
                        <a:pt x="1018" y="26"/>
                      </a:lnTo>
                      <a:lnTo>
                        <a:pt x="1000" y="59"/>
                      </a:lnTo>
                      <a:lnTo>
                        <a:pt x="999" y="75"/>
                      </a:lnTo>
                      <a:lnTo>
                        <a:pt x="998" y="90"/>
                      </a:lnTo>
                      <a:lnTo>
                        <a:pt x="995" y="102"/>
                      </a:lnTo>
                      <a:lnTo>
                        <a:pt x="993" y="115"/>
                      </a:lnTo>
                      <a:lnTo>
                        <a:pt x="989" y="126"/>
                      </a:lnTo>
                      <a:lnTo>
                        <a:pt x="987" y="139"/>
                      </a:lnTo>
                      <a:lnTo>
                        <a:pt x="985" y="154"/>
                      </a:lnTo>
                      <a:lnTo>
                        <a:pt x="987" y="173"/>
                      </a:lnTo>
                      <a:lnTo>
                        <a:pt x="968" y="175"/>
                      </a:lnTo>
                      <a:lnTo>
                        <a:pt x="953" y="179"/>
                      </a:lnTo>
                      <a:lnTo>
                        <a:pt x="938" y="183"/>
                      </a:lnTo>
                      <a:lnTo>
                        <a:pt x="924" y="186"/>
                      </a:lnTo>
                      <a:lnTo>
                        <a:pt x="909" y="189"/>
                      </a:lnTo>
                      <a:lnTo>
                        <a:pt x="895" y="193"/>
                      </a:lnTo>
                      <a:lnTo>
                        <a:pt x="879" y="196"/>
                      </a:lnTo>
                      <a:lnTo>
                        <a:pt x="863" y="200"/>
                      </a:lnTo>
                      <a:lnTo>
                        <a:pt x="835" y="210"/>
                      </a:lnTo>
                      <a:lnTo>
                        <a:pt x="807" y="220"/>
                      </a:lnTo>
                      <a:lnTo>
                        <a:pt x="780" y="230"/>
                      </a:lnTo>
                      <a:lnTo>
                        <a:pt x="753" y="240"/>
                      </a:lnTo>
                      <a:lnTo>
                        <a:pt x="726" y="250"/>
                      </a:lnTo>
                      <a:lnTo>
                        <a:pt x="698" y="260"/>
                      </a:lnTo>
                      <a:lnTo>
                        <a:pt x="672" y="270"/>
                      </a:lnTo>
                      <a:lnTo>
                        <a:pt x="646" y="280"/>
                      </a:lnTo>
                      <a:lnTo>
                        <a:pt x="631" y="293"/>
                      </a:lnTo>
                      <a:lnTo>
                        <a:pt x="616" y="306"/>
                      </a:lnTo>
                      <a:lnTo>
                        <a:pt x="600" y="318"/>
                      </a:lnTo>
                      <a:lnTo>
                        <a:pt x="585" y="331"/>
                      </a:lnTo>
                      <a:lnTo>
                        <a:pt x="570" y="343"/>
                      </a:lnTo>
                      <a:lnTo>
                        <a:pt x="555" y="356"/>
                      </a:lnTo>
                      <a:lnTo>
                        <a:pt x="540" y="368"/>
                      </a:lnTo>
                      <a:lnTo>
                        <a:pt x="526" y="382"/>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4" name="Freeform 33">
                  <a:extLst>
                    <a:ext uri="{FF2B5EF4-FFF2-40B4-BE49-F238E27FC236}">
                      <a16:creationId xmlns:a16="http://schemas.microsoft.com/office/drawing/2014/main" id="{85487B50-E64C-064C-9D8E-DE152CA287C6}"/>
                    </a:ext>
                  </a:extLst>
                </p:cNvPr>
                <p:cNvSpPr>
                  <a:spLocks/>
                </p:cNvSpPr>
                <p:nvPr/>
              </p:nvSpPr>
              <p:spPr bwMode="auto">
                <a:xfrm>
                  <a:off x="3852" y="2741"/>
                  <a:ext cx="858" cy="468"/>
                </a:xfrm>
                <a:custGeom>
                  <a:avLst/>
                  <a:gdLst>
                    <a:gd name="T0" fmla="*/ 198 w 1715"/>
                    <a:gd name="T1" fmla="*/ 219 h 938"/>
                    <a:gd name="T2" fmla="*/ 173 w 1715"/>
                    <a:gd name="T3" fmla="*/ 278 h 938"/>
                    <a:gd name="T4" fmla="*/ 129 w 1715"/>
                    <a:gd name="T5" fmla="*/ 321 h 938"/>
                    <a:gd name="T6" fmla="*/ 82 w 1715"/>
                    <a:gd name="T7" fmla="*/ 328 h 938"/>
                    <a:gd name="T8" fmla="*/ 55 w 1715"/>
                    <a:gd name="T9" fmla="*/ 352 h 938"/>
                    <a:gd name="T10" fmla="*/ 8 w 1715"/>
                    <a:gd name="T11" fmla="*/ 397 h 938"/>
                    <a:gd name="T12" fmla="*/ 8 w 1715"/>
                    <a:gd name="T13" fmla="*/ 428 h 938"/>
                    <a:gd name="T14" fmla="*/ 44 w 1715"/>
                    <a:gd name="T15" fmla="*/ 431 h 938"/>
                    <a:gd name="T16" fmla="*/ 66 w 1715"/>
                    <a:gd name="T17" fmla="*/ 433 h 938"/>
                    <a:gd name="T18" fmla="*/ 94 w 1715"/>
                    <a:gd name="T19" fmla="*/ 440 h 938"/>
                    <a:gd name="T20" fmla="*/ 141 w 1715"/>
                    <a:gd name="T21" fmla="*/ 443 h 938"/>
                    <a:gd name="T22" fmla="*/ 207 w 1715"/>
                    <a:gd name="T23" fmla="*/ 460 h 938"/>
                    <a:gd name="T24" fmla="*/ 323 w 1715"/>
                    <a:gd name="T25" fmla="*/ 468 h 938"/>
                    <a:gd name="T26" fmla="*/ 447 w 1715"/>
                    <a:gd name="T27" fmla="*/ 468 h 938"/>
                    <a:gd name="T28" fmla="*/ 521 w 1715"/>
                    <a:gd name="T29" fmla="*/ 462 h 938"/>
                    <a:gd name="T30" fmla="*/ 554 w 1715"/>
                    <a:gd name="T31" fmla="*/ 454 h 938"/>
                    <a:gd name="T32" fmla="*/ 598 w 1715"/>
                    <a:gd name="T33" fmla="*/ 432 h 938"/>
                    <a:gd name="T34" fmla="*/ 646 w 1715"/>
                    <a:gd name="T35" fmla="*/ 395 h 938"/>
                    <a:gd name="T36" fmla="*/ 648 w 1715"/>
                    <a:gd name="T37" fmla="*/ 273 h 938"/>
                    <a:gd name="T38" fmla="*/ 688 w 1715"/>
                    <a:gd name="T39" fmla="*/ 268 h 938"/>
                    <a:gd name="T40" fmla="*/ 724 w 1715"/>
                    <a:gd name="T41" fmla="*/ 296 h 938"/>
                    <a:gd name="T42" fmla="*/ 821 w 1715"/>
                    <a:gd name="T43" fmla="*/ 276 h 938"/>
                    <a:gd name="T44" fmla="*/ 846 w 1715"/>
                    <a:gd name="T45" fmla="*/ 153 h 938"/>
                    <a:gd name="T46" fmla="*/ 731 w 1715"/>
                    <a:gd name="T47" fmla="*/ 86 h 938"/>
                    <a:gd name="T48" fmla="*/ 675 w 1715"/>
                    <a:gd name="T49" fmla="*/ 118 h 938"/>
                    <a:gd name="T50" fmla="*/ 662 w 1715"/>
                    <a:gd name="T51" fmla="*/ 142 h 938"/>
                    <a:gd name="T52" fmla="*/ 633 w 1715"/>
                    <a:gd name="T53" fmla="*/ 143 h 938"/>
                    <a:gd name="T54" fmla="*/ 617 w 1715"/>
                    <a:gd name="T55" fmla="*/ 126 h 938"/>
                    <a:gd name="T56" fmla="*/ 605 w 1715"/>
                    <a:gd name="T57" fmla="*/ 111 h 938"/>
                    <a:gd name="T58" fmla="*/ 598 w 1715"/>
                    <a:gd name="T59" fmla="*/ 93 h 938"/>
                    <a:gd name="T60" fmla="*/ 600 w 1715"/>
                    <a:gd name="T61" fmla="*/ 76 h 938"/>
                    <a:gd name="T62" fmla="*/ 596 w 1715"/>
                    <a:gd name="T63" fmla="*/ 61 h 938"/>
                    <a:gd name="T64" fmla="*/ 586 w 1715"/>
                    <a:gd name="T65" fmla="*/ 19 h 938"/>
                    <a:gd name="T66" fmla="*/ 521 w 1715"/>
                    <a:gd name="T67" fmla="*/ 0 h 938"/>
                    <a:gd name="T68" fmla="*/ 479 w 1715"/>
                    <a:gd name="T69" fmla="*/ 22 h 938"/>
                    <a:gd name="T70" fmla="*/ 475 w 1715"/>
                    <a:gd name="T71" fmla="*/ 43 h 938"/>
                    <a:gd name="T72" fmla="*/ 469 w 1715"/>
                    <a:gd name="T73" fmla="*/ 61 h 938"/>
                    <a:gd name="T74" fmla="*/ 460 w 1715"/>
                    <a:gd name="T75" fmla="*/ 79 h 938"/>
                    <a:gd name="T76" fmla="*/ 438 w 1715"/>
                    <a:gd name="T77" fmla="*/ 84 h 938"/>
                    <a:gd name="T78" fmla="*/ 415 w 1715"/>
                    <a:gd name="T79" fmla="*/ 89 h 938"/>
                    <a:gd name="T80" fmla="*/ 379 w 1715"/>
                    <a:gd name="T81" fmla="*/ 101 h 938"/>
                    <a:gd name="T82" fmla="*/ 339 w 1715"/>
                    <a:gd name="T83" fmla="*/ 116 h 938"/>
                    <a:gd name="T84" fmla="*/ 299 w 1715"/>
                    <a:gd name="T85" fmla="*/ 131 h 938"/>
                    <a:gd name="T86" fmla="*/ 276 w 1715"/>
                    <a:gd name="T87" fmla="*/ 150 h 938"/>
                    <a:gd name="T88" fmla="*/ 253 w 1715"/>
                    <a:gd name="T89" fmla="*/ 169 h 93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15"/>
                    <a:gd name="T136" fmla="*/ 0 h 938"/>
                    <a:gd name="T137" fmla="*/ 1715 w 1715"/>
                    <a:gd name="T138" fmla="*/ 938 h 93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15" h="938">
                      <a:moveTo>
                        <a:pt x="477" y="365"/>
                      </a:moveTo>
                      <a:lnTo>
                        <a:pt x="427" y="399"/>
                      </a:lnTo>
                      <a:lnTo>
                        <a:pt x="395" y="439"/>
                      </a:lnTo>
                      <a:lnTo>
                        <a:pt x="373" y="479"/>
                      </a:lnTo>
                      <a:lnTo>
                        <a:pt x="360" y="520"/>
                      </a:lnTo>
                      <a:lnTo>
                        <a:pt x="346" y="558"/>
                      </a:lnTo>
                      <a:lnTo>
                        <a:pt x="328" y="593"/>
                      </a:lnTo>
                      <a:lnTo>
                        <a:pt x="301" y="622"/>
                      </a:lnTo>
                      <a:lnTo>
                        <a:pt x="258" y="643"/>
                      </a:lnTo>
                      <a:lnTo>
                        <a:pt x="217" y="644"/>
                      </a:lnTo>
                      <a:lnTo>
                        <a:pt x="187" y="649"/>
                      </a:lnTo>
                      <a:lnTo>
                        <a:pt x="164" y="658"/>
                      </a:lnTo>
                      <a:lnTo>
                        <a:pt x="146" y="672"/>
                      </a:lnTo>
                      <a:lnTo>
                        <a:pt x="129" y="686"/>
                      </a:lnTo>
                      <a:lnTo>
                        <a:pt x="110" y="705"/>
                      </a:lnTo>
                      <a:lnTo>
                        <a:pt x="84" y="726"/>
                      </a:lnTo>
                      <a:lnTo>
                        <a:pt x="51" y="750"/>
                      </a:lnTo>
                      <a:lnTo>
                        <a:pt x="15" y="795"/>
                      </a:lnTo>
                      <a:lnTo>
                        <a:pt x="0" y="826"/>
                      </a:lnTo>
                      <a:lnTo>
                        <a:pt x="1" y="845"/>
                      </a:lnTo>
                      <a:lnTo>
                        <a:pt x="15" y="857"/>
                      </a:lnTo>
                      <a:lnTo>
                        <a:pt x="36" y="861"/>
                      </a:lnTo>
                      <a:lnTo>
                        <a:pt x="62" y="864"/>
                      </a:lnTo>
                      <a:lnTo>
                        <a:pt x="87" y="864"/>
                      </a:lnTo>
                      <a:lnTo>
                        <a:pt x="110" y="869"/>
                      </a:lnTo>
                      <a:lnTo>
                        <a:pt x="119" y="865"/>
                      </a:lnTo>
                      <a:lnTo>
                        <a:pt x="131" y="867"/>
                      </a:lnTo>
                      <a:lnTo>
                        <a:pt x="145" y="871"/>
                      </a:lnTo>
                      <a:lnTo>
                        <a:pt x="164" y="877"/>
                      </a:lnTo>
                      <a:lnTo>
                        <a:pt x="187" y="882"/>
                      </a:lnTo>
                      <a:lnTo>
                        <a:pt x="213" y="888"/>
                      </a:lnTo>
                      <a:lnTo>
                        <a:pt x="244" y="889"/>
                      </a:lnTo>
                      <a:lnTo>
                        <a:pt x="282" y="888"/>
                      </a:lnTo>
                      <a:lnTo>
                        <a:pt x="311" y="900"/>
                      </a:lnTo>
                      <a:lnTo>
                        <a:pt x="356" y="913"/>
                      </a:lnTo>
                      <a:lnTo>
                        <a:pt x="414" y="921"/>
                      </a:lnTo>
                      <a:lnTo>
                        <a:pt x="484" y="930"/>
                      </a:lnTo>
                      <a:lnTo>
                        <a:pt x="560" y="934"/>
                      </a:lnTo>
                      <a:lnTo>
                        <a:pt x="646" y="938"/>
                      </a:lnTo>
                      <a:lnTo>
                        <a:pt x="733" y="938"/>
                      </a:lnTo>
                      <a:lnTo>
                        <a:pt x="825" y="938"/>
                      </a:lnTo>
                      <a:lnTo>
                        <a:pt x="893" y="938"/>
                      </a:lnTo>
                      <a:lnTo>
                        <a:pt x="951" y="935"/>
                      </a:lnTo>
                      <a:lnTo>
                        <a:pt x="1000" y="930"/>
                      </a:lnTo>
                      <a:lnTo>
                        <a:pt x="1041" y="925"/>
                      </a:lnTo>
                      <a:lnTo>
                        <a:pt x="1069" y="918"/>
                      </a:lnTo>
                      <a:lnTo>
                        <a:pt x="1092" y="913"/>
                      </a:lnTo>
                      <a:lnTo>
                        <a:pt x="1107" y="909"/>
                      </a:lnTo>
                      <a:lnTo>
                        <a:pt x="1115" y="910"/>
                      </a:lnTo>
                      <a:lnTo>
                        <a:pt x="1155" y="882"/>
                      </a:lnTo>
                      <a:lnTo>
                        <a:pt x="1196" y="865"/>
                      </a:lnTo>
                      <a:lnTo>
                        <a:pt x="1234" y="847"/>
                      </a:lnTo>
                      <a:lnTo>
                        <a:pt x="1268" y="826"/>
                      </a:lnTo>
                      <a:lnTo>
                        <a:pt x="1291" y="791"/>
                      </a:lnTo>
                      <a:lnTo>
                        <a:pt x="1306" y="737"/>
                      </a:lnTo>
                      <a:lnTo>
                        <a:pt x="1309" y="658"/>
                      </a:lnTo>
                      <a:lnTo>
                        <a:pt x="1296" y="547"/>
                      </a:lnTo>
                      <a:lnTo>
                        <a:pt x="1326" y="528"/>
                      </a:lnTo>
                      <a:lnTo>
                        <a:pt x="1353" y="527"/>
                      </a:lnTo>
                      <a:lnTo>
                        <a:pt x="1375" y="538"/>
                      </a:lnTo>
                      <a:lnTo>
                        <a:pt x="1398" y="557"/>
                      </a:lnTo>
                      <a:lnTo>
                        <a:pt x="1421" y="577"/>
                      </a:lnTo>
                      <a:lnTo>
                        <a:pt x="1448" y="594"/>
                      </a:lnTo>
                      <a:lnTo>
                        <a:pt x="1481" y="604"/>
                      </a:lnTo>
                      <a:lnTo>
                        <a:pt x="1523" y="603"/>
                      </a:lnTo>
                      <a:lnTo>
                        <a:pt x="1641" y="553"/>
                      </a:lnTo>
                      <a:lnTo>
                        <a:pt x="1703" y="479"/>
                      </a:lnTo>
                      <a:lnTo>
                        <a:pt x="1715" y="393"/>
                      </a:lnTo>
                      <a:lnTo>
                        <a:pt x="1691" y="306"/>
                      </a:lnTo>
                      <a:lnTo>
                        <a:pt x="1634" y="231"/>
                      </a:lnTo>
                      <a:lnTo>
                        <a:pt x="1556" y="182"/>
                      </a:lnTo>
                      <a:lnTo>
                        <a:pt x="1462" y="172"/>
                      </a:lnTo>
                      <a:lnTo>
                        <a:pt x="1365" y="213"/>
                      </a:lnTo>
                      <a:lnTo>
                        <a:pt x="1357" y="222"/>
                      </a:lnTo>
                      <a:lnTo>
                        <a:pt x="1350" y="237"/>
                      </a:lnTo>
                      <a:lnTo>
                        <a:pt x="1343" y="255"/>
                      </a:lnTo>
                      <a:lnTo>
                        <a:pt x="1335" y="272"/>
                      </a:lnTo>
                      <a:lnTo>
                        <a:pt x="1324" y="285"/>
                      </a:lnTo>
                      <a:lnTo>
                        <a:pt x="1309" y="295"/>
                      </a:lnTo>
                      <a:lnTo>
                        <a:pt x="1289" y="296"/>
                      </a:lnTo>
                      <a:lnTo>
                        <a:pt x="1265" y="286"/>
                      </a:lnTo>
                      <a:lnTo>
                        <a:pt x="1252" y="275"/>
                      </a:lnTo>
                      <a:lnTo>
                        <a:pt x="1244" y="263"/>
                      </a:lnTo>
                      <a:lnTo>
                        <a:pt x="1234" y="253"/>
                      </a:lnTo>
                      <a:lnTo>
                        <a:pt x="1226" y="243"/>
                      </a:lnTo>
                      <a:lnTo>
                        <a:pt x="1217" y="232"/>
                      </a:lnTo>
                      <a:lnTo>
                        <a:pt x="1209" y="222"/>
                      </a:lnTo>
                      <a:lnTo>
                        <a:pt x="1197" y="212"/>
                      </a:lnTo>
                      <a:lnTo>
                        <a:pt x="1187" y="202"/>
                      </a:lnTo>
                      <a:lnTo>
                        <a:pt x="1196" y="186"/>
                      </a:lnTo>
                      <a:lnTo>
                        <a:pt x="1201" y="174"/>
                      </a:lnTo>
                      <a:lnTo>
                        <a:pt x="1201" y="163"/>
                      </a:lnTo>
                      <a:lnTo>
                        <a:pt x="1199" y="153"/>
                      </a:lnTo>
                      <a:lnTo>
                        <a:pt x="1194" y="142"/>
                      </a:lnTo>
                      <a:lnTo>
                        <a:pt x="1192" y="133"/>
                      </a:lnTo>
                      <a:lnTo>
                        <a:pt x="1192" y="122"/>
                      </a:lnTo>
                      <a:lnTo>
                        <a:pt x="1197" y="112"/>
                      </a:lnTo>
                      <a:lnTo>
                        <a:pt x="1195" y="70"/>
                      </a:lnTo>
                      <a:lnTo>
                        <a:pt x="1172" y="39"/>
                      </a:lnTo>
                      <a:lnTo>
                        <a:pt x="1135" y="17"/>
                      </a:lnTo>
                      <a:lnTo>
                        <a:pt x="1091" y="5"/>
                      </a:lnTo>
                      <a:lnTo>
                        <a:pt x="1042" y="0"/>
                      </a:lnTo>
                      <a:lnTo>
                        <a:pt x="1000" y="7"/>
                      </a:lnTo>
                      <a:lnTo>
                        <a:pt x="969" y="20"/>
                      </a:lnTo>
                      <a:lnTo>
                        <a:pt x="957" y="45"/>
                      </a:lnTo>
                      <a:lnTo>
                        <a:pt x="955" y="62"/>
                      </a:lnTo>
                      <a:lnTo>
                        <a:pt x="953" y="75"/>
                      </a:lnTo>
                      <a:lnTo>
                        <a:pt x="949" y="87"/>
                      </a:lnTo>
                      <a:lnTo>
                        <a:pt x="945" y="99"/>
                      </a:lnTo>
                      <a:lnTo>
                        <a:pt x="941" y="111"/>
                      </a:lnTo>
                      <a:lnTo>
                        <a:pt x="938" y="123"/>
                      </a:lnTo>
                      <a:lnTo>
                        <a:pt x="936" y="137"/>
                      </a:lnTo>
                      <a:lnTo>
                        <a:pt x="938" y="156"/>
                      </a:lnTo>
                      <a:lnTo>
                        <a:pt x="919" y="158"/>
                      </a:lnTo>
                      <a:lnTo>
                        <a:pt x="904" y="162"/>
                      </a:lnTo>
                      <a:lnTo>
                        <a:pt x="889" y="166"/>
                      </a:lnTo>
                      <a:lnTo>
                        <a:pt x="875" y="169"/>
                      </a:lnTo>
                      <a:lnTo>
                        <a:pt x="860" y="172"/>
                      </a:lnTo>
                      <a:lnTo>
                        <a:pt x="846" y="176"/>
                      </a:lnTo>
                      <a:lnTo>
                        <a:pt x="830" y="179"/>
                      </a:lnTo>
                      <a:lnTo>
                        <a:pt x="814" y="183"/>
                      </a:lnTo>
                      <a:lnTo>
                        <a:pt x="786" y="193"/>
                      </a:lnTo>
                      <a:lnTo>
                        <a:pt x="758" y="203"/>
                      </a:lnTo>
                      <a:lnTo>
                        <a:pt x="731" y="213"/>
                      </a:lnTo>
                      <a:lnTo>
                        <a:pt x="704" y="223"/>
                      </a:lnTo>
                      <a:lnTo>
                        <a:pt x="677" y="233"/>
                      </a:lnTo>
                      <a:lnTo>
                        <a:pt x="649" y="243"/>
                      </a:lnTo>
                      <a:lnTo>
                        <a:pt x="623" y="253"/>
                      </a:lnTo>
                      <a:lnTo>
                        <a:pt x="597" y="263"/>
                      </a:lnTo>
                      <a:lnTo>
                        <a:pt x="582" y="276"/>
                      </a:lnTo>
                      <a:lnTo>
                        <a:pt x="567" y="289"/>
                      </a:lnTo>
                      <a:lnTo>
                        <a:pt x="551" y="301"/>
                      </a:lnTo>
                      <a:lnTo>
                        <a:pt x="536" y="314"/>
                      </a:lnTo>
                      <a:lnTo>
                        <a:pt x="521" y="326"/>
                      </a:lnTo>
                      <a:lnTo>
                        <a:pt x="506" y="339"/>
                      </a:lnTo>
                      <a:lnTo>
                        <a:pt x="491" y="351"/>
                      </a:lnTo>
                      <a:lnTo>
                        <a:pt x="477" y="365"/>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5" name="Freeform 34">
                  <a:extLst>
                    <a:ext uri="{FF2B5EF4-FFF2-40B4-BE49-F238E27FC236}">
                      <a16:creationId xmlns:a16="http://schemas.microsoft.com/office/drawing/2014/main" id="{CF3A2E55-5DC6-414D-BF85-FD1FB17ECB53}"/>
                    </a:ext>
                  </a:extLst>
                </p:cNvPr>
                <p:cNvSpPr>
                  <a:spLocks/>
                </p:cNvSpPr>
                <p:nvPr/>
              </p:nvSpPr>
              <p:spPr bwMode="auto">
                <a:xfrm>
                  <a:off x="3586" y="3162"/>
                  <a:ext cx="125" cy="124"/>
                </a:xfrm>
                <a:custGeom>
                  <a:avLst/>
                  <a:gdLst>
                    <a:gd name="T0" fmla="*/ 57 w 251"/>
                    <a:gd name="T1" fmla="*/ 121 h 249"/>
                    <a:gd name="T2" fmla="*/ 69 w 251"/>
                    <a:gd name="T3" fmla="*/ 122 h 249"/>
                    <a:gd name="T4" fmla="*/ 83 w 251"/>
                    <a:gd name="T5" fmla="*/ 123 h 249"/>
                    <a:gd name="T6" fmla="*/ 97 w 251"/>
                    <a:gd name="T7" fmla="*/ 124 h 249"/>
                    <a:gd name="T8" fmla="*/ 109 w 251"/>
                    <a:gd name="T9" fmla="*/ 123 h 249"/>
                    <a:gd name="T10" fmla="*/ 119 w 251"/>
                    <a:gd name="T11" fmla="*/ 117 h 249"/>
                    <a:gd name="T12" fmla="*/ 125 w 251"/>
                    <a:gd name="T13" fmla="*/ 108 h 249"/>
                    <a:gd name="T14" fmla="*/ 125 w 251"/>
                    <a:gd name="T15" fmla="*/ 91 h 249"/>
                    <a:gd name="T16" fmla="*/ 119 w 251"/>
                    <a:gd name="T17" fmla="*/ 70 h 249"/>
                    <a:gd name="T18" fmla="*/ 113 w 251"/>
                    <a:gd name="T19" fmla="*/ 61 h 249"/>
                    <a:gd name="T20" fmla="*/ 108 w 251"/>
                    <a:gd name="T21" fmla="*/ 53 h 249"/>
                    <a:gd name="T22" fmla="*/ 103 w 251"/>
                    <a:gd name="T23" fmla="*/ 44 h 249"/>
                    <a:gd name="T24" fmla="*/ 98 w 251"/>
                    <a:gd name="T25" fmla="*/ 36 h 249"/>
                    <a:gd name="T26" fmla="*/ 92 w 251"/>
                    <a:gd name="T27" fmla="*/ 27 h 249"/>
                    <a:gd name="T28" fmla="*/ 87 w 251"/>
                    <a:gd name="T29" fmla="*/ 19 h 249"/>
                    <a:gd name="T30" fmla="*/ 82 w 251"/>
                    <a:gd name="T31" fmla="*/ 10 h 249"/>
                    <a:gd name="T32" fmla="*/ 77 w 251"/>
                    <a:gd name="T33" fmla="*/ 2 h 249"/>
                    <a:gd name="T34" fmla="*/ 47 w 251"/>
                    <a:gd name="T35" fmla="*/ 0 h 249"/>
                    <a:gd name="T36" fmla="*/ 23 w 251"/>
                    <a:gd name="T37" fmla="*/ 7 h 249"/>
                    <a:gd name="T38" fmla="*/ 7 w 251"/>
                    <a:gd name="T39" fmla="*/ 21 h 249"/>
                    <a:gd name="T40" fmla="*/ 0 w 251"/>
                    <a:gd name="T41" fmla="*/ 39 h 249"/>
                    <a:gd name="T42" fmla="*/ 0 w 251"/>
                    <a:gd name="T43" fmla="*/ 60 h 249"/>
                    <a:gd name="T44" fmla="*/ 9 w 251"/>
                    <a:gd name="T45" fmla="*/ 83 h 249"/>
                    <a:gd name="T46" fmla="*/ 28 w 251"/>
                    <a:gd name="T47" fmla="*/ 103 h 249"/>
                    <a:gd name="T48" fmla="*/ 57 w 251"/>
                    <a:gd name="T49" fmla="*/ 121 h 2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1"/>
                    <a:gd name="T76" fmla="*/ 0 h 249"/>
                    <a:gd name="T77" fmla="*/ 251 w 251"/>
                    <a:gd name="T78" fmla="*/ 249 h 2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1" h="249">
                      <a:moveTo>
                        <a:pt x="115" y="242"/>
                      </a:moveTo>
                      <a:lnTo>
                        <a:pt x="139" y="245"/>
                      </a:lnTo>
                      <a:lnTo>
                        <a:pt x="167" y="247"/>
                      </a:lnTo>
                      <a:lnTo>
                        <a:pt x="194" y="249"/>
                      </a:lnTo>
                      <a:lnTo>
                        <a:pt x="219" y="246"/>
                      </a:lnTo>
                      <a:lnTo>
                        <a:pt x="238" y="235"/>
                      </a:lnTo>
                      <a:lnTo>
                        <a:pt x="251" y="216"/>
                      </a:lnTo>
                      <a:lnTo>
                        <a:pt x="251" y="183"/>
                      </a:lnTo>
                      <a:lnTo>
                        <a:pt x="238" y="141"/>
                      </a:lnTo>
                      <a:lnTo>
                        <a:pt x="227" y="123"/>
                      </a:lnTo>
                      <a:lnTo>
                        <a:pt x="217" y="106"/>
                      </a:lnTo>
                      <a:lnTo>
                        <a:pt x="207" y="88"/>
                      </a:lnTo>
                      <a:lnTo>
                        <a:pt x="197" y="72"/>
                      </a:lnTo>
                      <a:lnTo>
                        <a:pt x="185" y="54"/>
                      </a:lnTo>
                      <a:lnTo>
                        <a:pt x="175" y="38"/>
                      </a:lnTo>
                      <a:lnTo>
                        <a:pt x="165" y="20"/>
                      </a:lnTo>
                      <a:lnTo>
                        <a:pt x="155" y="4"/>
                      </a:lnTo>
                      <a:lnTo>
                        <a:pt x="94" y="0"/>
                      </a:lnTo>
                      <a:lnTo>
                        <a:pt x="47" y="14"/>
                      </a:lnTo>
                      <a:lnTo>
                        <a:pt x="15" y="42"/>
                      </a:lnTo>
                      <a:lnTo>
                        <a:pt x="0" y="79"/>
                      </a:lnTo>
                      <a:lnTo>
                        <a:pt x="0" y="121"/>
                      </a:lnTo>
                      <a:lnTo>
                        <a:pt x="19" y="166"/>
                      </a:lnTo>
                      <a:lnTo>
                        <a:pt x="56" y="207"/>
                      </a:lnTo>
                      <a:lnTo>
                        <a:pt x="115" y="242"/>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6" name="Freeform 35">
                  <a:extLst>
                    <a:ext uri="{FF2B5EF4-FFF2-40B4-BE49-F238E27FC236}">
                      <a16:creationId xmlns:a16="http://schemas.microsoft.com/office/drawing/2014/main" id="{F265F85A-F09C-684B-A5BC-8DCA35A3A779}"/>
                    </a:ext>
                  </a:extLst>
                </p:cNvPr>
                <p:cNvSpPr>
                  <a:spLocks/>
                </p:cNvSpPr>
                <p:nvPr/>
              </p:nvSpPr>
              <p:spPr bwMode="auto">
                <a:xfrm>
                  <a:off x="4057" y="2832"/>
                  <a:ext cx="442" cy="196"/>
                </a:xfrm>
                <a:custGeom>
                  <a:avLst/>
                  <a:gdLst>
                    <a:gd name="T0" fmla="*/ 0 w 883"/>
                    <a:gd name="T1" fmla="*/ 113 h 392"/>
                    <a:gd name="T2" fmla="*/ 8 w 883"/>
                    <a:gd name="T3" fmla="*/ 110 h 392"/>
                    <a:gd name="T4" fmla="*/ 18 w 883"/>
                    <a:gd name="T5" fmla="*/ 108 h 392"/>
                    <a:gd name="T6" fmla="*/ 28 w 883"/>
                    <a:gd name="T7" fmla="*/ 106 h 392"/>
                    <a:gd name="T8" fmla="*/ 38 w 883"/>
                    <a:gd name="T9" fmla="*/ 106 h 392"/>
                    <a:gd name="T10" fmla="*/ 48 w 883"/>
                    <a:gd name="T11" fmla="*/ 106 h 392"/>
                    <a:gd name="T12" fmla="*/ 59 w 883"/>
                    <a:gd name="T13" fmla="*/ 108 h 392"/>
                    <a:gd name="T14" fmla="*/ 68 w 883"/>
                    <a:gd name="T15" fmla="*/ 110 h 392"/>
                    <a:gd name="T16" fmla="*/ 77 w 883"/>
                    <a:gd name="T17" fmla="*/ 113 h 392"/>
                    <a:gd name="T18" fmla="*/ 99 w 883"/>
                    <a:gd name="T19" fmla="*/ 145 h 392"/>
                    <a:gd name="T20" fmla="*/ 120 w 883"/>
                    <a:gd name="T21" fmla="*/ 168 h 392"/>
                    <a:gd name="T22" fmla="*/ 142 w 883"/>
                    <a:gd name="T23" fmla="*/ 182 h 392"/>
                    <a:gd name="T24" fmla="*/ 166 w 883"/>
                    <a:gd name="T25" fmla="*/ 191 h 392"/>
                    <a:gd name="T26" fmla="*/ 191 w 883"/>
                    <a:gd name="T27" fmla="*/ 195 h 392"/>
                    <a:gd name="T28" fmla="*/ 221 w 883"/>
                    <a:gd name="T29" fmla="*/ 196 h 392"/>
                    <a:gd name="T30" fmla="*/ 256 w 883"/>
                    <a:gd name="T31" fmla="*/ 196 h 392"/>
                    <a:gd name="T32" fmla="*/ 297 w 883"/>
                    <a:gd name="T33" fmla="*/ 196 h 392"/>
                    <a:gd name="T34" fmla="*/ 317 w 883"/>
                    <a:gd name="T35" fmla="*/ 181 h 392"/>
                    <a:gd name="T36" fmla="*/ 337 w 883"/>
                    <a:gd name="T37" fmla="*/ 168 h 392"/>
                    <a:gd name="T38" fmla="*/ 356 w 883"/>
                    <a:gd name="T39" fmla="*/ 154 h 392"/>
                    <a:gd name="T40" fmla="*/ 376 w 883"/>
                    <a:gd name="T41" fmla="*/ 139 h 392"/>
                    <a:gd name="T42" fmla="*/ 394 w 883"/>
                    <a:gd name="T43" fmla="*/ 121 h 392"/>
                    <a:gd name="T44" fmla="*/ 411 w 883"/>
                    <a:gd name="T45" fmla="*/ 101 h 392"/>
                    <a:gd name="T46" fmla="*/ 426 w 883"/>
                    <a:gd name="T47" fmla="*/ 79 h 392"/>
                    <a:gd name="T48" fmla="*/ 442 w 883"/>
                    <a:gd name="T49" fmla="*/ 54 h 392"/>
                    <a:gd name="T50" fmla="*/ 363 w 883"/>
                    <a:gd name="T51" fmla="*/ 73 h 392"/>
                    <a:gd name="T52" fmla="*/ 292 w 883"/>
                    <a:gd name="T53" fmla="*/ 77 h 392"/>
                    <a:gd name="T54" fmla="*/ 230 w 883"/>
                    <a:gd name="T55" fmla="*/ 70 h 392"/>
                    <a:gd name="T56" fmla="*/ 178 w 883"/>
                    <a:gd name="T57" fmla="*/ 55 h 392"/>
                    <a:gd name="T58" fmla="*/ 136 w 883"/>
                    <a:gd name="T59" fmla="*/ 37 h 392"/>
                    <a:gd name="T60" fmla="*/ 105 w 883"/>
                    <a:gd name="T61" fmla="*/ 19 h 392"/>
                    <a:gd name="T62" fmla="*/ 86 w 883"/>
                    <a:gd name="T63" fmla="*/ 5 h 392"/>
                    <a:gd name="T64" fmla="*/ 80 w 883"/>
                    <a:gd name="T65" fmla="*/ 0 h 392"/>
                    <a:gd name="T66" fmla="*/ 63 w 883"/>
                    <a:gd name="T67" fmla="*/ 10 h 392"/>
                    <a:gd name="T68" fmla="*/ 50 w 883"/>
                    <a:gd name="T69" fmla="*/ 22 h 392"/>
                    <a:gd name="T70" fmla="*/ 38 w 883"/>
                    <a:gd name="T71" fmla="*/ 33 h 392"/>
                    <a:gd name="T72" fmla="*/ 28 w 883"/>
                    <a:gd name="T73" fmla="*/ 46 h 392"/>
                    <a:gd name="T74" fmla="*/ 18 w 883"/>
                    <a:gd name="T75" fmla="*/ 59 h 392"/>
                    <a:gd name="T76" fmla="*/ 11 w 883"/>
                    <a:gd name="T77" fmla="*/ 76 h 392"/>
                    <a:gd name="T78" fmla="*/ 5 w 883"/>
                    <a:gd name="T79" fmla="*/ 93 h 392"/>
                    <a:gd name="T80" fmla="*/ 0 w 883"/>
                    <a:gd name="T81" fmla="*/ 113 h 3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83"/>
                    <a:gd name="T124" fmla="*/ 0 h 392"/>
                    <a:gd name="T125" fmla="*/ 883 w 883"/>
                    <a:gd name="T126" fmla="*/ 392 h 3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83" h="392">
                      <a:moveTo>
                        <a:pt x="0" y="227"/>
                      </a:moveTo>
                      <a:lnTo>
                        <a:pt x="15" y="221"/>
                      </a:lnTo>
                      <a:lnTo>
                        <a:pt x="35" y="217"/>
                      </a:lnTo>
                      <a:lnTo>
                        <a:pt x="55" y="213"/>
                      </a:lnTo>
                      <a:lnTo>
                        <a:pt x="76" y="213"/>
                      </a:lnTo>
                      <a:lnTo>
                        <a:pt x="96" y="213"/>
                      </a:lnTo>
                      <a:lnTo>
                        <a:pt x="118" y="216"/>
                      </a:lnTo>
                      <a:lnTo>
                        <a:pt x="136" y="220"/>
                      </a:lnTo>
                      <a:lnTo>
                        <a:pt x="153" y="227"/>
                      </a:lnTo>
                      <a:lnTo>
                        <a:pt x="197" y="290"/>
                      </a:lnTo>
                      <a:lnTo>
                        <a:pt x="239" y="335"/>
                      </a:lnTo>
                      <a:lnTo>
                        <a:pt x="283" y="364"/>
                      </a:lnTo>
                      <a:lnTo>
                        <a:pt x="331" y="382"/>
                      </a:lnTo>
                      <a:lnTo>
                        <a:pt x="382" y="390"/>
                      </a:lnTo>
                      <a:lnTo>
                        <a:pt x="441" y="392"/>
                      </a:lnTo>
                      <a:lnTo>
                        <a:pt x="511" y="391"/>
                      </a:lnTo>
                      <a:lnTo>
                        <a:pt x="594" y="391"/>
                      </a:lnTo>
                      <a:lnTo>
                        <a:pt x="634" y="362"/>
                      </a:lnTo>
                      <a:lnTo>
                        <a:pt x="674" y="336"/>
                      </a:lnTo>
                      <a:lnTo>
                        <a:pt x="712" y="307"/>
                      </a:lnTo>
                      <a:lnTo>
                        <a:pt x="751" y="277"/>
                      </a:lnTo>
                      <a:lnTo>
                        <a:pt x="787" y="242"/>
                      </a:lnTo>
                      <a:lnTo>
                        <a:pt x="821" y="203"/>
                      </a:lnTo>
                      <a:lnTo>
                        <a:pt x="852" y="158"/>
                      </a:lnTo>
                      <a:lnTo>
                        <a:pt x="883" y="108"/>
                      </a:lnTo>
                      <a:lnTo>
                        <a:pt x="725" y="146"/>
                      </a:lnTo>
                      <a:lnTo>
                        <a:pt x="583" y="154"/>
                      </a:lnTo>
                      <a:lnTo>
                        <a:pt x="459" y="139"/>
                      </a:lnTo>
                      <a:lnTo>
                        <a:pt x="355" y="111"/>
                      </a:lnTo>
                      <a:lnTo>
                        <a:pt x="271" y="74"/>
                      </a:lnTo>
                      <a:lnTo>
                        <a:pt x="209" y="38"/>
                      </a:lnTo>
                      <a:lnTo>
                        <a:pt x="172" y="10"/>
                      </a:lnTo>
                      <a:lnTo>
                        <a:pt x="159" y="0"/>
                      </a:lnTo>
                      <a:lnTo>
                        <a:pt x="125" y="20"/>
                      </a:lnTo>
                      <a:lnTo>
                        <a:pt x="99" y="43"/>
                      </a:lnTo>
                      <a:lnTo>
                        <a:pt x="75" y="65"/>
                      </a:lnTo>
                      <a:lnTo>
                        <a:pt x="55" y="92"/>
                      </a:lnTo>
                      <a:lnTo>
                        <a:pt x="36" y="119"/>
                      </a:lnTo>
                      <a:lnTo>
                        <a:pt x="22" y="151"/>
                      </a:lnTo>
                      <a:lnTo>
                        <a:pt x="10" y="186"/>
                      </a:lnTo>
                      <a:lnTo>
                        <a:pt x="0" y="227"/>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7" name="Freeform 36">
                  <a:extLst>
                    <a:ext uri="{FF2B5EF4-FFF2-40B4-BE49-F238E27FC236}">
                      <a16:creationId xmlns:a16="http://schemas.microsoft.com/office/drawing/2014/main" id="{DC072514-9A2C-1A4D-BB01-DDDFF86907ED}"/>
                    </a:ext>
                  </a:extLst>
                </p:cNvPr>
                <p:cNvSpPr>
                  <a:spLocks/>
                </p:cNvSpPr>
                <p:nvPr/>
              </p:nvSpPr>
              <p:spPr bwMode="auto">
                <a:xfrm>
                  <a:off x="4187" y="2909"/>
                  <a:ext cx="100" cy="94"/>
                </a:xfrm>
                <a:custGeom>
                  <a:avLst/>
                  <a:gdLst>
                    <a:gd name="T0" fmla="*/ 0 w 201"/>
                    <a:gd name="T1" fmla="*/ 54 h 188"/>
                    <a:gd name="T2" fmla="*/ 7 w 201"/>
                    <a:gd name="T3" fmla="*/ 73 h 188"/>
                    <a:gd name="T4" fmla="*/ 20 w 201"/>
                    <a:gd name="T5" fmla="*/ 86 h 188"/>
                    <a:gd name="T6" fmla="*/ 36 w 201"/>
                    <a:gd name="T7" fmla="*/ 93 h 188"/>
                    <a:gd name="T8" fmla="*/ 54 w 201"/>
                    <a:gd name="T9" fmla="*/ 94 h 188"/>
                    <a:gd name="T10" fmla="*/ 71 w 201"/>
                    <a:gd name="T11" fmla="*/ 88 h 188"/>
                    <a:gd name="T12" fmla="*/ 86 w 201"/>
                    <a:gd name="T13" fmla="*/ 75 h 188"/>
                    <a:gd name="T14" fmla="*/ 96 w 201"/>
                    <a:gd name="T15" fmla="*/ 54 h 188"/>
                    <a:gd name="T16" fmla="*/ 100 w 201"/>
                    <a:gd name="T17" fmla="*/ 27 h 188"/>
                    <a:gd name="T18" fmla="*/ 82 w 201"/>
                    <a:gd name="T19" fmla="*/ 13 h 188"/>
                    <a:gd name="T20" fmla="*/ 64 w 201"/>
                    <a:gd name="T21" fmla="*/ 5 h 188"/>
                    <a:gd name="T22" fmla="*/ 47 w 201"/>
                    <a:gd name="T23" fmla="*/ 0 h 188"/>
                    <a:gd name="T24" fmla="*/ 32 w 201"/>
                    <a:gd name="T25" fmla="*/ 1 h 188"/>
                    <a:gd name="T26" fmla="*/ 19 w 201"/>
                    <a:gd name="T27" fmla="*/ 6 h 188"/>
                    <a:gd name="T28" fmla="*/ 9 w 201"/>
                    <a:gd name="T29" fmla="*/ 17 h 188"/>
                    <a:gd name="T30" fmla="*/ 1 w 201"/>
                    <a:gd name="T31" fmla="*/ 33 h 188"/>
                    <a:gd name="T32" fmla="*/ 0 w 201"/>
                    <a:gd name="T33" fmla="*/ 54 h 1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1"/>
                    <a:gd name="T52" fmla="*/ 0 h 188"/>
                    <a:gd name="T53" fmla="*/ 201 w 201"/>
                    <a:gd name="T54" fmla="*/ 188 h 1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1" h="188">
                      <a:moveTo>
                        <a:pt x="0" y="109"/>
                      </a:moveTo>
                      <a:lnTo>
                        <a:pt x="15" y="146"/>
                      </a:lnTo>
                      <a:lnTo>
                        <a:pt x="41" y="172"/>
                      </a:lnTo>
                      <a:lnTo>
                        <a:pt x="73" y="186"/>
                      </a:lnTo>
                      <a:lnTo>
                        <a:pt x="109" y="188"/>
                      </a:lnTo>
                      <a:lnTo>
                        <a:pt x="143" y="176"/>
                      </a:lnTo>
                      <a:lnTo>
                        <a:pt x="172" y="150"/>
                      </a:lnTo>
                      <a:lnTo>
                        <a:pt x="192" y="109"/>
                      </a:lnTo>
                      <a:lnTo>
                        <a:pt x="201" y="54"/>
                      </a:lnTo>
                      <a:lnTo>
                        <a:pt x="164" y="27"/>
                      </a:lnTo>
                      <a:lnTo>
                        <a:pt x="129" y="9"/>
                      </a:lnTo>
                      <a:lnTo>
                        <a:pt x="95" y="0"/>
                      </a:lnTo>
                      <a:lnTo>
                        <a:pt x="65" y="2"/>
                      </a:lnTo>
                      <a:lnTo>
                        <a:pt x="38" y="12"/>
                      </a:lnTo>
                      <a:lnTo>
                        <a:pt x="18" y="34"/>
                      </a:lnTo>
                      <a:lnTo>
                        <a:pt x="3" y="66"/>
                      </a:lnTo>
                      <a:lnTo>
                        <a:pt x="0" y="109"/>
                      </a:lnTo>
                      <a:close/>
                    </a:path>
                  </a:pathLst>
                </a:custGeom>
                <a:solidFill>
                  <a:srgbClr val="F0F0F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8" name="Freeform 37">
                  <a:extLst>
                    <a:ext uri="{FF2B5EF4-FFF2-40B4-BE49-F238E27FC236}">
                      <a16:creationId xmlns:a16="http://schemas.microsoft.com/office/drawing/2014/main" id="{D369F7A3-B8B9-4B4B-AD97-F5BE5776CE6B}"/>
                    </a:ext>
                  </a:extLst>
                </p:cNvPr>
                <p:cNvSpPr>
                  <a:spLocks/>
                </p:cNvSpPr>
                <p:nvPr/>
              </p:nvSpPr>
              <p:spPr bwMode="auto">
                <a:xfrm>
                  <a:off x="4085" y="2857"/>
                  <a:ext cx="73" cy="69"/>
                </a:xfrm>
                <a:custGeom>
                  <a:avLst/>
                  <a:gdLst>
                    <a:gd name="T0" fmla="*/ 5 w 145"/>
                    <a:gd name="T1" fmla="*/ 37 h 138"/>
                    <a:gd name="T2" fmla="*/ 0 w 145"/>
                    <a:gd name="T3" fmla="*/ 53 h 138"/>
                    <a:gd name="T4" fmla="*/ 2 w 145"/>
                    <a:gd name="T5" fmla="*/ 63 h 138"/>
                    <a:gd name="T6" fmla="*/ 9 w 145"/>
                    <a:gd name="T7" fmla="*/ 68 h 138"/>
                    <a:gd name="T8" fmla="*/ 20 w 145"/>
                    <a:gd name="T9" fmla="*/ 69 h 138"/>
                    <a:gd name="T10" fmla="*/ 33 w 145"/>
                    <a:gd name="T11" fmla="*/ 66 h 138"/>
                    <a:gd name="T12" fmla="*/ 47 w 145"/>
                    <a:gd name="T13" fmla="*/ 60 h 138"/>
                    <a:gd name="T14" fmla="*/ 61 w 145"/>
                    <a:gd name="T15" fmla="*/ 53 h 138"/>
                    <a:gd name="T16" fmla="*/ 73 w 145"/>
                    <a:gd name="T17" fmla="*/ 44 h 138"/>
                    <a:gd name="T18" fmla="*/ 70 w 145"/>
                    <a:gd name="T19" fmla="*/ 26 h 138"/>
                    <a:gd name="T20" fmla="*/ 65 w 145"/>
                    <a:gd name="T21" fmla="*/ 13 h 138"/>
                    <a:gd name="T22" fmla="*/ 57 w 145"/>
                    <a:gd name="T23" fmla="*/ 4 h 138"/>
                    <a:gd name="T24" fmla="*/ 49 w 145"/>
                    <a:gd name="T25" fmla="*/ 0 h 138"/>
                    <a:gd name="T26" fmla="*/ 39 w 145"/>
                    <a:gd name="T27" fmla="*/ 0 h 138"/>
                    <a:gd name="T28" fmla="*/ 28 w 145"/>
                    <a:gd name="T29" fmla="*/ 6 h 138"/>
                    <a:gd name="T30" fmla="*/ 17 w 145"/>
                    <a:gd name="T31" fmla="*/ 18 h 138"/>
                    <a:gd name="T32" fmla="*/ 5 w 145"/>
                    <a:gd name="T33" fmla="*/ 37 h 1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8"/>
                    <a:gd name="T53" fmla="*/ 145 w 145"/>
                    <a:gd name="T54" fmla="*/ 138 h 13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8">
                      <a:moveTo>
                        <a:pt x="10" y="74"/>
                      </a:moveTo>
                      <a:lnTo>
                        <a:pt x="0" y="106"/>
                      </a:lnTo>
                      <a:lnTo>
                        <a:pt x="4" y="127"/>
                      </a:lnTo>
                      <a:lnTo>
                        <a:pt x="17" y="136"/>
                      </a:lnTo>
                      <a:lnTo>
                        <a:pt x="40" y="138"/>
                      </a:lnTo>
                      <a:lnTo>
                        <a:pt x="65" y="131"/>
                      </a:lnTo>
                      <a:lnTo>
                        <a:pt x="94" y="121"/>
                      </a:lnTo>
                      <a:lnTo>
                        <a:pt x="122" y="106"/>
                      </a:lnTo>
                      <a:lnTo>
                        <a:pt x="145" y="89"/>
                      </a:lnTo>
                      <a:lnTo>
                        <a:pt x="139" y="53"/>
                      </a:lnTo>
                      <a:lnTo>
                        <a:pt x="129" y="27"/>
                      </a:lnTo>
                      <a:lnTo>
                        <a:pt x="114" y="8"/>
                      </a:lnTo>
                      <a:lnTo>
                        <a:pt x="98" y="0"/>
                      </a:lnTo>
                      <a:lnTo>
                        <a:pt x="78" y="0"/>
                      </a:lnTo>
                      <a:lnTo>
                        <a:pt x="56" y="13"/>
                      </a:lnTo>
                      <a:lnTo>
                        <a:pt x="33" y="37"/>
                      </a:lnTo>
                      <a:lnTo>
                        <a:pt x="10" y="74"/>
                      </a:lnTo>
                      <a:close/>
                    </a:path>
                  </a:pathLst>
                </a:custGeom>
                <a:solidFill>
                  <a:srgbClr val="F0F0F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9" name="Freeform 38">
                  <a:extLst>
                    <a:ext uri="{FF2B5EF4-FFF2-40B4-BE49-F238E27FC236}">
                      <a16:creationId xmlns:a16="http://schemas.microsoft.com/office/drawing/2014/main" id="{1FEE27E9-1446-F849-BF45-4965945B7408}"/>
                    </a:ext>
                  </a:extLst>
                </p:cNvPr>
                <p:cNvSpPr>
                  <a:spLocks/>
                </p:cNvSpPr>
                <p:nvPr/>
              </p:nvSpPr>
              <p:spPr bwMode="auto">
                <a:xfrm>
                  <a:off x="4368" y="2842"/>
                  <a:ext cx="602" cy="916"/>
                </a:xfrm>
                <a:custGeom>
                  <a:avLst/>
                  <a:gdLst>
                    <a:gd name="T0" fmla="*/ 81 w 1204"/>
                    <a:gd name="T1" fmla="*/ 0 h 1832"/>
                    <a:gd name="T2" fmla="*/ 153 w 1204"/>
                    <a:gd name="T3" fmla="*/ 27 h 1832"/>
                    <a:gd name="T4" fmla="*/ 222 w 1204"/>
                    <a:gd name="T5" fmla="*/ 62 h 1832"/>
                    <a:gd name="T6" fmla="*/ 287 w 1204"/>
                    <a:gd name="T7" fmla="*/ 106 h 1832"/>
                    <a:gd name="T8" fmla="*/ 346 w 1204"/>
                    <a:gd name="T9" fmla="*/ 155 h 1832"/>
                    <a:gd name="T10" fmla="*/ 403 w 1204"/>
                    <a:gd name="T11" fmla="*/ 210 h 1832"/>
                    <a:gd name="T12" fmla="*/ 456 w 1204"/>
                    <a:gd name="T13" fmla="*/ 270 h 1832"/>
                    <a:gd name="T14" fmla="*/ 506 w 1204"/>
                    <a:gd name="T15" fmla="*/ 335 h 1832"/>
                    <a:gd name="T16" fmla="*/ 555 w 1204"/>
                    <a:gd name="T17" fmla="*/ 404 h 1832"/>
                    <a:gd name="T18" fmla="*/ 574 w 1204"/>
                    <a:gd name="T19" fmla="*/ 468 h 1832"/>
                    <a:gd name="T20" fmla="*/ 588 w 1204"/>
                    <a:gd name="T21" fmla="*/ 525 h 1832"/>
                    <a:gd name="T22" fmla="*/ 597 w 1204"/>
                    <a:gd name="T23" fmla="*/ 575 h 1832"/>
                    <a:gd name="T24" fmla="*/ 602 w 1204"/>
                    <a:gd name="T25" fmla="*/ 624 h 1832"/>
                    <a:gd name="T26" fmla="*/ 601 w 1204"/>
                    <a:gd name="T27" fmla="*/ 671 h 1832"/>
                    <a:gd name="T28" fmla="*/ 598 w 1204"/>
                    <a:gd name="T29" fmla="*/ 723 h 1832"/>
                    <a:gd name="T30" fmla="*/ 591 w 1204"/>
                    <a:gd name="T31" fmla="*/ 780 h 1832"/>
                    <a:gd name="T32" fmla="*/ 581 w 1204"/>
                    <a:gd name="T33" fmla="*/ 848 h 1832"/>
                    <a:gd name="T34" fmla="*/ 473 w 1204"/>
                    <a:gd name="T35" fmla="*/ 879 h 1832"/>
                    <a:gd name="T36" fmla="*/ 363 w 1204"/>
                    <a:gd name="T37" fmla="*/ 904 h 1832"/>
                    <a:gd name="T38" fmla="*/ 258 w 1204"/>
                    <a:gd name="T39" fmla="*/ 916 h 1832"/>
                    <a:gd name="T40" fmla="*/ 162 w 1204"/>
                    <a:gd name="T41" fmla="*/ 909 h 1832"/>
                    <a:gd name="T42" fmla="*/ 82 w 1204"/>
                    <a:gd name="T43" fmla="*/ 874 h 1832"/>
                    <a:gd name="T44" fmla="*/ 27 w 1204"/>
                    <a:gd name="T45" fmla="*/ 807 h 1832"/>
                    <a:gd name="T46" fmla="*/ 0 w 1204"/>
                    <a:gd name="T47" fmla="*/ 701 h 1832"/>
                    <a:gd name="T48" fmla="*/ 9 w 1204"/>
                    <a:gd name="T49" fmla="*/ 550 h 1832"/>
                    <a:gd name="T50" fmla="*/ 16 w 1204"/>
                    <a:gd name="T51" fmla="*/ 542 h 1832"/>
                    <a:gd name="T52" fmla="*/ 24 w 1204"/>
                    <a:gd name="T53" fmla="*/ 533 h 1832"/>
                    <a:gd name="T54" fmla="*/ 33 w 1204"/>
                    <a:gd name="T55" fmla="*/ 525 h 1832"/>
                    <a:gd name="T56" fmla="*/ 40 w 1204"/>
                    <a:gd name="T57" fmla="*/ 518 h 1832"/>
                    <a:gd name="T58" fmla="*/ 48 w 1204"/>
                    <a:gd name="T59" fmla="*/ 509 h 1832"/>
                    <a:gd name="T60" fmla="*/ 56 w 1204"/>
                    <a:gd name="T61" fmla="*/ 501 h 1832"/>
                    <a:gd name="T62" fmla="*/ 65 w 1204"/>
                    <a:gd name="T63" fmla="*/ 493 h 1832"/>
                    <a:gd name="T64" fmla="*/ 73 w 1204"/>
                    <a:gd name="T65" fmla="*/ 485 h 1832"/>
                    <a:gd name="T66" fmla="*/ 65 w 1204"/>
                    <a:gd name="T67" fmla="*/ 466 h 1832"/>
                    <a:gd name="T68" fmla="*/ 56 w 1204"/>
                    <a:gd name="T69" fmla="*/ 447 h 1832"/>
                    <a:gd name="T70" fmla="*/ 48 w 1204"/>
                    <a:gd name="T71" fmla="*/ 428 h 1832"/>
                    <a:gd name="T72" fmla="*/ 40 w 1204"/>
                    <a:gd name="T73" fmla="*/ 409 h 1832"/>
                    <a:gd name="T74" fmla="*/ 33 w 1204"/>
                    <a:gd name="T75" fmla="*/ 389 h 1832"/>
                    <a:gd name="T76" fmla="*/ 24 w 1204"/>
                    <a:gd name="T77" fmla="*/ 370 h 1832"/>
                    <a:gd name="T78" fmla="*/ 16 w 1204"/>
                    <a:gd name="T79" fmla="*/ 351 h 1832"/>
                    <a:gd name="T80" fmla="*/ 9 w 1204"/>
                    <a:gd name="T81" fmla="*/ 332 h 1832"/>
                    <a:gd name="T82" fmla="*/ 15 w 1204"/>
                    <a:gd name="T83" fmla="*/ 314 h 1832"/>
                    <a:gd name="T84" fmla="*/ 23 w 1204"/>
                    <a:gd name="T85" fmla="*/ 296 h 1832"/>
                    <a:gd name="T86" fmla="*/ 30 w 1204"/>
                    <a:gd name="T87" fmla="*/ 278 h 1832"/>
                    <a:gd name="T88" fmla="*/ 38 w 1204"/>
                    <a:gd name="T89" fmla="*/ 261 h 1832"/>
                    <a:gd name="T90" fmla="*/ 45 w 1204"/>
                    <a:gd name="T91" fmla="*/ 242 h 1832"/>
                    <a:gd name="T92" fmla="*/ 53 w 1204"/>
                    <a:gd name="T93" fmla="*/ 225 h 1832"/>
                    <a:gd name="T94" fmla="*/ 60 w 1204"/>
                    <a:gd name="T95" fmla="*/ 208 h 1832"/>
                    <a:gd name="T96" fmla="*/ 68 w 1204"/>
                    <a:gd name="T97" fmla="*/ 191 h 1832"/>
                    <a:gd name="T98" fmla="*/ 72 w 1204"/>
                    <a:gd name="T99" fmla="*/ 168 h 1832"/>
                    <a:gd name="T100" fmla="*/ 74 w 1204"/>
                    <a:gd name="T101" fmla="*/ 144 h 1832"/>
                    <a:gd name="T102" fmla="*/ 74 w 1204"/>
                    <a:gd name="T103" fmla="*/ 119 h 1832"/>
                    <a:gd name="T104" fmla="*/ 75 w 1204"/>
                    <a:gd name="T105" fmla="*/ 96 h 1832"/>
                    <a:gd name="T106" fmla="*/ 75 w 1204"/>
                    <a:gd name="T107" fmla="*/ 70 h 1832"/>
                    <a:gd name="T108" fmla="*/ 75 w 1204"/>
                    <a:gd name="T109" fmla="*/ 46 h 1832"/>
                    <a:gd name="T110" fmla="*/ 77 w 1204"/>
                    <a:gd name="T111" fmla="*/ 22 h 1832"/>
                    <a:gd name="T112" fmla="*/ 81 w 1204"/>
                    <a:gd name="T113" fmla="*/ 0 h 18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04"/>
                    <a:gd name="T172" fmla="*/ 0 h 1832"/>
                    <a:gd name="T173" fmla="*/ 1204 w 1204"/>
                    <a:gd name="T174" fmla="*/ 1832 h 18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04" h="1832">
                      <a:moveTo>
                        <a:pt x="163" y="0"/>
                      </a:moveTo>
                      <a:lnTo>
                        <a:pt x="307" y="54"/>
                      </a:lnTo>
                      <a:lnTo>
                        <a:pt x="445" y="125"/>
                      </a:lnTo>
                      <a:lnTo>
                        <a:pt x="573" y="211"/>
                      </a:lnTo>
                      <a:lnTo>
                        <a:pt x="693" y="310"/>
                      </a:lnTo>
                      <a:lnTo>
                        <a:pt x="806" y="420"/>
                      </a:lnTo>
                      <a:lnTo>
                        <a:pt x="913" y="540"/>
                      </a:lnTo>
                      <a:lnTo>
                        <a:pt x="1013" y="670"/>
                      </a:lnTo>
                      <a:lnTo>
                        <a:pt x="1110" y="808"/>
                      </a:lnTo>
                      <a:lnTo>
                        <a:pt x="1148" y="937"/>
                      </a:lnTo>
                      <a:lnTo>
                        <a:pt x="1176" y="1050"/>
                      </a:lnTo>
                      <a:lnTo>
                        <a:pt x="1194" y="1150"/>
                      </a:lnTo>
                      <a:lnTo>
                        <a:pt x="1204" y="1247"/>
                      </a:lnTo>
                      <a:lnTo>
                        <a:pt x="1202" y="1342"/>
                      </a:lnTo>
                      <a:lnTo>
                        <a:pt x="1196" y="1445"/>
                      </a:lnTo>
                      <a:lnTo>
                        <a:pt x="1181" y="1560"/>
                      </a:lnTo>
                      <a:lnTo>
                        <a:pt x="1162" y="1696"/>
                      </a:lnTo>
                      <a:lnTo>
                        <a:pt x="947" y="1758"/>
                      </a:lnTo>
                      <a:lnTo>
                        <a:pt x="727" y="1808"/>
                      </a:lnTo>
                      <a:lnTo>
                        <a:pt x="515" y="1832"/>
                      </a:lnTo>
                      <a:lnTo>
                        <a:pt x="325" y="1817"/>
                      </a:lnTo>
                      <a:lnTo>
                        <a:pt x="165" y="1747"/>
                      </a:lnTo>
                      <a:lnTo>
                        <a:pt x="54" y="1614"/>
                      </a:lnTo>
                      <a:lnTo>
                        <a:pt x="0" y="1401"/>
                      </a:lnTo>
                      <a:lnTo>
                        <a:pt x="17" y="1099"/>
                      </a:lnTo>
                      <a:lnTo>
                        <a:pt x="32" y="1083"/>
                      </a:lnTo>
                      <a:lnTo>
                        <a:pt x="49" y="1066"/>
                      </a:lnTo>
                      <a:lnTo>
                        <a:pt x="65" y="1050"/>
                      </a:lnTo>
                      <a:lnTo>
                        <a:pt x="81" y="1035"/>
                      </a:lnTo>
                      <a:lnTo>
                        <a:pt x="96" y="1019"/>
                      </a:lnTo>
                      <a:lnTo>
                        <a:pt x="113" y="1003"/>
                      </a:lnTo>
                      <a:lnTo>
                        <a:pt x="129" y="986"/>
                      </a:lnTo>
                      <a:lnTo>
                        <a:pt x="145" y="971"/>
                      </a:lnTo>
                      <a:lnTo>
                        <a:pt x="129" y="932"/>
                      </a:lnTo>
                      <a:lnTo>
                        <a:pt x="113" y="894"/>
                      </a:lnTo>
                      <a:lnTo>
                        <a:pt x="96" y="855"/>
                      </a:lnTo>
                      <a:lnTo>
                        <a:pt x="81" y="817"/>
                      </a:lnTo>
                      <a:lnTo>
                        <a:pt x="65" y="778"/>
                      </a:lnTo>
                      <a:lnTo>
                        <a:pt x="49" y="739"/>
                      </a:lnTo>
                      <a:lnTo>
                        <a:pt x="32" y="701"/>
                      </a:lnTo>
                      <a:lnTo>
                        <a:pt x="17" y="663"/>
                      </a:lnTo>
                      <a:lnTo>
                        <a:pt x="31" y="627"/>
                      </a:lnTo>
                      <a:lnTo>
                        <a:pt x="46" y="592"/>
                      </a:lnTo>
                      <a:lnTo>
                        <a:pt x="61" y="555"/>
                      </a:lnTo>
                      <a:lnTo>
                        <a:pt x="76" y="521"/>
                      </a:lnTo>
                      <a:lnTo>
                        <a:pt x="91" y="485"/>
                      </a:lnTo>
                      <a:lnTo>
                        <a:pt x="106" y="450"/>
                      </a:lnTo>
                      <a:lnTo>
                        <a:pt x="121" y="415"/>
                      </a:lnTo>
                      <a:lnTo>
                        <a:pt x="136" y="381"/>
                      </a:lnTo>
                      <a:lnTo>
                        <a:pt x="144" y="336"/>
                      </a:lnTo>
                      <a:lnTo>
                        <a:pt x="148" y="288"/>
                      </a:lnTo>
                      <a:lnTo>
                        <a:pt x="148" y="239"/>
                      </a:lnTo>
                      <a:lnTo>
                        <a:pt x="149" y="191"/>
                      </a:lnTo>
                      <a:lnTo>
                        <a:pt x="149" y="140"/>
                      </a:lnTo>
                      <a:lnTo>
                        <a:pt x="150" y="92"/>
                      </a:lnTo>
                      <a:lnTo>
                        <a:pt x="154" y="44"/>
                      </a:lnTo>
                      <a:lnTo>
                        <a:pt x="163"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0" name="Freeform 39">
                  <a:extLst>
                    <a:ext uri="{FF2B5EF4-FFF2-40B4-BE49-F238E27FC236}">
                      <a16:creationId xmlns:a16="http://schemas.microsoft.com/office/drawing/2014/main" id="{EA2D741C-053A-AF44-A96B-844E0C80CFB4}"/>
                    </a:ext>
                  </a:extLst>
                </p:cNvPr>
                <p:cNvSpPr>
                  <a:spLocks/>
                </p:cNvSpPr>
                <p:nvPr/>
              </p:nvSpPr>
              <p:spPr bwMode="auto">
                <a:xfrm>
                  <a:off x="4377" y="2842"/>
                  <a:ext cx="588" cy="902"/>
                </a:xfrm>
                <a:custGeom>
                  <a:avLst/>
                  <a:gdLst>
                    <a:gd name="T0" fmla="*/ 73 w 1177"/>
                    <a:gd name="T1" fmla="*/ 0 h 1806"/>
                    <a:gd name="T2" fmla="*/ 145 w 1177"/>
                    <a:gd name="T3" fmla="*/ 27 h 1806"/>
                    <a:gd name="T4" fmla="*/ 212 w 1177"/>
                    <a:gd name="T5" fmla="*/ 62 h 1806"/>
                    <a:gd name="T6" fmla="*/ 276 w 1177"/>
                    <a:gd name="T7" fmla="*/ 105 h 1806"/>
                    <a:gd name="T8" fmla="*/ 335 w 1177"/>
                    <a:gd name="T9" fmla="*/ 155 h 1806"/>
                    <a:gd name="T10" fmla="*/ 391 w 1177"/>
                    <a:gd name="T11" fmla="*/ 209 h 1806"/>
                    <a:gd name="T12" fmla="*/ 444 w 1177"/>
                    <a:gd name="T13" fmla="*/ 269 h 1806"/>
                    <a:gd name="T14" fmla="*/ 493 w 1177"/>
                    <a:gd name="T15" fmla="*/ 334 h 1806"/>
                    <a:gd name="T16" fmla="*/ 542 w 1177"/>
                    <a:gd name="T17" fmla="*/ 403 h 1806"/>
                    <a:gd name="T18" fmla="*/ 560 w 1177"/>
                    <a:gd name="T19" fmla="*/ 467 h 1806"/>
                    <a:gd name="T20" fmla="*/ 575 w 1177"/>
                    <a:gd name="T21" fmla="*/ 522 h 1806"/>
                    <a:gd name="T22" fmla="*/ 584 w 1177"/>
                    <a:gd name="T23" fmla="*/ 571 h 1806"/>
                    <a:gd name="T24" fmla="*/ 588 w 1177"/>
                    <a:gd name="T25" fmla="*/ 619 h 1806"/>
                    <a:gd name="T26" fmla="*/ 588 w 1177"/>
                    <a:gd name="T27" fmla="*/ 665 h 1806"/>
                    <a:gd name="T28" fmla="*/ 584 w 1177"/>
                    <a:gd name="T29" fmla="*/ 716 h 1806"/>
                    <a:gd name="T30" fmla="*/ 577 w 1177"/>
                    <a:gd name="T31" fmla="*/ 773 h 1806"/>
                    <a:gd name="T32" fmla="*/ 568 w 1177"/>
                    <a:gd name="T33" fmla="*/ 841 h 1806"/>
                    <a:gd name="T34" fmla="*/ 461 w 1177"/>
                    <a:gd name="T35" fmla="*/ 872 h 1806"/>
                    <a:gd name="T36" fmla="*/ 354 w 1177"/>
                    <a:gd name="T37" fmla="*/ 895 h 1806"/>
                    <a:gd name="T38" fmla="*/ 251 w 1177"/>
                    <a:gd name="T39" fmla="*/ 902 h 1806"/>
                    <a:gd name="T40" fmla="*/ 160 w 1177"/>
                    <a:gd name="T41" fmla="*/ 891 h 1806"/>
                    <a:gd name="T42" fmla="*/ 83 w 1177"/>
                    <a:gd name="T43" fmla="*/ 854 h 1806"/>
                    <a:gd name="T44" fmla="*/ 30 w 1177"/>
                    <a:gd name="T45" fmla="*/ 787 h 1806"/>
                    <a:gd name="T46" fmla="*/ 4 w 1177"/>
                    <a:gd name="T47" fmla="*/ 685 h 1806"/>
                    <a:gd name="T48" fmla="*/ 11 w 1177"/>
                    <a:gd name="T49" fmla="*/ 544 h 1806"/>
                    <a:gd name="T50" fmla="*/ 18 w 1177"/>
                    <a:gd name="T51" fmla="*/ 535 h 1806"/>
                    <a:gd name="T52" fmla="*/ 25 w 1177"/>
                    <a:gd name="T53" fmla="*/ 528 h 1806"/>
                    <a:gd name="T54" fmla="*/ 31 w 1177"/>
                    <a:gd name="T55" fmla="*/ 521 h 1806"/>
                    <a:gd name="T56" fmla="*/ 38 w 1177"/>
                    <a:gd name="T57" fmla="*/ 514 h 1806"/>
                    <a:gd name="T58" fmla="*/ 43 w 1177"/>
                    <a:gd name="T59" fmla="*/ 507 h 1806"/>
                    <a:gd name="T60" fmla="*/ 49 w 1177"/>
                    <a:gd name="T61" fmla="*/ 500 h 1806"/>
                    <a:gd name="T62" fmla="*/ 56 w 1177"/>
                    <a:gd name="T63" fmla="*/ 492 h 1806"/>
                    <a:gd name="T64" fmla="*/ 64 w 1177"/>
                    <a:gd name="T65" fmla="*/ 485 h 1806"/>
                    <a:gd name="T66" fmla="*/ 56 w 1177"/>
                    <a:gd name="T67" fmla="*/ 465 h 1806"/>
                    <a:gd name="T68" fmla="*/ 48 w 1177"/>
                    <a:gd name="T69" fmla="*/ 447 h 1806"/>
                    <a:gd name="T70" fmla="*/ 39 w 1177"/>
                    <a:gd name="T71" fmla="*/ 427 h 1806"/>
                    <a:gd name="T72" fmla="*/ 32 w 1177"/>
                    <a:gd name="T73" fmla="*/ 408 h 1806"/>
                    <a:gd name="T74" fmla="*/ 24 w 1177"/>
                    <a:gd name="T75" fmla="*/ 389 h 1806"/>
                    <a:gd name="T76" fmla="*/ 16 w 1177"/>
                    <a:gd name="T77" fmla="*/ 369 h 1806"/>
                    <a:gd name="T78" fmla="*/ 7 w 1177"/>
                    <a:gd name="T79" fmla="*/ 350 h 1806"/>
                    <a:gd name="T80" fmla="*/ 0 w 1177"/>
                    <a:gd name="T81" fmla="*/ 331 h 1806"/>
                    <a:gd name="T82" fmla="*/ 7 w 1177"/>
                    <a:gd name="T83" fmla="*/ 313 h 1806"/>
                    <a:gd name="T84" fmla="*/ 14 w 1177"/>
                    <a:gd name="T85" fmla="*/ 296 h 1806"/>
                    <a:gd name="T86" fmla="*/ 22 w 1177"/>
                    <a:gd name="T87" fmla="*/ 277 h 1806"/>
                    <a:gd name="T88" fmla="*/ 29 w 1177"/>
                    <a:gd name="T89" fmla="*/ 260 h 1806"/>
                    <a:gd name="T90" fmla="*/ 37 w 1177"/>
                    <a:gd name="T91" fmla="*/ 242 h 1806"/>
                    <a:gd name="T92" fmla="*/ 44 w 1177"/>
                    <a:gd name="T93" fmla="*/ 225 h 1806"/>
                    <a:gd name="T94" fmla="*/ 52 w 1177"/>
                    <a:gd name="T95" fmla="*/ 207 h 1806"/>
                    <a:gd name="T96" fmla="*/ 59 w 1177"/>
                    <a:gd name="T97" fmla="*/ 190 h 1806"/>
                    <a:gd name="T98" fmla="*/ 63 w 1177"/>
                    <a:gd name="T99" fmla="*/ 168 h 1806"/>
                    <a:gd name="T100" fmla="*/ 65 w 1177"/>
                    <a:gd name="T101" fmla="*/ 144 h 1806"/>
                    <a:gd name="T102" fmla="*/ 65 w 1177"/>
                    <a:gd name="T103" fmla="*/ 119 h 1806"/>
                    <a:gd name="T104" fmla="*/ 66 w 1177"/>
                    <a:gd name="T105" fmla="*/ 95 h 1806"/>
                    <a:gd name="T106" fmla="*/ 66 w 1177"/>
                    <a:gd name="T107" fmla="*/ 70 h 1806"/>
                    <a:gd name="T108" fmla="*/ 66 w 1177"/>
                    <a:gd name="T109" fmla="*/ 46 h 1806"/>
                    <a:gd name="T110" fmla="*/ 68 w 1177"/>
                    <a:gd name="T111" fmla="*/ 22 h 1806"/>
                    <a:gd name="T112" fmla="*/ 73 w 1177"/>
                    <a:gd name="T113" fmla="*/ 0 h 18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77"/>
                    <a:gd name="T172" fmla="*/ 0 h 1806"/>
                    <a:gd name="T173" fmla="*/ 1177 w 1177"/>
                    <a:gd name="T174" fmla="*/ 1806 h 180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77" h="1806">
                      <a:moveTo>
                        <a:pt x="146" y="0"/>
                      </a:moveTo>
                      <a:lnTo>
                        <a:pt x="290" y="54"/>
                      </a:lnTo>
                      <a:lnTo>
                        <a:pt x="425" y="125"/>
                      </a:lnTo>
                      <a:lnTo>
                        <a:pt x="552" y="211"/>
                      </a:lnTo>
                      <a:lnTo>
                        <a:pt x="671" y="310"/>
                      </a:lnTo>
                      <a:lnTo>
                        <a:pt x="783" y="419"/>
                      </a:lnTo>
                      <a:lnTo>
                        <a:pt x="888" y="539"/>
                      </a:lnTo>
                      <a:lnTo>
                        <a:pt x="987" y="668"/>
                      </a:lnTo>
                      <a:lnTo>
                        <a:pt x="1084" y="806"/>
                      </a:lnTo>
                      <a:lnTo>
                        <a:pt x="1121" y="935"/>
                      </a:lnTo>
                      <a:lnTo>
                        <a:pt x="1150" y="1046"/>
                      </a:lnTo>
                      <a:lnTo>
                        <a:pt x="1168" y="1144"/>
                      </a:lnTo>
                      <a:lnTo>
                        <a:pt x="1177" y="1239"/>
                      </a:lnTo>
                      <a:lnTo>
                        <a:pt x="1177" y="1332"/>
                      </a:lnTo>
                      <a:lnTo>
                        <a:pt x="1169" y="1434"/>
                      </a:lnTo>
                      <a:lnTo>
                        <a:pt x="1155" y="1548"/>
                      </a:lnTo>
                      <a:lnTo>
                        <a:pt x="1136" y="1683"/>
                      </a:lnTo>
                      <a:lnTo>
                        <a:pt x="922" y="1746"/>
                      </a:lnTo>
                      <a:lnTo>
                        <a:pt x="709" y="1791"/>
                      </a:lnTo>
                      <a:lnTo>
                        <a:pt x="503" y="1806"/>
                      </a:lnTo>
                      <a:lnTo>
                        <a:pt x="320" y="1783"/>
                      </a:lnTo>
                      <a:lnTo>
                        <a:pt x="167" y="1709"/>
                      </a:lnTo>
                      <a:lnTo>
                        <a:pt x="61" y="1576"/>
                      </a:lnTo>
                      <a:lnTo>
                        <a:pt x="8" y="1372"/>
                      </a:lnTo>
                      <a:lnTo>
                        <a:pt x="23" y="1089"/>
                      </a:lnTo>
                      <a:lnTo>
                        <a:pt x="37" y="1071"/>
                      </a:lnTo>
                      <a:lnTo>
                        <a:pt x="50" y="1058"/>
                      </a:lnTo>
                      <a:lnTo>
                        <a:pt x="63" y="1043"/>
                      </a:lnTo>
                      <a:lnTo>
                        <a:pt x="76" y="1030"/>
                      </a:lnTo>
                      <a:lnTo>
                        <a:pt x="87" y="1015"/>
                      </a:lnTo>
                      <a:lnTo>
                        <a:pt x="99" y="1001"/>
                      </a:lnTo>
                      <a:lnTo>
                        <a:pt x="112" y="986"/>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1" name="Freeform 40">
                  <a:extLst>
                    <a:ext uri="{FF2B5EF4-FFF2-40B4-BE49-F238E27FC236}">
                      <a16:creationId xmlns:a16="http://schemas.microsoft.com/office/drawing/2014/main" id="{62B5625C-5D9A-7D48-AE1B-AC4FF9F47540}"/>
                    </a:ext>
                  </a:extLst>
                </p:cNvPr>
                <p:cNvSpPr>
                  <a:spLocks/>
                </p:cNvSpPr>
                <p:nvPr/>
              </p:nvSpPr>
              <p:spPr bwMode="auto">
                <a:xfrm>
                  <a:off x="4377" y="2842"/>
                  <a:ext cx="584" cy="889"/>
                </a:xfrm>
                <a:custGeom>
                  <a:avLst/>
                  <a:gdLst>
                    <a:gd name="T0" fmla="*/ 73 w 1168"/>
                    <a:gd name="T1" fmla="*/ 0 h 1779"/>
                    <a:gd name="T2" fmla="*/ 145 w 1168"/>
                    <a:gd name="T3" fmla="*/ 27 h 1779"/>
                    <a:gd name="T4" fmla="*/ 212 w 1168"/>
                    <a:gd name="T5" fmla="*/ 62 h 1779"/>
                    <a:gd name="T6" fmla="*/ 275 w 1168"/>
                    <a:gd name="T7" fmla="*/ 104 h 1779"/>
                    <a:gd name="T8" fmla="*/ 333 w 1168"/>
                    <a:gd name="T9" fmla="*/ 154 h 1779"/>
                    <a:gd name="T10" fmla="*/ 388 w 1168"/>
                    <a:gd name="T11" fmla="*/ 208 h 1779"/>
                    <a:gd name="T12" fmla="*/ 439 w 1168"/>
                    <a:gd name="T13" fmla="*/ 269 h 1779"/>
                    <a:gd name="T14" fmla="*/ 488 w 1168"/>
                    <a:gd name="T15" fmla="*/ 333 h 1779"/>
                    <a:gd name="T16" fmla="*/ 537 w 1168"/>
                    <a:gd name="T17" fmla="*/ 402 h 1779"/>
                    <a:gd name="T18" fmla="*/ 556 w 1168"/>
                    <a:gd name="T19" fmla="*/ 466 h 1779"/>
                    <a:gd name="T20" fmla="*/ 570 w 1168"/>
                    <a:gd name="T21" fmla="*/ 521 h 1779"/>
                    <a:gd name="T22" fmla="*/ 579 w 1168"/>
                    <a:gd name="T23" fmla="*/ 570 h 1779"/>
                    <a:gd name="T24" fmla="*/ 584 w 1168"/>
                    <a:gd name="T25" fmla="*/ 616 h 1779"/>
                    <a:gd name="T26" fmla="*/ 584 w 1168"/>
                    <a:gd name="T27" fmla="*/ 662 h 1779"/>
                    <a:gd name="T28" fmla="*/ 580 w 1168"/>
                    <a:gd name="T29" fmla="*/ 712 h 1779"/>
                    <a:gd name="T30" fmla="*/ 574 w 1168"/>
                    <a:gd name="T31" fmla="*/ 768 h 1779"/>
                    <a:gd name="T32" fmla="*/ 564 w 1168"/>
                    <a:gd name="T33" fmla="*/ 835 h 1779"/>
                    <a:gd name="T34" fmla="*/ 458 w 1168"/>
                    <a:gd name="T35" fmla="*/ 866 h 1779"/>
                    <a:gd name="T36" fmla="*/ 353 w 1168"/>
                    <a:gd name="T37" fmla="*/ 886 h 1779"/>
                    <a:gd name="T38" fmla="*/ 253 w 1168"/>
                    <a:gd name="T39" fmla="*/ 889 h 1779"/>
                    <a:gd name="T40" fmla="*/ 165 w 1168"/>
                    <a:gd name="T41" fmla="*/ 874 h 1779"/>
                    <a:gd name="T42" fmla="*/ 92 w 1168"/>
                    <a:gd name="T43" fmla="*/ 834 h 1779"/>
                    <a:gd name="T44" fmla="*/ 41 w 1168"/>
                    <a:gd name="T45" fmla="*/ 768 h 1779"/>
                    <a:gd name="T46" fmla="*/ 16 w 1168"/>
                    <a:gd name="T47" fmla="*/ 670 h 1779"/>
                    <a:gd name="T48" fmla="*/ 22 w 1168"/>
                    <a:gd name="T49" fmla="*/ 539 h 1779"/>
                    <a:gd name="T50" fmla="*/ 28 w 1168"/>
                    <a:gd name="T51" fmla="*/ 530 h 1779"/>
                    <a:gd name="T52" fmla="*/ 34 w 1168"/>
                    <a:gd name="T53" fmla="*/ 524 h 1779"/>
                    <a:gd name="T54" fmla="*/ 38 w 1168"/>
                    <a:gd name="T55" fmla="*/ 517 h 1779"/>
                    <a:gd name="T56" fmla="*/ 43 w 1168"/>
                    <a:gd name="T57" fmla="*/ 512 h 1779"/>
                    <a:gd name="T58" fmla="*/ 46 w 1168"/>
                    <a:gd name="T59" fmla="*/ 505 h 1779"/>
                    <a:gd name="T60" fmla="*/ 51 w 1168"/>
                    <a:gd name="T61" fmla="*/ 499 h 1779"/>
                    <a:gd name="T62" fmla="*/ 56 w 1168"/>
                    <a:gd name="T63" fmla="*/ 492 h 1779"/>
                    <a:gd name="T64" fmla="*/ 64 w 1168"/>
                    <a:gd name="T65" fmla="*/ 485 h 1779"/>
                    <a:gd name="T66" fmla="*/ 56 w 1168"/>
                    <a:gd name="T67" fmla="*/ 466 h 1779"/>
                    <a:gd name="T68" fmla="*/ 48 w 1168"/>
                    <a:gd name="T69" fmla="*/ 447 h 1779"/>
                    <a:gd name="T70" fmla="*/ 39 w 1168"/>
                    <a:gd name="T71" fmla="*/ 427 h 1779"/>
                    <a:gd name="T72" fmla="*/ 32 w 1168"/>
                    <a:gd name="T73" fmla="*/ 408 h 1779"/>
                    <a:gd name="T74" fmla="*/ 24 w 1168"/>
                    <a:gd name="T75" fmla="*/ 389 h 1779"/>
                    <a:gd name="T76" fmla="*/ 16 w 1168"/>
                    <a:gd name="T77" fmla="*/ 369 h 1779"/>
                    <a:gd name="T78" fmla="*/ 7 w 1168"/>
                    <a:gd name="T79" fmla="*/ 350 h 1779"/>
                    <a:gd name="T80" fmla="*/ 0 w 1168"/>
                    <a:gd name="T81" fmla="*/ 331 h 1779"/>
                    <a:gd name="T82" fmla="*/ 7 w 1168"/>
                    <a:gd name="T83" fmla="*/ 313 h 1779"/>
                    <a:gd name="T84" fmla="*/ 14 w 1168"/>
                    <a:gd name="T85" fmla="*/ 296 h 1779"/>
                    <a:gd name="T86" fmla="*/ 22 w 1168"/>
                    <a:gd name="T87" fmla="*/ 277 h 1779"/>
                    <a:gd name="T88" fmla="*/ 29 w 1168"/>
                    <a:gd name="T89" fmla="*/ 260 h 1779"/>
                    <a:gd name="T90" fmla="*/ 37 w 1168"/>
                    <a:gd name="T91" fmla="*/ 242 h 1779"/>
                    <a:gd name="T92" fmla="*/ 44 w 1168"/>
                    <a:gd name="T93" fmla="*/ 225 h 1779"/>
                    <a:gd name="T94" fmla="*/ 52 w 1168"/>
                    <a:gd name="T95" fmla="*/ 207 h 1779"/>
                    <a:gd name="T96" fmla="*/ 59 w 1168"/>
                    <a:gd name="T97" fmla="*/ 190 h 1779"/>
                    <a:gd name="T98" fmla="*/ 63 w 1168"/>
                    <a:gd name="T99" fmla="*/ 168 h 1779"/>
                    <a:gd name="T100" fmla="*/ 66 w 1168"/>
                    <a:gd name="T101" fmla="*/ 144 h 1779"/>
                    <a:gd name="T102" fmla="*/ 66 w 1168"/>
                    <a:gd name="T103" fmla="*/ 119 h 1779"/>
                    <a:gd name="T104" fmla="*/ 66 w 1168"/>
                    <a:gd name="T105" fmla="*/ 95 h 1779"/>
                    <a:gd name="T106" fmla="*/ 66 w 1168"/>
                    <a:gd name="T107" fmla="*/ 70 h 1779"/>
                    <a:gd name="T108" fmla="*/ 67 w 1168"/>
                    <a:gd name="T109" fmla="*/ 46 h 1779"/>
                    <a:gd name="T110" fmla="*/ 69 w 1168"/>
                    <a:gd name="T111" fmla="*/ 22 h 1779"/>
                    <a:gd name="T112" fmla="*/ 73 w 1168"/>
                    <a:gd name="T113" fmla="*/ 0 h 17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68"/>
                    <a:gd name="T172" fmla="*/ 0 h 1779"/>
                    <a:gd name="T173" fmla="*/ 1168 w 1168"/>
                    <a:gd name="T174" fmla="*/ 1779 h 17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68" h="1779">
                      <a:moveTo>
                        <a:pt x="146" y="0"/>
                      </a:moveTo>
                      <a:lnTo>
                        <a:pt x="290" y="54"/>
                      </a:lnTo>
                      <a:lnTo>
                        <a:pt x="424" y="124"/>
                      </a:lnTo>
                      <a:lnTo>
                        <a:pt x="550" y="209"/>
                      </a:lnTo>
                      <a:lnTo>
                        <a:pt x="667" y="308"/>
                      </a:lnTo>
                      <a:lnTo>
                        <a:pt x="777" y="417"/>
                      </a:lnTo>
                      <a:lnTo>
                        <a:pt x="879" y="538"/>
                      </a:lnTo>
                      <a:lnTo>
                        <a:pt x="977" y="667"/>
                      </a:lnTo>
                      <a:lnTo>
                        <a:pt x="1073" y="805"/>
                      </a:lnTo>
                      <a:lnTo>
                        <a:pt x="1111" y="932"/>
                      </a:lnTo>
                      <a:lnTo>
                        <a:pt x="1140" y="1043"/>
                      </a:lnTo>
                      <a:lnTo>
                        <a:pt x="1158" y="1140"/>
                      </a:lnTo>
                      <a:lnTo>
                        <a:pt x="1168" y="1233"/>
                      </a:lnTo>
                      <a:lnTo>
                        <a:pt x="1168" y="1325"/>
                      </a:lnTo>
                      <a:lnTo>
                        <a:pt x="1160" y="1424"/>
                      </a:lnTo>
                      <a:lnTo>
                        <a:pt x="1147" y="1536"/>
                      </a:lnTo>
                      <a:lnTo>
                        <a:pt x="1128" y="1670"/>
                      </a:lnTo>
                      <a:lnTo>
                        <a:pt x="916" y="1733"/>
                      </a:lnTo>
                      <a:lnTo>
                        <a:pt x="706" y="1773"/>
                      </a:lnTo>
                      <a:lnTo>
                        <a:pt x="507" y="1779"/>
                      </a:lnTo>
                      <a:lnTo>
                        <a:pt x="331" y="1749"/>
                      </a:lnTo>
                      <a:lnTo>
                        <a:pt x="185" y="1669"/>
                      </a:lnTo>
                      <a:lnTo>
                        <a:pt x="82" y="1536"/>
                      </a:lnTo>
                      <a:lnTo>
                        <a:pt x="32" y="1341"/>
                      </a:lnTo>
                      <a:lnTo>
                        <a:pt x="44" y="1078"/>
                      </a:lnTo>
                      <a:lnTo>
                        <a:pt x="57" y="1061"/>
                      </a:lnTo>
                      <a:lnTo>
                        <a:pt x="68" y="1049"/>
                      </a:lnTo>
                      <a:lnTo>
                        <a:pt x="77" y="1035"/>
                      </a:lnTo>
                      <a:lnTo>
                        <a:pt x="86" y="1024"/>
                      </a:lnTo>
                      <a:lnTo>
                        <a:pt x="93" y="1011"/>
                      </a:lnTo>
                      <a:lnTo>
                        <a:pt x="103" y="999"/>
                      </a:lnTo>
                      <a:lnTo>
                        <a:pt x="113"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2" name="Freeform 41">
                  <a:extLst>
                    <a:ext uri="{FF2B5EF4-FFF2-40B4-BE49-F238E27FC236}">
                      <a16:creationId xmlns:a16="http://schemas.microsoft.com/office/drawing/2014/main" id="{3D57C161-15CB-354A-93D8-D3BAD1713CE3}"/>
                    </a:ext>
                  </a:extLst>
                </p:cNvPr>
                <p:cNvSpPr>
                  <a:spLocks/>
                </p:cNvSpPr>
                <p:nvPr/>
              </p:nvSpPr>
              <p:spPr bwMode="auto">
                <a:xfrm>
                  <a:off x="4377" y="2842"/>
                  <a:ext cx="580" cy="877"/>
                </a:xfrm>
                <a:custGeom>
                  <a:avLst/>
                  <a:gdLst>
                    <a:gd name="T0" fmla="*/ 73 w 1159"/>
                    <a:gd name="T1" fmla="*/ 0 h 1756"/>
                    <a:gd name="T2" fmla="*/ 145 w 1159"/>
                    <a:gd name="T3" fmla="*/ 27 h 1756"/>
                    <a:gd name="T4" fmla="*/ 212 w 1159"/>
                    <a:gd name="T5" fmla="*/ 62 h 1756"/>
                    <a:gd name="T6" fmla="*/ 273 w 1159"/>
                    <a:gd name="T7" fmla="*/ 104 h 1756"/>
                    <a:gd name="T8" fmla="*/ 331 w 1159"/>
                    <a:gd name="T9" fmla="*/ 153 h 1756"/>
                    <a:gd name="T10" fmla="*/ 385 w 1159"/>
                    <a:gd name="T11" fmla="*/ 208 h 1756"/>
                    <a:gd name="T12" fmla="*/ 436 w 1159"/>
                    <a:gd name="T13" fmla="*/ 268 h 1756"/>
                    <a:gd name="T14" fmla="*/ 485 w 1159"/>
                    <a:gd name="T15" fmla="*/ 332 h 1756"/>
                    <a:gd name="T16" fmla="*/ 533 w 1159"/>
                    <a:gd name="T17" fmla="*/ 401 h 1756"/>
                    <a:gd name="T18" fmla="*/ 552 w 1159"/>
                    <a:gd name="T19" fmla="*/ 464 h 1756"/>
                    <a:gd name="T20" fmla="*/ 566 w 1159"/>
                    <a:gd name="T21" fmla="*/ 519 h 1756"/>
                    <a:gd name="T22" fmla="*/ 575 w 1159"/>
                    <a:gd name="T23" fmla="*/ 567 h 1756"/>
                    <a:gd name="T24" fmla="*/ 580 w 1159"/>
                    <a:gd name="T25" fmla="*/ 613 h 1756"/>
                    <a:gd name="T26" fmla="*/ 580 w 1159"/>
                    <a:gd name="T27" fmla="*/ 657 h 1756"/>
                    <a:gd name="T28" fmla="*/ 577 w 1159"/>
                    <a:gd name="T29" fmla="*/ 706 h 1756"/>
                    <a:gd name="T30" fmla="*/ 570 w 1159"/>
                    <a:gd name="T31" fmla="*/ 762 h 1756"/>
                    <a:gd name="T32" fmla="*/ 560 w 1159"/>
                    <a:gd name="T33" fmla="*/ 829 h 1756"/>
                    <a:gd name="T34" fmla="*/ 456 w 1159"/>
                    <a:gd name="T35" fmla="*/ 860 h 1756"/>
                    <a:gd name="T36" fmla="*/ 353 w 1159"/>
                    <a:gd name="T37" fmla="*/ 877 h 1756"/>
                    <a:gd name="T38" fmla="*/ 256 w 1159"/>
                    <a:gd name="T39" fmla="*/ 876 h 1756"/>
                    <a:gd name="T40" fmla="*/ 172 w 1159"/>
                    <a:gd name="T41" fmla="*/ 857 h 1756"/>
                    <a:gd name="T42" fmla="*/ 101 w 1159"/>
                    <a:gd name="T43" fmla="*/ 814 h 1756"/>
                    <a:gd name="T44" fmla="*/ 52 w 1159"/>
                    <a:gd name="T45" fmla="*/ 749 h 1756"/>
                    <a:gd name="T46" fmla="*/ 27 w 1159"/>
                    <a:gd name="T47" fmla="*/ 655 h 1756"/>
                    <a:gd name="T48" fmla="*/ 33 w 1159"/>
                    <a:gd name="T49" fmla="*/ 533 h 1756"/>
                    <a:gd name="T50" fmla="*/ 39 w 1159"/>
                    <a:gd name="T51" fmla="*/ 525 h 1756"/>
                    <a:gd name="T52" fmla="*/ 44 w 1159"/>
                    <a:gd name="T53" fmla="*/ 519 h 1756"/>
                    <a:gd name="T54" fmla="*/ 46 w 1159"/>
                    <a:gd name="T55" fmla="*/ 514 h 1756"/>
                    <a:gd name="T56" fmla="*/ 49 w 1159"/>
                    <a:gd name="T57" fmla="*/ 509 h 1756"/>
                    <a:gd name="T58" fmla="*/ 51 w 1159"/>
                    <a:gd name="T59" fmla="*/ 503 h 1756"/>
                    <a:gd name="T60" fmla="*/ 53 w 1159"/>
                    <a:gd name="T61" fmla="*/ 498 h 1756"/>
                    <a:gd name="T62" fmla="*/ 57 w 1159"/>
                    <a:gd name="T63" fmla="*/ 492 h 1756"/>
                    <a:gd name="T64" fmla="*/ 64 w 1159"/>
                    <a:gd name="T65" fmla="*/ 485 h 1756"/>
                    <a:gd name="T66" fmla="*/ 56 w 1159"/>
                    <a:gd name="T67" fmla="*/ 465 h 1756"/>
                    <a:gd name="T68" fmla="*/ 48 w 1159"/>
                    <a:gd name="T69" fmla="*/ 446 h 1756"/>
                    <a:gd name="T70" fmla="*/ 40 w 1159"/>
                    <a:gd name="T71" fmla="*/ 427 h 1756"/>
                    <a:gd name="T72" fmla="*/ 32 w 1159"/>
                    <a:gd name="T73" fmla="*/ 408 h 1756"/>
                    <a:gd name="T74" fmla="*/ 24 w 1159"/>
                    <a:gd name="T75" fmla="*/ 389 h 1756"/>
                    <a:gd name="T76" fmla="*/ 16 w 1159"/>
                    <a:gd name="T77" fmla="*/ 369 h 1756"/>
                    <a:gd name="T78" fmla="*/ 8 w 1159"/>
                    <a:gd name="T79" fmla="*/ 350 h 1756"/>
                    <a:gd name="T80" fmla="*/ 0 w 1159"/>
                    <a:gd name="T81" fmla="*/ 331 h 1756"/>
                    <a:gd name="T82" fmla="*/ 7 w 1159"/>
                    <a:gd name="T83" fmla="*/ 313 h 1756"/>
                    <a:gd name="T84" fmla="*/ 15 w 1159"/>
                    <a:gd name="T85" fmla="*/ 296 h 1756"/>
                    <a:gd name="T86" fmla="*/ 22 w 1159"/>
                    <a:gd name="T87" fmla="*/ 277 h 1756"/>
                    <a:gd name="T88" fmla="*/ 30 w 1159"/>
                    <a:gd name="T89" fmla="*/ 260 h 1756"/>
                    <a:gd name="T90" fmla="*/ 37 w 1159"/>
                    <a:gd name="T91" fmla="*/ 242 h 1756"/>
                    <a:gd name="T92" fmla="*/ 45 w 1159"/>
                    <a:gd name="T93" fmla="*/ 225 h 1756"/>
                    <a:gd name="T94" fmla="*/ 52 w 1159"/>
                    <a:gd name="T95" fmla="*/ 207 h 1756"/>
                    <a:gd name="T96" fmla="*/ 60 w 1159"/>
                    <a:gd name="T97" fmla="*/ 190 h 1756"/>
                    <a:gd name="T98" fmla="*/ 64 w 1159"/>
                    <a:gd name="T99" fmla="*/ 168 h 1756"/>
                    <a:gd name="T100" fmla="*/ 66 w 1159"/>
                    <a:gd name="T101" fmla="*/ 144 h 1756"/>
                    <a:gd name="T102" fmla="*/ 66 w 1159"/>
                    <a:gd name="T103" fmla="*/ 119 h 1756"/>
                    <a:gd name="T104" fmla="*/ 66 w 1159"/>
                    <a:gd name="T105" fmla="*/ 95 h 1756"/>
                    <a:gd name="T106" fmla="*/ 66 w 1159"/>
                    <a:gd name="T107" fmla="*/ 70 h 1756"/>
                    <a:gd name="T108" fmla="*/ 67 w 1159"/>
                    <a:gd name="T109" fmla="*/ 46 h 1756"/>
                    <a:gd name="T110" fmla="*/ 69 w 1159"/>
                    <a:gd name="T111" fmla="*/ 22 h 1756"/>
                    <a:gd name="T112" fmla="*/ 73 w 1159"/>
                    <a:gd name="T113" fmla="*/ 0 h 17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59"/>
                    <a:gd name="T172" fmla="*/ 0 h 1756"/>
                    <a:gd name="T173" fmla="*/ 1159 w 1159"/>
                    <a:gd name="T174" fmla="*/ 1756 h 17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59" h="1756">
                      <a:moveTo>
                        <a:pt x="146" y="0"/>
                      </a:moveTo>
                      <a:lnTo>
                        <a:pt x="290" y="54"/>
                      </a:lnTo>
                      <a:lnTo>
                        <a:pt x="423" y="124"/>
                      </a:lnTo>
                      <a:lnTo>
                        <a:pt x="546" y="209"/>
                      </a:lnTo>
                      <a:lnTo>
                        <a:pt x="662" y="307"/>
                      </a:lnTo>
                      <a:lnTo>
                        <a:pt x="769" y="416"/>
                      </a:lnTo>
                      <a:lnTo>
                        <a:pt x="872" y="536"/>
                      </a:lnTo>
                      <a:lnTo>
                        <a:pt x="970" y="664"/>
                      </a:lnTo>
                      <a:lnTo>
                        <a:pt x="1065" y="802"/>
                      </a:lnTo>
                      <a:lnTo>
                        <a:pt x="1103" y="930"/>
                      </a:lnTo>
                      <a:lnTo>
                        <a:pt x="1131" y="1040"/>
                      </a:lnTo>
                      <a:lnTo>
                        <a:pt x="1149" y="1135"/>
                      </a:lnTo>
                      <a:lnTo>
                        <a:pt x="1159" y="1227"/>
                      </a:lnTo>
                      <a:lnTo>
                        <a:pt x="1159" y="1316"/>
                      </a:lnTo>
                      <a:lnTo>
                        <a:pt x="1153" y="1414"/>
                      </a:lnTo>
                      <a:lnTo>
                        <a:pt x="1139" y="1526"/>
                      </a:lnTo>
                      <a:lnTo>
                        <a:pt x="1120" y="1660"/>
                      </a:lnTo>
                      <a:lnTo>
                        <a:pt x="911" y="1722"/>
                      </a:lnTo>
                      <a:lnTo>
                        <a:pt x="705" y="1756"/>
                      </a:lnTo>
                      <a:lnTo>
                        <a:pt x="512" y="1754"/>
                      </a:lnTo>
                      <a:lnTo>
                        <a:pt x="343" y="1716"/>
                      </a:lnTo>
                      <a:lnTo>
                        <a:pt x="202" y="1630"/>
                      </a:lnTo>
                      <a:lnTo>
                        <a:pt x="104" y="1499"/>
                      </a:lnTo>
                      <a:lnTo>
                        <a:pt x="54" y="1311"/>
                      </a:lnTo>
                      <a:lnTo>
                        <a:pt x="66" y="1068"/>
                      </a:lnTo>
                      <a:lnTo>
                        <a:pt x="78" y="1051"/>
                      </a:lnTo>
                      <a:lnTo>
                        <a:pt x="87" y="1040"/>
                      </a:lnTo>
                      <a:lnTo>
                        <a:pt x="92" y="1029"/>
                      </a:lnTo>
                      <a:lnTo>
                        <a:pt x="97" y="1019"/>
                      </a:lnTo>
                      <a:lnTo>
                        <a:pt x="101" y="1008"/>
                      </a:lnTo>
                      <a:lnTo>
                        <a:pt x="106" y="998"/>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3" name="Freeform 42">
                  <a:extLst>
                    <a:ext uri="{FF2B5EF4-FFF2-40B4-BE49-F238E27FC236}">
                      <a16:creationId xmlns:a16="http://schemas.microsoft.com/office/drawing/2014/main" id="{03607C37-9A14-9D48-B461-34954E5B0CEE}"/>
                    </a:ext>
                  </a:extLst>
                </p:cNvPr>
                <p:cNvSpPr>
                  <a:spLocks/>
                </p:cNvSpPr>
                <p:nvPr/>
              </p:nvSpPr>
              <p:spPr bwMode="auto">
                <a:xfrm>
                  <a:off x="4377" y="2842"/>
                  <a:ext cx="575" cy="869"/>
                </a:xfrm>
                <a:custGeom>
                  <a:avLst/>
                  <a:gdLst>
                    <a:gd name="T0" fmla="*/ 73 w 1149"/>
                    <a:gd name="T1" fmla="*/ 0 h 1738"/>
                    <a:gd name="T2" fmla="*/ 145 w 1149"/>
                    <a:gd name="T3" fmla="*/ 27 h 1738"/>
                    <a:gd name="T4" fmla="*/ 211 w 1149"/>
                    <a:gd name="T5" fmla="*/ 62 h 1738"/>
                    <a:gd name="T6" fmla="*/ 272 w 1149"/>
                    <a:gd name="T7" fmla="*/ 105 h 1738"/>
                    <a:gd name="T8" fmla="*/ 329 w 1149"/>
                    <a:gd name="T9" fmla="*/ 154 h 1738"/>
                    <a:gd name="T10" fmla="*/ 382 w 1149"/>
                    <a:gd name="T11" fmla="*/ 208 h 1738"/>
                    <a:gd name="T12" fmla="*/ 432 w 1149"/>
                    <a:gd name="T13" fmla="*/ 268 h 1738"/>
                    <a:gd name="T14" fmla="*/ 480 w 1149"/>
                    <a:gd name="T15" fmla="*/ 332 h 1738"/>
                    <a:gd name="T16" fmla="*/ 527 w 1149"/>
                    <a:gd name="T17" fmla="*/ 401 h 1738"/>
                    <a:gd name="T18" fmla="*/ 546 w 1149"/>
                    <a:gd name="T19" fmla="*/ 465 h 1738"/>
                    <a:gd name="T20" fmla="*/ 560 w 1149"/>
                    <a:gd name="T21" fmla="*/ 518 h 1738"/>
                    <a:gd name="T22" fmla="*/ 569 w 1149"/>
                    <a:gd name="T23" fmla="*/ 565 h 1738"/>
                    <a:gd name="T24" fmla="*/ 574 w 1149"/>
                    <a:gd name="T25" fmla="*/ 610 h 1738"/>
                    <a:gd name="T26" fmla="*/ 575 w 1149"/>
                    <a:gd name="T27" fmla="*/ 654 h 1738"/>
                    <a:gd name="T28" fmla="*/ 572 w 1149"/>
                    <a:gd name="T29" fmla="*/ 702 h 1738"/>
                    <a:gd name="T30" fmla="*/ 565 w 1149"/>
                    <a:gd name="T31" fmla="*/ 757 h 1738"/>
                    <a:gd name="T32" fmla="*/ 556 w 1149"/>
                    <a:gd name="T33" fmla="*/ 825 h 1738"/>
                    <a:gd name="T34" fmla="*/ 452 w 1149"/>
                    <a:gd name="T35" fmla="*/ 856 h 1738"/>
                    <a:gd name="T36" fmla="*/ 352 w 1149"/>
                    <a:gd name="T37" fmla="*/ 869 h 1738"/>
                    <a:gd name="T38" fmla="*/ 258 w 1149"/>
                    <a:gd name="T39" fmla="*/ 864 h 1738"/>
                    <a:gd name="T40" fmla="*/ 177 w 1149"/>
                    <a:gd name="T41" fmla="*/ 841 h 1738"/>
                    <a:gd name="T42" fmla="*/ 110 w 1149"/>
                    <a:gd name="T43" fmla="*/ 796 h 1738"/>
                    <a:gd name="T44" fmla="*/ 63 w 1149"/>
                    <a:gd name="T45" fmla="*/ 730 h 1738"/>
                    <a:gd name="T46" fmla="*/ 39 w 1149"/>
                    <a:gd name="T47" fmla="*/ 641 h 1738"/>
                    <a:gd name="T48" fmla="*/ 44 w 1149"/>
                    <a:gd name="T49" fmla="*/ 529 h 1738"/>
                    <a:gd name="T50" fmla="*/ 50 w 1149"/>
                    <a:gd name="T51" fmla="*/ 522 h 1738"/>
                    <a:gd name="T52" fmla="*/ 53 w 1149"/>
                    <a:gd name="T53" fmla="*/ 516 h 1738"/>
                    <a:gd name="T54" fmla="*/ 54 w 1149"/>
                    <a:gd name="T55" fmla="*/ 510 h 1738"/>
                    <a:gd name="T56" fmla="*/ 54 w 1149"/>
                    <a:gd name="T57" fmla="*/ 507 h 1738"/>
                    <a:gd name="T58" fmla="*/ 54 w 1149"/>
                    <a:gd name="T59" fmla="*/ 502 h 1738"/>
                    <a:gd name="T60" fmla="*/ 55 w 1149"/>
                    <a:gd name="T61" fmla="*/ 498 h 1738"/>
                    <a:gd name="T62" fmla="*/ 57 w 1149"/>
                    <a:gd name="T63" fmla="*/ 492 h 1738"/>
                    <a:gd name="T64" fmla="*/ 64 w 1149"/>
                    <a:gd name="T65" fmla="*/ 485 h 1738"/>
                    <a:gd name="T66" fmla="*/ 56 w 1149"/>
                    <a:gd name="T67" fmla="*/ 466 h 1738"/>
                    <a:gd name="T68" fmla="*/ 48 w 1149"/>
                    <a:gd name="T69" fmla="*/ 447 h 1738"/>
                    <a:gd name="T70" fmla="*/ 40 w 1149"/>
                    <a:gd name="T71" fmla="*/ 428 h 1738"/>
                    <a:gd name="T72" fmla="*/ 32 w 1149"/>
                    <a:gd name="T73" fmla="*/ 409 h 1738"/>
                    <a:gd name="T74" fmla="*/ 24 w 1149"/>
                    <a:gd name="T75" fmla="*/ 389 h 1738"/>
                    <a:gd name="T76" fmla="*/ 16 w 1149"/>
                    <a:gd name="T77" fmla="*/ 370 h 1738"/>
                    <a:gd name="T78" fmla="*/ 8 w 1149"/>
                    <a:gd name="T79" fmla="*/ 351 h 1738"/>
                    <a:gd name="T80" fmla="*/ 0 w 1149"/>
                    <a:gd name="T81" fmla="*/ 332 h 1738"/>
                    <a:gd name="T82" fmla="*/ 7 w 1149"/>
                    <a:gd name="T83" fmla="*/ 314 h 1738"/>
                    <a:gd name="T84" fmla="*/ 15 w 1149"/>
                    <a:gd name="T85" fmla="*/ 296 h 1738"/>
                    <a:gd name="T86" fmla="*/ 22 w 1149"/>
                    <a:gd name="T87" fmla="*/ 278 h 1738"/>
                    <a:gd name="T88" fmla="*/ 30 w 1149"/>
                    <a:gd name="T89" fmla="*/ 261 h 1738"/>
                    <a:gd name="T90" fmla="*/ 37 w 1149"/>
                    <a:gd name="T91" fmla="*/ 242 h 1738"/>
                    <a:gd name="T92" fmla="*/ 45 w 1149"/>
                    <a:gd name="T93" fmla="*/ 225 h 1738"/>
                    <a:gd name="T94" fmla="*/ 52 w 1149"/>
                    <a:gd name="T95" fmla="*/ 208 h 1738"/>
                    <a:gd name="T96" fmla="*/ 60 w 1149"/>
                    <a:gd name="T97" fmla="*/ 191 h 1738"/>
                    <a:gd name="T98" fmla="*/ 64 w 1149"/>
                    <a:gd name="T99" fmla="*/ 168 h 1738"/>
                    <a:gd name="T100" fmla="*/ 66 w 1149"/>
                    <a:gd name="T101" fmla="*/ 144 h 1738"/>
                    <a:gd name="T102" fmla="*/ 66 w 1149"/>
                    <a:gd name="T103" fmla="*/ 119 h 1738"/>
                    <a:gd name="T104" fmla="*/ 66 w 1149"/>
                    <a:gd name="T105" fmla="*/ 96 h 1738"/>
                    <a:gd name="T106" fmla="*/ 66 w 1149"/>
                    <a:gd name="T107" fmla="*/ 70 h 1738"/>
                    <a:gd name="T108" fmla="*/ 67 w 1149"/>
                    <a:gd name="T109" fmla="*/ 46 h 1738"/>
                    <a:gd name="T110" fmla="*/ 69 w 1149"/>
                    <a:gd name="T111" fmla="*/ 22 h 1738"/>
                    <a:gd name="T112" fmla="*/ 73 w 1149"/>
                    <a:gd name="T113" fmla="*/ 0 h 173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9"/>
                    <a:gd name="T172" fmla="*/ 0 h 1738"/>
                    <a:gd name="T173" fmla="*/ 1149 w 1149"/>
                    <a:gd name="T174" fmla="*/ 1738 h 173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9" h="1738">
                      <a:moveTo>
                        <a:pt x="146" y="0"/>
                      </a:moveTo>
                      <a:lnTo>
                        <a:pt x="289" y="54"/>
                      </a:lnTo>
                      <a:lnTo>
                        <a:pt x="422" y="124"/>
                      </a:lnTo>
                      <a:lnTo>
                        <a:pt x="543" y="209"/>
                      </a:lnTo>
                      <a:lnTo>
                        <a:pt x="657" y="307"/>
                      </a:lnTo>
                      <a:lnTo>
                        <a:pt x="763" y="415"/>
                      </a:lnTo>
                      <a:lnTo>
                        <a:pt x="864" y="535"/>
                      </a:lnTo>
                      <a:lnTo>
                        <a:pt x="960" y="664"/>
                      </a:lnTo>
                      <a:lnTo>
                        <a:pt x="1054" y="802"/>
                      </a:lnTo>
                      <a:lnTo>
                        <a:pt x="1091" y="930"/>
                      </a:lnTo>
                      <a:lnTo>
                        <a:pt x="1120" y="1036"/>
                      </a:lnTo>
                      <a:lnTo>
                        <a:pt x="1138" y="1130"/>
                      </a:lnTo>
                      <a:lnTo>
                        <a:pt x="1148" y="1219"/>
                      </a:lnTo>
                      <a:lnTo>
                        <a:pt x="1149" y="1307"/>
                      </a:lnTo>
                      <a:lnTo>
                        <a:pt x="1143" y="1404"/>
                      </a:lnTo>
                      <a:lnTo>
                        <a:pt x="1129" y="1514"/>
                      </a:lnTo>
                      <a:lnTo>
                        <a:pt x="1111" y="1649"/>
                      </a:lnTo>
                      <a:lnTo>
                        <a:pt x="903" y="1711"/>
                      </a:lnTo>
                      <a:lnTo>
                        <a:pt x="703" y="1738"/>
                      </a:lnTo>
                      <a:lnTo>
                        <a:pt x="516" y="1728"/>
                      </a:lnTo>
                      <a:lnTo>
                        <a:pt x="353" y="1682"/>
                      </a:lnTo>
                      <a:lnTo>
                        <a:pt x="220" y="1592"/>
                      </a:lnTo>
                      <a:lnTo>
                        <a:pt x="126" y="1460"/>
                      </a:lnTo>
                      <a:lnTo>
                        <a:pt x="78" y="1282"/>
                      </a:lnTo>
                      <a:lnTo>
                        <a:pt x="88" y="1058"/>
                      </a:lnTo>
                      <a:lnTo>
                        <a:pt x="99" y="1043"/>
                      </a:lnTo>
                      <a:lnTo>
                        <a:pt x="106" y="1031"/>
                      </a:lnTo>
                      <a:lnTo>
                        <a:pt x="107" y="1021"/>
                      </a:lnTo>
                      <a:lnTo>
                        <a:pt x="108" y="1014"/>
                      </a:lnTo>
                      <a:lnTo>
                        <a:pt x="107" y="1005"/>
                      </a:lnTo>
                      <a:lnTo>
                        <a:pt x="109" y="996"/>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4" name="Freeform 43">
                  <a:extLst>
                    <a:ext uri="{FF2B5EF4-FFF2-40B4-BE49-F238E27FC236}">
                      <a16:creationId xmlns:a16="http://schemas.microsoft.com/office/drawing/2014/main" id="{D799AF78-52C6-1441-BF9D-BB5F6F571E09}"/>
                    </a:ext>
                  </a:extLst>
                </p:cNvPr>
                <p:cNvSpPr>
                  <a:spLocks/>
                </p:cNvSpPr>
                <p:nvPr/>
              </p:nvSpPr>
              <p:spPr bwMode="auto">
                <a:xfrm>
                  <a:off x="4377" y="2842"/>
                  <a:ext cx="570" cy="860"/>
                </a:xfrm>
                <a:custGeom>
                  <a:avLst/>
                  <a:gdLst>
                    <a:gd name="T0" fmla="*/ 73 w 1140"/>
                    <a:gd name="T1" fmla="*/ 0 h 1721"/>
                    <a:gd name="T2" fmla="*/ 144 w 1140"/>
                    <a:gd name="T3" fmla="*/ 27 h 1721"/>
                    <a:gd name="T4" fmla="*/ 209 w 1140"/>
                    <a:gd name="T5" fmla="*/ 62 h 1721"/>
                    <a:gd name="T6" fmla="*/ 270 w 1140"/>
                    <a:gd name="T7" fmla="*/ 104 h 1721"/>
                    <a:gd name="T8" fmla="*/ 326 w 1140"/>
                    <a:gd name="T9" fmla="*/ 153 h 1721"/>
                    <a:gd name="T10" fmla="*/ 377 w 1140"/>
                    <a:gd name="T11" fmla="*/ 207 h 1721"/>
                    <a:gd name="T12" fmla="*/ 428 w 1140"/>
                    <a:gd name="T13" fmla="*/ 267 h 1721"/>
                    <a:gd name="T14" fmla="*/ 475 w 1140"/>
                    <a:gd name="T15" fmla="*/ 331 h 1721"/>
                    <a:gd name="T16" fmla="*/ 523 w 1140"/>
                    <a:gd name="T17" fmla="*/ 400 h 1721"/>
                    <a:gd name="T18" fmla="*/ 542 w 1140"/>
                    <a:gd name="T19" fmla="*/ 463 h 1721"/>
                    <a:gd name="T20" fmla="*/ 556 w 1140"/>
                    <a:gd name="T21" fmla="*/ 517 h 1721"/>
                    <a:gd name="T22" fmla="*/ 565 w 1140"/>
                    <a:gd name="T23" fmla="*/ 563 h 1721"/>
                    <a:gd name="T24" fmla="*/ 570 w 1140"/>
                    <a:gd name="T25" fmla="*/ 606 h 1721"/>
                    <a:gd name="T26" fmla="*/ 570 w 1140"/>
                    <a:gd name="T27" fmla="*/ 649 h 1721"/>
                    <a:gd name="T28" fmla="*/ 567 w 1140"/>
                    <a:gd name="T29" fmla="*/ 697 h 1721"/>
                    <a:gd name="T30" fmla="*/ 560 w 1140"/>
                    <a:gd name="T31" fmla="*/ 752 h 1721"/>
                    <a:gd name="T32" fmla="*/ 552 w 1140"/>
                    <a:gd name="T33" fmla="*/ 818 h 1721"/>
                    <a:gd name="T34" fmla="*/ 448 w 1140"/>
                    <a:gd name="T35" fmla="*/ 849 h 1721"/>
                    <a:gd name="T36" fmla="*/ 350 w 1140"/>
                    <a:gd name="T37" fmla="*/ 860 h 1721"/>
                    <a:gd name="T38" fmla="*/ 261 w 1140"/>
                    <a:gd name="T39" fmla="*/ 851 h 1721"/>
                    <a:gd name="T40" fmla="*/ 182 w 1140"/>
                    <a:gd name="T41" fmla="*/ 824 h 1721"/>
                    <a:gd name="T42" fmla="*/ 118 w 1140"/>
                    <a:gd name="T43" fmla="*/ 777 h 1721"/>
                    <a:gd name="T44" fmla="*/ 74 w 1140"/>
                    <a:gd name="T45" fmla="*/ 711 h 1721"/>
                    <a:gd name="T46" fmla="*/ 51 w 1140"/>
                    <a:gd name="T47" fmla="*/ 626 h 1721"/>
                    <a:gd name="T48" fmla="*/ 54 w 1140"/>
                    <a:gd name="T49" fmla="*/ 524 h 1721"/>
                    <a:gd name="T50" fmla="*/ 59 w 1140"/>
                    <a:gd name="T51" fmla="*/ 516 h 1721"/>
                    <a:gd name="T52" fmla="*/ 61 w 1140"/>
                    <a:gd name="T53" fmla="*/ 511 h 1721"/>
                    <a:gd name="T54" fmla="*/ 60 w 1140"/>
                    <a:gd name="T55" fmla="*/ 507 h 1721"/>
                    <a:gd name="T56" fmla="*/ 59 w 1140"/>
                    <a:gd name="T57" fmla="*/ 504 h 1721"/>
                    <a:gd name="T58" fmla="*/ 56 w 1140"/>
                    <a:gd name="T59" fmla="*/ 500 h 1721"/>
                    <a:gd name="T60" fmla="*/ 56 w 1140"/>
                    <a:gd name="T61" fmla="*/ 497 h 1721"/>
                    <a:gd name="T62" fmla="*/ 58 w 1140"/>
                    <a:gd name="T63" fmla="*/ 492 h 1721"/>
                    <a:gd name="T64" fmla="*/ 64 w 1140"/>
                    <a:gd name="T65" fmla="*/ 485 h 1721"/>
                    <a:gd name="T66" fmla="*/ 56 w 1140"/>
                    <a:gd name="T67" fmla="*/ 466 h 1721"/>
                    <a:gd name="T68" fmla="*/ 48 w 1140"/>
                    <a:gd name="T69" fmla="*/ 447 h 1721"/>
                    <a:gd name="T70" fmla="*/ 39 w 1140"/>
                    <a:gd name="T71" fmla="*/ 427 h 1721"/>
                    <a:gd name="T72" fmla="*/ 32 w 1140"/>
                    <a:gd name="T73" fmla="*/ 408 h 1721"/>
                    <a:gd name="T74" fmla="*/ 24 w 1140"/>
                    <a:gd name="T75" fmla="*/ 389 h 1721"/>
                    <a:gd name="T76" fmla="*/ 16 w 1140"/>
                    <a:gd name="T77" fmla="*/ 369 h 1721"/>
                    <a:gd name="T78" fmla="*/ 7 w 1140"/>
                    <a:gd name="T79" fmla="*/ 350 h 1721"/>
                    <a:gd name="T80" fmla="*/ 0 w 1140"/>
                    <a:gd name="T81" fmla="*/ 331 h 1721"/>
                    <a:gd name="T82" fmla="*/ 7 w 1140"/>
                    <a:gd name="T83" fmla="*/ 313 h 1721"/>
                    <a:gd name="T84" fmla="*/ 14 w 1140"/>
                    <a:gd name="T85" fmla="*/ 296 h 1721"/>
                    <a:gd name="T86" fmla="*/ 22 w 1140"/>
                    <a:gd name="T87" fmla="*/ 277 h 1721"/>
                    <a:gd name="T88" fmla="*/ 29 w 1140"/>
                    <a:gd name="T89" fmla="*/ 260 h 1721"/>
                    <a:gd name="T90" fmla="*/ 37 w 1140"/>
                    <a:gd name="T91" fmla="*/ 242 h 1721"/>
                    <a:gd name="T92" fmla="*/ 44 w 1140"/>
                    <a:gd name="T93" fmla="*/ 225 h 1721"/>
                    <a:gd name="T94" fmla="*/ 52 w 1140"/>
                    <a:gd name="T95" fmla="*/ 207 h 1721"/>
                    <a:gd name="T96" fmla="*/ 59 w 1140"/>
                    <a:gd name="T97" fmla="*/ 190 h 1721"/>
                    <a:gd name="T98" fmla="*/ 63 w 1140"/>
                    <a:gd name="T99" fmla="*/ 168 h 1721"/>
                    <a:gd name="T100" fmla="*/ 66 w 1140"/>
                    <a:gd name="T101" fmla="*/ 144 h 1721"/>
                    <a:gd name="T102" fmla="*/ 66 w 1140"/>
                    <a:gd name="T103" fmla="*/ 119 h 1721"/>
                    <a:gd name="T104" fmla="*/ 66 w 1140"/>
                    <a:gd name="T105" fmla="*/ 95 h 1721"/>
                    <a:gd name="T106" fmla="*/ 66 w 1140"/>
                    <a:gd name="T107" fmla="*/ 70 h 1721"/>
                    <a:gd name="T108" fmla="*/ 67 w 1140"/>
                    <a:gd name="T109" fmla="*/ 46 h 1721"/>
                    <a:gd name="T110" fmla="*/ 69 w 1140"/>
                    <a:gd name="T111" fmla="*/ 22 h 1721"/>
                    <a:gd name="T112" fmla="*/ 73 w 1140"/>
                    <a:gd name="T113" fmla="*/ 0 h 172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0"/>
                    <a:gd name="T172" fmla="*/ 0 h 1721"/>
                    <a:gd name="T173" fmla="*/ 1140 w 1140"/>
                    <a:gd name="T174" fmla="*/ 1721 h 172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0" h="1721">
                      <a:moveTo>
                        <a:pt x="146" y="0"/>
                      </a:moveTo>
                      <a:lnTo>
                        <a:pt x="289" y="54"/>
                      </a:lnTo>
                      <a:lnTo>
                        <a:pt x="419" y="124"/>
                      </a:lnTo>
                      <a:lnTo>
                        <a:pt x="540" y="208"/>
                      </a:lnTo>
                      <a:lnTo>
                        <a:pt x="652" y="306"/>
                      </a:lnTo>
                      <a:lnTo>
                        <a:pt x="755" y="415"/>
                      </a:lnTo>
                      <a:lnTo>
                        <a:pt x="856" y="535"/>
                      </a:lnTo>
                      <a:lnTo>
                        <a:pt x="950" y="663"/>
                      </a:lnTo>
                      <a:lnTo>
                        <a:pt x="1045" y="801"/>
                      </a:lnTo>
                      <a:lnTo>
                        <a:pt x="1083" y="927"/>
                      </a:lnTo>
                      <a:lnTo>
                        <a:pt x="1111" y="1035"/>
                      </a:lnTo>
                      <a:lnTo>
                        <a:pt x="1129" y="1127"/>
                      </a:lnTo>
                      <a:lnTo>
                        <a:pt x="1140" y="1213"/>
                      </a:lnTo>
                      <a:lnTo>
                        <a:pt x="1140" y="1298"/>
                      </a:lnTo>
                      <a:lnTo>
                        <a:pt x="1134" y="1394"/>
                      </a:lnTo>
                      <a:lnTo>
                        <a:pt x="1120" y="1504"/>
                      </a:lnTo>
                      <a:lnTo>
                        <a:pt x="1103" y="1637"/>
                      </a:lnTo>
                      <a:lnTo>
                        <a:pt x="896" y="1698"/>
                      </a:lnTo>
                      <a:lnTo>
                        <a:pt x="700" y="1721"/>
                      </a:lnTo>
                      <a:lnTo>
                        <a:pt x="521" y="1703"/>
                      </a:lnTo>
                      <a:lnTo>
                        <a:pt x="365" y="1648"/>
                      </a:lnTo>
                      <a:lnTo>
                        <a:pt x="237" y="1554"/>
                      </a:lnTo>
                      <a:lnTo>
                        <a:pt x="148" y="1422"/>
                      </a:lnTo>
                      <a:lnTo>
                        <a:pt x="103" y="1253"/>
                      </a:lnTo>
                      <a:lnTo>
                        <a:pt x="109" y="1048"/>
                      </a:lnTo>
                      <a:lnTo>
                        <a:pt x="119" y="1033"/>
                      </a:lnTo>
                      <a:lnTo>
                        <a:pt x="123" y="1023"/>
                      </a:lnTo>
                      <a:lnTo>
                        <a:pt x="121" y="1014"/>
                      </a:lnTo>
                      <a:lnTo>
                        <a:pt x="118" y="1009"/>
                      </a:lnTo>
                      <a:lnTo>
                        <a:pt x="113" y="1001"/>
                      </a:lnTo>
                      <a:lnTo>
                        <a:pt x="113" y="995"/>
                      </a:lnTo>
                      <a:lnTo>
                        <a:pt x="116"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5" name="Freeform 44">
                  <a:extLst>
                    <a:ext uri="{FF2B5EF4-FFF2-40B4-BE49-F238E27FC236}">
                      <a16:creationId xmlns:a16="http://schemas.microsoft.com/office/drawing/2014/main" id="{FA57E22C-7273-734D-9ED0-DC4269297A45}"/>
                    </a:ext>
                  </a:extLst>
                </p:cNvPr>
                <p:cNvSpPr>
                  <a:spLocks/>
                </p:cNvSpPr>
                <p:nvPr/>
              </p:nvSpPr>
              <p:spPr bwMode="auto">
                <a:xfrm>
                  <a:off x="4377" y="2842"/>
                  <a:ext cx="566" cy="851"/>
                </a:xfrm>
                <a:custGeom>
                  <a:avLst/>
                  <a:gdLst>
                    <a:gd name="T0" fmla="*/ 73 w 1131"/>
                    <a:gd name="T1" fmla="*/ 0 h 1703"/>
                    <a:gd name="T2" fmla="*/ 145 w 1131"/>
                    <a:gd name="T3" fmla="*/ 27 h 1703"/>
                    <a:gd name="T4" fmla="*/ 210 w 1131"/>
                    <a:gd name="T5" fmla="*/ 62 h 1703"/>
                    <a:gd name="T6" fmla="*/ 269 w 1131"/>
                    <a:gd name="T7" fmla="*/ 104 h 1703"/>
                    <a:gd name="T8" fmla="*/ 325 w 1131"/>
                    <a:gd name="T9" fmla="*/ 153 h 1703"/>
                    <a:gd name="T10" fmla="*/ 375 w 1131"/>
                    <a:gd name="T11" fmla="*/ 207 h 1703"/>
                    <a:gd name="T12" fmla="*/ 424 w 1131"/>
                    <a:gd name="T13" fmla="*/ 266 h 1703"/>
                    <a:gd name="T14" fmla="*/ 471 w 1131"/>
                    <a:gd name="T15" fmla="*/ 331 h 1703"/>
                    <a:gd name="T16" fmla="*/ 518 w 1131"/>
                    <a:gd name="T17" fmla="*/ 400 h 1703"/>
                    <a:gd name="T18" fmla="*/ 537 w 1131"/>
                    <a:gd name="T19" fmla="*/ 463 h 1703"/>
                    <a:gd name="T20" fmla="*/ 551 w 1131"/>
                    <a:gd name="T21" fmla="*/ 515 h 1703"/>
                    <a:gd name="T22" fmla="*/ 560 w 1131"/>
                    <a:gd name="T23" fmla="*/ 561 h 1703"/>
                    <a:gd name="T24" fmla="*/ 565 w 1131"/>
                    <a:gd name="T25" fmla="*/ 603 h 1703"/>
                    <a:gd name="T26" fmla="*/ 566 w 1131"/>
                    <a:gd name="T27" fmla="*/ 645 h 1703"/>
                    <a:gd name="T28" fmla="*/ 563 w 1131"/>
                    <a:gd name="T29" fmla="*/ 691 h 1703"/>
                    <a:gd name="T30" fmla="*/ 556 w 1131"/>
                    <a:gd name="T31" fmla="*/ 745 h 1703"/>
                    <a:gd name="T32" fmla="*/ 547 w 1131"/>
                    <a:gd name="T33" fmla="*/ 812 h 1703"/>
                    <a:gd name="T34" fmla="*/ 445 w 1131"/>
                    <a:gd name="T35" fmla="*/ 843 h 1703"/>
                    <a:gd name="T36" fmla="*/ 349 w 1131"/>
                    <a:gd name="T37" fmla="*/ 851 h 1703"/>
                    <a:gd name="T38" fmla="*/ 262 w 1131"/>
                    <a:gd name="T39" fmla="*/ 838 h 1703"/>
                    <a:gd name="T40" fmla="*/ 188 w 1131"/>
                    <a:gd name="T41" fmla="*/ 807 h 1703"/>
                    <a:gd name="T42" fmla="*/ 128 w 1131"/>
                    <a:gd name="T43" fmla="*/ 757 h 1703"/>
                    <a:gd name="T44" fmla="*/ 85 w 1131"/>
                    <a:gd name="T45" fmla="*/ 692 h 1703"/>
                    <a:gd name="T46" fmla="*/ 63 w 1131"/>
                    <a:gd name="T47" fmla="*/ 611 h 1703"/>
                    <a:gd name="T48" fmla="*/ 65 w 1131"/>
                    <a:gd name="T49" fmla="*/ 518 h 1703"/>
                    <a:gd name="T50" fmla="*/ 69 w 1131"/>
                    <a:gd name="T51" fmla="*/ 511 h 1703"/>
                    <a:gd name="T52" fmla="*/ 71 w 1131"/>
                    <a:gd name="T53" fmla="*/ 507 h 1703"/>
                    <a:gd name="T54" fmla="*/ 68 w 1131"/>
                    <a:gd name="T55" fmla="*/ 504 h 1703"/>
                    <a:gd name="T56" fmla="*/ 65 w 1131"/>
                    <a:gd name="T57" fmla="*/ 502 h 1703"/>
                    <a:gd name="T58" fmla="*/ 61 w 1131"/>
                    <a:gd name="T59" fmla="*/ 499 h 1703"/>
                    <a:gd name="T60" fmla="*/ 58 w 1131"/>
                    <a:gd name="T61" fmla="*/ 496 h 1703"/>
                    <a:gd name="T62" fmla="*/ 59 w 1131"/>
                    <a:gd name="T63" fmla="*/ 492 h 1703"/>
                    <a:gd name="T64" fmla="*/ 64 w 1131"/>
                    <a:gd name="T65" fmla="*/ 485 h 1703"/>
                    <a:gd name="T66" fmla="*/ 56 w 1131"/>
                    <a:gd name="T67" fmla="*/ 466 h 1703"/>
                    <a:gd name="T68" fmla="*/ 48 w 1131"/>
                    <a:gd name="T69" fmla="*/ 447 h 1703"/>
                    <a:gd name="T70" fmla="*/ 40 w 1131"/>
                    <a:gd name="T71" fmla="*/ 427 h 1703"/>
                    <a:gd name="T72" fmla="*/ 32 w 1131"/>
                    <a:gd name="T73" fmla="*/ 408 h 1703"/>
                    <a:gd name="T74" fmla="*/ 24 w 1131"/>
                    <a:gd name="T75" fmla="*/ 389 h 1703"/>
                    <a:gd name="T76" fmla="*/ 16 w 1131"/>
                    <a:gd name="T77" fmla="*/ 369 h 1703"/>
                    <a:gd name="T78" fmla="*/ 8 w 1131"/>
                    <a:gd name="T79" fmla="*/ 350 h 1703"/>
                    <a:gd name="T80" fmla="*/ 0 w 1131"/>
                    <a:gd name="T81" fmla="*/ 331 h 1703"/>
                    <a:gd name="T82" fmla="*/ 7 w 1131"/>
                    <a:gd name="T83" fmla="*/ 313 h 1703"/>
                    <a:gd name="T84" fmla="*/ 15 w 1131"/>
                    <a:gd name="T85" fmla="*/ 296 h 1703"/>
                    <a:gd name="T86" fmla="*/ 22 w 1131"/>
                    <a:gd name="T87" fmla="*/ 277 h 1703"/>
                    <a:gd name="T88" fmla="*/ 30 w 1131"/>
                    <a:gd name="T89" fmla="*/ 260 h 1703"/>
                    <a:gd name="T90" fmla="*/ 37 w 1131"/>
                    <a:gd name="T91" fmla="*/ 242 h 1703"/>
                    <a:gd name="T92" fmla="*/ 45 w 1131"/>
                    <a:gd name="T93" fmla="*/ 225 h 1703"/>
                    <a:gd name="T94" fmla="*/ 52 w 1131"/>
                    <a:gd name="T95" fmla="*/ 207 h 1703"/>
                    <a:gd name="T96" fmla="*/ 60 w 1131"/>
                    <a:gd name="T97" fmla="*/ 190 h 1703"/>
                    <a:gd name="T98" fmla="*/ 64 w 1131"/>
                    <a:gd name="T99" fmla="*/ 168 h 1703"/>
                    <a:gd name="T100" fmla="*/ 66 w 1131"/>
                    <a:gd name="T101" fmla="*/ 144 h 1703"/>
                    <a:gd name="T102" fmla="*/ 66 w 1131"/>
                    <a:gd name="T103" fmla="*/ 119 h 1703"/>
                    <a:gd name="T104" fmla="*/ 66 w 1131"/>
                    <a:gd name="T105" fmla="*/ 95 h 1703"/>
                    <a:gd name="T106" fmla="*/ 66 w 1131"/>
                    <a:gd name="T107" fmla="*/ 70 h 1703"/>
                    <a:gd name="T108" fmla="*/ 67 w 1131"/>
                    <a:gd name="T109" fmla="*/ 46 h 1703"/>
                    <a:gd name="T110" fmla="*/ 69 w 1131"/>
                    <a:gd name="T111" fmla="*/ 22 h 1703"/>
                    <a:gd name="T112" fmla="*/ 73 w 1131"/>
                    <a:gd name="T113" fmla="*/ 0 h 17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31"/>
                    <a:gd name="T172" fmla="*/ 0 h 1703"/>
                    <a:gd name="T173" fmla="*/ 1131 w 1131"/>
                    <a:gd name="T174" fmla="*/ 1703 h 17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31" h="1703">
                      <a:moveTo>
                        <a:pt x="146" y="0"/>
                      </a:moveTo>
                      <a:lnTo>
                        <a:pt x="289" y="54"/>
                      </a:lnTo>
                      <a:lnTo>
                        <a:pt x="419" y="124"/>
                      </a:lnTo>
                      <a:lnTo>
                        <a:pt x="537" y="208"/>
                      </a:lnTo>
                      <a:lnTo>
                        <a:pt x="649" y="306"/>
                      </a:lnTo>
                      <a:lnTo>
                        <a:pt x="750" y="414"/>
                      </a:lnTo>
                      <a:lnTo>
                        <a:pt x="848" y="533"/>
                      </a:lnTo>
                      <a:lnTo>
                        <a:pt x="942" y="662"/>
                      </a:lnTo>
                      <a:lnTo>
                        <a:pt x="1035" y="800"/>
                      </a:lnTo>
                      <a:lnTo>
                        <a:pt x="1073" y="926"/>
                      </a:lnTo>
                      <a:lnTo>
                        <a:pt x="1101" y="1031"/>
                      </a:lnTo>
                      <a:lnTo>
                        <a:pt x="1120" y="1122"/>
                      </a:lnTo>
                      <a:lnTo>
                        <a:pt x="1130" y="1206"/>
                      </a:lnTo>
                      <a:lnTo>
                        <a:pt x="1131" y="1290"/>
                      </a:lnTo>
                      <a:lnTo>
                        <a:pt x="1125" y="1382"/>
                      </a:lnTo>
                      <a:lnTo>
                        <a:pt x="1111" y="1491"/>
                      </a:lnTo>
                      <a:lnTo>
                        <a:pt x="1093" y="1624"/>
                      </a:lnTo>
                      <a:lnTo>
                        <a:pt x="889" y="1686"/>
                      </a:lnTo>
                      <a:lnTo>
                        <a:pt x="698" y="1703"/>
                      </a:lnTo>
                      <a:lnTo>
                        <a:pt x="524" y="1677"/>
                      </a:lnTo>
                      <a:lnTo>
                        <a:pt x="375" y="1614"/>
                      </a:lnTo>
                      <a:lnTo>
                        <a:pt x="255" y="1514"/>
                      </a:lnTo>
                      <a:lnTo>
                        <a:pt x="170" y="1384"/>
                      </a:lnTo>
                      <a:lnTo>
                        <a:pt x="126" y="1222"/>
                      </a:lnTo>
                      <a:lnTo>
                        <a:pt x="129" y="1036"/>
                      </a:lnTo>
                      <a:lnTo>
                        <a:pt x="138" y="1023"/>
                      </a:lnTo>
                      <a:lnTo>
                        <a:pt x="141" y="1014"/>
                      </a:lnTo>
                      <a:lnTo>
                        <a:pt x="136" y="1008"/>
                      </a:lnTo>
                      <a:lnTo>
                        <a:pt x="129" y="1004"/>
                      </a:lnTo>
                      <a:lnTo>
                        <a:pt x="121" y="999"/>
                      </a:lnTo>
                      <a:lnTo>
                        <a:pt x="116" y="993"/>
                      </a:lnTo>
                      <a:lnTo>
                        <a:pt x="117"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6" name="Freeform 45">
                  <a:extLst>
                    <a:ext uri="{FF2B5EF4-FFF2-40B4-BE49-F238E27FC236}">
                      <a16:creationId xmlns:a16="http://schemas.microsoft.com/office/drawing/2014/main" id="{2A625DDB-F6B6-CA4A-8BBE-DEF099DB8C86}"/>
                    </a:ext>
                  </a:extLst>
                </p:cNvPr>
                <p:cNvSpPr>
                  <a:spLocks/>
                </p:cNvSpPr>
                <p:nvPr/>
              </p:nvSpPr>
              <p:spPr bwMode="auto">
                <a:xfrm>
                  <a:off x="4377" y="2842"/>
                  <a:ext cx="561" cy="842"/>
                </a:xfrm>
                <a:custGeom>
                  <a:avLst/>
                  <a:gdLst>
                    <a:gd name="T0" fmla="*/ 73 w 1123"/>
                    <a:gd name="T1" fmla="*/ 0 h 1684"/>
                    <a:gd name="T2" fmla="*/ 143 w 1123"/>
                    <a:gd name="T3" fmla="*/ 27 h 1684"/>
                    <a:gd name="T4" fmla="*/ 208 w 1123"/>
                    <a:gd name="T5" fmla="*/ 62 h 1684"/>
                    <a:gd name="T6" fmla="*/ 267 w 1123"/>
                    <a:gd name="T7" fmla="*/ 104 h 1684"/>
                    <a:gd name="T8" fmla="*/ 321 w 1123"/>
                    <a:gd name="T9" fmla="*/ 153 h 1684"/>
                    <a:gd name="T10" fmla="*/ 371 w 1123"/>
                    <a:gd name="T11" fmla="*/ 206 h 1684"/>
                    <a:gd name="T12" fmla="*/ 419 w 1123"/>
                    <a:gd name="T13" fmla="*/ 266 h 1684"/>
                    <a:gd name="T14" fmla="*/ 466 w 1123"/>
                    <a:gd name="T15" fmla="*/ 330 h 1684"/>
                    <a:gd name="T16" fmla="*/ 513 w 1123"/>
                    <a:gd name="T17" fmla="*/ 399 h 1684"/>
                    <a:gd name="T18" fmla="*/ 532 w 1123"/>
                    <a:gd name="T19" fmla="*/ 462 h 1684"/>
                    <a:gd name="T20" fmla="*/ 546 w 1123"/>
                    <a:gd name="T21" fmla="*/ 514 h 1684"/>
                    <a:gd name="T22" fmla="*/ 555 w 1123"/>
                    <a:gd name="T23" fmla="*/ 559 h 1684"/>
                    <a:gd name="T24" fmla="*/ 560 w 1123"/>
                    <a:gd name="T25" fmla="*/ 600 h 1684"/>
                    <a:gd name="T26" fmla="*/ 561 w 1123"/>
                    <a:gd name="T27" fmla="*/ 641 h 1684"/>
                    <a:gd name="T28" fmla="*/ 558 w 1123"/>
                    <a:gd name="T29" fmla="*/ 686 h 1684"/>
                    <a:gd name="T30" fmla="*/ 551 w 1123"/>
                    <a:gd name="T31" fmla="*/ 740 h 1684"/>
                    <a:gd name="T32" fmla="*/ 542 w 1123"/>
                    <a:gd name="T33" fmla="*/ 807 h 1684"/>
                    <a:gd name="T34" fmla="*/ 441 w 1123"/>
                    <a:gd name="T35" fmla="*/ 837 h 1684"/>
                    <a:gd name="T36" fmla="*/ 348 w 1123"/>
                    <a:gd name="T37" fmla="*/ 842 h 1684"/>
                    <a:gd name="T38" fmla="*/ 265 w 1123"/>
                    <a:gd name="T39" fmla="*/ 825 h 1684"/>
                    <a:gd name="T40" fmla="*/ 194 w 1123"/>
                    <a:gd name="T41" fmla="*/ 790 h 1684"/>
                    <a:gd name="T42" fmla="*/ 137 w 1123"/>
                    <a:gd name="T43" fmla="*/ 738 h 1684"/>
                    <a:gd name="T44" fmla="*/ 96 w 1123"/>
                    <a:gd name="T45" fmla="*/ 673 h 1684"/>
                    <a:gd name="T46" fmla="*/ 75 w 1123"/>
                    <a:gd name="T47" fmla="*/ 596 h 1684"/>
                    <a:gd name="T48" fmla="*/ 76 w 1123"/>
                    <a:gd name="T49" fmla="*/ 513 h 1684"/>
                    <a:gd name="T50" fmla="*/ 80 w 1123"/>
                    <a:gd name="T51" fmla="*/ 506 h 1684"/>
                    <a:gd name="T52" fmla="*/ 79 w 1123"/>
                    <a:gd name="T53" fmla="*/ 502 h 1684"/>
                    <a:gd name="T54" fmla="*/ 75 w 1123"/>
                    <a:gd name="T55" fmla="*/ 500 h 1684"/>
                    <a:gd name="T56" fmla="*/ 70 w 1123"/>
                    <a:gd name="T57" fmla="*/ 499 h 1684"/>
                    <a:gd name="T58" fmla="*/ 63 w 1123"/>
                    <a:gd name="T59" fmla="*/ 497 h 1684"/>
                    <a:gd name="T60" fmla="*/ 59 w 1123"/>
                    <a:gd name="T61" fmla="*/ 495 h 1684"/>
                    <a:gd name="T62" fmla="*/ 59 w 1123"/>
                    <a:gd name="T63" fmla="*/ 491 h 1684"/>
                    <a:gd name="T64" fmla="*/ 64 w 1123"/>
                    <a:gd name="T65" fmla="*/ 485 h 1684"/>
                    <a:gd name="T66" fmla="*/ 56 w 1123"/>
                    <a:gd name="T67" fmla="*/ 466 h 1684"/>
                    <a:gd name="T68" fmla="*/ 48 w 1123"/>
                    <a:gd name="T69" fmla="*/ 447 h 1684"/>
                    <a:gd name="T70" fmla="*/ 39 w 1123"/>
                    <a:gd name="T71" fmla="*/ 427 h 1684"/>
                    <a:gd name="T72" fmla="*/ 32 w 1123"/>
                    <a:gd name="T73" fmla="*/ 409 h 1684"/>
                    <a:gd name="T74" fmla="*/ 24 w 1123"/>
                    <a:gd name="T75" fmla="*/ 389 h 1684"/>
                    <a:gd name="T76" fmla="*/ 16 w 1123"/>
                    <a:gd name="T77" fmla="*/ 370 h 1684"/>
                    <a:gd name="T78" fmla="*/ 7 w 1123"/>
                    <a:gd name="T79" fmla="*/ 351 h 1684"/>
                    <a:gd name="T80" fmla="*/ 0 w 1123"/>
                    <a:gd name="T81" fmla="*/ 332 h 1684"/>
                    <a:gd name="T82" fmla="*/ 7 w 1123"/>
                    <a:gd name="T83" fmla="*/ 314 h 1684"/>
                    <a:gd name="T84" fmla="*/ 14 w 1123"/>
                    <a:gd name="T85" fmla="*/ 296 h 1684"/>
                    <a:gd name="T86" fmla="*/ 22 w 1123"/>
                    <a:gd name="T87" fmla="*/ 278 h 1684"/>
                    <a:gd name="T88" fmla="*/ 29 w 1123"/>
                    <a:gd name="T89" fmla="*/ 261 h 1684"/>
                    <a:gd name="T90" fmla="*/ 37 w 1123"/>
                    <a:gd name="T91" fmla="*/ 242 h 1684"/>
                    <a:gd name="T92" fmla="*/ 44 w 1123"/>
                    <a:gd name="T93" fmla="*/ 225 h 1684"/>
                    <a:gd name="T94" fmla="*/ 52 w 1123"/>
                    <a:gd name="T95" fmla="*/ 208 h 1684"/>
                    <a:gd name="T96" fmla="*/ 59 w 1123"/>
                    <a:gd name="T97" fmla="*/ 191 h 1684"/>
                    <a:gd name="T98" fmla="*/ 63 w 1123"/>
                    <a:gd name="T99" fmla="*/ 168 h 1684"/>
                    <a:gd name="T100" fmla="*/ 65 w 1123"/>
                    <a:gd name="T101" fmla="*/ 144 h 1684"/>
                    <a:gd name="T102" fmla="*/ 65 w 1123"/>
                    <a:gd name="T103" fmla="*/ 119 h 1684"/>
                    <a:gd name="T104" fmla="*/ 66 w 1123"/>
                    <a:gd name="T105" fmla="*/ 96 h 1684"/>
                    <a:gd name="T106" fmla="*/ 66 w 1123"/>
                    <a:gd name="T107" fmla="*/ 70 h 1684"/>
                    <a:gd name="T108" fmla="*/ 66 w 1123"/>
                    <a:gd name="T109" fmla="*/ 46 h 1684"/>
                    <a:gd name="T110" fmla="*/ 68 w 1123"/>
                    <a:gd name="T111" fmla="*/ 22 h 1684"/>
                    <a:gd name="T112" fmla="*/ 73 w 1123"/>
                    <a:gd name="T113" fmla="*/ 0 h 168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3"/>
                    <a:gd name="T172" fmla="*/ 0 h 1684"/>
                    <a:gd name="T173" fmla="*/ 1123 w 1123"/>
                    <a:gd name="T174" fmla="*/ 1684 h 168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3" h="1684">
                      <a:moveTo>
                        <a:pt x="146" y="0"/>
                      </a:moveTo>
                      <a:lnTo>
                        <a:pt x="287" y="54"/>
                      </a:lnTo>
                      <a:lnTo>
                        <a:pt x="417" y="124"/>
                      </a:lnTo>
                      <a:lnTo>
                        <a:pt x="535" y="207"/>
                      </a:lnTo>
                      <a:lnTo>
                        <a:pt x="642" y="305"/>
                      </a:lnTo>
                      <a:lnTo>
                        <a:pt x="743" y="412"/>
                      </a:lnTo>
                      <a:lnTo>
                        <a:pt x="839" y="531"/>
                      </a:lnTo>
                      <a:lnTo>
                        <a:pt x="932" y="659"/>
                      </a:lnTo>
                      <a:lnTo>
                        <a:pt x="1026" y="797"/>
                      </a:lnTo>
                      <a:lnTo>
                        <a:pt x="1064" y="924"/>
                      </a:lnTo>
                      <a:lnTo>
                        <a:pt x="1093" y="1028"/>
                      </a:lnTo>
                      <a:lnTo>
                        <a:pt x="1111" y="1117"/>
                      </a:lnTo>
                      <a:lnTo>
                        <a:pt x="1121" y="1199"/>
                      </a:lnTo>
                      <a:lnTo>
                        <a:pt x="1123" y="1281"/>
                      </a:lnTo>
                      <a:lnTo>
                        <a:pt x="1116" y="1372"/>
                      </a:lnTo>
                      <a:lnTo>
                        <a:pt x="1103" y="1480"/>
                      </a:lnTo>
                      <a:lnTo>
                        <a:pt x="1084" y="1613"/>
                      </a:lnTo>
                      <a:lnTo>
                        <a:pt x="882" y="1673"/>
                      </a:lnTo>
                      <a:lnTo>
                        <a:pt x="696" y="1684"/>
                      </a:lnTo>
                      <a:lnTo>
                        <a:pt x="530" y="1650"/>
                      </a:lnTo>
                      <a:lnTo>
                        <a:pt x="388" y="1580"/>
                      </a:lnTo>
                      <a:lnTo>
                        <a:pt x="274" y="1475"/>
                      </a:lnTo>
                      <a:lnTo>
                        <a:pt x="193" y="1345"/>
                      </a:lnTo>
                      <a:lnTo>
                        <a:pt x="151" y="1192"/>
                      </a:lnTo>
                      <a:lnTo>
                        <a:pt x="152" y="1026"/>
                      </a:lnTo>
                      <a:lnTo>
                        <a:pt x="160" y="1013"/>
                      </a:lnTo>
                      <a:lnTo>
                        <a:pt x="158" y="1005"/>
                      </a:lnTo>
                      <a:lnTo>
                        <a:pt x="151" y="1000"/>
                      </a:lnTo>
                      <a:lnTo>
                        <a:pt x="140" y="999"/>
                      </a:lnTo>
                      <a:lnTo>
                        <a:pt x="127" y="995"/>
                      </a:lnTo>
                      <a:lnTo>
                        <a:pt x="119" y="991"/>
                      </a:lnTo>
                      <a:lnTo>
                        <a:pt x="118" y="982"/>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7" name="Freeform 46">
                  <a:extLst>
                    <a:ext uri="{FF2B5EF4-FFF2-40B4-BE49-F238E27FC236}">
                      <a16:creationId xmlns:a16="http://schemas.microsoft.com/office/drawing/2014/main" id="{61AF0A4F-B324-5545-8A01-F4887BB31A86}"/>
                    </a:ext>
                  </a:extLst>
                </p:cNvPr>
                <p:cNvSpPr>
                  <a:spLocks/>
                </p:cNvSpPr>
                <p:nvPr/>
              </p:nvSpPr>
              <p:spPr bwMode="auto">
                <a:xfrm>
                  <a:off x="4668" y="3628"/>
                  <a:ext cx="267" cy="363"/>
                </a:xfrm>
                <a:custGeom>
                  <a:avLst/>
                  <a:gdLst>
                    <a:gd name="T0" fmla="*/ 78 w 534"/>
                    <a:gd name="T1" fmla="*/ 31 h 724"/>
                    <a:gd name="T2" fmla="*/ 57 w 534"/>
                    <a:gd name="T3" fmla="*/ 70 h 724"/>
                    <a:gd name="T4" fmla="*/ 39 w 534"/>
                    <a:gd name="T5" fmla="*/ 105 h 724"/>
                    <a:gd name="T6" fmla="*/ 26 w 534"/>
                    <a:gd name="T7" fmla="*/ 134 h 724"/>
                    <a:gd name="T8" fmla="*/ 20 w 534"/>
                    <a:gd name="T9" fmla="*/ 159 h 724"/>
                    <a:gd name="T10" fmla="*/ 22 w 534"/>
                    <a:gd name="T11" fmla="*/ 182 h 724"/>
                    <a:gd name="T12" fmla="*/ 35 w 534"/>
                    <a:gd name="T13" fmla="*/ 205 h 724"/>
                    <a:gd name="T14" fmla="*/ 60 w 534"/>
                    <a:gd name="T15" fmla="*/ 228 h 724"/>
                    <a:gd name="T16" fmla="*/ 100 w 534"/>
                    <a:gd name="T17" fmla="*/ 253 h 724"/>
                    <a:gd name="T18" fmla="*/ 89 w 534"/>
                    <a:gd name="T19" fmla="*/ 259 h 724"/>
                    <a:gd name="T20" fmla="*/ 77 w 534"/>
                    <a:gd name="T21" fmla="*/ 266 h 724"/>
                    <a:gd name="T22" fmla="*/ 63 w 534"/>
                    <a:gd name="T23" fmla="*/ 275 h 724"/>
                    <a:gd name="T24" fmla="*/ 50 w 534"/>
                    <a:gd name="T25" fmla="*/ 285 h 724"/>
                    <a:gd name="T26" fmla="*/ 36 w 534"/>
                    <a:gd name="T27" fmla="*/ 293 h 724"/>
                    <a:gd name="T28" fmla="*/ 22 w 534"/>
                    <a:gd name="T29" fmla="*/ 302 h 724"/>
                    <a:gd name="T30" fmla="*/ 10 w 534"/>
                    <a:gd name="T31" fmla="*/ 310 h 724"/>
                    <a:gd name="T32" fmla="*/ 0 w 534"/>
                    <a:gd name="T33" fmla="*/ 315 h 724"/>
                    <a:gd name="T34" fmla="*/ 3 w 534"/>
                    <a:gd name="T35" fmla="*/ 323 h 724"/>
                    <a:gd name="T36" fmla="*/ 8 w 534"/>
                    <a:gd name="T37" fmla="*/ 330 h 724"/>
                    <a:gd name="T38" fmla="*/ 14 w 534"/>
                    <a:gd name="T39" fmla="*/ 334 h 724"/>
                    <a:gd name="T40" fmla="*/ 21 w 534"/>
                    <a:gd name="T41" fmla="*/ 339 h 724"/>
                    <a:gd name="T42" fmla="*/ 27 w 534"/>
                    <a:gd name="T43" fmla="*/ 343 h 724"/>
                    <a:gd name="T44" fmla="*/ 33 w 534"/>
                    <a:gd name="T45" fmla="*/ 348 h 724"/>
                    <a:gd name="T46" fmla="*/ 37 w 534"/>
                    <a:gd name="T47" fmla="*/ 354 h 724"/>
                    <a:gd name="T48" fmla="*/ 41 w 534"/>
                    <a:gd name="T49" fmla="*/ 363 h 724"/>
                    <a:gd name="T50" fmla="*/ 66 w 534"/>
                    <a:gd name="T51" fmla="*/ 350 h 724"/>
                    <a:gd name="T52" fmla="*/ 90 w 534"/>
                    <a:gd name="T53" fmla="*/ 337 h 724"/>
                    <a:gd name="T54" fmla="*/ 115 w 534"/>
                    <a:gd name="T55" fmla="*/ 323 h 724"/>
                    <a:gd name="T56" fmla="*/ 139 w 534"/>
                    <a:gd name="T57" fmla="*/ 311 h 724"/>
                    <a:gd name="T58" fmla="*/ 163 w 534"/>
                    <a:gd name="T59" fmla="*/ 298 h 724"/>
                    <a:gd name="T60" fmla="*/ 188 w 534"/>
                    <a:gd name="T61" fmla="*/ 285 h 724"/>
                    <a:gd name="T62" fmla="*/ 212 w 534"/>
                    <a:gd name="T63" fmla="*/ 271 h 724"/>
                    <a:gd name="T64" fmla="*/ 237 w 534"/>
                    <a:gd name="T65" fmla="*/ 259 h 724"/>
                    <a:gd name="T66" fmla="*/ 258 w 534"/>
                    <a:gd name="T67" fmla="*/ 237 h 724"/>
                    <a:gd name="T68" fmla="*/ 267 w 534"/>
                    <a:gd name="T69" fmla="*/ 221 h 724"/>
                    <a:gd name="T70" fmla="*/ 266 w 534"/>
                    <a:gd name="T71" fmla="*/ 209 h 724"/>
                    <a:gd name="T72" fmla="*/ 256 w 534"/>
                    <a:gd name="T73" fmla="*/ 201 h 724"/>
                    <a:gd name="T74" fmla="*/ 237 w 534"/>
                    <a:gd name="T75" fmla="*/ 194 h 724"/>
                    <a:gd name="T76" fmla="*/ 211 w 534"/>
                    <a:gd name="T77" fmla="*/ 187 h 724"/>
                    <a:gd name="T78" fmla="*/ 179 w 534"/>
                    <a:gd name="T79" fmla="*/ 180 h 724"/>
                    <a:gd name="T80" fmla="*/ 142 w 534"/>
                    <a:gd name="T81" fmla="*/ 172 h 724"/>
                    <a:gd name="T82" fmla="*/ 148 w 534"/>
                    <a:gd name="T83" fmla="*/ 160 h 724"/>
                    <a:gd name="T84" fmla="*/ 155 w 534"/>
                    <a:gd name="T85" fmla="*/ 149 h 724"/>
                    <a:gd name="T86" fmla="*/ 162 w 534"/>
                    <a:gd name="T87" fmla="*/ 137 h 724"/>
                    <a:gd name="T88" fmla="*/ 169 w 534"/>
                    <a:gd name="T89" fmla="*/ 126 h 724"/>
                    <a:gd name="T90" fmla="*/ 175 w 534"/>
                    <a:gd name="T91" fmla="*/ 114 h 724"/>
                    <a:gd name="T92" fmla="*/ 182 w 534"/>
                    <a:gd name="T93" fmla="*/ 103 h 724"/>
                    <a:gd name="T94" fmla="*/ 189 w 534"/>
                    <a:gd name="T95" fmla="*/ 92 h 724"/>
                    <a:gd name="T96" fmla="*/ 196 w 534"/>
                    <a:gd name="T97" fmla="*/ 80 h 724"/>
                    <a:gd name="T98" fmla="*/ 185 w 534"/>
                    <a:gd name="T99" fmla="*/ 42 h 724"/>
                    <a:gd name="T100" fmla="*/ 170 w 534"/>
                    <a:gd name="T101" fmla="*/ 17 h 724"/>
                    <a:gd name="T102" fmla="*/ 152 w 534"/>
                    <a:gd name="T103" fmla="*/ 4 h 724"/>
                    <a:gd name="T104" fmla="*/ 133 w 534"/>
                    <a:gd name="T105" fmla="*/ 0 h 724"/>
                    <a:gd name="T106" fmla="*/ 113 w 534"/>
                    <a:gd name="T107" fmla="*/ 3 h 724"/>
                    <a:gd name="T108" fmla="*/ 97 w 534"/>
                    <a:gd name="T109" fmla="*/ 11 h 724"/>
                    <a:gd name="T110" fmla="*/ 84 w 534"/>
                    <a:gd name="T111" fmla="*/ 20 h 724"/>
                    <a:gd name="T112" fmla="*/ 78 w 53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724"/>
                    <a:gd name="T173" fmla="*/ 534 w 53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724">
                      <a:moveTo>
                        <a:pt x="157" y="61"/>
                      </a:moveTo>
                      <a:lnTo>
                        <a:pt x="114" y="140"/>
                      </a:lnTo>
                      <a:lnTo>
                        <a:pt x="79" y="209"/>
                      </a:lnTo>
                      <a:lnTo>
                        <a:pt x="52" y="267"/>
                      </a:lnTo>
                      <a:lnTo>
                        <a:pt x="40" y="318"/>
                      </a:lnTo>
                      <a:lnTo>
                        <a:pt x="44" y="363"/>
                      </a:lnTo>
                      <a:lnTo>
                        <a:pt x="70" y="409"/>
                      </a:lnTo>
                      <a:lnTo>
                        <a:pt x="121" y="455"/>
                      </a:lnTo>
                      <a:lnTo>
                        <a:pt x="201" y="505"/>
                      </a:lnTo>
                      <a:lnTo>
                        <a:pt x="178" y="516"/>
                      </a:lnTo>
                      <a:lnTo>
                        <a:pt x="154" y="531"/>
                      </a:lnTo>
                      <a:lnTo>
                        <a:pt x="127" y="549"/>
                      </a:lnTo>
                      <a:lnTo>
                        <a:pt x="101" y="568"/>
                      </a:lnTo>
                      <a:lnTo>
                        <a:pt x="72" y="585"/>
                      </a:lnTo>
                      <a:lnTo>
                        <a:pt x="45" y="603"/>
                      </a:lnTo>
                      <a:lnTo>
                        <a:pt x="20" y="618"/>
                      </a:lnTo>
                      <a:lnTo>
                        <a:pt x="0" y="629"/>
                      </a:lnTo>
                      <a:lnTo>
                        <a:pt x="6" y="645"/>
                      </a:lnTo>
                      <a:lnTo>
                        <a:pt x="16" y="658"/>
                      </a:lnTo>
                      <a:lnTo>
                        <a:pt x="28" y="667"/>
                      </a:lnTo>
                      <a:lnTo>
                        <a:pt x="42" y="677"/>
                      </a:lnTo>
                      <a:lnTo>
                        <a:pt x="54" y="684"/>
                      </a:lnTo>
                      <a:lnTo>
                        <a:pt x="65" y="694"/>
                      </a:lnTo>
                      <a:lnTo>
                        <a:pt x="75" y="707"/>
                      </a:lnTo>
                      <a:lnTo>
                        <a:pt x="83" y="724"/>
                      </a:lnTo>
                      <a:lnTo>
                        <a:pt x="132" y="698"/>
                      </a:lnTo>
                      <a:lnTo>
                        <a:pt x="181" y="672"/>
                      </a:lnTo>
                      <a:lnTo>
                        <a:pt x="230" y="645"/>
                      </a:lnTo>
                      <a:lnTo>
                        <a:pt x="279" y="620"/>
                      </a:lnTo>
                      <a:lnTo>
                        <a:pt x="327" y="594"/>
                      </a:lnTo>
                      <a:lnTo>
                        <a:pt x="376" y="568"/>
                      </a:lnTo>
                      <a:lnTo>
                        <a:pt x="425" y="541"/>
                      </a:lnTo>
                      <a:lnTo>
                        <a:pt x="474" y="516"/>
                      </a:lnTo>
                      <a:lnTo>
                        <a:pt x="516" y="472"/>
                      </a:lnTo>
                      <a:lnTo>
                        <a:pt x="534" y="441"/>
                      </a:lnTo>
                      <a:lnTo>
                        <a:pt x="532" y="417"/>
                      </a:lnTo>
                      <a:lnTo>
                        <a:pt x="512" y="401"/>
                      </a:lnTo>
                      <a:lnTo>
                        <a:pt x="474" y="386"/>
                      </a:lnTo>
                      <a:lnTo>
                        <a:pt x="423" y="373"/>
                      </a:lnTo>
                      <a:lnTo>
                        <a:pt x="358" y="360"/>
                      </a:lnTo>
                      <a:lnTo>
                        <a:pt x="284" y="343"/>
                      </a:lnTo>
                      <a:lnTo>
                        <a:pt x="296" y="320"/>
                      </a:lnTo>
                      <a:lnTo>
                        <a:pt x="310" y="297"/>
                      </a:lnTo>
                      <a:lnTo>
                        <a:pt x="324" y="274"/>
                      </a:lnTo>
                      <a:lnTo>
                        <a:pt x="338" y="252"/>
                      </a:lnTo>
                      <a:lnTo>
                        <a:pt x="350" y="228"/>
                      </a:lnTo>
                      <a:lnTo>
                        <a:pt x="365" y="205"/>
                      </a:lnTo>
                      <a:lnTo>
                        <a:pt x="378" y="183"/>
                      </a:lnTo>
                      <a:lnTo>
                        <a:pt x="393" y="160"/>
                      </a:lnTo>
                      <a:lnTo>
                        <a:pt x="371" y="83"/>
                      </a:lnTo>
                      <a:lnTo>
                        <a:pt x="341" y="34"/>
                      </a:lnTo>
                      <a:lnTo>
                        <a:pt x="305" y="7"/>
                      </a:lnTo>
                      <a:lnTo>
                        <a:pt x="266" y="0"/>
                      </a:lnTo>
                      <a:lnTo>
                        <a:pt x="227" y="5"/>
                      </a:lnTo>
                      <a:lnTo>
                        <a:pt x="195" y="21"/>
                      </a:lnTo>
                      <a:lnTo>
                        <a:pt x="169" y="40"/>
                      </a:lnTo>
                      <a:lnTo>
                        <a:pt x="157" y="61"/>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8" name="Freeform 47">
                  <a:extLst>
                    <a:ext uri="{FF2B5EF4-FFF2-40B4-BE49-F238E27FC236}">
                      <a16:creationId xmlns:a16="http://schemas.microsoft.com/office/drawing/2014/main" id="{81A4FB5B-E6F6-AD49-8D42-DCBA7033B511}"/>
                    </a:ext>
                  </a:extLst>
                </p:cNvPr>
                <p:cNvSpPr>
                  <a:spLocks/>
                </p:cNvSpPr>
                <p:nvPr/>
              </p:nvSpPr>
              <p:spPr bwMode="auto">
                <a:xfrm>
                  <a:off x="4676" y="3628"/>
                  <a:ext cx="259" cy="363"/>
                </a:xfrm>
                <a:custGeom>
                  <a:avLst/>
                  <a:gdLst>
                    <a:gd name="T0" fmla="*/ 71 w 519"/>
                    <a:gd name="T1" fmla="*/ 31 h 724"/>
                    <a:gd name="T2" fmla="*/ 50 w 519"/>
                    <a:gd name="T3" fmla="*/ 70 h 724"/>
                    <a:gd name="T4" fmla="*/ 34 w 519"/>
                    <a:gd name="T5" fmla="*/ 104 h 724"/>
                    <a:gd name="T6" fmla="*/ 22 w 519"/>
                    <a:gd name="T7" fmla="*/ 133 h 724"/>
                    <a:gd name="T8" fmla="*/ 18 w 519"/>
                    <a:gd name="T9" fmla="*/ 159 h 724"/>
                    <a:gd name="T10" fmla="*/ 22 w 519"/>
                    <a:gd name="T11" fmla="*/ 182 h 724"/>
                    <a:gd name="T12" fmla="*/ 37 w 519"/>
                    <a:gd name="T13" fmla="*/ 204 h 724"/>
                    <a:gd name="T14" fmla="*/ 63 w 519"/>
                    <a:gd name="T15" fmla="*/ 227 h 724"/>
                    <a:gd name="T16" fmla="*/ 104 w 519"/>
                    <a:gd name="T17" fmla="*/ 253 h 724"/>
                    <a:gd name="T18" fmla="*/ 96 w 519"/>
                    <a:gd name="T19" fmla="*/ 258 h 724"/>
                    <a:gd name="T20" fmla="*/ 86 w 519"/>
                    <a:gd name="T21" fmla="*/ 267 h 724"/>
                    <a:gd name="T22" fmla="*/ 72 w 519"/>
                    <a:gd name="T23" fmla="*/ 276 h 724"/>
                    <a:gd name="T24" fmla="*/ 57 w 519"/>
                    <a:gd name="T25" fmla="*/ 288 h 724"/>
                    <a:gd name="T26" fmla="*/ 41 w 519"/>
                    <a:gd name="T27" fmla="*/ 298 h 724"/>
                    <a:gd name="T28" fmla="*/ 25 w 519"/>
                    <a:gd name="T29" fmla="*/ 307 h 724"/>
                    <a:gd name="T30" fmla="*/ 11 w 519"/>
                    <a:gd name="T31" fmla="*/ 315 h 724"/>
                    <a:gd name="T32" fmla="*/ 0 w 519"/>
                    <a:gd name="T33" fmla="*/ 322 h 724"/>
                    <a:gd name="T34" fmla="*/ 2 w 519"/>
                    <a:gd name="T35" fmla="*/ 328 h 724"/>
                    <a:gd name="T36" fmla="*/ 7 w 519"/>
                    <a:gd name="T37" fmla="*/ 334 h 724"/>
                    <a:gd name="T38" fmla="*/ 11 w 519"/>
                    <a:gd name="T39" fmla="*/ 338 h 724"/>
                    <a:gd name="T40" fmla="*/ 17 w 519"/>
                    <a:gd name="T41" fmla="*/ 342 h 724"/>
                    <a:gd name="T42" fmla="*/ 21 w 519"/>
                    <a:gd name="T43" fmla="*/ 345 h 724"/>
                    <a:gd name="T44" fmla="*/ 26 w 519"/>
                    <a:gd name="T45" fmla="*/ 349 h 724"/>
                    <a:gd name="T46" fmla="*/ 30 w 519"/>
                    <a:gd name="T47" fmla="*/ 355 h 724"/>
                    <a:gd name="T48" fmla="*/ 34 w 519"/>
                    <a:gd name="T49" fmla="*/ 363 h 724"/>
                    <a:gd name="T50" fmla="*/ 58 w 519"/>
                    <a:gd name="T51" fmla="*/ 350 h 724"/>
                    <a:gd name="T52" fmla="*/ 83 w 519"/>
                    <a:gd name="T53" fmla="*/ 337 h 724"/>
                    <a:gd name="T54" fmla="*/ 107 w 519"/>
                    <a:gd name="T55" fmla="*/ 323 h 724"/>
                    <a:gd name="T56" fmla="*/ 132 w 519"/>
                    <a:gd name="T57" fmla="*/ 311 h 724"/>
                    <a:gd name="T58" fmla="*/ 156 w 519"/>
                    <a:gd name="T59" fmla="*/ 298 h 724"/>
                    <a:gd name="T60" fmla="*/ 180 w 519"/>
                    <a:gd name="T61" fmla="*/ 285 h 724"/>
                    <a:gd name="T62" fmla="*/ 205 w 519"/>
                    <a:gd name="T63" fmla="*/ 271 h 724"/>
                    <a:gd name="T64" fmla="*/ 229 w 519"/>
                    <a:gd name="T65" fmla="*/ 259 h 724"/>
                    <a:gd name="T66" fmla="*/ 250 w 519"/>
                    <a:gd name="T67" fmla="*/ 237 h 724"/>
                    <a:gd name="T68" fmla="*/ 259 w 519"/>
                    <a:gd name="T69" fmla="*/ 221 h 724"/>
                    <a:gd name="T70" fmla="*/ 258 w 519"/>
                    <a:gd name="T71" fmla="*/ 209 h 724"/>
                    <a:gd name="T72" fmla="*/ 248 w 519"/>
                    <a:gd name="T73" fmla="*/ 201 h 724"/>
                    <a:gd name="T74" fmla="*/ 229 w 519"/>
                    <a:gd name="T75" fmla="*/ 194 h 724"/>
                    <a:gd name="T76" fmla="*/ 204 w 519"/>
                    <a:gd name="T77" fmla="*/ 187 h 724"/>
                    <a:gd name="T78" fmla="*/ 171 w 519"/>
                    <a:gd name="T79" fmla="*/ 180 h 724"/>
                    <a:gd name="T80" fmla="*/ 134 w 519"/>
                    <a:gd name="T81" fmla="*/ 172 h 724"/>
                    <a:gd name="T82" fmla="*/ 140 w 519"/>
                    <a:gd name="T83" fmla="*/ 160 h 724"/>
                    <a:gd name="T84" fmla="*/ 147 w 519"/>
                    <a:gd name="T85" fmla="*/ 149 h 724"/>
                    <a:gd name="T86" fmla="*/ 154 w 519"/>
                    <a:gd name="T87" fmla="*/ 137 h 724"/>
                    <a:gd name="T88" fmla="*/ 161 w 519"/>
                    <a:gd name="T89" fmla="*/ 126 h 724"/>
                    <a:gd name="T90" fmla="*/ 167 w 519"/>
                    <a:gd name="T91" fmla="*/ 114 h 724"/>
                    <a:gd name="T92" fmla="*/ 175 w 519"/>
                    <a:gd name="T93" fmla="*/ 103 h 724"/>
                    <a:gd name="T94" fmla="*/ 181 w 519"/>
                    <a:gd name="T95" fmla="*/ 92 h 724"/>
                    <a:gd name="T96" fmla="*/ 189 w 519"/>
                    <a:gd name="T97" fmla="*/ 80 h 724"/>
                    <a:gd name="T98" fmla="*/ 178 w 519"/>
                    <a:gd name="T99" fmla="*/ 42 h 724"/>
                    <a:gd name="T100" fmla="*/ 163 w 519"/>
                    <a:gd name="T101" fmla="*/ 17 h 724"/>
                    <a:gd name="T102" fmla="*/ 145 w 519"/>
                    <a:gd name="T103" fmla="*/ 4 h 724"/>
                    <a:gd name="T104" fmla="*/ 125 w 519"/>
                    <a:gd name="T105" fmla="*/ 0 h 724"/>
                    <a:gd name="T106" fmla="*/ 106 w 519"/>
                    <a:gd name="T107" fmla="*/ 3 h 724"/>
                    <a:gd name="T108" fmla="*/ 90 w 519"/>
                    <a:gd name="T109" fmla="*/ 11 h 724"/>
                    <a:gd name="T110" fmla="*/ 77 w 519"/>
                    <a:gd name="T111" fmla="*/ 20 h 724"/>
                    <a:gd name="T112" fmla="*/ 71 w 519"/>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9"/>
                    <a:gd name="T172" fmla="*/ 0 h 724"/>
                    <a:gd name="T173" fmla="*/ 519 w 51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9" h="724">
                      <a:moveTo>
                        <a:pt x="142" y="61"/>
                      </a:moveTo>
                      <a:lnTo>
                        <a:pt x="101" y="140"/>
                      </a:lnTo>
                      <a:lnTo>
                        <a:pt x="68" y="208"/>
                      </a:lnTo>
                      <a:lnTo>
                        <a:pt x="44" y="266"/>
                      </a:lnTo>
                      <a:lnTo>
                        <a:pt x="37" y="317"/>
                      </a:lnTo>
                      <a:lnTo>
                        <a:pt x="45" y="362"/>
                      </a:lnTo>
                      <a:lnTo>
                        <a:pt x="74" y="407"/>
                      </a:lnTo>
                      <a:lnTo>
                        <a:pt x="127" y="452"/>
                      </a:lnTo>
                      <a:lnTo>
                        <a:pt x="208" y="504"/>
                      </a:lnTo>
                      <a:lnTo>
                        <a:pt x="193" y="515"/>
                      </a:lnTo>
                      <a:lnTo>
                        <a:pt x="172" y="533"/>
                      </a:lnTo>
                      <a:lnTo>
                        <a:pt x="144" y="551"/>
                      </a:lnTo>
                      <a:lnTo>
                        <a:pt x="114" y="574"/>
                      </a:lnTo>
                      <a:lnTo>
                        <a:pt x="82" y="594"/>
                      </a:lnTo>
                      <a:lnTo>
                        <a:pt x="50" y="613"/>
                      </a:lnTo>
                      <a:lnTo>
                        <a:pt x="22" y="629"/>
                      </a:lnTo>
                      <a:lnTo>
                        <a:pt x="0" y="642"/>
                      </a:lnTo>
                      <a:lnTo>
                        <a:pt x="5" y="655"/>
                      </a:lnTo>
                      <a:lnTo>
                        <a:pt x="14" y="667"/>
                      </a:lnTo>
                      <a:lnTo>
                        <a:pt x="23" y="674"/>
                      </a:lnTo>
                      <a:lnTo>
                        <a:pt x="34" y="682"/>
                      </a:lnTo>
                      <a:lnTo>
                        <a:pt x="43" y="688"/>
                      </a:lnTo>
                      <a:lnTo>
                        <a:pt x="53" y="697"/>
                      </a:lnTo>
                      <a:lnTo>
                        <a:pt x="60" y="708"/>
                      </a:lnTo>
                      <a:lnTo>
                        <a:pt x="68" y="724"/>
                      </a:lnTo>
                      <a:lnTo>
                        <a:pt x="117" y="698"/>
                      </a:lnTo>
                      <a:lnTo>
                        <a:pt x="166" y="672"/>
                      </a:lnTo>
                      <a:lnTo>
                        <a:pt x="215" y="645"/>
                      </a:lnTo>
                      <a:lnTo>
                        <a:pt x="264" y="620"/>
                      </a:lnTo>
                      <a:lnTo>
                        <a:pt x="312" y="594"/>
                      </a:lnTo>
                      <a:lnTo>
                        <a:pt x="361" y="568"/>
                      </a:lnTo>
                      <a:lnTo>
                        <a:pt x="410" y="541"/>
                      </a:lnTo>
                      <a:lnTo>
                        <a:pt x="459" y="516"/>
                      </a:lnTo>
                      <a:lnTo>
                        <a:pt x="501" y="472"/>
                      </a:lnTo>
                      <a:lnTo>
                        <a:pt x="519" y="441"/>
                      </a:lnTo>
                      <a:lnTo>
                        <a:pt x="517" y="417"/>
                      </a:lnTo>
                      <a:lnTo>
                        <a:pt x="497" y="401"/>
                      </a:lnTo>
                      <a:lnTo>
                        <a:pt x="459" y="386"/>
                      </a:lnTo>
                      <a:lnTo>
                        <a:pt x="408" y="373"/>
                      </a:lnTo>
                      <a:lnTo>
                        <a:pt x="343" y="360"/>
                      </a:lnTo>
                      <a:lnTo>
                        <a:pt x="269" y="343"/>
                      </a:lnTo>
                      <a:lnTo>
                        <a:pt x="281" y="320"/>
                      </a:lnTo>
                      <a:lnTo>
                        <a:pt x="295" y="297"/>
                      </a:lnTo>
                      <a:lnTo>
                        <a:pt x="309" y="274"/>
                      </a:lnTo>
                      <a:lnTo>
                        <a:pt x="323" y="252"/>
                      </a:lnTo>
                      <a:lnTo>
                        <a:pt x="335" y="228"/>
                      </a:lnTo>
                      <a:lnTo>
                        <a:pt x="350" y="205"/>
                      </a:lnTo>
                      <a:lnTo>
                        <a:pt x="363" y="183"/>
                      </a:lnTo>
                      <a:lnTo>
                        <a:pt x="378" y="160"/>
                      </a:lnTo>
                      <a:lnTo>
                        <a:pt x="356" y="83"/>
                      </a:lnTo>
                      <a:lnTo>
                        <a:pt x="326" y="34"/>
                      </a:lnTo>
                      <a:lnTo>
                        <a:pt x="290" y="7"/>
                      </a:lnTo>
                      <a:lnTo>
                        <a:pt x="251" y="0"/>
                      </a:lnTo>
                      <a:lnTo>
                        <a:pt x="212" y="5"/>
                      </a:lnTo>
                      <a:lnTo>
                        <a:pt x="180" y="21"/>
                      </a:lnTo>
                      <a:lnTo>
                        <a:pt x="154" y="40"/>
                      </a:lnTo>
                      <a:lnTo>
                        <a:pt x="142" y="61"/>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9" name="Freeform 48">
                  <a:extLst>
                    <a:ext uri="{FF2B5EF4-FFF2-40B4-BE49-F238E27FC236}">
                      <a16:creationId xmlns:a16="http://schemas.microsoft.com/office/drawing/2014/main" id="{F7BCDB10-5CE8-B642-BD53-6519CEA421E4}"/>
                    </a:ext>
                  </a:extLst>
                </p:cNvPr>
                <p:cNvSpPr>
                  <a:spLocks/>
                </p:cNvSpPr>
                <p:nvPr/>
              </p:nvSpPr>
              <p:spPr bwMode="auto">
                <a:xfrm>
                  <a:off x="4683" y="3628"/>
                  <a:ext cx="252" cy="363"/>
                </a:xfrm>
                <a:custGeom>
                  <a:avLst/>
                  <a:gdLst>
                    <a:gd name="T0" fmla="*/ 63 w 504"/>
                    <a:gd name="T1" fmla="*/ 31 h 724"/>
                    <a:gd name="T2" fmla="*/ 44 w 504"/>
                    <a:gd name="T3" fmla="*/ 70 h 724"/>
                    <a:gd name="T4" fmla="*/ 28 w 504"/>
                    <a:gd name="T5" fmla="*/ 104 h 724"/>
                    <a:gd name="T6" fmla="*/ 19 w 504"/>
                    <a:gd name="T7" fmla="*/ 132 h 724"/>
                    <a:gd name="T8" fmla="*/ 17 w 504"/>
                    <a:gd name="T9" fmla="*/ 158 h 724"/>
                    <a:gd name="T10" fmla="*/ 23 w 504"/>
                    <a:gd name="T11" fmla="*/ 180 h 724"/>
                    <a:gd name="T12" fmla="*/ 39 w 504"/>
                    <a:gd name="T13" fmla="*/ 203 h 724"/>
                    <a:gd name="T14" fmla="*/ 67 w 504"/>
                    <a:gd name="T15" fmla="*/ 226 h 724"/>
                    <a:gd name="T16" fmla="*/ 108 w 504"/>
                    <a:gd name="T17" fmla="*/ 252 h 724"/>
                    <a:gd name="T18" fmla="*/ 104 w 504"/>
                    <a:gd name="T19" fmla="*/ 258 h 724"/>
                    <a:gd name="T20" fmla="*/ 95 w 504"/>
                    <a:gd name="T21" fmla="*/ 268 h 724"/>
                    <a:gd name="T22" fmla="*/ 81 w 504"/>
                    <a:gd name="T23" fmla="*/ 278 h 724"/>
                    <a:gd name="T24" fmla="*/ 64 w 504"/>
                    <a:gd name="T25" fmla="*/ 290 h 724"/>
                    <a:gd name="T26" fmla="*/ 46 w 504"/>
                    <a:gd name="T27" fmla="*/ 301 h 724"/>
                    <a:gd name="T28" fmla="*/ 28 w 504"/>
                    <a:gd name="T29" fmla="*/ 312 h 724"/>
                    <a:gd name="T30" fmla="*/ 12 w 504"/>
                    <a:gd name="T31" fmla="*/ 320 h 724"/>
                    <a:gd name="T32" fmla="*/ 0 w 504"/>
                    <a:gd name="T33" fmla="*/ 327 h 724"/>
                    <a:gd name="T34" fmla="*/ 2 w 504"/>
                    <a:gd name="T35" fmla="*/ 334 h 724"/>
                    <a:gd name="T36" fmla="*/ 6 w 504"/>
                    <a:gd name="T37" fmla="*/ 339 h 724"/>
                    <a:gd name="T38" fmla="*/ 10 w 504"/>
                    <a:gd name="T39" fmla="*/ 342 h 724"/>
                    <a:gd name="T40" fmla="*/ 14 w 504"/>
                    <a:gd name="T41" fmla="*/ 345 h 724"/>
                    <a:gd name="T42" fmla="*/ 17 w 504"/>
                    <a:gd name="T43" fmla="*/ 347 h 724"/>
                    <a:gd name="T44" fmla="*/ 20 w 504"/>
                    <a:gd name="T45" fmla="*/ 350 h 724"/>
                    <a:gd name="T46" fmla="*/ 24 w 504"/>
                    <a:gd name="T47" fmla="*/ 355 h 724"/>
                    <a:gd name="T48" fmla="*/ 27 w 504"/>
                    <a:gd name="T49" fmla="*/ 363 h 724"/>
                    <a:gd name="T50" fmla="*/ 51 w 504"/>
                    <a:gd name="T51" fmla="*/ 350 h 724"/>
                    <a:gd name="T52" fmla="*/ 76 w 504"/>
                    <a:gd name="T53" fmla="*/ 337 h 724"/>
                    <a:gd name="T54" fmla="*/ 100 w 504"/>
                    <a:gd name="T55" fmla="*/ 323 h 724"/>
                    <a:gd name="T56" fmla="*/ 125 w 504"/>
                    <a:gd name="T57" fmla="*/ 311 h 724"/>
                    <a:gd name="T58" fmla="*/ 149 w 504"/>
                    <a:gd name="T59" fmla="*/ 298 h 724"/>
                    <a:gd name="T60" fmla="*/ 173 w 504"/>
                    <a:gd name="T61" fmla="*/ 285 h 724"/>
                    <a:gd name="T62" fmla="*/ 198 w 504"/>
                    <a:gd name="T63" fmla="*/ 271 h 724"/>
                    <a:gd name="T64" fmla="*/ 222 w 504"/>
                    <a:gd name="T65" fmla="*/ 259 h 724"/>
                    <a:gd name="T66" fmla="*/ 243 w 504"/>
                    <a:gd name="T67" fmla="*/ 237 h 724"/>
                    <a:gd name="T68" fmla="*/ 252 w 504"/>
                    <a:gd name="T69" fmla="*/ 221 h 724"/>
                    <a:gd name="T70" fmla="*/ 251 w 504"/>
                    <a:gd name="T71" fmla="*/ 209 h 724"/>
                    <a:gd name="T72" fmla="*/ 241 w 504"/>
                    <a:gd name="T73" fmla="*/ 201 h 724"/>
                    <a:gd name="T74" fmla="*/ 222 w 504"/>
                    <a:gd name="T75" fmla="*/ 194 h 724"/>
                    <a:gd name="T76" fmla="*/ 197 w 504"/>
                    <a:gd name="T77" fmla="*/ 187 h 724"/>
                    <a:gd name="T78" fmla="*/ 164 w 504"/>
                    <a:gd name="T79" fmla="*/ 180 h 724"/>
                    <a:gd name="T80" fmla="*/ 127 w 504"/>
                    <a:gd name="T81" fmla="*/ 172 h 724"/>
                    <a:gd name="T82" fmla="*/ 133 w 504"/>
                    <a:gd name="T83" fmla="*/ 160 h 724"/>
                    <a:gd name="T84" fmla="*/ 140 w 504"/>
                    <a:gd name="T85" fmla="*/ 149 h 724"/>
                    <a:gd name="T86" fmla="*/ 147 w 504"/>
                    <a:gd name="T87" fmla="*/ 137 h 724"/>
                    <a:gd name="T88" fmla="*/ 154 w 504"/>
                    <a:gd name="T89" fmla="*/ 126 h 724"/>
                    <a:gd name="T90" fmla="*/ 160 w 504"/>
                    <a:gd name="T91" fmla="*/ 114 h 724"/>
                    <a:gd name="T92" fmla="*/ 168 w 504"/>
                    <a:gd name="T93" fmla="*/ 103 h 724"/>
                    <a:gd name="T94" fmla="*/ 174 w 504"/>
                    <a:gd name="T95" fmla="*/ 92 h 724"/>
                    <a:gd name="T96" fmla="*/ 182 w 504"/>
                    <a:gd name="T97" fmla="*/ 80 h 724"/>
                    <a:gd name="T98" fmla="*/ 171 w 504"/>
                    <a:gd name="T99" fmla="*/ 42 h 724"/>
                    <a:gd name="T100" fmla="*/ 156 w 504"/>
                    <a:gd name="T101" fmla="*/ 17 h 724"/>
                    <a:gd name="T102" fmla="*/ 138 w 504"/>
                    <a:gd name="T103" fmla="*/ 4 h 724"/>
                    <a:gd name="T104" fmla="*/ 118 w 504"/>
                    <a:gd name="T105" fmla="*/ 0 h 724"/>
                    <a:gd name="T106" fmla="*/ 99 w 504"/>
                    <a:gd name="T107" fmla="*/ 3 h 724"/>
                    <a:gd name="T108" fmla="*/ 83 w 504"/>
                    <a:gd name="T109" fmla="*/ 11 h 724"/>
                    <a:gd name="T110" fmla="*/ 70 w 504"/>
                    <a:gd name="T111" fmla="*/ 20 h 724"/>
                    <a:gd name="T112" fmla="*/ 63 w 50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04"/>
                    <a:gd name="T172" fmla="*/ 0 h 724"/>
                    <a:gd name="T173" fmla="*/ 504 w 50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04" h="724">
                      <a:moveTo>
                        <a:pt x="127" y="61"/>
                      </a:moveTo>
                      <a:lnTo>
                        <a:pt x="87" y="140"/>
                      </a:lnTo>
                      <a:lnTo>
                        <a:pt x="55" y="208"/>
                      </a:lnTo>
                      <a:lnTo>
                        <a:pt x="37" y="264"/>
                      </a:lnTo>
                      <a:lnTo>
                        <a:pt x="33" y="316"/>
                      </a:lnTo>
                      <a:lnTo>
                        <a:pt x="45" y="360"/>
                      </a:lnTo>
                      <a:lnTo>
                        <a:pt x="78" y="405"/>
                      </a:lnTo>
                      <a:lnTo>
                        <a:pt x="133" y="451"/>
                      </a:lnTo>
                      <a:lnTo>
                        <a:pt x="216" y="502"/>
                      </a:lnTo>
                      <a:lnTo>
                        <a:pt x="208" y="515"/>
                      </a:lnTo>
                      <a:lnTo>
                        <a:pt x="190" y="534"/>
                      </a:lnTo>
                      <a:lnTo>
                        <a:pt x="161" y="555"/>
                      </a:lnTo>
                      <a:lnTo>
                        <a:pt x="128" y="579"/>
                      </a:lnTo>
                      <a:lnTo>
                        <a:pt x="91" y="600"/>
                      </a:lnTo>
                      <a:lnTo>
                        <a:pt x="55" y="622"/>
                      </a:lnTo>
                      <a:lnTo>
                        <a:pt x="24" y="638"/>
                      </a:lnTo>
                      <a:lnTo>
                        <a:pt x="0" y="652"/>
                      </a:lnTo>
                      <a:lnTo>
                        <a:pt x="4" y="667"/>
                      </a:lnTo>
                      <a:lnTo>
                        <a:pt x="12" y="677"/>
                      </a:lnTo>
                      <a:lnTo>
                        <a:pt x="19" y="682"/>
                      </a:lnTo>
                      <a:lnTo>
                        <a:pt x="27" y="688"/>
                      </a:lnTo>
                      <a:lnTo>
                        <a:pt x="33" y="692"/>
                      </a:lnTo>
                      <a:lnTo>
                        <a:pt x="40" y="698"/>
                      </a:lnTo>
                      <a:lnTo>
                        <a:pt x="47" y="708"/>
                      </a:lnTo>
                      <a:lnTo>
                        <a:pt x="53" y="724"/>
                      </a:lnTo>
                      <a:lnTo>
                        <a:pt x="102" y="698"/>
                      </a:lnTo>
                      <a:lnTo>
                        <a:pt x="151" y="672"/>
                      </a:lnTo>
                      <a:lnTo>
                        <a:pt x="200" y="645"/>
                      </a:lnTo>
                      <a:lnTo>
                        <a:pt x="249" y="620"/>
                      </a:lnTo>
                      <a:lnTo>
                        <a:pt x="297" y="594"/>
                      </a:lnTo>
                      <a:lnTo>
                        <a:pt x="346" y="568"/>
                      </a:lnTo>
                      <a:lnTo>
                        <a:pt x="395" y="541"/>
                      </a:lnTo>
                      <a:lnTo>
                        <a:pt x="444" y="516"/>
                      </a:lnTo>
                      <a:lnTo>
                        <a:pt x="486" y="472"/>
                      </a:lnTo>
                      <a:lnTo>
                        <a:pt x="504" y="441"/>
                      </a:lnTo>
                      <a:lnTo>
                        <a:pt x="502" y="417"/>
                      </a:lnTo>
                      <a:lnTo>
                        <a:pt x="482" y="401"/>
                      </a:lnTo>
                      <a:lnTo>
                        <a:pt x="444" y="386"/>
                      </a:lnTo>
                      <a:lnTo>
                        <a:pt x="393" y="373"/>
                      </a:lnTo>
                      <a:lnTo>
                        <a:pt x="328" y="360"/>
                      </a:lnTo>
                      <a:lnTo>
                        <a:pt x="254" y="343"/>
                      </a:lnTo>
                      <a:lnTo>
                        <a:pt x="266" y="320"/>
                      </a:lnTo>
                      <a:lnTo>
                        <a:pt x="280" y="297"/>
                      </a:lnTo>
                      <a:lnTo>
                        <a:pt x="294" y="274"/>
                      </a:lnTo>
                      <a:lnTo>
                        <a:pt x="308" y="252"/>
                      </a:lnTo>
                      <a:lnTo>
                        <a:pt x="320" y="228"/>
                      </a:lnTo>
                      <a:lnTo>
                        <a:pt x="335" y="205"/>
                      </a:lnTo>
                      <a:lnTo>
                        <a:pt x="348" y="183"/>
                      </a:lnTo>
                      <a:lnTo>
                        <a:pt x="363" y="160"/>
                      </a:lnTo>
                      <a:lnTo>
                        <a:pt x="341" y="83"/>
                      </a:lnTo>
                      <a:lnTo>
                        <a:pt x="311" y="34"/>
                      </a:lnTo>
                      <a:lnTo>
                        <a:pt x="275" y="7"/>
                      </a:lnTo>
                      <a:lnTo>
                        <a:pt x="236" y="0"/>
                      </a:lnTo>
                      <a:lnTo>
                        <a:pt x="197" y="5"/>
                      </a:lnTo>
                      <a:lnTo>
                        <a:pt x="165" y="21"/>
                      </a:lnTo>
                      <a:lnTo>
                        <a:pt x="139" y="40"/>
                      </a:lnTo>
                      <a:lnTo>
                        <a:pt x="127" y="61"/>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0" name="Freeform 49">
                  <a:extLst>
                    <a:ext uri="{FF2B5EF4-FFF2-40B4-BE49-F238E27FC236}">
                      <a16:creationId xmlns:a16="http://schemas.microsoft.com/office/drawing/2014/main" id="{D5CE3D8F-102C-8540-AB7A-D224709D4BAA}"/>
                    </a:ext>
                  </a:extLst>
                </p:cNvPr>
                <p:cNvSpPr>
                  <a:spLocks/>
                </p:cNvSpPr>
                <p:nvPr/>
              </p:nvSpPr>
              <p:spPr bwMode="auto">
                <a:xfrm>
                  <a:off x="4691" y="3628"/>
                  <a:ext cx="244" cy="363"/>
                </a:xfrm>
                <a:custGeom>
                  <a:avLst/>
                  <a:gdLst>
                    <a:gd name="T0" fmla="*/ 55 w 487"/>
                    <a:gd name="T1" fmla="*/ 31 h 724"/>
                    <a:gd name="T2" fmla="*/ 35 w 487"/>
                    <a:gd name="T3" fmla="*/ 70 h 724"/>
                    <a:gd name="T4" fmla="*/ 21 w 487"/>
                    <a:gd name="T5" fmla="*/ 104 h 724"/>
                    <a:gd name="T6" fmla="*/ 14 w 487"/>
                    <a:gd name="T7" fmla="*/ 132 h 724"/>
                    <a:gd name="T8" fmla="*/ 14 w 487"/>
                    <a:gd name="T9" fmla="*/ 158 h 724"/>
                    <a:gd name="T10" fmla="*/ 22 w 487"/>
                    <a:gd name="T11" fmla="*/ 179 h 724"/>
                    <a:gd name="T12" fmla="*/ 41 w 487"/>
                    <a:gd name="T13" fmla="*/ 202 h 724"/>
                    <a:gd name="T14" fmla="*/ 70 w 487"/>
                    <a:gd name="T15" fmla="*/ 224 h 724"/>
                    <a:gd name="T16" fmla="*/ 111 w 487"/>
                    <a:gd name="T17" fmla="*/ 250 h 724"/>
                    <a:gd name="T18" fmla="*/ 110 w 487"/>
                    <a:gd name="T19" fmla="*/ 257 h 724"/>
                    <a:gd name="T20" fmla="*/ 103 w 487"/>
                    <a:gd name="T21" fmla="*/ 268 h 724"/>
                    <a:gd name="T22" fmla="*/ 88 w 487"/>
                    <a:gd name="T23" fmla="*/ 280 h 724"/>
                    <a:gd name="T24" fmla="*/ 70 w 487"/>
                    <a:gd name="T25" fmla="*/ 293 h 724"/>
                    <a:gd name="T26" fmla="*/ 50 w 487"/>
                    <a:gd name="T27" fmla="*/ 305 h 724"/>
                    <a:gd name="T28" fmla="*/ 30 w 487"/>
                    <a:gd name="T29" fmla="*/ 317 h 724"/>
                    <a:gd name="T30" fmla="*/ 12 w 487"/>
                    <a:gd name="T31" fmla="*/ 326 h 724"/>
                    <a:gd name="T32" fmla="*/ 0 w 487"/>
                    <a:gd name="T33" fmla="*/ 333 h 724"/>
                    <a:gd name="T34" fmla="*/ 2 w 487"/>
                    <a:gd name="T35" fmla="*/ 339 h 724"/>
                    <a:gd name="T36" fmla="*/ 4 w 487"/>
                    <a:gd name="T37" fmla="*/ 343 h 724"/>
                    <a:gd name="T38" fmla="*/ 6 w 487"/>
                    <a:gd name="T39" fmla="*/ 346 h 724"/>
                    <a:gd name="T40" fmla="*/ 9 w 487"/>
                    <a:gd name="T41" fmla="*/ 347 h 724"/>
                    <a:gd name="T42" fmla="*/ 11 w 487"/>
                    <a:gd name="T43" fmla="*/ 348 h 724"/>
                    <a:gd name="T44" fmla="*/ 13 w 487"/>
                    <a:gd name="T45" fmla="*/ 351 h 724"/>
                    <a:gd name="T46" fmla="*/ 16 w 487"/>
                    <a:gd name="T47" fmla="*/ 355 h 724"/>
                    <a:gd name="T48" fmla="*/ 18 w 487"/>
                    <a:gd name="T49" fmla="*/ 363 h 724"/>
                    <a:gd name="T50" fmla="*/ 43 w 487"/>
                    <a:gd name="T51" fmla="*/ 350 h 724"/>
                    <a:gd name="T52" fmla="*/ 67 w 487"/>
                    <a:gd name="T53" fmla="*/ 337 h 724"/>
                    <a:gd name="T54" fmla="*/ 92 w 487"/>
                    <a:gd name="T55" fmla="*/ 323 h 724"/>
                    <a:gd name="T56" fmla="*/ 116 w 487"/>
                    <a:gd name="T57" fmla="*/ 311 h 724"/>
                    <a:gd name="T58" fmla="*/ 140 w 487"/>
                    <a:gd name="T59" fmla="*/ 298 h 724"/>
                    <a:gd name="T60" fmla="*/ 165 w 487"/>
                    <a:gd name="T61" fmla="*/ 285 h 724"/>
                    <a:gd name="T62" fmla="*/ 189 w 487"/>
                    <a:gd name="T63" fmla="*/ 271 h 724"/>
                    <a:gd name="T64" fmla="*/ 214 w 487"/>
                    <a:gd name="T65" fmla="*/ 259 h 724"/>
                    <a:gd name="T66" fmla="*/ 235 w 487"/>
                    <a:gd name="T67" fmla="*/ 237 h 724"/>
                    <a:gd name="T68" fmla="*/ 244 w 487"/>
                    <a:gd name="T69" fmla="*/ 221 h 724"/>
                    <a:gd name="T70" fmla="*/ 243 w 487"/>
                    <a:gd name="T71" fmla="*/ 209 h 724"/>
                    <a:gd name="T72" fmla="*/ 233 w 487"/>
                    <a:gd name="T73" fmla="*/ 201 h 724"/>
                    <a:gd name="T74" fmla="*/ 214 w 487"/>
                    <a:gd name="T75" fmla="*/ 194 h 724"/>
                    <a:gd name="T76" fmla="*/ 188 w 487"/>
                    <a:gd name="T77" fmla="*/ 187 h 724"/>
                    <a:gd name="T78" fmla="*/ 156 w 487"/>
                    <a:gd name="T79" fmla="*/ 180 h 724"/>
                    <a:gd name="T80" fmla="*/ 119 w 487"/>
                    <a:gd name="T81" fmla="*/ 172 h 724"/>
                    <a:gd name="T82" fmla="*/ 125 w 487"/>
                    <a:gd name="T83" fmla="*/ 160 h 724"/>
                    <a:gd name="T84" fmla="*/ 132 w 487"/>
                    <a:gd name="T85" fmla="*/ 149 h 724"/>
                    <a:gd name="T86" fmla="*/ 139 w 487"/>
                    <a:gd name="T87" fmla="*/ 137 h 724"/>
                    <a:gd name="T88" fmla="*/ 146 w 487"/>
                    <a:gd name="T89" fmla="*/ 126 h 724"/>
                    <a:gd name="T90" fmla="*/ 152 w 487"/>
                    <a:gd name="T91" fmla="*/ 114 h 724"/>
                    <a:gd name="T92" fmla="*/ 159 w 487"/>
                    <a:gd name="T93" fmla="*/ 103 h 724"/>
                    <a:gd name="T94" fmla="*/ 166 w 487"/>
                    <a:gd name="T95" fmla="*/ 92 h 724"/>
                    <a:gd name="T96" fmla="*/ 173 w 487"/>
                    <a:gd name="T97" fmla="*/ 80 h 724"/>
                    <a:gd name="T98" fmla="*/ 162 w 487"/>
                    <a:gd name="T99" fmla="*/ 42 h 724"/>
                    <a:gd name="T100" fmla="*/ 147 w 487"/>
                    <a:gd name="T101" fmla="*/ 17 h 724"/>
                    <a:gd name="T102" fmla="*/ 129 w 487"/>
                    <a:gd name="T103" fmla="*/ 4 h 724"/>
                    <a:gd name="T104" fmla="*/ 110 w 487"/>
                    <a:gd name="T105" fmla="*/ 0 h 724"/>
                    <a:gd name="T106" fmla="*/ 90 w 487"/>
                    <a:gd name="T107" fmla="*/ 3 h 724"/>
                    <a:gd name="T108" fmla="*/ 74 w 487"/>
                    <a:gd name="T109" fmla="*/ 11 h 724"/>
                    <a:gd name="T110" fmla="*/ 61 w 487"/>
                    <a:gd name="T111" fmla="*/ 20 h 724"/>
                    <a:gd name="T112" fmla="*/ 55 w 487"/>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87"/>
                    <a:gd name="T172" fmla="*/ 0 h 724"/>
                    <a:gd name="T173" fmla="*/ 487 w 487"/>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87" h="724">
                      <a:moveTo>
                        <a:pt x="110" y="61"/>
                      </a:moveTo>
                      <a:lnTo>
                        <a:pt x="70" y="140"/>
                      </a:lnTo>
                      <a:lnTo>
                        <a:pt x="42" y="208"/>
                      </a:lnTo>
                      <a:lnTo>
                        <a:pt x="27" y="264"/>
                      </a:lnTo>
                      <a:lnTo>
                        <a:pt x="27" y="315"/>
                      </a:lnTo>
                      <a:lnTo>
                        <a:pt x="43" y="358"/>
                      </a:lnTo>
                      <a:lnTo>
                        <a:pt x="81" y="402"/>
                      </a:lnTo>
                      <a:lnTo>
                        <a:pt x="139" y="447"/>
                      </a:lnTo>
                      <a:lnTo>
                        <a:pt x="222" y="499"/>
                      </a:lnTo>
                      <a:lnTo>
                        <a:pt x="220" y="513"/>
                      </a:lnTo>
                      <a:lnTo>
                        <a:pt x="205" y="534"/>
                      </a:lnTo>
                      <a:lnTo>
                        <a:pt x="176" y="558"/>
                      </a:lnTo>
                      <a:lnTo>
                        <a:pt x="140" y="584"/>
                      </a:lnTo>
                      <a:lnTo>
                        <a:pt x="99" y="609"/>
                      </a:lnTo>
                      <a:lnTo>
                        <a:pt x="59" y="632"/>
                      </a:lnTo>
                      <a:lnTo>
                        <a:pt x="23" y="650"/>
                      </a:lnTo>
                      <a:lnTo>
                        <a:pt x="0" y="664"/>
                      </a:lnTo>
                      <a:lnTo>
                        <a:pt x="3" y="677"/>
                      </a:lnTo>
                      <a:lnTo>
                        <a:pt x="7" y="685"/>
                      </a:lnTo>
                      <a:lnTo>
                        <a:pt x="12" y="690"/>
                      </a:lnTo>
                      <a:lnTo>
                        <a:pt x="17" y="693"/>
                      </a:lnTo>
                      <a:lnTo>
                        <a:pt x="21" y="694"/>
                      </a:lnTo>
                      <a:lnTo>
                        <a:pt x="26" y="700"/>
                      </a:lnTo>
                      <a:lnTo>
                        <a:pt x="31" y="708"/>
                      </a:lnTo>
                      <a:lnTo>
                        <a:pt x="36" y="724"/>
                      </a:lnTo>
                      <a:lnTo>
                        <a:pt x="85" y="698"/>
                      </a:lnTo>
                      <a:lnTo>
                        <a:pt x="134" y="672"/>
                      </a:lnTo>
                      <a:lnTo>
                        <a:pt x="183" y="645"/>
                      </a:lnTo>
                      <a:lnTo>
                        <a:pt x="232" y="620"/>
                      </a:lnTo>
                      <a:lnTo>
                        <a:pt x="280" y="594"/>
                      </a:lnTo>
                      <a:lnTo>
                        <a:pt x="329" y="568"/>
                      </a:lnTo>
                      <a:lnTo>
                        <a:pt x="378" y="541"/>
                      </a:lnTo>
                      <a:lnTo>
                        <a:pt x="427" y="516"/>
                      </a:lnTo>
                      <a:lnTo>
                        <a:pt x="469" y="472"/>
                      </a:lnTo>
                      <a:lnTo>
                        <a:pt x="487" y="441"/>
                      </a:lnTo>
                      <a:lnTo>
                        <a:pt x="485" y="417"/>
                      </a:lnTo>
                      <a:lnTo>
                        <a:pt x="465" y="401"/>
                      </a:lnTo>
                      <a:lnTo>
                        <a:pt x="427" y="386"/>
                      </a:lnTo>
                      <a:lnTo>
                        <a:pt x="376" y="373"/>
                      </a:lnTo>
                      <a:lnTo>
                        <a:pt x="311" y="360"/>
                      </a:lnTo>
                      <a:lnTo>
                        <a:pt x="237" y="343"/>
                      </a:lnTo>
                      <a:lnTo>
                        <a:pt x="249" y="320"/>
                      </a:lnTo>
                      <a:lnTo>
                        <a:pt x="263" y="297"/>
                      </a:lnTo>
                      <a:lnTo>
                        <a:pt x="277" y="274"/>
                      </a:lnTo>
                      <a:lnTo>
                        <a:pt x="291" y="252"/>
                      </a:lnTo>
                      <a:lnTo>
                        <a:pt x="303" y="228"/>
                      </a:lnTo>
                      <a:lnTo>
                        <a:pt x="318" y="205"/>
                      </a:lnTo>
                      <a:lnTo>
                        <a:pt x="331" y="183"/>
                      </a:lnTo>
                      <a:lnTo>
                        <a:pt x="346" y="160"/>
                      </a:lnTo>
                      <a:lnTo>
                        <a:pt x="324" y="83"/>
                      </a:lnTo>
                      <a:lnTo>
                        <a:pt x="294" y="34"/>
                      </a:lnTo>
                      <a:lnTo>
                        <a:pt x="258" y="7"/>
                      </a:lnTo>
                      <a:lnTo>
                        <a:pt x="219" y="0"/>
                      </a:lnTo>
                      <a:lnTo>
                        <a:pt x="180" y="5"/>
                      </a:lnTo>
                      <a:lnTo>
                        <a:pt x="148" y="21"/>
                      </a:lnTo>
                      <a:lnTo>
                        <a:pt x="122" y="40"/>
                      </a:lnTo>
                      <a:lnTo>
                        <a:pt x="110" y="61"/>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1" name="Freeform 50">
                  <a:extLst>
                    <a:ext uri="{FF2B5EF4-FFF2-40B4-BE49-F238E27FC236}">
                      <a16:creationId xmlns:a16="http://schemas.microsoft.com/office/drawing/2014/main" id="{235C283D-9796-8440-83F1-CD833C220321}"/>
                    </a:ext>
                  </a:extLst>
                </p:cNvPr>
                <p:cNvSpPr>
                  <a:spLocks/>
                </p:cNvSpPr>
                <p:nvPr/>
              </p:nvSpPr>
              <p:spPr bwMode="auto">
                <a:xfrm>
                  <a:off x="4699" y="3628"/>
                  <a:ext cx="236" cy="363"/>
                </a:xfrm>
                <a:custGeom>
                  <a:avLst/>
                  <a:gdLst>
                    <a:gd name="T0" fmla="*/ 48 w 472"/>
                    <a:gd name="T1" fmla="*/ 31 h 724"/>
                    <a:gd name="T2" fmla="*/ 28 w 472"/>
                    <a:gd name="T3" fmla="*/ 70 h 724"/>
                    <a:gd name="T4" fmla="*/ 15 w 472"/>
                    <a:gd name="T5" fmla="*/ 104 h 724"/>
                    <a:gd name="T6" fmla="*/ 9 w 472"/>
                    <a:gd name="T7" fmla="*/ 131 h 724"/>
                    <a:gd name="T8" fmla="*/ 12 w 472"/>
                    <a:gd name="T9" fmla="*/ 156 h 724"/>
                    <a:gd name="T10" fmla="*/ 22 w 472"/>
                    <a:gd name="T11" fmla="*/ 178 h 724"/>
                    <a:gd name="T12" fmla="*/ 43 w 472"/>
                    <a:gd name="T13" fmla="*/ 201 h 724"/>
                    <a:gd name="T14" fmla="*/ 73 w 472"/>
                    <a:gd name="T15" fmla="*/ 223 h 724"/>
                    <a:gd name="T16" fmla="*/ 115 w 472"/>
                    <a:gd name="T17" fmla="*/ 249 h 724"/>
                    <a:gd name="T18" fmla="*/ 118 w 472"/>
                    <a:gd name="T19" fmla="*/ 257 h 724"/>
                    <a:gd name="T20" fmla="*/ 112 w 472"/>
                    <a:gd name="T21" fmla="*/ 268 h 724"/>
                    <a:gd name="T22" fmla="*/ 97 w 472"/>
                    <a:gd name="T23" fmla="*/ 281 h 724"/>
                    <a:gd name="T24" fmla="*/ 77 w 472"/>
                    <a:gd name="T25" fmla="*/ 295 h 724"/>
                    <a:gd name="T26" fmla="*/ 55 w 472"/>
                    <a:gd name="T27" fmla="*/ 308 h 724"/>
                    <a:gd name="T28" fmla="*/ 32 w 472"/>
                    <a:gd name="T29" fmla="*/ 321 h 724"/>
                    <a:gd name="T30" fmla="*/ 13 w 472"/>
                    <a:gd name="T31" fmla="*/ 331 h 724"/>
                    <a:gd name="T32" fmla="*/ 0 w 472"/>
                    <a:gd name="T33" fmla="*/ 338 h 724"/>
                    <a:gd name="T34" fmla="*/ 1 w 472"/>
                    <a:gd name="T35" fmla="*/ 345 h 724"/>
                    <a:gd name="T36" fmla="*/ 3 w 472"/>
                    <a:gd name="T37" fmla="*/ 348 h 724"/>
                    <a:gd name="T38" fmla="*/ 4 w 472"/>
                    <a:gd name="T39" fmla="*/ 350 h 724"/>
                    <a:gd name="T40" fmla="*/ 5 w 472"/>
                    <a:gd name="T41" fmla="*/ 350 h 724"/>
                    <a:gd name="T42" fmla="*/ 6 w 472"/>
                    <a:gd name="T43" fmla="*/ 350 h 724"/>
                    <a:gd name="T44" fmla="*/ 7 w 472"/>
                    <a:gd name="T45" fmla="*/ 352 h 724"/>
                    <a:gd name="T46" fmla="*/ 8 w 472"/>
                    <a:gd name="T47" fmla="*/ 355 h 724"/>
                    <a:gd name="T48" fmla="*/ 11 w 472"/>
                    <a:gd name="T49" fmla="*/ 363 h 724"/>
                    <a:gd name="T50" fmla="*/ 35 w 472"/>
                    <a:gd name="T51" fmla="*/ 350 h 724"/>
                    <a:gd name="T52" fmla="*/ 59 w 472"/>
                    <a:gd name="T53" fmla="*/ 337 h 724"/>
                    <a:gd name="T54" fmla="*/ 84 w 472"/>
                    <a:gd name="T55" fmla="*/ 323 h 724"/>
                    <a:gd name="T56" fmla="*/ 109 w 472"/>
                    <a:gd name="T57" fmla="*/ 311 h 724"/>
                    <a:gd name="T58" fmla="*/ 133 w 472"/>
                    <a:gd name="T59" fmla="*/ 298 h 724"/>
                    <a:gd name="T60" fmla="*/ 157 w 472"/>
                    <a:gd name="T61" fmla="*/ 285 h 724"/>
                    <a:gd name="T62" fmla="*/ 182 w 472"/>
                    <a:gd name="T63" fmla="*/ 271 h 724"/>
                    <a:gd name="T64" fmla="*/ 206 w 472"/>
                    <a:gd name="T65" fmla="*/ 259 h 724"/>
                    <a:gd name="T66" fmla="*/ 227 w 472"/>
                    <a:gd name="T67" fmla="*/ 237 h 724"/>
                    <a:gd name="T68" fmla="*/ 236 w 472"/>
                    <a:gd name="T69" fmla="*/ 221 h 724"/>
                    <a:gd name="T70" fmla="*/ 235 w 472"/>
                    <a:gd name="T71" fmla="*/ 209 h 724"/>
                    <a:gd name="T72" fmla="*/ 225 w 472"/>
                    <a:gd name="T73" fmla="*/ 201 h 724"/>
                    <a:gd name="T74" fmla="*/ 206 w 472"/>
                    <a:gd name="T75" fmla="*/ 194 h 724"/>
                    <a:gd name="T76" fmla="*/ 181 w 472"/>
                    <a:gd name="T77" fmla="*/ 187 h 724"/>
                    <a:gd name="T78" fmla="*/ 148 w 472"/>
                    <a:gd name="T79" fmla="*/ 180 h 724"/>
                    <a:gd name="T80" fmla="*/ 111 w 472"/>
                    <a:gd name="T81" fmla="*/ 172 h 724"/>
                    <a:gd name="T82" fmla="*/ 117 w 472"/>
                    <a:gd name="T83" fmla="*/ 160 h 724"/>
                    <a:gd name="T84" fmla="*/ 124 w 472"/>
                    <a:gd name="T85" fmla="*/ 149 h 724"/>
                    <a:gd name="T86" fmla="*/ 131 w 472"/>
                    <a:gd name="T87" fmla="*/ 137 h 724"/>
                    <a:gd name="T88" fmla="*/ 138 w 472"/>
                    <a:gd name="T89" fmla="*/ 126 h 724"/>
                    <a:gd name="T90" fmla="*/ 144 w 472"/>
                    <a:gd name="T91" fmla="*/ 114 h 724"/>
                    <a:gd name="T92" fmla="*/ 152 w 472"/>
                    <a:gd name="T93" fmla="*/ 103 h 724"/>
                    <a:gd name="T94" fmla="*/ 158 w 472"/>
                    <a:gd name="T95" fmla="*/ 92 h 724"/>
                    <a:gd name="T96" fmla="*/ 166 w 472"/>
                    <a:gd name="T97" fmla="*/ 80 h 724"/>
                    <a:gd name="T98" fmla="*/ 155 w 472"/>
                    <a:gd name="T99" fmla="*/ 42 h 724"/>
                    <a:gd name="T100" fmla="*/ 140 w 472"/>
                    <a:gd name="T101" fmla="*/ 17 h 724"/>
                    <a:gd name="T102" fmla="*/ 121 w 472"/>
                    <a:gd name="T103" fmla="*/ 4 h 724"/>
                    <a:gd name="T104" fmla="*/ 102 w 472"/>
                    <a:gd name="T105" fmla="*/ 0 h 724"/>
                    <a:gd name="T106" fmla="*/ 83 w 472"/>
                    <a:gd name="T107" fmla="*/ 3 h 724"/>
                    <a:gd name="T108" fmla="*/ 67 w 472"/>
                    <a:gd name="T109" fmla="*/ 11 h 724"/>
                    <a:gd name="T110" fmla="*/ 54 w 472"/>
                    <a:gd name="T111" fmla="*/ 20 h 724"/>
                    <a:gd name="T112" fmla="*/ 48 w 472"/>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72"/>
                    <a:gd name="T172" fmla="*/ 0 h 724"/>
                    <a:gd name="T173" fmla="*/ 472 w 472"/>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72" h="724">
                      <a:moveTo>
                        <a:pt x="95" y="61"/>
                      </a:moveTo>
                      <a:lnTo>
                        <a:pt x="56" y="140"/>
                      </a:lnTo>
                      <a:lnTo>
                        <a:pt x="31" y="207"/>
                      </a:lnTo>
                      <a:lnTo>
                        <a:pt x="18" y="262"/>
                      </a:lnTo>
                      <a:lnTo>
                        <a:pt x="23" y="312"/>
                      </a:lnTo>
                      <a:lnTo>
                        <a:pt x="44" y="356"/>
                      </a:lnTo>
                      <a:lnTo>
                        <a:pt x="85" y="400"/>
                      </a:lnTo>
                      <a:lnTo>
                        <a:pt x="145" y="445"/>
                      </a:lnTo>
                      <a:lnTo>
                        <a:pt x="229" y="496"/>
                      </a:lnTo>
                      <a:lnTo>
                        <a:pt x="237" y="513"/>
                      </a:lnTo>
                      <a:lnTo>
                        <a:pt x="223" y="535"/>
                      </a:lnTo>
                      <a:lnTo>
                        <a:pt x="193" y="560"/>
                      </a:lnTo>
                      <a:lnTo>
                        <a:pt x="154" y="589"/>
                      </a:lnTo>
                      <a:lnTo>
                        <a:pt x="109" y="615"/>
                      </a:lnTo>
                      <a:lnTo>
                        <a:pt x="64" y="640"/>
                      </a:lnTo>
                      <a:lnTo>
                        <a:pt x="26" y="660"/>
                      </a:lnTo>
                      <a:lnTo>
                        <a:pt x="0" y="674"/>
                      </a:lnTo>
                      <a:lnTo>
                        <a:pt x="2" y="688"/>
                      </a:lnTo>
                      <a:lnTo>
                        <a:pt x="6" y="695"/>
                      </a:lnTo>
                      <a:lnTo>
                        <a:pt x="7" y="698"/>
                      </a:lnTo>
                      <a:lnTo>
                        <a:pt x="10" y="699"/>
                      </a:lnTo>
                      <a:lnTo>
                        <a:pt x="11" y="699"/>
                      </a:lnTo>
                      <a:lnTo>
                        <a:pt x="13" y="702"/>
                      </a:lnTo>
                      <a:lnTo>
                        <a:pt x="16" y="709"/>
                      </a:lnTo>
                      <a:lnTo>
                        <a:pt x="21" y="724"/>
                      </a:lnTo>
                      <a:lnTo>
                        <a:pt x="70" y="698"/>
                      </a:lnTo>
                      <a:lnTo>
                        <a:pt x="119" y="672"/>
                      </a:lnTo>
                      <a:lnTo>
                        <a:pt x="168" y="645"/>
                      </a:lnTo>
                      <a:lnTo>
                        <a:pt x="217" y="620"/>
                      </a:lnTo>
                      <a:lnTo>
                        <a:pt x="265" y="594"/>
                      </a:lnTo>
                      <a:lnTo>
                        <a:pt x="314" y="568"/>
                      </a:lnTo>
                      <a:lnTo>
                        <a:pt x="363" y="541"/>
                      </a:lnTo>
                      <a:lnTo>
                        <a:pt x="412" y="516"/>
                      </a:lnTo>
                      <a:lnTo>
                        <a:pt x="454" y="472"/>
                      </a:lnTo>
                      <a:lnTo>
                        <a:pt x="472" y="441"/>
                      </a:lnTo>
                      <a:lnTo>
                        <a:pt x="470" y="417"/>
                      </a:lnTo>
                      <a:lnTo>
                        <a:pt x="450" y="401"/>
                      </a:lnTo>
                      <a:lnTo>
                        <a:pt x="412" y="386"/>
                      </a:lnTo>
                      <a:lnTo>
                        <a:pt x="361" y="373"/>
                      </a:lnTo>
                      <a:lnTo>
                        <a:pt x="296" y="360"/>
                      </a:lnTo>
                      <a:lnTo>
                        <a:pt x="222" y="343"/>
                      </a:lnTo>
                      <a:lnTo>
                        <a:pt x="234" y="320"/>
                      </a:lnTo>
                      <a:lnTo>
                        <a:pt x="248" y="297"/>
                      </a:lnTo>
                      <a:lnTo>
                        <a:pt x="262" y="274"/>
                      </a:lnTo>
                      <a:lnTo>
                        <a:pt x="276" y="252"/>
                      </a:lnTo>
                      <a:lnTo>
                        <a:pt x="288" y="228"/>
                      </a:lnTo>
                      <a:lnTo>
                        <a:pt x="303" y="205"/>
                      </a:lnTo>
                      <a:lnTo>
                        <a:pt x="316" y="183"/>
                      </a:lnTo>
                      <a:lnTo>
                        <a:pt x="331" y="160"/>
                      </a:lnTo>
                      <a:lnTo>
                        <a:pt x="309" y="83"/>
                      </a:lnTo>
                      <a:lnTo>
                        <a:pt x="279" y="34"/>
                      </a:lnTo>
                      <a:lnTo>
                        <a:pt x="243" y="7"/>
                      </a:lnTo>
                      <a:lnTo>
                        <a:pt x="204" y="0"/>
                      </a:lnTo>
                      <a:lnTo>
                        <a:pt x="165" y="5"/>
                      </a:lnTo>
                      <a:lnTo>
                        <a:pt x="133" y="21"/>
                      </a:lnTo>
                      <a:lnTo>
                        <a:pt x="107" y="40"/>
                      </a:lnTo>
                      <a:lnTo>
                        <a:pt x="95" y="61"/>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2" name="Freeform 51">
                  <a:extLst>
                    <a:ext uri="{FF2B5EF4-FFF2-40B4-BE49-F238E27FC236}">
                      <a16:creationId xmlns:a16="http://schemas.microsoft.com/office/drawing/2014/main" id="{94AB5A53-E31B-BC49-97E6-952496693B49}"/>
                    </a:ext>
                  </a:extLst>
                </p:cNvPr>
                <p:cNvSpPr>
                  <a:spLocks/>
                </p:cNvSpPr>
                <p:nvPr/>
              </p:nvSpPr>
              <p:spPr bwMode="auto">
                <a:xfrm>
                  <a:off x="4706" y="3628"/>
                  <a:ext cx="229" cy="363"/>
                </a:xfrm>
                <a:custGeom>
                  <a:avLst/>
                  <a:gdLst>
                    <a:gd name="T0" fmla="*/ 41 w 459"/>
                    <a:gd name="T1" fmla="*/ 31 h 724"/>
                    <a:gd name="T2" fmla="*/ 22 w 459"/>
                    <a:gd name="T3" fmla="*/ 70 h 724"/>
                    <a:gd name="T4" fmla="*/ 11 w 459"/>
                    <a:gd name="T5" fmla="*/ 104 h 724"/>
                    <a:gd name="T6" fmla="*/ 6 w 459"/>
                    <a:gd name="T7" fmla="*/ 131 h 724"/>
                    <a:gd name="T8" fmla="*/ 11 w 459"/>
                    <a:gd name="T9" fmla="*/ 156 h 724"/>
                    <a:gd name="T10" fmla="*/ 23 w 459"/>
                    <a:gd name="T11" fmla="*/ 178 h 724"/>
                    <a:gd name="T12" fmla="*/ 45 w 459"/>
                    <a:gd name="T13" fmla="*/ 201 h 724"/>
                    <a:gd name="T14" fmla="*/ 76 w 459"/>
                    <a:gd name="T15" fmla="*/ 223 h 724"/>
                    <a:gd name="T16" fmla="*/ 119 w 459"/>
                    <a:gd name="T17" fmla="*/ 248 h 724"/>
                    <a:gd name="T18" fmla="*/ 127 w 459"/>
                    <a:gd name="T19" fmla="*/ 256 h 724"/>
                    <a:gd name="T20" fmla="*/ 121 w 459"/>
                    <a:gd name="T21" fmla="*/ 268 h 724"/>
                    <a:gd name="T22" fmla="*/ 106 w 459"/>
                    <a:gd name="T23" fmla="*/ 282 h 724"/>
                    <a:gd name="T24" fmla="*/ 85 w 459"/>
                    <a:gd name="T25" fmla="*/ 298 h 724"/>
                    <a:gd name="T26" fmla="*/ 59 w 459"/>
                    <a:gd name="T27" fmla="*/ 312 h 724"/>
                    <a:gd name="T28" fmla="*/ 34 w 459"/>
                    <a:gd name="T29" fmla="*/ 326 h 724"/>
                    <a:gd name="T30" fmla="*/ 14 w 459"/>
                    <a:gd name="T31" fmla="*/ 337 h 724"/>
                    <a:gd name="T32" fmla="*/ 0 w 459"/>
                    <a:gd name="T33" fmla="*/ 344 h 724"/>
                    <a:gd name="T34" fmla="*/ 1 w 459"/>
                    <a:gd name="T35" fmla="*/ 350 h 724"/>
                    <a:gd name="T36" fmla="*/ 2 w 459"/>
                    <a:gd name="T37" fmla="*/ 353 h 724"/>
                    <a:gd name="T38" fmla="*/ 2 w 459"/>
                    <a:gd name="T39" fmla="*/ 353 h 724"/>
                    <a:gd name="T40" fmla="*/ 2 w 459"/>
                    <a:gd name="T41" fmla="*/ 353 h 724"/>
                    <a:gd name="T42" fmla="*/ 1 w 459"/>
                    <a:gd name="T43" fmla="*/ 352 h 724"/>
                    <a:gd name="T44" fmla="*/ 1 w 459"/>
                    <a:gd name="T45" fmla="*/ 352 h 724"/>
                    <a:gd name="T46" fmla="*/ 1 w 459"/>
                    <a:gd name="T47" fmla="*/ 355 h 724"/>
                    <a:gd name="T48" fmla="*/ 4 w 459"/>
                    <a:gd name="T49" fmla="*/ 363 h 724"/>
                    <a:gd name="T50" fmla="*/ 28 w 459"/>
                    <a:gd name="T51" fmla="*/ 350 h 724"/>
                    <a:gd name="T52" fmla="*/ 53 w 459"/>
                    <a:gd name="T53" fmla="*/ 337 h 724"/>
                    <a:gd name="T54" fmla="*/ 77 w 459"/>
                    <a:gd name="T55" fmla="*/ 323 h 724"/>
                    <a:gd name="T56" fmla="*/ 102 w 459"/>
                    <a:gd name="T57" fmla="*/ 311 h 724"/>
                    <a:gd name="T58" fmla="*/ 126 w 459"/>
                    <a:gd name="T59" fmla="*/ 298 h 724"/>
                    <a:gd name="T60" fmla="*/ 150 w 459"/>
                    <a:gd name="T61" fmla="*/ 285 h 724"/>
                    <a:gd name="T62" fmla="*/ 175 w 459"/>
                    <a:gd name="T63" fmla="*/ 271 h 724"/>
                    <a:gd name="T64" fmla="*/ 199 w 459"/>
                    <a:gd name="T65" fmla="*/ 259 h 724"/>
                    <a:gd name="T66" fmla="*/ 220 w 459"/>
                    <a:gd name="T67" fmla="*/ 237 h 724"/>
                    <a:gd name="T68" fmla="*/ 229 w 459"/>
                    <a:gd name="T69" fmla="*/ 221 h 724"/>
                    <a:gd name="T70" fmla="*/ 228 w 459"/>
                    <a:gd name="T71" fmla="*/ 209 h 724"/>
                    <a:gd name="T72" fmla="*/ 218 w 459"/>
                    <a:gd name="T73" fmla="*/ 201 h 724"/>
                    <a:gd name="T74" fmla="*/ 199 w 459"/>
                    <a:gd name="T75" fmla="*/ 194 h 724"/>
                    <a:gd name="T76" fmla="*/ 174 w 459"/>
                    <a:gd name="T77" fmla="*/ 187 h 724"/>
                    <a:gd name="T78" fmla="*/ 141 w 459"/>
                    <a:gd name="T79" fmla="*/ 180 h 724"/>
                    <a:gd name="T80" fmla="*/ 104 w 459"/>
                    <a:gd name="T81" fmla="*/ 172 h 724"/>
                    <a:gd name="T82" fmla="*/ 110 w 459"/>
                    <a:gd name="T83" fmla="*/ 160 h 724"/>
                    <a:gd name="T84" fmla="*/ 117 w 459"/>
                    <a:gd name="T85" fmla="*/ 149 h 724"/>
                    <a:gd name="T86" fmla="*/ 124 w 459"/>
                    <a:gd name="T87" fmla="*/ 137 h 724"/>
                    <a:gd name="T88" fmla="*/ 131 w 459"/>
                    <a:gd name="T89" fmla="*/ 126 h 724"/>
                    <a:gd name="T90" fmla="*/ 137 w 459"/>
                    <a:gd name="T91" fmla="*/ 114 h 724"/>
                    <a:gd name="T92" fmla="*/ 145 w 459"/>
                    <a:gd name="T93" fmla="*/ 103 h 724"/>
                    <a:gd name="T94" fmla="*/ 151 w 459"/>
                    <a:gd name="T95" fmla="*/ 92 h 724"/>
                    <a:gd name="T96" fmla="*/ 159 w 459"/>
                    <a:gd name="T97" fmla="*/ 80 h 724"/>
                    <a:gd name="T98" fmla="*/ 148 w 459"/>
                    <a:gd name="T99" fmla="*/ 42 h 724"/>
                    <a:gd name="T100" fmla="*/ 133 w 459"/>
                    <a:gd name="T101" fmla="*/ 17 h 724"/>
                    <a:gd name="T102" fmla="*/ 115 w 459"/>
                    <a:gd name="T103" fmla="*/ 4 h 724"/>
                    <a:gd name="T104" fmla="*/ 95 w 459"/>
                    <a:gd name="T105" fmla="*/ 0 h 724"/>
                    <a:gd name="T106" fmla="*/ 76 w 459"/>
                    <a:gd name="T107" fmla="*/ 3 h 724"/>
                    <a:gd name="T108" fmla="*/ 60 w 459"/>
                    <a:gd name="T109" fmla="*/ 11 h 724"/>
                    <a:gd name="T110" fmla="*/ 47 w 459"/>
                    <a:gd name="T111" fmla="*/ 20 h 724"/>
                    <a:gd name="T112" fmla="*/ 41 w 459"/>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9"/>
                    <a:gd name="T172" fmla="*/ 0 h 724"/>
                    <a:gd name="T173" fmla="*/ 459 w 45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9" h="724">
                      <a:moveTo>
                        <a:pt x="82" y="61"/>
                      </a:moveTo>
                      <a:lnTo>
                        <a:pt x="44" y="140"/>
                      </a:lnTo>
                      <a:lnTo>
                        <a:pt x="22" y="207"/>
                      </a:lnTo>
                      <a:lnTo>
                        <a:pt x="13" y="262"/>
                      </a:lnTo>
                      <a:lnTo>
                        <a:pt x="22" y="312"/>
                      </a:lnTo>
                      <a:lnTo>
                        <a:pt x="47" y="356"/>
                      </a:lnTo>
                      <a:lnTo>
                        <a:pt x="91" y="400"/>
                      </a:lnTo>
                      <a:lnTo>
                        <a:pt x="153" y="444"/>
                      </a:lnTo>
                      <a:lnTo>
                        <a:pt x="239" y="495"/>
                      </a:lnTo>
                      <a:lnTo>
                        <a:pt x="254" y="511"/>
                      </a:lnTo>
                      <a:lnTo>
                        <a:pt x="242" y="535"/>
                      </a:lnTo>
                      <a:lnTo>
                        <a:pt x="212" y="563"/>
                      </a:lnTo>
                      <a:lnTo>
                        <a:pt x="170" y="594"/>
                      </a:lnTo>
                      <a:lnTo>
                        <a:pt x="118" y="623"/>
                      </a:lnTo>
                      <a:lnTo>
                        <a:pt x="69" y="650"/>
                      </a:lnTo>
                      <a:lnTo>
                        <a:pt x="28" y="672"/>
                      </a:lnTo>
                      <a:lnTo>
                        <a:pt x="0" y="687"/>
                      </a:lnTo>
                      <a:lnTo>
                        <a:pt x="3" y="699"/>
                      </a:lnTo>
                      <a:lnTo>
                        <a:pt x="4" y="704"/>
                      </a:lnTo>
                      <a:lnTo>
                        <a:pt x="4" y="705"/>
                      </a:lnTo>
                      <a:lnTo>
                        <a:pt x="4" y="704"/>
                      </a:lnTo>
                      <a:lnTo>
                        <a:pt x="3" y="702"/>
                      </a:lnTo>
                      <a:lnTo>
                        <a:pt x="3" y="703"/>
                      </a:lnTo>
                      <a:lnTo>
                        <a:pt x="3" y="709"/>
                      </a:lnTo>
                      <a:lnTo>
                        <a:pt x="8" y="724"/>
                      </a:lnTo>
                      <a:lnTo>
                        <a:pt x="57" y="698"/>
                      </a:lnTo>
                      <a:lnTo>
                        <a:pt x="106" y="672"/>
                      </a:lnTo>
                      <a:lnTo>
                        <a:pt x="155" y="645"/>
                      </a:lnTo>
                      <a:lnTo>
                        <a:pt x="204" y="620"/>
                      </a:lnTo>
                      <a:lnTo>
                        <a:pt x="252" y="594"/>
                      </a:lnTo>
                      <a:lnTo>
                        <a:pt x="301" y="568"/>
                      </a:lnTo>
                      <a:lnTo>
                        <a:pt x="350" y="541"/>
                      </a:lnTo>
                      <a:lnTo>
                        <a:pt x="399" y="516"/>
                      </a:lnTo>
                      <a:lnTo>
                        <a:pt x="441" y="472"/>
                      </a:lnTo>
                      <a:lnTo>
                        <a:pt x="459" y="441"/>
                      </a:lnTo>
                      <a:lnTo>
                        <a:pt x="457" y="417"/>
                      </a:lnTo>
                      <a:lnTo>
                        <a:pt x="437" y="401"/>
                      </a:lnTo>
                      <a:lnTo>
                        <a:pt x="399" y="386"/>
                      </a:lnTo>
                      <a:lnTo>
                        <a:pt x="348" y="373"/>
                      </a:lnTo>
                      <a:lnTo>
                        <a:pt x="283" y="360"/>
                      </a:lnTo>
                      <a:lnTo>
                        <a:pt x="209" y="343"/>
                      </a:lnTo>
                      <a:lnTo>
                        <a:pt x="221" y="320"/>
                      </a:lnTo>
                      <a:lnTo>
                        <a:pt x="235" y="297"/>
                      </a:lnTo>
                      <a:lnTo>
                        <a:pt x="249" y="274"/>
                      </a:lnTo>
                      <a:lnTo>
                        <a:pt x="263" y="252"/>
                      </a:lnTo>
                      <a:lnTo>
                        <a:pt x="275" y="228"/>
                      </a:lnTo>
                      <a:lnTo>
                        <a:pt x="290" y="205"/>
                      </a:lnTo>
                      <a:lnTo>
                        <a:pt x="303" y="183"/>
                      </a:lnTo>
                      <a:lnTo>
                        <a:pt x="318" y="160"/>
                      </a:lnTo>
                      <a:lnTo>
                        <a:pt x="296" y="83"/>
                      </a:lnTo>
                      <a:lnTo>
                        <a:pt x="266" y="34"/>
                      </a:lnTo>
                      <a:lnTo>
                        <a:pt x="230" y="7"/>
                      </a:lnTo>
                      <a:lnTo>
                        <a:pt x="191" y="0"/>
                      </a:lnTo>
                      <a:lnTo>
                        <a:pt x="152" y="5"/>
                      </a:lnTo>
                      <a:lnTo>
                        <a:pt x="120" y="21"/>
                      </a:lnTo>
                      <a:lnTo>
                        <a:pt x="94" y="40"/>
                      </a:lnTo>
                      <a:lnTo>
                        <a:pt x="82" y="61"/>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3" name="Freeform 52">
                  <a:extLst>
                    <a:ext uri="{FF2B5EF4-FFF2-40B4-BE49-F238E27FC236}">
                      <a16:creationId xmlns:a16="http://schemas.microsoft.com/office/drawing/2014/main" id="{43B760D6-2CCB-124D-B298-3635F58A29CD}"/>
                    </a:ext>
                  </a:extLst>
                </p:cNvPr>
                <p:cNvSpPr>
                  <a:spLocks/>
                </p:cNvSpPr>
                <p:nvPr/>
              </p:nvSpPr>
              <p:spPr bwMode="auto">
                <a:xfrm>
                  <a:off x="4708" y="3628"/>
                  <a:ext cx="227" cy="363"/>
                </a:xfrm>
                <a:custGeom>
                  <a:avLst/>
                  <a:gdLst>
                    <a:gd name="T0" fmla="*/ 39 w 455"/>
                    <a:gd name="T1" fmla="*/ 31 h 724"/>
                    <a:gd name="T2" fmla="*/ 21 w 455"/>
                    <a:gd name="T3" fmla="*/ 70 h 724"/>
                    <a:gd name="T4" fmla="*/ 11 w 455"/>
                    <a:gd name="T5" fmla="*/ 104 h 724"/>
                    <a:gd name="T6" fmla="*/ 8 w 455"/>
                    <a:gd name="T7" fmla="*/ 131 h 724"/>
                    <a:gd name="T8" fmla="*/ 14 w 455"/>
                    <a:gd name="T9" fmla="*/ 156 h 724"/>
                    <a:gd name="T10" fmla="*/ 29 w 455"/>
                    <a:gd name="T11" fmla="*/ 177 h 724"/>
                    <a:gd name="T12" fmla="*/ 52 w 455"/>
                    <a:gd name="T13" fmla="*/ 199 h 724"/>
                    <a:gd name="T14" fmla="*/ 84 w 455"/>
                    <a:gd name="T15" fmla="*/ 221 h 724"/>
                    <a:gd name="T16" fmla="*/ 127 w 455"/>
                    <a:gd name="T17" fmla="*/ 246 h 724"/>
                    <a:gd name="T18" fmla="*/ 138 w 455"/>
                    <a:gd name="T19" fmla="*/ 256 h 724"/>
                    <a:gd name="T20" fmla="*/ 135 w 455"/>
                    <a:gd name="T21" fmla="*/ 269 h 724"/>
                    <a:gd name="T22" fmla="*/ 120 w 455"/>
                    <a:gd name="T23" fmla="*/ 284 h 724"/>
                    <a:gd name="T24" fmla="*/ 97 w 455"/>
                    <a:gd name="T25" fmla="*/ 300 h 724"/>
                    <a:gd name="T26" fmla="*/ 70 w 455"/>
                    <a:gd name="T27" fmla="*/ 316 h 724"/>
                    <a:gd name="T28" fmla="*/ 43 w 455"/>
                    <a:gd name="T29" fmla="*/ 330 h 724"/>
                    <a:gd name="T30" fmla="*/ 20 w 455"/>
                    <a:gd name="T31" fmla="*/ 342 h 724"/>
                    <a:gd name="T32" fmla="*/ 5 w 455"/>
                    <a:gd name="T33" fmla="*/ 349 h 724"/>
                    <a:gd name="T34" fmla="*/ 6 w 455"/>
                    <a:gd name="T35" fmla="*/ 355 h 724"/>
                    <a:gd name="T36" fmla="*/ 6 w 455"/>
                    <a:gd name="T37" fmla="*/ 358 h 724"/>
                    <a:gd name="T38" fmla="*/ 5 w 455"/>
                    <a:gd name="T39" fmla="*/ 357 h 724"/>
                    <a:gd name="T40" fmla="*/ 4 w 455"/>
                    <a:gd name="T41" fmla="*/ 356 h 724"/>
                    <a:gd name="T42" fmla="*/ 2 w 455"/>
                    <a:gd name="T43" fmla="*/ 353 h 724"/>
                    <a:gd name="T44" fmla="*/ 0 w 455"/>
                    <a:gd name="T45" fmla="*/ 353 h 724"/>
                    <a:gd name="T46" fmla="*/ 0 w 455"/>
                    <a:gd name="T47" fmla="*/ 356 h 724"/>
                    <a:gd name="T48" fmla="*/ 2 w 455"/>
                    <a:gd name="T49" fmla="*/ 363 h 724"/>
                    <a:gd name="T50" fmla="*/ 26 w 455"/>
                    <a:gd name="T51" fmla="*/ 350 h 724"/>
                    <a:gd name="T52" fmla="*/ 51 w 455"/>
                    <a:gd name="T53" fmla="*/ 337 h 724"/>
                    <a:gd name="T54" fmla="*/ 75 w 455"/>
                    <a:gd name="T55" fmla="*/ 323 h 724"/>
                    <a:gd name="T56" fmla="*/ 100 w 455"/>
                    <a:gd name="T57" fmla="*/ 311 h 724"/>
                    <a:gd name="T58" fmla="*/ 124 w 455"/>
                    <a:gd name="T59" fmla="*/ 298 h 724"/>
                    <a:gd name="T60" fmla="*/ 148 w 455"/>
                    <a:gd name="T61" fmla="*/ 285 h 724"/>
                    <a:gd name="T62" fmla="*/ 173 w 455"/>
                    <a:gd name="T63" fmla="*/ 271 h 724"/>
                    <a:gd name="T64" fmla="*/ 197 w 455"/>
                    <a:gd name="T65" fmla="*/ 259 h 724"/>
                    <a:gd name="T66" fmla="*/ 218 w 455"/>
                    <a:gd name="T67" fmla="*/ 237 h 724"/>
                    <a:gd name="T68" fmla="*/ 227 w 455"/>
                    <a:gd name="T69" fmla="*/ 221 h 724"/>
                    <a:gd name="T70" fmla="*/ 226 w 455"/>
                    <a:gd name="T71" fmla="*/ 209 h 724"/>
                    <a:gd name="T72" fmla="*/ 216 w 455"/>
                    <a:gd name="T73" fmla="*/ 201 h 724"/>
                    <a:gd name="T74" fmla="*/ 197 w 455"/>
                    <a:gd name="T75" fmla="*/ 194 h 724"/>
                    <a:gd name="T76" fmla="*/ 172 w 455"/>
                    <a:gd name="T77" fmla="*/ 187 h 724"/>
                    <a:gd name="T78" fmla="*/ 139 w 455"/>
                    <a:gd name="T79" fmla="*/ 180 h 724"/>
                    <a:gd name="T80" fmla="*/ 102 w 455"/>
                    <a:gd name="T81" fmla="*/ 172 h 724"/>
                    <a:gd name="T82" fmla="*/ 108 w 455"/>
                    <a:gd name="T83" fmla="*/ 160 h 724"/>
                    <a:gd name="T84" fmla="*/ 115 w 455"/>
                    <a:gd name="T85" fmla="*/ 149 h 724"/>
                    <a:gd name="T86" fmla="*/ 122 w 455"/>
                    <a:gd name="T87" fmla="*/ 137 h 724"/>
                    <a:gd name="T88" fmla="*/ 129 w 455"/>
                    <a:gd name="T89" fmla="*/ 126 h 724"/>
                    <a:gd name="T90" fmla="*/ 135 w 455"/>
                    <a:gd name="T91" fmla="*/ 114 h 724"/>
                    <a:gd name="T92" fmla="*/ 143 w 455"/>
                    <a:gd name="T93" fmla="*/ 103 h 724"/>
                    <a:gd name="T94" fmla="*/ 149 w 455"/>
                    <a:gd name="T95" fmla="*/ 92 h 724"/>
                    <a:gd name="T96" fmla="*/ 157 w 455"/>
                    <a:gd name="T97" fmla="*/ 80 h 724"/>
                    <a:gd name="T98" fmla="*/ 146 w 455"/>
                    <a:gd name="T99" fmla="*/ 42 h 724"/>
                    <a:gd name="T100" fmla="*/ 131 w 455"/>
                    <a:gd name="T101" fmla="*/ 17 h 724"/>
                    <a:gd name="T102" fmla="*/ 113 w 455"/>
                    <a:gd name="T103" fmla="*/ 4 h 724"/>
                    <a:gd name="T104" fmla="*/ 93 w 455"/>
                    <a:gd name="T105" fmla="*/ 0 h 724"/>
                    <a:gd name="T106" fmla="*/ 74 w 455"/>
                    <a:gd name="T107" fmla="*/ 3 h 724"/>
                    <a:gd name="T108" fmla="*/ 58 w 455"/>
                    <a:gd name="T109" fmla="*/ 11 h 724"/>
                    <a:gd name="T110" fmla="*/ 45 w 455"/>
                    <a:gd name="T111" fmla="*/ 20 h 724"/>
                    <a:gd name="T112" fmla="*/ 39 w 455"/>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5"/>
                    <a:gd name="T172" fmla="*/ 0 h 724"/>
                    <a:gd name="T173" fmla="*/ 455 w 455"/>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5" h="724">
                      <a:moveTo>
                        <a:pt x="78" y="61"/>
                      </a:moveTo>
                      <a:lnTo>
                        <a:pt x="42" y="140"/>
                      </a:lnTo>
                      <a:lnTo>
                        <a:pt x="22" y="207"/>
                      </a:lnTo>
                      <a:lnTo>
                        <a:pt x="16" y="262"/>
                      </a:lnTo>
                      <a:lnTo>
                        <a:pt x="29" y="311"/>
                      </a:lnTo>
                      <a:lnTo>
                        <a:pt x="58" y="353"/>
                      </a:lnTo>
                      <a:lnTo>
                        <a:pt x="104" y="397"/>
                      </a:lnTo>
                      <a:lnTo>
                        <a:pt x="169" y="441"/>
                      </a:lnTo>
                      <a:lnTo>
                        <a:pt x="255" y="491"/>
                      </a:lnTo>
                      <a:lnTo>
                        <a:pt x="277" y="510"/>
                      </a:lnTo>
                      <a:lnTo>
                        <a:pt x="271" y="536"/>
                      </a:lnTo>
                      <a:lnTo>
                        <a:pt x="240" y="566"/>
                      </a:lnTo>
                      <a:lnTo>
                        <a:pt x="195" y="599"/>
                      </a:lnTo>
                      <a:lnTo>
                        <a:pt x="141" y="630"/>
                      </a:lnTo>
                      <a:lnTo>
                        <a:pt x="87" y="659"/>
                      </a:lnTo>
                      <a:lnTo>
                        <a:pt x="40" y="682"/>
                      </a:lnTo>
                      <a:lnTo>
                        <a:pt x="11" y="697"/>
                      </a:lnTo>
                      <a:lnTo>
                        <a:pt x="13" y="709"/>
                      </a:lnTo>
                      <a:lnTo>
                        <a:pt x="13" y="714"/>
                      </a:lnTo>
                      <a:lnTo>
                        <a:pt x="10" y="713"/>
                      </a:lnTo>
                      <a:lnTo>
                        <a:pt x="8" y="711"/>
                      </a:lnTo>
                      <a:lnTo>
                        <a:pt x="4" y="705"/>
                      </a:lnTo>
                      <a:lnTo>
                        <a:pt x="1" y="705"/>
                      </a:lnTo>
                      <a:lnTo>
                        <a:pt x="0" y="711"/>
                      </a:lnTo>
                      <a:lnTo>
                        <a:pt x="4" y="724"/>
                      </a:lnTo>
                      <a:lnTo>
                        <a:pt x="53" y="698"/>
                      </a:lnTo>
                      <a:lnTo>
                        <a:pt x="102" y="672"/>
                      </a:lnTo>
                      <a:lnTo>
                        <a:pt x="151" y="645"/>
                      </a:lnTo>
                      <a:lnTo>
                        <a:pt x="200" y="620"/>
                      </a:lnTo>
                      <a:lnTo>
                        <a:pt x="248" y="594"/>
                      </a:lnTo>
                      <a:lnTo>
                        <a:pt x="297" y="568"/>
                      </a:lnTo>
                      <a:lnTo>
                        <a:pt x="346" y="541"/>
                      </a:lnTo>
                      <a:lnTo>
                        <a:pt x="395" y="516"/>
                      </a:lnTo>
                      <a:lnTo>
                        <a:pt x="437" y="472"/>
                      </a:lnTo>
                      <a:lnTo>
                        <a:pt x="455" y="441"/>
                      </a:lnTo>
                      <a:lnTo>
                        <a:pt x="453" y="417"/>
                      </a:lnTo>
                      <a:lnTo>
                        <a:pt x="433" y="401"/>
                      </a:lnTo>
                      <a:lnTo>
                        <a:pt x="395" y="386"/>
                      </a:lnTo>
                      <a:lnTo>
                        <a:pt x="344" y="373"/>
                      </a:lnTo>
                      <a:lnTo>
                        <a:pt x="279" y="360"/>
                      </a:lnTo>
                      <a:lnTo>
                        <a:pt x="205" y="343"/>
                      </a:lnTo>
                      <a:lnTo>
                        <a:pt x="217" y="320"/>
                      </a:lnTo>
                      <a:lnTo>
                        <a:pt x="231" y="297"/>
                      </a:lnTo>
                      <a:lnTo>
                        <a:pt x="245" y="274"/>
                      </a:lnTo>
                      <a:lnTo>
                        <a:pt x="259" y="252"/>
                      </a:lnTo>
                      <a:lnTo>
                        <a:pt x="271" y="228"/>
                      </a:lnTo>
                      <a:lnTo>
                        <a:pt x="286" y="205"/>
                      </a:lnTo>
                      <a:lnTo>
                        <a:pt x="299" y="183"/>
                      </a:lnTo>
                      <a:lnTo>
                        <a:pt x="314" y="160"/>
                      </a:lnTo>
                      <a:lnTo>
                        <a:pt x="292" y="83"/>
                      </a:lnTo>
                      <a:lnTo>
                        <a:pt x="262" y="34"/>
                      </a:lnTo>
                      <a:lnTo>
                        <a:pt x="226" y="7"/>
                      </a:lnTo>
                      <a:lnTo>
                        <a:pt x="187" y="0"/>
                      </a:lnTo>
                      <a:lnTo>
                        <a:pt x="148" y="5"/>
                      </a:lnTo>
                      <a:lnTo>
                        <a:pt x="116" y="21"/>
                      </a:lnTo>
                      <a:lnTo>
                        <a:pt x="90" y="40"/>
                      </a:lnTo>
                      <a:lnTo>
                        <a:pt x="78" y="61"/>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4" name="Freeform 53">
                  <a:extLst>
                    <a:ext uri="{FF2B5EF4-FFF2-40B4-BE49-F238E27FC236}">
                      <a16:creationId xmlns:a16="http://schemas.microsoft.com/office/drawing/2014/main" id="{EE744E72-3007-CA47-A181-CD4952605FAD}"/>
                    </a:ext>
                  </a:extLst>
                </p:cNvPr>
                <p:cNvSpPr>
                  <a:spLocks/>
                </p:cNvSpPr>
                <p:nvPr/>
              </p:nvSpPr>
              <p:spPr bwMode="auto">
                <a:xfrm>
                  <a:off x="4708" y="3628"/>
                  <a:ext cx="227" cy="363"/>
                </a:xfrm>
                <a:custGeom>
                  <a:avLst/>
                  <a:gdLst>
                    <a:gd name="T0" fmla="*/ 39 w 454"/>
                    <a:gd name="T1" fmla="*/ 31 h 724"/>
                    <a:gd name="T2" fmla="*/ 21 w 454"/>
                    <a:gd name="T3" fmla="*/ 70 h 724"/>
                    <a:gd name="T4" fmla="*/ 12 w 454"/>
                    <a:gd name="T5" fmla="*/ 103 h 724"/>
                    <a:gd name="T6" fmla="*/ 12 w 454"/>
                    <a:gd name="T7" fmla="*/ 131 h 724"/>
                    <a:gd name="T8" fmla="*/ 20 w 454"/>
                    <a:gd name="T9" fmla="*/ 155 h 724"/>
                    <a:gd name="T10" fmla="*/ 36 w 454"/>
                    <a:gd name="T11" fmla="*/ 176 h 724"/>
                    <a:gd name="T12" fmla="*/ 61 w 454"/>
                    <a:gd name="T13" fmla="*/ 198 h 724"/>
                    <a:gd name="T14" fmla="*/ 95 w 454"/>
                    <a:gd name="T15" fmla="*/ 220 h 724"/>
                    <a:gd name="T16" fmla="*/ 138 w 454"/>
                    <a:gd name="T17" fmla="*/ 246 h 724"/>
                    <a:gd name="T18" fmla="*/ 154 w 454"/>
                    <a:gd name="T19" fmla="*/ 255 h 724"/>
                    <a:gd name="T20" fmla="*/ 152 w 454"/>
                    <a:gd name="T21" fmla="*/ 270 h 724"/>
                    <a:gd name="T22" fmla="*/ 136 w 454"/>
                    <a:gd name="T23" fmla="*/ 285 h 724"/>
                    <a:gd name="T24" fmla="*/ 111 w 454"/>
                    <a:gd name="T25" fmla="*/ 303 h 724"/>
                    <a:gd name="T26" fmla="*/ 82 w 454"/>
                    <a:gd name="T27" fmla="*/ 320 h 724"/>
                    <a:gd name="T28" fmla="*/ 53 w 454"/>
                    <a:gd name="T29" fmla="*/ 335 h 724"/>
                    <a:gd name="T30" fmla="*/ 28 w 454"/>
                    <a:gd name="T31" fmla="*/ 347 h 724"/>
                    <a:gd name="T32" fmla="*/ 14 w 454"/>
                    <a:gd name="T33" fmla="*/ 355 h 724"/>
                    <a:gd name="T34" fmla="*/ 14 w 454"/>
                    <a:gd name="T35" fmla="*/ 361 h 724"/>
                    <a:gd name="T36" fmla="*/ 13 w 454"/>
                    <a:gd name="T37" fmla="*/ 363 h 724"/>
                    <a:gd name="T38" fmla="*/ 10 w 454"/>
                    <a:gd name="T39" fmla="*/ 361 h 724"/>
                    <a:gd name="T40" fmla="*/ 7 w 454"/>
                    <a:gd name="T41" fmla="*/ 359 h 724"/>
                    <a:gd name="T42" fmla="*/ 4 w 454"/>
                    <a:gd name="T43" fmla="*/ 355 h 724"/>
                    <a:gd name="T44" fmla="*/ 2 w 454"/>
                    <a:gd name="T45" fmla="*/ 354 h 724"/>
                    <a:gd name="T46" fmla="*/ 0 w 454"/>
                    <a:gd name="T47" fmla="*/ 356 h 724"/>
                    <a:gd name="T48" fmla="*/ 2 w 454"/>
                    <a:gd name="T49" fmla="*/ 363 h 724"/>
                    <a:gd name="T50" fmla="*/ 26 w 454"/>
                    <a:gd name="T51" fmla="*/ 350 h 724"/>
                    <a:gd name="T52" fmla="*/ 51 w 454"/>
                    <a:gd name="T53" fmla="*/ 337 h 724"/>
                    <a:gd name="T54" fmla="*/ 75 w 454"/>
                    <a:gd name="T55" fmla="*/ 323 h 724"/>
                    <a:gd name="T56" fmla="*/ 100 w 454"/>
                    <a:gd name="T57" fmla="*/ 311 h 724"/>
                    <a:gd name="T58" fmla="*/ 123 w 454"/>
                    <a:gd name="T59" fmla="*/ 298 h 724"/>
                    <a:gd name="T60" fmla="*/ 148 w 454"/>
                    <a:gd name="T61" fmla="*/ 285 h 724"/>
                    <a:gd name="T62" fmla="*/ 173 w 454"/>
                    <a:gd name="T63" fmla="*/ 271 h 724"/>
                    <a:gd name="T64" fmla="*/ 197 w 454"/>
                    <a:gd name="T65" fmla="*/ 259 h 724"/>
                    <a:gd name="T66" fmla="*/ 218 w 454"/>
                    <a:gd name="T67" fmla="*/ 237 h 724"/>
                    <a:gd name="T68" fmla="*/ 227 w 454"/>
                    <a:gd name="T69" fmla="*/ 221 h 724"/>
                    <a:gd name="T70" fmla="*/ 226 w 454"/>
                    <a:gd name="T71" fmla="*/ 209 h 724"/>
                    <a:gd name="T72" fmla="*/ 216 w 454"/>
                    <a:gd name="T73" fmla="*/ 201 h 724"/>
                    <a:gd name="T74" fmla="*/ 197 w 454"/>
                    <a:gd name="T75" fmla="*/ 194 h 724"/>
                    <a:gd name="T76" fmla="*/ 172 w 454"/>
                    <a:gd name="T77" fmla="*/ 187 h 724"/>
                    <a:gd name="T78" fmla="*/ 139 w 454"/>
                    <a:gd name="T79" fmla="*/ 180 h 724"/>
                    <a:gd name="T80" fmla="*/ 102 w 454"/>
                    <a:gd name="T81" fmla="*/ 172 h 724"/>
                    <a:gd name="T82" fmla="*/ 108 w 454"/>
                    <a:gd name="T83" fmla="*/ 160 h 724"/>
                    <a:gd name="T84" fmla="*/ 115 w 454"/>
                    <a:gd name="T85" fmla="*/ 149 h 724"/>
                    <a:gd name="T86" fmla="*/ 122 w 454"/>
                    <a:gd name="T87" fmla="*/ 137 h 724"/>
                    <a:gd name="T88" fmla="*/ 129 w 454"/>
                    <a:gd name="T89" fmla="*/ 126 h 724"/>
                    <a:gd name="T90" fmla="*/ 135 w 454"/>
                    <a:gd name="T91" fmla="*/ 114 h 724"/>
                    <a:gd name="T92" fmla="*/ 143 w 454"/>
                    <a:gd name="T93" fmla="*/ 103 h 724"/>
                    <a:gd name="T94" fmla="*/ 149 w 454"/>
                    <a:gd name="T95" fmla="*/ 92 h 724"/>
                    <a:gd name="T96" fmla="*/ 157 w 454"/>
                    <a:gd name="T97" fmla="*/ 80 h 724"/>
                    <a:gd name="T98" fmla="*/ 146 w 454"/>
                    <a:gd name="T99" fmla="*/ 42 h 724"/>
                    <a:gd name="T100" fmla="*/ 131 w 454"/>
                    <a:gd name="T101" fmla="*/ 17 h 724"/>
                    <a:gd name="T102" fmla="*/ 113 w 454"/>
                    <a:gd name="T103" fmla="*/ 4 h 724"/>
                    <a:gd name="T104" fmla="*/ 93 w 454"/>
                    <a:gd name="T105" fmla="*/ 0 h 724"/>
                    <a:gd name="T106" fmla="*/ 74 w 454"/>
                    <a:gd name="T107" fmla="*/ 3 h 724"/>
                    <a:gd name="T108" fmla="*/ 57 w 454"/>
                    <a:gd name="T109" fmla="*/ 11 h 724"/>
                    <a:gd name="T110" fmla="*/ 45 w 454"/>
                    <a:gd name="T111" fmla="*/ 20 h 724"/>
                    <a:gd name="T112" fmla="*/ 39 w 45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4"/>
                    <a:gd name="T172" fmla="*/ 0 h 724"/>
                    <a:gd name="T173" fmla="*/ 454 w 45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4" h="724">
                      <a:moveTo>
                        <a:pt x="77" y="61"/>
                      </a:moveTo>
                      <a:lnTo>
                        <a:pt x="42" y="140"/>
                      </a:lnTo>
                      <a:lnTo>
                        <a:pt x="24" y="205"/>
                      </a:lnTo>
                      <a:lnTo>
                        <a:pt x="23" y="261"/>
                      </a:lnTo>
                      <a:lnTo>
                        <a:pt x="39" y="310"/>
                      </a:lnTo>
                      <a:lnTo>
                        <a:pt x="72" y="352"/>
                      </a:lnTo>
                      <a:lnTo>
                        <a:pt x="122" y="395"/>
                      </a:lnTo>
                      <a:lnTo>
                        <a:pt x="190" y="439"/>
                      </a:lnTo>
                      <a:lnTo>
                        <a:pt x="276" y="490"/>
                      </a:lnTo>
                      <a:lnTo>
                        <a:pt x="308" y="509"/>
                      </a:lnTo>
                      <a:lnTo>
                        <a:pt x="303" y="538"/>
                      </a:lnTo>
                      <a:lnTo>
                        <a:pt x="271" y="569"/>
                      </a:lnTo>
                      <a:lnTo>
                        <a:pt x="222" y="605"/>
                      </a:lnTo>
                      <a:lnTo>
                        <a:pt x="163" y="638"/>
                      </a:lnTo>
                      <a:lnTo>
                        <a:pt x="106" y="669"/>
                      </a:lnTo>
                      <a:lnTo>
                        <a:pt x="57" y="693"/>
                      </a:lnTo>
                      <a:lnTo>
                        <a:pt x="27" y="709"/>
                      </a:lnTo>
                      <a:lnTo>
                        <a:pt x="28" y="721"/>
                      </a:lnTo>
                      <a:lnTo>
                        <a:pt x="26" y="724"/>
                      </a:lnTo>
                      <a:lnTo>
                        <a:pt x="19" y="721"/>
                      </a:lnTo>
                      <a:lnTo>
                        <a:pt x="14" y="716"/>
                      </a:lnTo>
                      <a:lnTo>
                        <a:pt x="7" y="709"/>
                      </a:lnTo>
                      <a:lnTo>
                        <a:pt x="3" y="707"/>
                      </a:lnTo>
                      <a:lnTo>
                        <a:pt x="0" y="711"/>
                      </a:lnTo>
                      <a:lnTo>
                        <a:pt x="3" y="724"/>
                      </a:lnTo>
                      <a:lnTo>
                        <a:pt x="52" y="698"/>
                      </a:lnTo>
                      <a:lnTo>
                        <a:pt x="101" y="672"/>
                      </a:lnTo>
                      <a:lnTo>
                        <a:pt x="150" y="645"/>
                      </a:lnTo>
                      <a:lnTo>
                        <a:pt x="199" y="620"/>
                      </a:lnTo>
                      <a:lnTo>
                        <a:pt x="247" y="594"/>
                      </a:lnTo>
                      <a:lnTo>
                        <a:pt x="296" y="568"/>
                      </a:lnTo>
                      <a:lnTo>
                        <a:pt x="345" y="541"/>
                      </a:lnTo>
                      <a:lnTo>
                        <a:pt x="394" y="516"/>
                      </a:lnTo>
                      <a:lnTo>
                        <a:pt x="436" y="472"/>
                      </a:lnTo>
                      <a:lnTo>
                        <a:pt x="454" y="441"/>
                      </a:lnTo>
                      <a:lnTo>
                        <a:pt x="452" y="417"/>
                      </a:lnTo>
                      <a:lnTo>
                        <a:pt x="432" y="401"/>
                      </a:lnTo>
                      <a:lnTo>
                        <a:pt x="394" y="386"/>
                      </a:lnTo>
                      <a:lnTo>
                        <a:pt x="343" y="373"/>
                      </a:lnTo>
                      <a:lnTo>
                        <a:pt x="278" y="360"/>
                      </a:lnTo>
                      <a:lnTo>
                        <a:pt x="204" y="343"/>
                      </a:lnTo>
                      <a:lnTo>
                        <a:pt x="216" y="320"/>
                      </a:lnTo>
                      <a:lnTo>
                        <a:pt x="230" y="297"/>
                      </a:lnTo>
                      <a:lnTo>
                        <a:pt x="244" y="274"/>
                      </a:lnTo>
                      <a:lnTo>
                        <a:pt x="258" y="252"/>
                      </a:lnTo>
                      <a:lnTo>
                        <a:pt x="270" y="228"/>
                      </a:lnTo>
                      <a:lnTo>
                        <a:pt x="285" y="205"/>
                      </a:lnTo>
                      <a:lnTo>
                        <a:pt x="298" y="183"/>
                      </a:lnTo>
                      <a:lnTo>
                        <a:pt x="313" y="160"/>
                      </a:lnTo>
                      <a:lnTo>
                        <a:pt x="291" y="83"/>
                      </a:lnTo>
                      <a:lnTo>
                        <a:pt x="261" y="34"/>
                      </a:lnTo>
                      <a:lnTo>
                        <a:pt x="225" y="7"/>
                      </a:lnTo>
                      <a:lnTo>
                        <a:pt x="186" y="0"/>
                      </a:lnTo>
                      <a:lnTo>
                        <a:pt x="147" y="5"/>
                      </a:lnTo>
                      <a:lnTo>
                        <a:pt x="115" y="21"/>
                      </a:lnTo>
                      <a:lnTo>
                        <a:pt x="89" y="40"/>
                      </a:lnTo>
                      <a:lnTo>
                        <a:pt x="77" y="61"/>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5" name="Freeform 54">
                  <a:extLst>
                    <a:ext uri="{FF2B5EF4-FFF2-40B4-BE49-F238E27FC236}">
                      <a16:creationId xmlns:a16="http://schemas.microsoft.com/office/drawing/2014/main" id="{C2E396CF-E83E-564B-9CB7-402804133B49}"/>
                    </a:ext>
                  </a:extLst>
                </p:cNvPr>
                <p:cNvSpPr>
                  <a:spLocks/>
                </p:cNvSpPr>
                <p:nvPr/>
              </p:nvSpPr>
              <p:spPr bwMode="auto">
                <a:xfrm>
                  <a:off x="4610" y="3894"/>
                  <a:ext cx="169" cy="140"/>
                </a:xfrm>
                <a:custGeom>
                  <a:avLst/>
                  <a:gdLst>
                    <a:gd name="T0" fmla="*/ 75 w 338"/>
                    <a:gd name="T1" fmla="*/ 0 h 280"/>
                    <a:gd name="T2" fmla="*/ 110 w 338"/>
                    <a:gd name="T3" fmla="*/ 9 h 280"/>
                    <a:gd name="T4" fmla="*/ 134 w 338"/>
                    <a:gd name="T5" fmla="*/ 19 h 280"/>
                    <a:gd name="T6" fmla="*/ 148 w 338"/>
                    <a:gd name="T7" fmla="*/ 27 h 280"/>
                    <a:gd name="T8" fmla="*/ 156 w 338"/>
                    <a:gd name="T9" fmla="*/ 36 h 280"/>
                    <a:gd name="T10" fmla="*/ 159 w 338"/>
                    <a:gd name="T11" fmla="*/ 45 h 280"/>
                    <a:gd name="T12" fmla="*/ 161 w 338"/>
                    <a:gd name="T13" fmla="*/ 55 h 280"/>
                    <a:gd name="T14" fmla="*/ 163 w 338"/>
                    <a:gd name="T15" fmla="*/ 67 h 280"/>
                    <a:gd name="T16" fmla="*/ 169 w 338"/>
                    <a:gd name="T17" fmla="*/ 80 h 280"/>
                    <a:gd name="T18" fmla="*/ 147 w 338"/>
                    <a:gd name="T19" fmla="*/ 102 h 280"/>
                    <a:gd name="T20" fmla="*/ 124 w 338"/>
                    <a:gd name="T21" fmla="*/ 118 h 280"/>
                    <a:gd name="T22" fmla="*/ 102 w 338"/>
                    <a:gd name="T23" fmla="*/ 129 h 280"/>
                    <a:gd name="T24" fmla="*/ 82 w 338"/>
                    <a:gd name="T25" fmla="*/ 136 h 280"/>
                    <a:gd name="T26" fmla="*/ 61 w 338"/>
                    <a:gd name="T27" fmla="*/ 140 h 280"/>
                    <a:gd name="T28" fmla="*/ 42 w 338"/>
                    <a:gd name="T29" fmla="*/ 140 h 280"/>
                    <a:gd name="T30" fmla="*/ 23 w 338"/>
                    <a:gd name="T31" fmla="*/ 138 h 280"/>
                    <a:gd name="T32" fmla="*/ 6 w 338"/>
                    <a:gd name="T33" fmla="*/ 136 h 280"/>
                    <a:gd name="T34" fmla="*/ 0 w 338"/>
                    <a:gd name="T35" fmla="*/ 123 h 280"/>
                    <a:gd name="T36" fmla="*/ 0 w 338"/>
                    <a:gd name="T37" fmla="*/ 108 h 280"/>
                    <a:gd name="T38" fmla="*/ 3 w 338"/>
                    <a:gd name="T39" fmla="*/ 90 h 280"/>
                    <a:gd name="T40" fmla="*/ 12 w 338"/>
                    <a:gd name="T41" fmla="*/ 71 h 280"/>
                    <a:gd name="T42" fmla="*/ 23 w 338"/>
                    <a:gd name="T43" fmla="*/ 51 h 280"/>
                    <a:gd name="T44" fmla="*/ 39 w 338"/>
                    <a:gd name="T45" fmla="*/ 33 h 280"/>
                    <a:gd name="T46" fmla="*/ 55 w 338"/>
                    <a:gd name="T47" fmla="*/ 15 h 280"/>
                    <a:gd name="T48" fmla="*/ 75 w 338"/>
                    <a:gd name="T49" fmla="*/ 0 h 28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8"/>
                    <a:gd name="T76" fmla="*/ 0 h 280"/>
                    <a:gd name="T77" fmla="*/ 338 w 338"/>
                    <a:gd name="T78" fmla="*/ 280 h 28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8" h="280">
                      <a:moveTo>
                        <a:pt x="150" y="0"/>
                      </a:moveTo>
                      <a:lnTo>
                        <a:pt x="220" y="19"/>
                      </a:lnTo>
                      <a:lnTo>
                        <a:pt x="268" y="38"/>
                      </a:lnTo>
                      <a:lnTo>
                        <a:pt x="296" y="54"/>
                      </a:lnTo>
                      <a:lnTo>
                        <a:pt x="312" y="73"/>
                      </a:lnTo>
                      <a:lnTo>
                        <a:pt x="317" y="91"/>
                      </a:lnTo>
                      <a:lnTo>
                        <a:pt x="321" y="111"/>
                      </a:lnTo>
                      <a:lnTo>
                        <a:pt x="326" y="133"/>
                      </a:lnTo>
                      <a:lnTo>
                        <a:pt x="338" y="161"/>
                      </a:lnTo>
                      <a:lnTo>
                        <a:pt x="293" y="205"/>
                      </a:lnTo>
                      <a:lnTo>
                        <a:pt x="249" y="237"/>
                      </a:lnTo>
                      <a:lnTo>
                        <a:pt x="205" y="258"/>
                      </a:lnTo>
                      <a:lnTo>
                        <a:pt x="164" y="272"/>
                      </a:lnTo>
                      <a:lnTo>
                        <a:pt x="122" y="279"/>
                      </a:lnTo>
                      <a:lnTo>
                        <a:pt x="85" y="280"/>
                      </a:lnTo>
                      <a:lnTo>
                        <a:pt x="47" y="276"/>
                      </a:lnTo>
                      <a:lnTo>
                        <a:pt x="12" y="272"/>
                      </a:lnTo>
                      <a:lnTo>
                        <a:pt x="0" y="246"/>
                      </a:lnTo>
                      <a:lnTo>
                        <a:pt x="0" y="216"/>
                      </a:lnTo>
                      <a:lnTo>
                        <a:pt x="7" y="180"/>
                      </a:lnTo>
                      <a:lnTo>
                        <a:pt x="25" y="143"/>
                      </a:lnTo>
                      <a:lnTo>
                        <a:pt x="47" y="103"/>
                      </a:lnTo>
                      <a:lnTo>
                        <a:pt x="77" y="65"/>
                      </a:lnTo>
                      <a:lnTo>
                        <a:pt x="111" y="30"/>
                      </a:lnTo>
                      <a:lnTo>
                        <a:pt x="150" y="0"/>
                      </a:lnTo>
                      <a:close/>
                    </a:path>
                  </a:pathLst>
                </a:custGeom>
                <a:solidFill>
                  <a:srgbClr val="FF005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6" name="Freeform 55">
                  <a:extLst>
                    <a:ext uri="{FF2B5EF4-FFF2-40B4-BE49-F238E27FC236}">
                      <a16:creationId xmlns:a16="http://schemas.microsoft.com/office/drawing/2014/main" id="{2FE24691-AB47-1D46-909C-4EB67B3E3D56}"/>
                    </a:ext>
                  </a:extLst>
                </p:cNvPr>
                <p:cNvSpPr>
                  <a:spLocks/>
                </p:cNvSpPr>
                <p:nvPr/>
              </p:nvSpPr>
              <p:spPr bwMode="auto">
                <a:xfrm>
                  <a:off x="4091" y="3654"/>
                  <a:ext cx="146" cy="173"/>
                </a:xfrm>
                <a:custGeom>
                  <a:avLst/>
                  <a:gdLst>
                    <a:gd name="T0" fmla="*/ 146 w 291"/>
                    <a:gd name="T1" fmla="*/ 27 h 346"/>
                    <a:gd name="T2" fmla="*/ 138 w 291"/>
                    <a:gd name="T3" fmla="*/ 45 h 346"/>
                    <a:gd name="T4" fmla="*/ 131 w 291"/>
                    <a:gd name="T5" fmla="*/ 63 h 346"/>
                    <a:gd name="T6" fmla="*/ 123 w 291"/>
                    <a:gd name="T7" fmla="*/ 82 h 346"/>
                    <a:gd name="T8" fmla="*/ 116 w 291"/>
                    <a:gd name="T9" fmla="*/ 100 h 346"/>
                    <a:gd name="T10" fmla="*/ 108 w 291"/>
                    <a:gd name="T11" fmla="*/ 118 h 346"/>
                    <a:gd name="T12" fmla="*/ 100 w 291"/>
                    <a:gd name="T13" fmla="*/ 137 h 346"/>
                    <a:gd name="T14" fmla="*/ 92 w 291"/>
                    <a:gd name="T15" fmla="*/ 155 h 346"/>
                    <a:gd name="T16" fmla="*/ 86 w 291"/>
                    <a:gd name="T17" fmla="*/ 173 h 346"/>
                    <a:gd name="T18" fmla="*/ 69 w 291"/>
                    <a:gd name="T19" fmla="*/ 152 h 346"/>
                    <a:gd name="T20" fmla="*/ 53 w 291"/>
                    <a:gd name="T21" fmla="*/ 131 h 346"/>
                    <a:gd name="T22" fmla="*/ 37 w 291"/>
                    <a:gd name="T23" fmla="*/ 110 h 346"/>
                    <a:gd name="T24" fmla="*/ 24 w 291"/>
                    <a:gd name="T25" fmla="*/ 91 h 346"/>
                    <a:gd name="T26" fmla="*/ 12 w 291"/>
                    <a:gd name="T27" fmla="*/ 72 h 346"/>
                    <a:gd name="T28" fmla="*/ 4 w 291"/>
                    <a:gd name="T29" fmla="*/ 54 h 346"/>
                    <a:gd name="T30" fmla="*/ 0 w 291"/>
                    <a:gd name="T31" fmla="*/ 40 h 346"/>
                    <a:gd name="T32" fmla="*/ 3 w 291"/>
                    <a:gd name="T33" fmla="*/ 28 h 346"/>
                    <a:gd name="T34" fmla="*/ 19 w 291"/>
                    <a:gd name="T35" fmla="*/ 13 h 346"/>
                    <a:gd name="T36" fmla="*/ 36 w 291"/>
                    <a:gd name="T37" fmla="*/ 5 h 346"/>
                    <a:gd name="T38" fmla="*/ 52 w 291"/>
                    <a:gd name="T39" fmla="*/ 0 h 346"/>
                    <a:gd name="T40" fmla="*/ 69 w 291"/>
                    <a:gd name="T41" fmla="*/ 1 h 346"/>
                    <a:gd name="T42" fmla="*/ 86 w 291"/>
                    <a:gd name="T43" fmla="*/ 5 h 346"/>
                    <a:gd name="T44" fmla="*/ 105 w 291"/>
                    <a:gd name="T45" fmla="*/ 11 h 346"/>
                    <a:gd name="T46" fmla="*/ 124 w 291"/>
                    <a:gd name="T47" fmla="*/ 19 h 346"/>
                    <a:gd name="T48" fmla="*/ 146 w 291"/>
                    <a:gd name="T49" fmla="*/ 27 h 3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1"/>
                    <a:gd name="T76" fmla="*/ 0 h 346"/>
                    <a:gd name="T77" fmla="*/ 291 w 291"/>
                    <a:gd name="T78" fmla="*/ 346 h 3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1" h="346">
                      <a:moveTo>
                        <a:pt x="291" y="54"/>
                      </a:moveTo>
                      <a:lnTo>
                        <a:pt x="276" y="91"/>
                      </a:lnTo>
                      <a:lnTo>
                        <a:pt x="261" y="127"/>
                      </a:lnTo>
                      <a:lnTo>
                        <a:pt x="246" y="163"/>
                      </a:lnTo>
                      <a:lnTo>
                        <a:pt x="231" y="201"/>
                      </a:lnTo>
                      <a:lnTo>
                        <a:pt x="215" y="236"/>
                      </a:lnTo>
                      <a:lnTo>
                        <a:pt x="199" y="274"/>
                      </a:lnTo>
                      <a:lnTo>
                        <a:pt x="184" y="309"/>
                      </a:lnTo>
                      <a:lnTo>
                        <a:pt x="171" y="346"/>
                      </a:lnTo>
                      <a:lnTo>
                        <a:pt x="138" y="304"/>
                      </a:lnTo>
                      <a:lnTo>
                        <a:pt x="106" y="262"/>
                      </a:lnTo>
                      <a:lnTo>
                        <a:pt x="74" y="221"/>
                      </a:lnTo>
                      <a:lnTo>
                        <a:pt x="47" y="182"/>
                      </a:lnTo>
                      <a:lnTo>
                        <a:pt x="23" y="143"/>
                      </a:lnTo>
                      <a:lnTo>
                        <a:pt x="8" y="109"/>
                      </a:lnTo>
                      <a:lnTo>
                        <a:pt x="0" y="79"/>
                      </a:lnTo>
                      <a:lnTo>
                        <a:pt x="5" y="57"/>
                      </a:lnTo>
                      <a:lnTo>
                        <a:pt x="38" y="27"/>
                      </a:lnTo>
                      <a:lnTo>
                        <a:pt x="72" y="9"/>
                      </a:lnTo>
                      <a:lnTo>
                        <a:pt x="103" y="0"/>
                      </a:lnTo>
                      <a:lnTo>
                        <a:pt x="137" y="3"/>
                      </a:lnTo>
                      <a:lnTo>
                        <a:pt x="171" y="9"/>
                      </a:lnTo>
                      <a:lnTo>
                        <a:pt x="209" y="22"/>
                      </a:lnTo>
                      <a:lnTo>
                        <a:pt x="248" y="37"/>
                      </a:lnTo>
                      <a:lnTo>
                        <a:pt x="291" y="54"/>
                      </a:lnTo>
                      <a:close/>
                    </a:path>
                  </a:pathLst>
                </a:custGeom>
                <a:solidFill>
                  <a:srgbClr val="FF005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7" name="Freeform 56">
                  <a:extLst>
                    <a:ext uri="{FF2B5EF4-FFF2-40B4-BE49-F238E27FC236}">
                      <a16:creationId xmlns:a16="http://schemas.microsoft.com/office/drawing/2014/main" id="{04F04E69-F698-7142-B5B4-AD4AF1CF34BB}"/>
                    </a:ext>
                  </a:extLst>
                </p:cNvPr>
                <p:cNvSpPr>
                  <a:spLocks/>
                </p:cNvSpPr>
                <p:nvPr/>
              </p:nvSpPr>
              <p:spPr bwMode="auto">
                <a:xfrm>
                  <a:off x="4514" y="2857"/>
                  <a:ext cx="157" cy="149"/>
                </a:xfrm>
                <a:custGeom>
                  <a:avLst/>
                  <a:gdLst>
                    <a:gd name="T0" fmla="*/ 0 w 313"/>
                    <a:gd name="T1" fmla="*/ 78 h 298"/>
                    <a:gd name="T2" fmla="*/ 13 w 313"/>
                    <a:gd name="T3" fmla="*/ 69 h 298"/>
                    <a:gd name="T4" fmla="*/ 25 w 313"/>
                    <a:gd name="T5" fmla="*/ 58 h 298"/>
                    <a:gd name="T6" fmla="*/ 33 w 313"/>
                    <a:gd name="T7" fmla="*/ 46 h 298"/>
                    <a:gd name="T8" fmla="*/ 42 w 313"/>
                    <a:gd name="T9" fmla="*/ 34 h 298"/>
                    <a:gd name="T10" fmla="*/ 49 w 313"/>
                    <a:gd name="T11" fmla="*/ 20 h 298"/>
                    <a:gd name="T12" fmla="*/ 59 w 313"/>
                    <a:gd name="T13" fmla="*/ 10 h 298"/>
                    <a:gd name="T14" fmla="*/ 70 w 313"/>
                    <a:gd name="T15" fmla="*/ 3 h 298"/>
                    <a:gd name="T16" fmla="*/ 85 w 313"/>
                    <a:gd name="T17" fmla="*/ 0 h 298"/>
                    <a:gd name="T18" fmla="*/ 117 w 313"/>
                    <a:gd name="T19" fmla="*/ 11 h 298"/>
                    <a:gd name="T20" fmla="*/ 139 w 313"/>
                    <a:gd name="T21" fmla="*/ 29 h 298"/>
                    <a:gd name="T22" fmla="*/ 152 w 313"/>
                    <a:gd name="T23" fmla="*/ 51 h 298"/>
                    <a:gd name="T24" fmla="*/ 157 w 313"/>
                    <a:gd name="T25" fmla="*/ 76 h 298"/>
                    <a:gd name="T26" fmla="*/ 154 w 313"/>
                    <a:gd name="T27" fmla="*/ 99 h 298"/>
                    <a:gd name="T28" fmla="*/ 145 w 313"/>
                    <a:gd name="T29" fmla="*/ 121 h 298"/>
                    <a:gd name="T30" fmla="*/ 130 w 313"/>
                    <a:gd name="T31" fmla="*/ 138 h 298"/>
                    <a:gd name="T32" fmla="*/ 111 w 313"/>
                    <a:gd name="T33" fmla="*/ 149 h 298"/>
                    <a:gd name="T34" fmla="*/ 85 w 313"/>
                    <a:gd name="T35" fmla="*/ 148 h 298"/>
                    <a:gd name="T36" fmla="*/ 65 w 313"/>
                    <a:gd name="T37" fmla="*/ 141 h 298"/>
                    <a:gd name="T38" fmla="*/ 49 w 313"/>
                    <a:gd name="T39" fmla="*/ 129 h 298"/>
                    <a:gd name="T40" fmla="*/ 37 w 313"/>
                    <a:gd name="T41" fmla="*/ 116 h 298"/>
                    <a:gd name="T42" fmla="*/ 27 w 313"/>
                    <a:gd name="T43" fmla="*/ 101 h 298"/>
                    <a:gd name="T44" fmla="*/ 18 w 313"/>
                    <a:gd name="T45" fmla="*/ 89 h 298"/>
                    <a:gd name="T46" fmla="*/ 10 w 313"/>
                    <a:gd name="T47" fmla="*/ 80 h 298"/>
                    <a:gd name="T48" fmla="*/ 0 w 313"/>
                    <a:gd name="T49" fmla="*/ 78 h 29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3"/>
                    <a:gd name="T76" fmla="*/ 0 h 298"/>
                    <a:gd name="T77" fmla="*/ 313 w 313"/>
                    <a:gd name="T78" fmla="*/ 298 h 29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3" h="298">
                      <a:moveTo>
                        <a:pt x="0" y="156"/>
                      </a:moveTo>
                      <a:lnTo>
                        <a:pt x="26" y="138"/>
                      </a:lnTo>
                      <a:lnTo>
                        <a:pt x="49" y="117"/>
                      </a:lnTo>
                      <a:lnTo>
                        <a:pt x="65" y="92"/>
                      </a:lnTo>
                      <a:lnTo>
                        <a:pt x="83" y="67"/>
                      </a:lnTo>
                      <a:lnTo>
                        <a:pt x="98" y="41"/>
                      </a:lnTo>
                      <a:lnTo>
                        <a:pt x="117" y="21"/>
                      </a:lnTo>
                      <a:lnTo>
                        <a:pt x="139" y="6"/>
                      </a:lnTo>
                      <a:lnTo>
                        <a:pt x="169" y="0"/>
                      </a:lnTo>
                      <a:lnTo>
                        <a:pt x="233" y="23"/>
                      </a:lnTo>
                      <a:lnTo>
                        <a:pt x="277" y="59"/>
                      </a:lnTo>
                      <a:lnTo>
                        <a:pt x="303" y="103"/>
                      </a:lnTo>
                      <a:lnTo>
                        <a:pt x="313" y="152"/>
                      </a:lnTo>
                      <a:lnTo>
                        <a:pt x="307" y="198"/>
                      </a:lnTo>
                      <a:lnTo>
                        <a:pt x="290" y="242"/>
                      </a:lnTo>
                      <a:lnTo>
                        <a:pt x="260" y="276"/>
                      </a:lnTo>
                      <a:lnTo>
                        <a:pt x="221" y="298"/>
                      </a:lnTo>
                      <a:lnTo>
                        <a:pt x="169" y="296"/>
                      </a:lnTo>
                      <a:lnTo>
                        <a:pt x="130" y="282"/>
                      </a:lnTo>
                      <a:lnTo>
                        <a:pt x="98" y="258"/>
                      </a:lnTo>
                      <a:lnTo>
                        <a:pt x="74" y="232"/>
                      </a:lnTo>
                      <a:lnTo>
                        <a:pt x="53" y="202"/>
                      </a:lnTo>
                      <a:lnTo>
                        <a:pt x="36" y="178"/>
                      </a:lnTo>
                      <a:lnTo>
                        <a:pt x="19" y="161"/>
                      </a:lnTo>
                      <a:lnTo>
                        <a:pt x="0" y="156"/>
                      </a:lnTo>
                      <a:close/>
                    </a:path>
                  </a:pathLst>
                </a:custGeom>
                <a:solidFill>
                  <a:srgbClr val="FFEBE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8" name="Freeform 57">
                  <a:extLst>
                    <a:ext uri="{FF2B5EF4-FFF2-40B4-BE49-F238E27FC236}">
                      <a16:creationId xmlns:a16="http://schemas.microsoft.com/office/drawing/2014/main" id="{C966CCCB-E544-5D4F-8A5F-A0364448A401}"/>
                    </a:ext>
                  </a:extLst>
                </p:cNvPr>
                <p:cNvSpPr>
                  <a:spLocks/>
                </p:cNvSpPr>
                <p:nvPr/>
              </p:nvSpPr>
              <p:spPr bwMode="auto">
                <a:xfrm>
                  <a:off x="3806" y="3238"/>
                  <a:ext cx="118" cy="112"/>
                </a:xfrm>
                <a:custGeom>
                  <a:avLst/>
                  <a:gdLst>
                    <a:gd name="T0" fmla="*/ 0 w 237"/>
                    <a:gd name="T1" fmla="*/ 0 h 224"/>
                    <a:gd name="T2" fmla="*/ 15 w 237"/>
                    <a:gd name="T3" fmla="*/ 2 h 224"/>
                    <a:gd name="T4" fmla="*/ 33 w 237"/>
                    <a:gd name="T5" fmla="*/ 11 h 224"/>
                    <a:gd name="T6" fmla="*/ 51 w 237"/>
                    <a:gd name="T7" fmla="*/ 25 h 224"/>
                    <a:gd name="T8" fmla="*/ 69 w 237"/>
                    <a:gd name="T9" fmla="*/ 42 h 224"/>
                    <a:gd name="T10" fmla="*/ 86 w 237"/>
                    <a:gd name="T11" fmla="*/ 60 h 224"/>
                    <a:gd name="T12" fmla="*/ 100 w 237"/>
                    <a:gd name="T13" fmla="*/ 79 h 224"/>
                    <a:gd name="T14" fmla="*/ 111 w 237"/>
                    <a:gd name="T15" fmla="*/ 97 h 224"/>
                    <a:gd name="T16" fmla="*/ 118 w 237"/>
                    <a:gd name="T17" fmla="*/ 112 h 2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224"/>
                    <a:gd name="T29" fmla="*/ 237 w 237"/>
                    <a:gd name="T30" fmla="*/ 224 h 2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224">
                      <a:moveTo>
                        <a:pt x="0" y="0"/>
                      </a:moveTo>
                      <a:lnTo>
                        <a:pt x="31" y="4"/>
                      </a:lnTo>
                      <a:lnTo>
                        <a:pt x="66" y="21"/>
                      </a:lnTo>
                      <a:lnTo>
                        <a:pt x="103" y="49"/>
                      </a:lnTo>
                      <a:lnTo>
                        <a:pt x="139" y="84"/>
                      </a:lnTo>
                      <a:lnTo>
                        <a:pt x="172" y="120"/>
                      </a:lnTo>
                      <a:lnTo>
                        <a:pt x="201" y="158"/>
                      </a:lnTo>
                      <a:lnTo>
                        <a:pt x="222" y="193"/>
                      </a:lnTo>
                      <a:lnTo>
                        <a:pt x="237" y="224"/>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9" name="Freeform 58">
                  <a:extLst>
                    <a:ext uri="{FF2B5EF4-FFF2-40B4-BE49-F238E27FC236}">
                      <a16:creationId xmlns:a16="http://schemas.microsoft.com/office/drawing/2014/main" id="{692BD223-8953-F742-A85F-FA5A1F3F54CC}"/>
                    </a:ext>
                  </a:extLst>
                </p:cNvPr>
                <p:cNvSpPr>
                  <a:spLocks/>
                </p:cNvSpPr>
                <p:nvPr/>
              </p:nvSpPr>
              <p:spPr bwMode="auto">
                <a:xfrm>
                  <a:off x="3869" y="3207"/>
                  <a:ext cx="119" cy="111"/>
                </a:xfrm>
                <a:custGeom>
                  <a:avLst/>
                  <a:gdLst>
                    <a:gd name="T0" fmla="*/ 0 w 238"/>
                    <a:gd name="T1" fmla="*/ 0 h 223"/>
                    <a:gd name="T2" fmla="*/ 15 w 238"/>
                    <a:gd name="T3" fmla="*/ 1 h 223"/>
                    <a:gd name="T4" fmla="*/ 34 w 238"/>
                    <a:gd name="T5" fmla="*/ 10 h 223"/>
                    <a:gd name="T6" fmla="*/ 52 w 238"/>
                    <a:gd name="T7" fmla="*/ 23 h 223"/>
                    <a:gd name="T8" fmla="*/ 71 w 238"/>
                    <a:gd name="T9" fmla="*/ 41 h 223"/>
                    <a:gd name="T10" fmla="*/ 87 w 238"/>
                    <a:gd name="T11" fmla="*/ 59 h 223"/>
                    <a:gd name="T12" fmla="*/ 102 w 238"/>
                    <a:gd name="T13" fmla="*/ 79 h 223"/>
                    <a:gd name="T14" fmla="*/ 112 w 238"/>
                    <a:gd name="T15" fmla="*/ 96 h 223"/>
                    <a:gd name="T16" fmla="*/ 119 w 238"/>
                    <a:gd name="T17" fmla="*/ 111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3"/>
                    <a:gd name="T29" fmla="*/ 238 w 238"/>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3">
                      <a:moveTo>
                        <a:pt x="0" y="0"/>
                      </a:moveTo>
                      <a:lnTo>
                        <a:pt x="31" y="3"/>
                      </a:lnTo>
                      <a:lnTo>
                        <a:pt x="67" y="21"/>
                      </a:lnTo>
                      <a:lnTo>
                        <a:pt x="104" y="47"/>
                      </a:lnTo>
                      <a:lnTo>
                        <a:pt x="141" y="82"/>
                      </a:lnTo>
                      <a:lnTo>
                        <a:pt x="174" y="119"/>
                      </a:lnTo>
                      <a:lnTo>
                        <a:pt x="203" y="158"/>
                      </a:lnTo>
                      <a:lnTo>
                        <a:pt x="224" y="193"/>
                      </a:lnTo>
                      <a:lnTo>
                        <a:pt x="238" y="223"/>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0" name="Freeform 59">
                  <a:extLst>
                    <a:ext uri="{FF2B5EF4-FFF2-40B4-BE49-F238E27FC236}">
                      <a16:creationId xmlns:a16="http://schemas.microsoft.com/office/drawing/2014/main" id="{2AD3DC14-15F1-9F4C-9D4C-17991986A8F4}"/>
                    </a:ext>
                  </a:extLst>
                </p:cNvPr>
                <p:cNvSpPr>
                  <a:spLocks/>
                </p:cNvSpPr>
                <p:nvPr/>
              </p:nvSpPr>
              <p:spPr bwMode="auto">
                <a:xfrm>
                  <a:off x="3793" y="3217"/>
                  <a:ext cx="18" cy="32"/>
                </a:xfrm>
                <a:custGeom>
                  <a:avLst/>
                  <a:gdLst>
                    <a:gd name="T0" fmla="*/ 18 w 35"/>
                    <a:gd name="T1" fmla="*/ 16 h 64"/>
                    <a:gd name="T2" fmla="*/ 16 w 35"/>
                    <a:gd name="T3" fmla="*/ 22 h 64"/>
                    <a:gd name="T4" fmla="*/ 15 w 35"/>
                    <a:gd name="T5" fmla="*/ 27 h 64"/>
                    <a:gd name="T6" fmla="*/ 11 w 35"/>
                    <a:gd name="T7" fmla="*/ 30 h 64"/>
                    <a:gd name="T8" fmla="*/ 8 w 35"/>
                    <a:gd name="T9" fmla="*/ 32 h 64"/>
                    <a:gd name="T10" fmla="*/ 5 w 35"/>
                    <a:gd name="T11" fmla="*/ 30 h 64"/>
                    <a:gd name="T12" fmla="*/ 2 w 35"/>
                    <a:gd name="T13" fmla="*/ 27 h 64"/>
                    <a:gd name="T14" fmla="*/ 0 w 35"/>
                    <a:gd name="T15" fmla="*/ 21 h 64"/>
                    <a:gd name="T16" fmla="*/ 0 w 35"/>
                    <a:gd name="T17" fmla="*/ 15 h 64"/>
                    <a:gd name="T18" fmla="*/ 0 w 35"/>
                    <a:gd name="T19" fmla="*/ 8 h 64"/>
                    <a:gd name="T20" fmla="*/ 3 w 35"/>
                    <a:gd name="T21" fmla="*/ 4 h 64"/>
                    <a:gd name="T22" fmla="*/ 6 w 35"/>
                    <a:gd name="T23" fmla="*/ 1 h 64"/>
                    <a:gd name="T24" fmla="*/ 10 w 35"/>
                    <a:gd name="T25" fmla="*/ 0 h 64"/>
                    <a:gd name="T26" fmla="*/ 13 w 35"/>
                    <a:gd name="T27" fmla="*/ 1 h 64"/>
                    <a:gd name="T28" fmla="*/ 16 w 35"/>
                    <a:gd name="T29" fmla="*/ 5 h 64"/>
                    <a:gd name="T30" fmla="*/ 17 w 35"/>
                    <a:gd name="T31" fmla="*/ 10 h 64"/>
                    <a:gd name="T32" fmla="*/ 18 w 35"/>
                    <a:gd name="T33" fmla="*/ 16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
                    <a:gd name="T52" fmla="*/ 0 h 64"/>
                    <a:gd name="T53" fmla="*/ 35 w 3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 h="64">
                      <a:moveTo>
                        <a:pt x="35" y="32"/>
                      </a:moveTo>
                      <a:lnTo>
                        <a:pt x="32" y="44"/>
                      </a:lnTo>
                      <a:lnTo>
                        <a:pt x="29" y="54"/>
                      </a:lnTo>
                      <a:lnTo>
                        <a:pt x="22" y="60"/>
                      </a:lnTo>
                      <a:lnTo>
                        <a:pt x="16" y="64"/>
                      </a:lnTo>
                      <a:lnTo>
                        <a:pt x="9" y="60"/>
                      </a:lnTo>
                      <a:lnTo>
                        <a:pt x="4" y="54"/>
                      </a:lnTo>
                      <a:lnTo>
                        <a:pt x="0" y="42"/>
                      </a:lnTo>
                      <a:lnTo>
                        <a:pt x="0" y="31"/>
                      </a:lnTo>
                      <a:lnTo>
                        <a:pt x="0" y="17"/>
                      </a:lnTo>
                      <a:lnTo>
                        <a:pt x="5" y="8"/>
                      </a:lnTo>
                      <a:lnTo>
                        <a:pt x="11" y="1"/>
                      </a:lnTo>
                      <a:lnTo>
                        <a:pt x="19" y="0"/>
                      </a:lnTo>
                      <a:lnTo>
                        <a:pt x="25" y="2"/>
                      </a:lnTo>
                      <a:lnTo>
                        <a:pt x="31" y="10"/>
                      </a:lnTo>
                      <a:lnTo>
                        <a:pt x="34" y="20"/>
                      </a:lnTo>
                      <a:lnTo>
                        <a:pt x="35" y="32"/>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1" name="Freeform 60">
                  <a:extLst>
                    <a:ext uri="{FF2B5EF4-FFF2-40B4-BE49-F238E27FC236}">
                      <a16:creationId xmlns:a16="http://schemas.microsoft.com/office/drawing/2014/main" id="{C25E4EB1-C460-6D46-9BA3-7AD8BF8C1376}"/>
                    </a:ext>
                  </a:extLst>
                </p:cNvPr>
                <p:cNvSpPr>
                  <a:spLocks/>
                </p:cNvSpPr>
                <p:nvPr/>
              </p:nvSpPr>
              <p:spPr bwMode="auto">
                <a:xfrm>
                  <a:off x="3866" y="3186"/>
                  <a:ext cx="18" cy="33"/>
                </a:xfrm>
                <a:custGeom>
                  <a:avLst/>
                  <a:gdLst>
                    <a:gd name="T0" fmla="*/ 18 w 38"/>
                    <a:gd name="T1" fmla="*/ 17 h 65"/>
                    <a:gd name="T2" fmla="*/ 16 w 38"/>
                    <a:gd name="T3" fmla="*/ 23 h 65"/>
                    <a:gd name="T4" fmla="*/ 14 w 38"/>
                    <a:gd name="T5" fmla="*/ 28 h 65"/>
                    <a:gd name="T6" fmla="*/ 11 w 38"/>
                    <a:gd name="T7" fmla="*/ 31 h 65"/>
                    <a:gd name="T8" fmla="*/ 8 w 38"/>
                    <a:gd name="T9" fmla="*/ 33 h 65"/>
                    <a:gd name="T10" fmla="*/ 4 w 38"/>
                    <a:gd name="T11" fmla="*/ 31 h 65"/>
                    <a:gd name="T12" fmla="*/ 2 w 38"/>
                    <a:gd name="T13" fmla="*/ 27 h 65"/>
                    <a:gd name="T14" fmla="*/ 0 w 38"/>
                    <a:gd name="T15" fmla="*/ 24 h 65"/>
                    <a:gd name="T16" fmla="*/ 0 w 38"/>
                    <a:gd name="T17" fmla="*/ 22 h 65"/>
                    <a:gd name="T18" fmla="*/ 0 w 38"/>
                    <a:gd name="T19" fmla="*/ 19 h 65"/>
                    <a:gd name="T20" fmla="*/ 0 w 38"/>
                    <a:gd name="T21" fmla="*/ 15 h 65"/>
                    <a:gd name="T22" fmla="*/ 0 w 38"/>
                    <a:gd name="T23" fmla="*/ 9 h 65"/>
                    <a:gd name="T24" fmla="*/ 3 w 38"/>
                    <a:gd name="T25" fmla="*/ 5 h 65"/>
                    <a:gd name="T26" fmla="*/ 6 w 38"/>
                    <a:gd name="T27" fmla="*/ 1 h 65"/>
                    <a:gd name="T28" fmla="*/ 9 w 38"/>
                    <a:gd name="T29" fmla="*/ 0 h 65"/>
                    <a:gd name="T30" fmla="*/ 12 w 38"/>
                    <a:gd name="T31" fmla="*/ 2 h 65"/>
                    <a:gd name="T32" fmla="*/ 16 w 38"/>
                    <a:gd name="T33" fmla="*/ 5 h 65"/>
                    <a:gd name="T34" fmla="*/ 17 w 38"/>
                    <a:gd name="T35" fmla="*/ 10 h 65"/>
                    <a:gd name="T36" fmla="*/ 18 w 38"/>
                    <a:gd name="T37" fmla="*/ 17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65"/>
                    <a:gd name="T59" fmla="*/ 38 w 38"/>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65">
                      <a:moveTo>
                        <a:pt x="38" y="33"/>
                      </a:moveTo>
                      <a:lnTo>
                        <a:pt x="34" y="45"/>
                      </a:lnTo>
                      <a:lnTo>
                        <a:pt x="29" y="55"/>
                      </a:lnTo>
                      <a:lnTo>
                        <a:pt x="23" y="62"/>
                      </a:lnTo>
                      <a:lnTo>
                        <a:pt x="16" y="65"/>
                      </a:lnTo>
                      <a:lnTo>
                        <a:pt x="9" y="62"/>
                      </a:lnTo>
                      <a:lnTo>
                        <a:pt x="4" y="54"/>
                      </a:lnTo>
                      <a:lnTo>
                        <a:pt x="1" y="48"/>
                      </a:lnTo>
                      <a:lnTo>
                        <a:pt x="0" y="43"/>
                      </a:lnTo>
                      <a:lnTo>
                        <a:pt x="0" y="37"/>
                      </a:lnTo>
                      <a:lnTo>
                        <a:pt x="1" y="30"/>
                      </a:lnTo>
                      <a:lnTo>
                        <a:pt x="1" y="18"/>
                      </a:lnTo>
                      <a:lnTo>
                        <a:pt x="6" y="9"/>
                      </a:lnTo>
                      <a:lnTo>
                        <a:pt x="13" y="2"/>
                      </a:lnTo>
                      <a:lnTo>
                        <a:pt x="20" y="0"/>
                      </a:lnTo>
                      <a:lnTo>
                        <a:pt x="26" y="3"/>
                      </a:lnTo>
                      <a:lnTo>
                        <a:pt x="33" y="9"/>
                      </a:lnTo>
                      <a:lnTo>
                        <a:pt x="35" y="19"/>
                      </a:lnTo>
                      <a:lnTo>
                        <a:pt x="38" y="33"/>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2" name="Freeform 61">
                  <a:extLst>
                    <a:ext uri="{FF2B5EF4-FFF2-40B4-BE49-F238E27FC236}">
                      <a16:creationId xmlns:a16="http://schemas.microsoft.com/office/drawing/2014/main" id="{46FF5236-9AB5-9948-B898-45DE1DFEAEF4}"/>
                    </a:ext>
                  </a:extLst>
                </p:cNvPr>
                <p:cNvSpPr>
                  <a:spLocks/>
                </p:cNvSpPr>
                <p:nvPr/>
              </p:nvSpPr>
              <p:spPr bwMode="auto">
                <a:xfrm>
                  <a:off x="3919" y="3231"/>
                  <a:ext cx="18" cy="32"/>
                </a:xfrm>
                <a:custGeom>
                  <a:avLst/>
                  <a:gdLst>
                    <a:gd name="T0" fmla="*/ 18 w 36"/>
                    <a:gd name="T1" fmla="*/ 16 h 64"/>
                    <a:gd name="T2" fmla="*/ 16 w 36"/>
                    <a:gd name="T3" fmla="*/ 22 h 64"/>
                    <a:gd name="T4" fmla="*/ 13 w 36"/>
                    <a:gd name="T5" fmla="*/ 27 h 64"/>
                    <a:gd name="T6" fmla="*/ 10 w 36"/>
                    <a:gd name="T7" fmla="*/ 31 h 64"/>
                    <a:gd name="T8" fmla="*/ 8 w 36"/>
                    <a:gd name="T9" fmla="*/ 32 h 64"/>
                    <a:gd name="T10" fmla="*/ 4 w 36"/>
                    <a:gd name="T11" fmla="*/ 30 h 64"/>
                    <a:gd name="T12" fmla="*/ 1 w 36"/>
                    <a:gd name="T13" fmla="*/ 27 h 64"/>
                    <a:gd name="T14" fmla="*/ 0 w 36"/>
                    <a:gd name="T15" fmla="*/ 22 h 64"/>
                    <a:gd name="T16" fmla="*/ 0 w 36"/>
                    <a:gd name="T17" fmla="*/ 16 h 64"/>
                    <a:gd name="T18" fmla="*/ 1 w 36"/>
                    <a:gd name="T19" fmla="*/ 9 h 64"/>
                    <a:gd name="T20" fmla="*/ 3 w 36"/>
                    <a:gd name="T21" fmla="*/ 4 h 64"/>
                    <a:gd name="T22" fmla="*/ 5 w 36"/>
                    <a:gd name="T23" fmla="*/ 1 h 64"/>
                    <a:gd name="T24" fmla="*/ 9 w 36"/>
                    <a:gd name="T25" fmla="*/ 0 h 64"/>
                    <a:gd name="T26" fmla="*/ 12 w 36"/>
                    <a:gd name="T27" fmla="*/ 1 h 64"/>
                    <a:gd name="T28" fmla="*/ 15 w 36"/>
                    <a:gd name="T29" fmla="*/ 5 h 64"/>
                    <a:gd name="T30" fmla="*/ 18 w 36"/>
                    <a:gd name="T31" fmla="*/ 10 h 64"/>
                    <a:gd name="T32" fmla="*/ 18 w 36"/>
                    <a:gd name="T33" fmla="*/ 16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
                    <a:gd name="T52" fmla="*/ 0 h 64"/>
                    <a:gd name="T53" fmla="*/ 36 w 3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 h="64">
                      <a:moveTo>
                        <a:pt x="36" y="33"/>
                      </a:moveTo>
                      <a:lnTo>
                        <a:pt x="32" y="44"/>
                      </a:lnTo>
                      <a:lnTo>
                        <a:pt x="27" y="55"/>
                      </a:lnTo>
                      <a:lnTo>
                        <a:pt x="21" y="62"/>
                      </a:lnTo>
                      <a:lnTo>
                        <a:pt x="16" y="64"/>
                      </a:lnTo>
                      <a:lnTo>
                        <a:pt x="8" y="60"/>
                      </a:lnTo>
                      <a:lnTo>
                        <a:pt x="3" y="54"/>
                      </a:lnTo>
                      <a:lnTo>
                        <a:pt x="0" y="44"/>
                      </a:lnTo>
                      <a:lnTo>
                        <a:pt x="0" y="32"/>
                      </a:lnTo>
                      <a:lnTo>
                        <a:pt x="1" y="18"/>
                      </a:lnTo>
                      <a:lnTo>
                        <a:pt x="6" y="9"/>
                      </a:lnTo>
                      <a:lnTo>
                        <a:pt x="11" y="1"/>
                      </a:lnTo>
                      <a:lnTo>
                        <a:pt x="18" y="0"/>
                      </a:lnTo>
                      <a:lnTo>
                        <a:pt x="25" y="3"/>
                      </a:lnTo>
                      <a:lnTo>
                        <a:pt x="31" y="10"/>
                      </a:lnTo>
                      <a:lnTo>
                        <a:pt x="35" y="20"/>
                      </a:lnTo>
                      <a:lnTo>
                        <a:pt x="36" y="33"/>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3" name="Freeform 62">
                  <a:extLst>
                    <a:ext uri="{FF2B5EF4-FFF2-40B4-BE49-F238E27FC236}">
                      <a16:creationId xmlns:a16="http://schemas.microsoft.com/office/drawing/2014/main" id="{AB7DCDC6-DB98-AB45-94D2-8C342F9B7AEF}"/>
                    </a:ext>
                  </a:extLst>
                </p:cNvPr>
                <p:cNvSpPr>
                  <a:spLocks/>
                </p:cNvSpPr>
                <p:nvPr/>
              </p:nvSpPr>
              <p:spPr bwMode="auto">
                <a:xfrm>
                  <a:off x="4329" y="2757"/>
                  <a:ext cx="1004" cy="730"/>
                </a:xfrm>
                <a:custGeom>
                  <a:avLst/>
                  <a:gdLst>
                    <a:gd name="T0" fmla="*/ 7 w 2009"/>
                    <a:gd name="T1" fmla="*/ 582 h 1460"/>
                    <a:gd name="T2" fmla="*/ 29 w 2009"/>
                    <a:gd name="T3" fmla="*/ 532 h 1460"/>
                    <a:gd name="T4" fmla="*/ 54 w 2009"/>
                    <a:gd name="T5" fmla="*/ 483 h 1460"/>
                    <a:gd name="T6" fmla="*/ 76 w 2009"/>
                    <a:gd name="T7" fmla="*/ 433 h 1460"/>
                    <a:gd name="T8" fmla="*/ 156 w 2009"/>
                    <a:gd name="T9" fmla="*/ 298 h 1460"/>
                    <a:gd name="T10" fmla="*/ 314 w 2009"/>
                    <a:gd name="T11" fmla="*/ 134 h 1460"/>
                    <a:gd name="T12" fmla="*/ 504 w 2009"/>
                    <a:gd name="T13" fmla="*/ 38 h 1460"/>
                    <a:gd name="T14" fmla="*/ 736 w 2009"/>
                    <a:gd name="T15" fmla="*/ 13 h 1460"/>
                    <a:gd name="T16" fmla="*/ 881 w 2009"/>
                    <a:gd name="T17" fmla="*/ 30 h 1460"/>
                    <a:gd name="T18" fmla="*/ 901 w 2009"/>
                    <a:gd name="T19" fmla="*/ 31 h 1460"/>
                    <a:gd name="T20" fmla="*/ 923 w 2009"/>
                    <a:gd name="T21" fmla="*/ 25 h 1460"/>
                    <a:gd name="T22" fmla="*/ 943 w 2009"/>
                    <a:gd name="T23" fmla="*/ 11 h 1460"/>
                    <a:gd name="T24" fmla="*/ 958 w 2009"/>
                    <a:gd name="T25" fmla="*/ 11 h 1460"/>
                    <a:gd name="T26" fmla="*/ 965 w 2009"/>
                    <a:gd name="T27" fmla="*/ 33 h 1460"/>
                    <a:gd name="T28" fmla="*/ 968 w 2009"/>
                    <a:gd name="T29" fmla="*/ 56 h 1460"/>
                    <a:gd name="T30" fmla="*/ 966 w 2009"/>
                    <a:gd name="T31" fmla="*/ 82 h 1460"/>
                    <a:gd name="T32" fmla="*/ 997 w 2009"/>
                    <a:gd name="T33" fmla="*/ 201 h 1460"/>
                    <a:gd name="T34" fmla="*/ 992 w 2009"/>
                    <a:gd name="T35" fmla="*/ 399 h 1460"/>
                    <a:gd name="T36" fmla="*/ 939 w 2009"/>
                    <a:gd name="T37" fmla="*/ 560 h 1460"/>
                    <a:gd name="T38" fmla="*/ 893 w 2009"/>
                    <a:gd name="T39" fmla="*/ 663 h 1460"/>
                    <a:gd name="T40" fmla="*/ 890 w 2009"/>
                    <a:gd name="T41" fmla="*/ 696 h 1460"/>
                    <a:gd name="T42" fmla="*/ 888 w 2009"/>
                    <a:gd name="T43" fmla="*/ 706 h 1460"/>
                    <a:gd name="T44" fmla="*/ 886 w 2009"/>
                    <a:gd name="T45" fmla="*/ 711 h 1460"/>
                    <a:gd name="T46" fmla="*/ 885 w 2009"/>
                    <a:gd name="T47" fmla="*/ 720 h 1460"/>
                    <a:gd name="T48" fmla="*/ 873 w 2009"/>
                    <a:gd name="T49" fmla="*/ 722 h 1460"/>
                    <a:gd name="T50" fmla="*/ 841 w 2009"/>
                    <a:gd name="T51" fmla="*/ 714 h 1460"/>
                    <a:gd name="T52" fmla="*/ 804 w 2009"/>
                    <a:gd name="T53" fmla="*/ 710 h 1460"/>
                    <a:gd name="T54" fmla="*/ 771 w 2009"/>
                    <a:gd name="T55" fmla="*/ 703 h 1460"/>
                    <a:gd name="T56" fmla="*/ 702 w 2009"/>
                    <a:gd name="T57" fmla="*/ 669 h 1460"/>
                    <a:gd name="T58" fmla="*/ 616 w 2009"/>
                    <a:gd name="T59" fmla="*/ 602 h 1460"/>
                    <a:gd name="T60" fmla="*/ 551 w 2009"/>
                    <a:gd name="T61" fmla="*/ 523 h 1460"/>
                    <a:gd name="T62" fmla="*/ 481 w 2009"/>
                    <a:gd name="T63" fmla="*/ 432 h 1460"/>
                    <a:gd name="T64" fmla="*/ 412 w 2009"/>
                    <a:gd name="T65" fmla="*/ 379 h 1460"/>
                    <a:gd name="T66" fmla="*/ 367 w 2009"/>
                    <a:gd name="T67" fmla="*/ 382 h 1460"/>
                    <a:gd name="T68" fmla="*/ 318 w 2009"/>
                    <a:gd name="T69" fmla="*/ 399 h 1460"/>
                    <a:gd name="T70" fmla="*/ 258 w 2009"/>
                    <a:gd name="T71" fmla="*/ 428 h 1460"/>
                    <a:gd name="T72" fmla="*/ 205 w 2009"/>
                    <a:gd name="T73" fmla="*/ 471 h 1460"/>
                    <a:gd name="T74" fmla="*/ 163 w 2009"/>
                    <a:gd name="T75" fmla="*/ 523 h 1460"/>
                    <a:gd name="T76" fmla="*/ 118 w 2009"/>
                    <a:gd name="T77" fmla="*/ 579 h 1460"/>
                    <a:gd name="T78" fmla="*/ 76 w 2009"/>
                    <a:gd name="T79" fmla="*/ 632 h 1460"/>
                    <a:gd name="T80" fmla="*/ 53 w 2009"/>
                    <a:gd name="T81" fmla="*/ 654 h 1460"/>
                    <a:gd name="T82" fmla="*/ 37 w 2009"/>
                    <a:gd name="T83" fmla="*/ 641 h 1460"/>
                    <a:gd name="T84" fmla="*/ 20 w 2009"/>
                    <a:gd name="T85" fmla="*/ 623 h 1460"/>
                    <a:gd name="T86" fmla="*/ 5 w 2009"/>
                    <a:gd name="T87" fmla="*/ 610 h 1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09"/>
                    <a:gd name="T133" fmla="*/ 0 h 1460"/>
                    <a:gd name="T134" fmla="*/ 2009 w 2009"/>
                    <a:gd name="T135" fmla="*/ 1460 h 146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09" h="1460">
                      <a:moveTo>
                        <a:pt x="0" y="1218"/>
                      </a:moveTo>
                      <a:lnTo>
                        <a:pt x="15" y="1164"/>
                      </a:lnTo>
                      <a:lnTo>
                        <a:pt x="36" y="1114"/>
                      </a:lnTo>
                      <a:lnTo>
                        <a:pt x="59" y="1064"/>
                      </a:lnTo>
                      <a:lnTo>
                        <a:pt x="84" y="1016"/>
                      </a:lnTo>
                      <a:lnTo>
                        <a:pt x="108" y="966"/>
                      </a:lnTo>
                      <a:lnTo>
                        <a:pt x="131" y="917"/>
                      </a:lnTo>
                      <a:lnTo>
                        <a:pt x="153" y="866"/>
                      </a:lnTo>
                      <a:lnTo>
                        <a:pt x="170" y="813"/>
                      </a:lnTo>
                      <a:lnTo>
                        <a:pt x="312" y="596"/>
                      </a:lnTo>
                      <a:lnTo>
                        <a:pt x="465" y="416"/>
                      </a:lnTo>
                      <a:lnTo>
                        <a:pt x="629" y="268"/>
                      </a:lnTo>
                      <a:lnTo>
                        <a:pt x="811" y="155"/>
                      </a:lnTo>
                      <a:lnTo>
                        <a:pt x="1009" y="76"/>
                      </a:lnTo>
                      <a:lnTo>
                        <a:pt x="1230" y="35"/>
                      </a:lnTo>
                      <a:lnTo>
                        <a:pt x="1472" y="27"/>
                      </a:lnTo>
                      <a:lnTo>
                        <a:pt x="1743" y="59"/>
                      </a:lnTo>
                      <a:lnTo>
                        <a:pt x="1762" y="61"/>
                      </a:lnTo>
                      <a:lnTo>
                        <a:pt x="1783" y="63"/>
                      </a:lnTo>
                      <a:lnTo>
                        <a:pt x="1803" y="63"/>
                      </a:lnTo>
                      <a:lnTo>
                        <a:pt x="1826" y="60"/>
                      </a:lnTo>
                      <a:lnTo>
                        <a:pt x="1846" y="51"/>
                      </a:lnTo>
                      <a:lnTo>
                        <a:pt x="1867" y="40"/>
                      </a:lnTo>
                      <a:lnTo>
                        <a:pt x="1887" y="22"/>
                      </a:lnTo>
                      <a:lnTo>
                        <a:pt x="1908" y="0"/>
                      </a:lnTo>
                      <a:lnTo>
                        <a:pt x="1917" y="21"/>
                      </a:lnTo>
                      <a:lnTo>
                        <a:pt x="1926" y="44"/>
                      </a:lnTo>
                      <a:lnTo>
                        <a:pt x="1931" y="66"/>
                      </a:lnTo>
                      <a:lnTo>
                        <a:pt x="1936" y="90"/>
                      </a:lnTo>
                      <a:lnTo>
                        <a:pt x="1937" y="113"/>
                      </a:lnTo>
                      <a:lnTo>
                        <a:pt x="1937" y="138"/>
                      </a:lnTo>
                      <a:lnTo>
                        <a:pt x="1933" y="164"/>
                      </a:lnTo>
                      <a:lnTo>
                        <a:pt x="1927" y="193"/>
                      </a:lnTo>
                      <a:lnTo>
                        <a:pt x="1994" y="403"/>
                      </a:lnTo>
                      <a:lnTo>
                        <a:pt x="2009" y="608"/>
                      </a:lnTo>
                      <a:lnTo>
                        <a:pt x="1984" y="798"/>
                      </a:lnTo>
                      <a:lnTo>
                        <a:pt x="1937" y="971"/>
                      </a:lnTo>
                      <a:lnTo>
                        <a:pt x="1878" y="1119"/>
                      </a:lnTo>
                      <a:lnTo>
                        <a:pt x="1823" y="1240"/>
                      </a:lnTo>
                      <a:lnTo>
                        <a:pt x="1787" y="1326"/>
                      </a:lnTo>
                      <a:lnTo>
                        <a:pt x="1782" y="1375"/>
                      </a:lnTo>
                      <a:lnTo>
                        <a:pt x="1780" y="1392"/>
                      </a:lnTo>
                      <a:lnTo>
                        <a:pt x="1779" y="1405"/>
                      </a:lnTo>
                      <a:lnTo>
                        <a:pt x="1777" y="1411"/>
                      </a:lnTo>
                      <a:lnTo>
                        <a:pt x="1775" y="1417"/>
                      </a:lnTo>
                      <a:lnTo>
                        <a:pt x="1773" y="1421"/>
                      </a:lnTo>
                      <a:lnTo>
                        <a:pt x="1772" y="1427"/>
                      </a:lnTo>
                      <a:lnTo>
                        <a:pt x="1770" y="1440"/>
                      </a:lnTo>
                      <a:lnTo>
                        <a:pt x="1770" y="1460"/>
                      </a:lnTo>
                      <a:lnTo>
                        <a:pt x="1747" y="1443"/>
                      </a:lnTo>
                      <a:lnTo>
                        <a:pt x="1718" y="1435"/>
                      </a:lnTo>
                      <a:lnTo>
                        <a:pt x="1683" y="1428"/>
                      </a:lnTo>
                      <a:lnTo>
                        <a:pt x="1646" y="1425"/>
                      </a:lnTo>
                      <a:lnTo>
                        <a:pt x="1609" y="1420"/>
                      </a:lnTo>
                      <a:lnTo>
                        <a:pt x="1574" y="1415"/>
                      </a:lnTo>
                      <a:lnTo>
                        <a:pt x="1543" y="1406"/>
                      </a:lnTo>
                      <a:lnTo>
                        <a:pt x="1522" y="1393"/>
                      </a:lnTo>
                      <a:lnTo>
                        <a:pt x="1404" y="1337"/>
                      </a:lnTo>
                      <a:lnTo>
                        <a:pt x="1310" y="1273"/>
                      </a:lnTo>
                      <a:lnTo>
                        <a:pt x="1232" y="1203"/>
                      </a:lnTo>
                      <a:lnTo>
                        <a:pt x="1167" y="1128"/>
                      </a:lnTo>
                      <a:lnTo>
                        <a:pt x="1103" y="1045"/>
                      </a:lnTo>
                      <a:lnTo>
                        <a:pt x="1038" y="957"/>
                      </a:lnTo>
                      <a:lnTo>
                        <a:pt x="962" y="865"/>
                      </a:lnTo>
                      <a:lnTo>
                        <a:pt x="871" y="768"/>
                      </a:lnTo>
                      <a:lnTo>
                        <a:pt x="825" y="758"/>
                      </a:lnTo>
                      <a:lnTo>
                        <a:pt x="781" y="758"/>
                      </a:lnTo>
                      <a:lnTo>
                        <a:pt x="735" y="764"/>
                      </a:lnTo>
                      <a:lnTo>
                        <a:pt x="688" y="779"/>
                      </a:lnTo>
                      <a:lnTo>
                        <a:pt x="637" y="799"/>
                      </a:lnTo>
                      <a:lnTo>
                        <a:pt x="580" y="826"/>
                      </a:lnTo>
                      <a:lnTo>
                        <a:pt x="516" y="857"/>
                      </a:lnTo>
                      <a:lnTo>
                        <a:pt x="446" y="895"/>
                      </a:lnTo>
                      <a:lnTo>
                        <a:pt x="410" y="942"/>
                      </a:lnTo>
                      <a:lnTo>
                        <a:pt x="371" y="994"/>
                      </a:lnTo>
                      <a:lnTo>
                        <a:pt x="326" y="1046"/>
                      </a:lnTo>
                      <a:lnTo>
                        <a:pt x="282" y="1103"/>
                      </a:lnTo>
                      <a:lnTo>
                        <a:pt x="237" y="1157"/>
                      </a:lnTo>
                      <a:lnTo>
                        <a:pt x="193" y="1210"/>
                      </a:lnTo>
                      <a:lnTo>
                        <a:pt x="153" y="1263"/>
                      </a:lnTo>
                      <a:lnTo>
                        <a:pt x="119" y="1313"/>
                      </a:lnTo>
                      <a:lnTo>
                        <a:pt x="106" y="1308"/>
                      </a:lnTo>
                      <a:lnTo>
                        <a:pt x="93" y="1297"/>
                      </a:lnTo>
                      <a:lnTo>
                        <a:pt x="75" y="1281"/>
                      </a:lnTo>
                      <a:lnTo>
                        <a:pt x="59" y="1264"/>
                      </a:lnTo>
                      <a:lnTo>
                        <a:pt x="40" y="1245"/>
                      </a:lnTo>
                      <a:lnTo>
                        <a:pt x="24" y="1230"/>
                      </a:lnTo>
                      <a:lnTo>
                        <a:pt x="10" y="1220"/>
                      </a:lnTo>
                      <a:lnTo>
                        <a:pt x="0" y="1218"/>
                      </a:lnTo>
                      <a:close/>
                    </a:path>
                  </a:pathLst>
                </a:custGeom>
                <a:solidFill>
                  <a:srgbClr val="E3A68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4" name="Freeform 63">
                  <a:extLst>
                    <a:ext uri="{FF2B5EF4-FFF2-40B4-BE49-F238E27FC236}">
                      <a16:creationId xmlns:a16="http://schemas.microsoft.com/office/drawing/2014/main" id="{366B62A6-0839-4A4D-8F05-D6F154A0CB40}"/>
                    </a:ext>
                  </a:extLst>
                </p:cNvPr>
                <p:cNvSpPr>
                  <a:spLocks/>
                </p:cNvSpPr>
                <p:nvPr/>
              </p:nvSpPr>
              <p:spPr bwMode="auto">
                <a:xfrm>
                  <a:off x="4335" y="2766"/>
                  <a:ext cx="993" cy="694"/>
                </a:xfrm>
                <a:custGeom>
                  <a:avLst/>
                  <a:gdLst>
                    <a:gd name="T0" fmla="*/ 9 w 1985"/>
                    <a:gd name="T1" fmla="*/ 558 h 1387"/>
                    <a:gd name="T2" fmla="*/ 29 w 1985"/>
                    <a:gd name="T3" fmla="*/ 512 h 1387"/>
                    <a:gd name="T4" fmla="*/ 51 w 1985"/>
                    <a:gd name="T5" fmla="*/ 469 h 1387"/>
                    <a:gd name="T6" fmla="*/ 71 w 1985"/>
                    <a:gd name="T7" fmla="*/ 423 h 1387"/>
                    <a:gd name="T8" fmla="*/ 150 w 1985"/>
                    <a:gd name="T9" fmla="*/ 290 h 1387"/>
                    <a:gd name="T10" fmla="*/ 308 w 1985"/>
                    <a:gd name="T11" fmla="*/ 126 h 1387"/>
                    <a:gd name="T12" fmla="*/ 496 w 1985"/>
                    <a:gd name="T13" fmla="*/ 32 h 1387"/>
                    <a:gd name="T14" fmla="*/ 726 w 1985"/>
                    <a:gd name="T15" fmla="*/ 9 h 1387"/>
                    <a:gd name="T16" fmla="*/ 871 w 1985"/>
                    <a:gd name="T17" fmla="*/ 25 h 1387"/>
                    <a:gd name="T18" fmla="*/ 891 w 1985"/>
                    <a:gd name="T19" fmla="*/ 26 h 1387"/>
                    <a:gd name="T20" fmla="*/ 913 w 1985"/>
                    <a:gd name="T21" fmla="*/ 21 h 1387"/>
                    <a:gd name="T22" fmla="*/ 933 w 1985"/>
                    <a:gd name="T23" fmla="*/ 9 h 1387"/>
                    <a:gd name="T24" fmla="*/ 949 w 1985"/>
                    <a:gd name="T25" fmla="*/ 11 h 1387"/>
                    <a:gd name="T26" fmla="*/ 957 w 1985"/>
                    <a:gd name="T27" fmla="*/ 33 h 1387"/>
                    <a:gd name="T28" fmla="*/ 960 w 1985"/>
                    <a:gd name="T29" fmla="*/ 55 h 1387"/>
                    <a:gd name="T30" fmla="*/ 958 w 1985"/>
                    <a:gd name="T31" fmla="*/ 80 h 1387"/>
                    <a:gd name="T32" fmla="*/ 987 w 1985"/>
                    <a:gd name="T33" fmla="*/ 191 h 1387"/>
                    <a:gd name="T34" fmla="*/ 982 w 1985"/>
                    <a:gd name="T35" fmla="*/ 377 h 1387"/>
                    <a:gd name="T36" fmla="*/ 932 w 1985"/>
                    <a:gd name="T37" fmla="*/ 532 h 1387"/>
                    <a:gd name="T38" fmla="*/ 886 w 1985"/>
                    <a:gd name="T39" fmla="*/ 632 h 1387"/>
                    <a:gd name="T40" fmla="*/ 879 w 1985"/>
                    <a:gd name="T41" fmla="*/ 664 h 1387"/>
                    <a:gd name="T42" fmla="*/ 877 w 1985"/>
                    <a:gd name="T43" fmla="*/ 673 h 1387"/>
                    <a:gd name="T44" fmla="*/ 873 w 1985"/>
                    <a:gd name="T45" fmla="*/ 677 h 1387"/>
                    <a:gd name="T46" fmla="*/ 869 w 1985"/>
                    <a:gd name="T47" fmla="*/ 685 h 1387"/>
                    <a:gd name="T48" fmla="*/ 858 w 1985"/>
                    <a:gd name="T49" fmla="*/ 688 h 1387"/>
                    <a:gd name="T50" fmla="*/ 828 w 1985"/>
                    <a:gd name="T51" fmla="*/ 682 h 1387"/>
                    <a:gd name="T52" fmla="*/ 794 w 1985"/>
                    <a:gd name="T53" fmla="*/ 679 h 1387"/>
                    <a:gd name="T54" fmla="*/ 764 w 1985"/>
                    <a:gd name="T55" fmla="*/ 672 h 1387"/>
                    <a:gd name="T56" fmla="*/ 695 w 1985"/>
                    <a:gd name="T57" fmla="*/ 639 h 1387"/>
                    <a:gd name="T58" fmla="*/ 610 w 1985"/>
                    <a:gd name="T59" fmla="*/ 574 h 1387"/>
                    <a:gd name="T60" fmla="*/ 546 w 1985"/>
                    <a:gd name="T61" fmla="*/ 498 h 1387"/>
                    <a:gd name="T62" fmla="*/ 476 w 1985"/>
                    <a:gd name="T63" fmla="*/ 410 h 1387"/>
                    <a:gd name="T64" fmla="*/ 407 w 1985"/>
                    <a:gd name="T65" fmla="*/ 357 h 1387"/>
                    <a:gd name="T66" fmla="*/ 361 w 1985"/>
                    <a:gd name="T67" fmla="*/ 362 h 1387"/>
                    <a:gd name="T68" fmla="*/ 310 w 1985"/>
                    <a:gd name="T69" fmla="*/ 380 h 1387"/>
                    <a:gd name="T70" fmla="*/ 249 w 1985"/>
                    <a:gd name="T71" fmla="*/ 412 h 1387"/>
                    <a:gd name="T72" fmla="*/ 197 w 1985"/>
                    <a:gd name="T73" fmla="*/ 455 h 1387"/>
                    <a:gd name="T74" fmla="*/ 157 w 1985"/>
                    <a:gd name="T75" fmla="*/ 504 h 1387"/>
                    <a:gd name="T76" fmla="*/ 114 w 1985"/>
                    <a:gd name="T77" fmla="*/ 554 h 1387"/>
                    <a:gd name="T78" fmla="*/ 74 w 1985"/>
                    <a:gd name="T79" fmla="*/ 603 h 1387"/>
                    <a:gd name="T80" fmla="*/ 51 w 1985"/>
                    <a:gd name="T81" fmla="*/ 625 h 1387"/>
                    <a:gd name="T82" fmla="*/ 36 w 1985"/>
                    <a:gd name="T83" fmla="*/ 613 h 1387"/>
                    <a:gd name="T84" fmla="*/ 20 w 1985"/>
                    <a:gd name="T85" fmla="*/ 597 h 1387"/>
                    <a:gd name="T86" fmla="*/ 5 w 1985"/>
                    <a:gd name="T87" fmla="*/ 585 h 13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85"/>
                    <a:gd name="T133" fmla="*/ 0 h 1387"/>
                    <a:gd name="T134" fmla="*/ 1985 w 1985"/>
                    <a:gd name="T135" fmla="*/ 1387 h 138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85" h="1387">
                      <a:moveTo>
                        <a:pt x="0" y="1168"/>
                      </a:moveTo>
                      <a:lnTo>
                        <a:pt x="17" y="1115"/>
                      </a:lnTo>
                      <a:lnTo>
                        <a:pt x="35" y="1069"/>
                      </a:lnTo>
                      <a:lnTo>
                        <a:pt x="57" y="1023"/>
                      </a:lnTo>
                      <a:lnTo>
                        <a:pt x="79" y="981"/>
                      </a:lnTo>
                      <a:lnTo>
                        <a:pt x="101" y="937"/>
                      </a:lnTo>
                      <a:lnTo>
                        <a:pt x="122" y="893"/>
                      </a:lnTo>
                      <a:lnTo>
                        <a:pt x="141" y="846"/>
                      </a:lnTo>
                      <a:lnTo>
                        <a:pt x="158" y="794"/>
                      </a:lnTo>
                      <a:lnTo>
                        <a:pt x="300" y="579"/>
                      </a:lnTo>
                      <a:lnTo>
                        <a:pt x="452" y="398"/>
                      </a:lnTo>
                      <a:lnTo>
                        <a:pt x="616" y="252"/>
                      </a:lnTo>
                      <a:lnTo>
                        <a:pt x="795" y="141"/>
                      </a:lnTo>
                      <a:lnTo>
                        <a:pt x="991" y="64"/>
                      </a:lnTo>
                      <a:lnTo>
                        <a:pt x="1209" y="23"/>
                      </a:lnTo>
                      <a:lnTo>
                        <a:pt x="1452" y="17"/>
                      </a:lnTo>
                      <a:lnTo>
                        <a:pt x="1722" y="49"/>
                      </a:lnTo>
                      <a:lnTo>
                        <a:pt x="1741" y="50"/>
                      </a:lnTo>
                      <a:lnTo>
                        <a:pt x="1762" y="52"/>
                      </a:lnTo>
                      <a:lnTo>
                        <a:pt x="1782" y="51"/>
                      </a:lnTo>
                      <a:lnTo>
                        <a:pt x="1805" y="49"/>
                      </a:lnTo>
                      <a:lnTo>
                        <a:pt x="1825" y="42"/>
                      </a:lnTo>
                      <a:lnTo>
                        <a:pt x="1846" y="33"/>
                      </a:lnTo>
                      <a:lnTo>
                        <a:pt x="1866" y="18"/>
                      </a:lnTo>
                      <a:lnTo>
                        <a:pt x="1888" y="0"/>
                      </a:lnTo>
                      <a:lnTo>
                        <a:pt x="1898" y="21"/>
                      </a:lnTo>
                      <a:lnTo>
                        <a:pt x="1906" y="44"/>
                      </a:lnTo>
                      <a:lnTo>
                        <a:pt x="1913" y="65"/>
                      </a:lnTo>
                      <a:lnTo>
                        <a:pt x="1918" y="87"/>
                      </a:lnTo>
                      <a:lnTo>
                        <a:pt x="1919" y="110"/>
                      </a:lnTo>
                      <a:lnTo>
                        <a:pt x="1920" y="134"/>
                      </a:lnTo>
                      <a:lnTo>
                        <a:pt x="1916" y="159"/>
                      </a:lnTo>
                      <a:lnTo>
                        <a:pt x="1913" y="186"/>
                      </a:lnTo>
                      <a:lnTo>
                        <a:pt x="1973" y="382"/>
                      </a:lnTo>
                      <a:lnTo>
                        <a:pt x="1985" y="574"/>
                      </a:lnTo>
                      <a:lnTo>
                        <a:pt x="1963" y="754"/>
                      </a:lnTo>
                      <a:lnTo>
                        <a:pt x="1919" y="921"/>
                      </a:lnTo>
                      <a:lnTo>
                        <a:pt x="1863" y="1064"/>
                      </a:lnTo>
                      <a:lnTo>
                        <a:pt x="1810" y="1180"/>
                      </a:lnTo>
                      <a:lnTo>
                        <a:pt x="1771" y="1264"/>
                      </a:lnTo>
                      <a:lnTo>
                        <a:pt x="1761" y="1310"/>
                      </a:lnTo>
                      <a:lnTo>
                        <a:pt x="1758" y="1327"/>
                      </a:lnTo>
                      <a:lnTo>
                        <a:pt x="1757" y="1339"/>
                      </a:lnTo>
                      <a:lnTo>
                        <a:pt x="1753" y="1346"/>
                      </a:lnTo>
                      <a:lnTo>
                        <a:pt x="1750" y="1351"/>
                      </a:lnTo>
                      <a:lnTo>
                        <a:pt x="1745" y="1353"/>
                      </a:lnTo>
                      <a:lnTo>
                        <a:pt x="1741" y="1359"/>
                      </a:lnTo>
                      <a:lnTo>
                        <a:pt x="1737" y="1369"/>
                      </a:lnTo>
                      <a:lnTo>
                        <a:pt x="1736" y="1387"/>
                      </a:lnTo>
                      <a:lnTo>
                        <a:pt x="1715" y="1376"/>
                      </a:lnTo>
                      <a:lnTo>
                        <a:pt x="1688" y="1368"/>
                      </a:lnTo>
                      <a:lnTo>
                        <a:pt x="1656" y="1364"/>
                      </a:lnTo>
                      <a:lnTo>
                        <a:pt x="1622" y="1362"/>
                      </a:lnTo>
                      <a:lnTo>
                        <a:pt x="1587" y="1357"/>
                      </a:lnTo>
                      <a:lnTo>
                        <a:pt x="1555" y="1353"/>
                      </a:lnTo>
                      <a:lnTo>
                        <a:pt x="1528" y="1344"/>
                      </a:lnTo>
                      <a:lnTo>
                        <a:pt x="1508" y="1333"/>
                      </a:lnTo>
                      <a:lnTo>
                        <a:pt x="1390" y="1277"/>
                      </a:lnTo>
                      <a:lnTo>
                        <a:pt x="1296" y="1215"/>
                      </a:lnTo>
                      <a:lnTo>
                        <a:pt x="1219" y="1148"/>
                      </a:lnTo>
                      <a:lnTo>
                        <a:pt x="1154" y="1075"/>
                      </a:lnTo>
                      <a:lnTo>
                        <a:pt x="1091" y="996"/>
                      </a:lnTo>
                      <a:lnTo>
                        <a:pt x="1026" y="911"/>
                      </a:lnTo>
                      <a:lnTo>
                        <a:pt x="951" y="820"/>
                      </a:lnTo>
                      <a:lnTo>
                        <a:pt x="861" y="724"/>
                      </a:lnTo>
                      <a:lnTo>
                        <a:pt x="814" y="714"/>
                      </a:lnTo>
                      <a:lnTo>
                        <a:pt x="768" y="714"/>
                      </a:lnTo>
                      <a:lnTo>
                        <a:pt x="721" y="723"/>
                      </a:lnTo>
                      <a:lnTo>
                        <a:pt x="672" y="739"/>
                      </a:lnTo>
                      <a:lnTo>
                        <a:pt x="619" y="760"/>
                      </a:lnTo>
                      <a:lnTo>
                        <a:pt x="562" y="789"/>
                      </a:lnTo>
                      <a:lnTo>
                        <a:pt x="498" y="823"/>
                      </a:lnTo>
                      <a:lnTo>
                        <a:pt x="429" y="863"/>
                      </a:lnTo>
                      <a:lnTo>
                        <a:pt x="394" y="909"/>
                      </a:lnTo>
                      <a:lnTo>
                        <a:pt x="355" y="958"/>
                      </a:lnTo>
                      <a:lnTo>
                        <a:pt x="314" y="1007"/>
                      </a:lnTo>
                      <a:lnTo>
                        <a:pt x="271" y="1059"/>
                      </a:lnTo>
                      <a:lnTo>
                        <a:pt x="227" y="1107"/>
                      </a:lnTo>
                      <a:lnTo>
                        <a:pt x="186" y="1158"/>
                      </a:lnTo>
                      <a:lnTo>
                        <a:pt x="147" y="1205"/>
                      </a:lnTo>
                      <a:lnTo>
                        <a:pt x="114" y="1254"/>
                      </a:lnTo>
                      <a:lnTo>
                        <a:pt x="102" y="1250"/>
                      </a:lnTo>
                      <a:lnTo>
                        <a:pt x="88" y="1240"/>
                      </a:lnTo>
                      <a:lnTo>
                        <a:pt x="72" y="1226"/>
                      </a:lnTo>
                      <a:lnTo>
                        <a:pt x="57" y="1210"/>
                      </a:lnTo>
                      <a:lnTo>
                        <a:pt x="39" y="1193"/>
                      </a:lnTo>
                      <a:lnTo>
                        <a:pt x="24" y="1180"/>
                      </a:lnTo>
                      <a:lnTo>
                        <a:pt x="10" y="1170"/>
                      </a:lnTo>
                      <a:lnTo>
                        <a:pt x="0" y="1168"/>
                      </a:lnTo>
                      <a:close/>
                    </a:path>
                  </a:pathLst>
                </a:custGeom>
                <a:solidFill>
                  <a:srgbClr val="E6AB94"/>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5" name="Freeform 64">
                  <a:extLst>
                    <a:ext uri="{FF2B5EF4-FFF2-40B4-BE49-F238E27FC236}">
                      <a16:creationId xmlns:a16="http://schemas.microsoft.com/office/drawing/2014/main" id="{6EA9066C-7376-BC41-9AB1-B41DCC398CB3}"/>
                    </a:ext>
                  </a:extLst>
                </p:cNvPr>
                <p:cNvSpPr>
                  <a:spLocks/>
                </p:cNvSpPr>
                <p:nvPr/>
              </p:nvSpPr>
              <p:spPr bwMode="auto">
                <a:xfrm>
                  <a:off x="4342" y="2777"/>
                  <a:ext cx="979" cy="657"/>
                </a:xfrm>
                <a:custGeom>
                  <a:avLst/>
                  <a:gdLst>
                    <a:gd name="T0" fmla="*/ 7 w 1959"/>
                    <a:gd name="T1" fmla="*/ 532 h 1315"/>
                    <a:gd name="T2" fmla="*/ 26 w 1959"/>
                    <a:gd name="T3" fmla="*/ 490 h 1315"/>
                    <a:gd name="T4" fmla="*/ 45 w 1959"/>
                    <a:gd name="T5" fmla="*/ 453 h 1315"/>
                    <a:gd name="T6" fmla="*/ 63 w 1959"/>
                    <a:gd name="T7" fmla="*/ 411 h 1315"/>
                    <a:gd name="T8" fmla="*/ 143 w 1959"/>
                    <a:gd name="T9" fmla="*/ 279 h 1315"/>
                    <a:gd name="T10" fmla="*/ 300 w 1959"/>
                    <a:gd name="T11" fmla="*/ 116 h 1315"/>
                    <a:gd name="T12" fmla="*/ 486 w 1959"/>
                    <a:gd name="T13" fmla="*/ 24 h 1315"/>
                    <a:gd name="T14" fmla="*/ 715 w 1959"/>
                    <a:gd name="T15" fmla="*/ 1 h 1315"/>
                    <a:gd name="T16" fmla="*/ 859 w 1959"/>
                    <a:gd name="T17" fmla="*/ 17 h 1315"/>
                    <a:gd name="T18" fmla="*/ 879 w 1959"/>
                    <a:gd name="T19" fmla="*/ 18 h 1315"/>
                    <a:gd name="T20" fmla="*/ 901 w 1959"/>
                    <a:gd name="T21" fmla="*/ 15 h 1315"/>
                    <a:gd name="T22" fmla="*/ 922 w 1959"/>
                    <a:gd name="T23" fmla="*/ 7 h 1315"/>
                    <a:gd name="T24" fmla="*/ 937 w 1959"/>
                    <a:gd name="T25" fmla="*/ 10 h 1315"/>
                    <a:gd name="T26" fmla="*/ 945 w 1959"/>
                    <a:gd name="T27" fmla="*/ 31 h 1315"/>
                    <a:gd name="T28" fmla="*/ 948 w 1959"/>
                    <a:gd name="T29" fmla="*/ 52 h 1315"/>
                    <a:gd name="T30" fmla="*/ 948 w 1959"/>
                    <a:gd name="T31" fmla="*/ 76 h 1315"/>
                    <a:gd name="T32" fmla="*/ 974 w 1959"/>
                    <a:gd name="T33" fmla="*/ 180 h 1315"/>
                    <a:gd name="T34" fmla="*/ 969 w 1959"/>
                    <a:gd name="T35" fmla="*/ 356 h 1315"/>
                    <a:gd name="T36" fmla="*/ 922 w 1959"/>
                    <a:gd name="T37" fmla="*/ 503 h 1315"/>
                    <a:gd name="T38" fmla="*/ 877 w 1959"/>
                    <a:gd name="T39" fmla="*/ 601 h 1315"/>
                    <a:gd name="T40" fmla="*/ 868 w 1959"/>
                    <a:gd name="T41" fmla="*/ 630 h 1315"/>
                    <a:gd name="T42" fmla="*/ 863 w 1959"/>
                    <a:gd name="T43" fmla="*/ 638 h 1315"/>
                    <a:gd name="T44" fmla="*/ 857 w 1959"/>
                    <a:gd name="T45" fmla="*/ 643 h 1315"/>
                    <a:gd name="T46" fmla="*/ 851 w 1959"/>
                    <a:gd name="T47" fmla="*/ 649 h 1315"/>
                    <a:gd name="T48" fmla="*/ 840 w 1959"/>
                    <a:gd name="T49" fmla="*/ 653 h 1315"/>
                    <a:gd name="T50" fmla="*/ 812 w 1959"/>
                    <a:gd name="T51" fmla="*/ 648 h 1315"/>
                    <a:gd name="T52" fmla="*/ 780 w 1959"/>
                    <a:gd name="T53" fmla="*/ 644 h 1315"/>
                    <a:gd name="T54" fmla="*/ 753 w 1959"/>
                    <a:gd name="T55" fmla="*/ 639 h 1315"/>
                    <a:gd name="T56" fmla="*/ 686 w 1959"/>
                    <a:gd name="T57" fmla="*/ 606 h 1315"/>
                    <a:gd name="T58" fmla="*/ 602 w 1959"/>
                    <a:gd name="T59" fmla="*/ 544 h 1315"/>
                    <a:gd name="T60" fmla="*/ 539 w 1959"/>
                    <a:gd name="T61" fmla="*/ 472 h 1315"/>
                    <a:gd name="T62" fmla="*/ 469 w 1959"/>
                    <a:gd name="T63" fmla="*/ 386 h 1315"/>
                    <a:gd name="T64" fmla="*/ 400 w 1959"/>
                    <a:gd name="T65" fmla="*/ 334 h 1315"/>
                    <a:gd name="T66" fmla="*/ 352 w 1959"/>
                    <a:gd name="T67" fmla="*/ 339 h 1315"/>
                    <a:gd name="T68" fmla="*/ 300 w 1959"/>
                    <a:gd name="T69" fmla="*/ 359 h 1315"/>
                    <a:gd name="T70" fmla="*/ 239 w 1959"/>
                    <a:gd name="T71" fmla="*/ 394 h 1315"/>
                    <a:gd name="T72" fmla="*/ 188 w 1959"/>
                    <a:gd name="T73" fmla="*/ 438 h 1315"/>
                    <a:gd name="T74" fmla="*/ 149 w 1959"/>
                    <a:gd name="T75" fmla="*/ 483 h 1315"/>
                    <a:gd name="T76" fmla="*/ 108 w 1959"/>
                    <a:gd name="T77" fmla="*/ 528 h 1315"/>
                    <a:gd name="T78" fmla="*/ 69 w 1959"/>
                    <a:gd name="T79" fmla="*/ 573 h 1315"/>
                    <a:gd name="T80" fmla="*/ 47 w 1959"/>
                    <a:gd name="T81" fmla="*/ 596 h 1315"/>
                    <a:gd name="T82" fmla="*/ 32 w 1959"/>
                    <a:gd name="T83" fmla="*/ 584 h 1315"/>
                    <a:gd name="T84" fmla="*/ 18 w 1959"/>
                    <a:gd name="T85" fmla="*/ 569 h 1315"/>
                    <a:gd name="T86" fmla="*/ 4 w 1959"/>
                    <a:gd name="T87" fmla="*/ 559 h 131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59"/>
                    <a:gd name="T133" fmla="*/ 0 h 1315"/>
                    <a:gd name="T134" fmla="*/ 1959 w 1959"/>
                    <a:gd name="T135" fmla="*/ 1315 h 131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59" h="1315">
                      <a:moveTo>
                        <a:pt x="0" y="1117"/>
                      </a:moveTo>
                      <a:lnTo>
                        <a:pt x="14" y="1065"/>
                      </a:lnTo>
                      <a:lnTo>
                        <a:pt x="33" y="1021"/>
                      </a:lnTo>
                      <a:lnTo>
                        <a:pt x="52" y="981"/>
                      </a:lnTo>
                      <a:lnTo>
                        <a:pt x="72" y="945"/>
                      </a:lnTo>
                      <a:lnTo>
                        <a:pt x="90" y="906"/>
                      </a:lnTo>
                      <a:lnTo>
                        <a:pt x="109" y="867"/>
                      </a:lnTo>
                      <a:lnTo>
                        <a:pt x="127" y="823"/>
                      </a:lnTo>
                      <a:lnTo>
                        <a:pt x="144" y="773"/>
                      </a:lnTo>
                      <a:lnTo>
                        <a:pt x="286" y="558"/>
                      </a:lnTo>
                      <a:lnTo>
                        <a:pt x="436" y="378"/>
                      </a:lnTo>
                      <a:lnTo>
                        <a:pt x="600" y="232"/>
                      </a:lnTo>
                      <a:lnTo>
                        <a:pt x="778" y="123"/>
                      </a:lnTo>
                      <a:lnTo>
                        <a:pt x="972" y="48"/>
                      </a:lnTo>
                      <a:lnTo>
                        <a:pt x="1189" y="7"/>
                      </a:lnTo>
                      <a:lnTo>
                        <a:pt x="1431" y="2"/>
                      </a:lnTo>
                      <a:lnTo>
                        <a:pt x="1701" y="34"/>
                      </a:lnTo>
                      <a:lnTo>
                        <a:pt x="1719" y="35"/>
                      </a:lnTo>
                      <a:lnTo>
                        <a:pt x="1739" y="38"/>
                      </a:lnTo>
                      <a:lnTo>
                        <a:pt x="1759" y="36"/>
                      </a:lnTo>
                      <a:lnTo>
                        <a:pt x="1782" y="36"/>
                      </a:lnTo>
                      <a:lnTo>
                        <a:pt x="1802" y="31"/>
                      </a:lnTo>
                      <a:lnTo>
                        <a:pt x="1823" y="24"/>
                      </a:lnTo>
                      <a:lnTo>
                        <a:pt x="1845" y="14"/>
                      </a:lnTo>
                      <a:lnTo>
                        <a:pt x="1866" y="0"/>
                      </a:lnTo>
                      <a:lnTo>
                        <a:pt x="1875" y="21"/>
                      </a:lnTo>
                      <a:lnTo>
                        <a:pt x="1884" y="43"/>
                      </a:lnTo>
                      <a:lnTo>
                        <a:pt x="1890" y="63"/>
                      </a:lnTo>
                      <a:lnTo>
                        <a:pt x="1895" y="84"/>
                      </a:lnTo>
                      <a:lnTo>
                        <a:pt x="1897" y="105"/>
                      </a:lnTo>
                      <a:lnTo>
                        <a:pt x="1899" y="128"/>
                      </a:lnTo>
                      <a:lnTo>
                        <a:pt x="1897" y="152"/>
                      </a:lnTo>
                      <a:lnTo>
                        <a:pt x="1894" y="179"/>
                      </a:lnTo>
                      <a:lnTo>
                        <a:pt x="1948" y="360"/>
                      </a:lnTo>
                      <a:lnTo>
                        <a:pt x="1959" y="540"/>
                      </a:lnTo>
                      <a:lnTo>
                        <a:pt x="1939" y="712"/>
                      </a:lnTo>
                      <a:lnTo>
                        <a:pt x="1897" y="870"/>
                      </a:lnTo>
                      <a:lnTo>
                        <a:pt x="1845" y="1007"/>
                      </a:lnTo>
                      <a:lnTo>
                        <a:pt x="1793" y="1120"/>
                      </a:lnTo>
                      <a:lnTo>
                        <a:pt x="1754" y="1202"/>
                      </a:lnTo>
                      <a:lnTo>
                        <a:pt x="1739" y="1246"/>
                      </a:lnTo>
                      <a:lnTo>
                        <a:pt x="1736" y="1261"/>
                      </a:lnTo>
                      <a:lnTo>
                        <a:pt x="1733" y="1271"/>
                      </a:lnTo>
                      <a:lnTo>
                        <a:pt x="1727" y="1277"/>
                      </a:lnTo>
                      <a:lnTo>
                        <a:pt x="1722" y="1282"/>
                      </a:lnTo>
                      <a:lnTo>
                        <a:pt x="1714" y="1286"/>
                      </a:lnTo>
                      <a:lnTo>
                        <a:pt x="1709" y="1291"/>
                      </a:lnTo>
                      <a:lnTo>
                        <a:pt x="1703" y="1299"/>
                      </a:lnTo>
                      <a:lnTo>
                        <a:pt x="1701" y="1315"/>
                      </a:lnTo>
                      <a:lnTo>
                        <a:pt x="1680" y="1306"/>
                      </a:lnTo>
                      <a:lnTo>
                        <a:pt x="1655" y="1301"/>
                      </a:lnTo>
                      <a:lnTo>
                        <a:pt x="1625" y="1297"/>
                      </a:lnTo>
                      <a:lnTo>
                        <a:pt x="1594" y="1294"/>
                      </a:lnTo>
                      <a:lnTo>
                        <a:pt x="1561" y="1289"/>
                      </a:lnTo>
                      <a:lnTo>
                        <a:pt x="1533" y="1286"/>
                      </a:lnTo>
                      <a:lnTo>
                        <a:pt x="1507" y="1278"/>
                      </a:lnTo>
                      <a:lnTo>
                        <a:pt x="1490" y="1269"/>
                      </a:lnTo>
                      <a:lnTo>
                        <a:pt x="1372" y="1213"/>
                      </a:lnTo>
                      <a:lnTo>
                        <a:pt x="1279" y="1154"/>
                      </a:lnTo>
                      <a:lnTo>
                        <a:pt x="1204" y="1089"/>
                      </a:lnTo>
                      <a:lnTo>
                        <a:pt x="1140" y="1020"/>
                      </a:lnTo>
                      <a:lnTo>
                        <a:pt x="1079" y="944"/>
                      </a:lnTo>
                      <a:lnTo>
                        <a:pt x="1013" y="861"/>
                      </a:lnTo>
                      <a:lnTo>
                        <a:pt x="938" y="772"/>
                      </a:lnTo>
                      <a:lnTo>
                        <a:pt x="848" y="677"/>
                      </a:lnTo>
                      <a:lnTo>
                        <a:pt x="800" y="668"/>
                      </a:lnTo>
                      <a:lnTo>
                        <a:pt x="753" y="669"/>
                      </a:lnTo>
                      <a:lnTo>
                        <a:pt x="704" y="678"/>
                      </a:lnTo>
                      <a:lnTo>
                        <a:pt x="653" y="695"/>
                      </a:lnTo>
                      <a:lnTo>
                        <a:pt x="600" y="719"/>
                      </a:lnTo>
                      <a:lnTo>
                        <a:pt x="542" y="752"/>
                      </a:lnTo>
                      <a:lnTo>
                        <a:pt x="479" y="788"/>
                      </a:lnTo>
                      <a:lnTo>
                        <a:pt x="411" y="832"/>
                      </a:lnTo>
                      <a:lnTo>
                        <a:pt x="376" y="877"/>
                      </a:lnTo>
                      <a:lnTo>
                        <a:pt x="339" y="922"/>
                      </a:lnTo>
                      <a:lnTo>
                        <a:pt x="299" y="967"/>
                      </a:lnTo>
                      <a:lnTo>
                        <a:pt x="258" y="1013"/>
                      </a:lnTo>
                      <a:lnTo>
                        <a:pt x="216" y="1056"/>
                      </a:lnTo>
                      <a:lnTo>
                        <a:pt x="176" y="1101"/>
                      </a:lnTo>
                      <a:lnTo>
                        <a:pt x="138" y="1147"/>
                      </a:lnTo>
                      <a:lnTo>
                        <a:pt x="105" y="1195"/>
                      </a:lnTo>
                      <a:lnTo>
                        <a:pt x="94" y="1192"/>
                      </a:lnTo>
                      <a:lnTo>
                        <a:pt x="80" y="1182"/>
                      </a:lnTo>
                      <a:lnTo>
                        <a:pt x="65" y="1168"/>
                      </a:lnTo>
                      <a:lnTo>
                        <a:pt x="52" y="1154"/>
                      </a:lnTo>
                      <a:lnTo>
                        <a:pt x="36" y="1139"/>
                      </a:lnTo>
                      <a:lnTo>
                        <a:pt x="21" y="1127"/>
                      </a:lnTo>
                      <a:lnTo>
                        <a:pt x="9" y="1118"/>
                      </a:lnTo>
                      <a:lnTo>
                        <a:pt x="0" y="1117"/>
                      </a:lnTo>
                      <a:close/>
                    </a:path>
                  </a:pathLst>
                </a:custGeom>
                <a:solidFill>
                  <a:srgbClr val="EBB09C"/>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6" name="Freeform 65">
                  <a:extLst>
                    <a:ext uri="{FF2B5EF4-FFF2-40B4-BE49-F238E27FC236}">
                      <a16:creationId xmlns:a16="http://schemas.microsoft.com/office/drawing/2014/main" id="{9DDD93A8-7F9F-AA4E-B0CA-4DC4D471A410}"/>
                    </a:ext>
                  </a:extLst>
                </p:cNvPr>
                <p:cNvSpPr>
                  <a:spLocks/>
                </p:cNvSpPr>
                <p:nvPr/>
              </p:nvSpPr>
              <p:spPr bwMode="auto">
                <a:xfrm>
                  <a:off x="4349" y="2782"/>
                  <a:ext cx="967" cy="627"/>
                </a:xfrm>
                <a:custGeom>
                  <a:avLst/>
                  <a:gdLst>
                    <a:gd name="T0" fmla="*/ 7 w 1934"/>
                    <a:gd name="T1" fmla="*/ 513 h 1254"/>
                    <a:gd name="T2" fmla="*/ 23 w 1934"/>
                    <a:gd name="T3" fmla="*/ 475 h 1254"/>
                    <a:gd name="T4" fmla="*/ 41 w 1934"/>
                    <a:gd name="T5" fmla="*/ 443 h 1254"/>
                    <a:gd name="T6" fmla="*/ 57 w 1934"/>
                    <a:gd name="T7" fmla="*/ 405 h 1254"/>
                    <a:gd name="T8" fmla="*/ 136 w 1934"/>
                    <a:gd name="T9" fmla="*/ 274 h 1254"/>
                    <a:gd name="T10" fmla="*/ 291 w 1934"/>
                    <a:gd name="T11" fmla="*/ 112 h 1254"/>
                    <a:gd name="T12" fmla="*/ 476 w 1934"/>
                    <a:gd name="T13" fmla="*/ 21 h 1254"/>
                    <a:gd name="T14" fmla="*/ 704 w 1934"/>
                    <a:gd name="T15" fmla="*/ 0 h 1254"/>
                    <a:gd name="T16" fmla="*/ 849 w 1934"/>
                    <a:gd name="T17" fmla="*/ 17 h 1254"/>
                    <a:gd name="T18" fmla="*/ 869 w 1934"/>
                    <a:gd name="T19" fmla="*/ 18 h 1254"/>
                    <a:gd name="T20" fmla="*/ 889 w 1934"/>
                    <a:gd name="T21" fmla="*/ 15 h 1254"/>
                    <a:gd name="T22" fmla="*/ 910 w 1934"/>
                    <a:gd name="T23" fmla="*/ 10 h 1254"/>
                    <a:gd name="T24" fmla="*/ 926 w 1934"/>
                    <a:gd name="T25" fmla="*/ 15 h 1254"/>
                    <a:gd name="T26" fmla="*/ 934 w 1934"/>
                    <a:gd name="T27" fmla="*/ 36 h 1254"/>
                    <a:gd name="T28" fmla="*/ 938 w 1934"/>
                    <a:gd name="T29" fmla="*/ 55 h 1254"/>
                    <a:gd name="T30" fmla="*/ 939 w 1934"/>
                    <a:gd name="T31" fmla="*/ 77 h 1254"/>
                    <a:gd name="T32" fmla="*/ 962 w 1934"/>
                    <a:gd name="T33" fmla="*/ 173 h 1254"/>
                    <a:gd name="T34" fmla="*/ 958 w 1934"/>
                    <a:gd name="T35" fmla="*/ 339 h 1254"/>
                    <a:gd name="T36" fmla="*/ 914 w 1934"/>
                    <a:gd name="T37" fmla="*/ 480 h 1254"/>
                    <a:gd name="T38" fmla="*/ 869 w 1934"/>
                    <a:gd name="T39" fmla="*/ 575 h 1254"/>
                    <a:gd name="T40" fmla="*/ 857 w 1934"/>
                    <a:gd name="T41" fmla="*/ 602 h 1254"/>
                    <a:gd name="T42" fmla="*/ 851 w 1934"/>
                    <a:gd name="T43" fmla="*/ 610 h 1254"/>
                    <a:gd name="T44" fmla="*/ 842 w 1934"/>
                    <a:gd name="T45" fmla="*/ 614 h 1254"/>
                    <a:gd name="T46" fmla="*/ 834 w 1934"/>
                    <a:gd name="T47" fmla="*/ 621 h 1254"/>
                    <a:gd name="T48" fmla="*/ 823 w 1934"/>
                    <a:gd name="T49" fmla="*/ 624 h 1254"/>
                    <a:gd name="T50" fmla="*/ 798 w 1934"/>
                    <a:gd name="T51" fmla="*/ 621 h 1254"/>
                    <a:gd name="T52" fmla="*/ 769 w 1934"/>
                    <a:gd name="T53" fmla="*/ 618 h 1254"/>
                    <a:gd name="T54" fmla="*/ 744 w 1934"/>
                    <a:gd name="T55" fmla="*/ 613 h 1254"/>
                    <a:gd name="T56" fmla="*/ 678 w 1934"/>
                    <a:gd name="T57" fmla="*/ 581 h 1254"/>
                    <a:gd name="T58" fmla="*/ 594 w 1934"/>
                    <a:gd name="T59" fmla="*/ 522 h 1254"/>
                    <a:gd name="T60" fmla="*/ 532 w 1934"/>
                    <a:gd name="T61" fmla="*/ 451 h 1254"/>
                    <a:gd name="T62" fmla="*/ 462 w 1934"/>
                    <a:gd name="T63" fmla="*/ 367 h 1254"/>
                    <a:gd name="T64" fmla="*/ 393 w 1934"/>
                    <a:gd name="T65" fmla="*/ 316 h 1254"/>
                    <a:gd name="T66" fmla="*/ 344 w 1934"/>
                    <a:gd name="T67" fmla="*/ 322 h 1254"/>
                    <a:gd name="T68" fmla="*/ 290 w 1934"/>
                    <a:gd name="T69" fmla="*/ 344 h 1254"/>
                    <a:gd name="T70" fmla="*/ 230 w 1934"/>
                    <a:gd name="T71" fmla="*/ 381 h 1254"/>
                    <a:gd name="T72" fmla="*/ 180 w 1934"/>
                    <a:gd name="T73" fmla="*/ 427 h 1254"/>
                    <a:gd name="T74" fmla="*/ 142 w 1934"/>
                    <a:gd name="T75" fmla="*/ 468 h 1254"/>
                    <a:gd name="T76" fmla="*/ 102 w 1934"/>
                    <a:gd name="T77" fmla="*/ 508 h 1254"/>
                    <a:gd name="T78" fmla="*/ 65 w 1934"/>
                    <a:gd name="T79" fmla="*/ 550 h 1254"/>
                    <a:gd name="T80" fmla="*/ 43 w 1934"/>
                    <a:gd name="T81" fmla="*/ 571 h 1254"/>
                    <a:gd name="T82" fmla="*/ 30 w 1934"/>
                    <a:gd name="T83" fmla="*/ 561 h 1254"/>
                    <a:gd name="T84" fmla="*/ 17 w 1934"/>
                    <a:gd name="T85" fmla="*/ 548 h 1254"/>
                    <a:gd name="T86" fmla="*/ 5 w 1934"/>
                    <a:gd name="T87" fmla="*/ 538 h 1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4"/>
                    <a:gd name="T133" fmla="*/ 0 h 1254"/>
                    <a:gd name="T134" fmla="*/ 1934 w 1934"/>
                    <a:gd name="T135" fmla="*/ 1254 h 125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4" h="1254">
                      <a:moveTo>
                        <a:pt x="0" y="1075"/>
                      </a:moveTo>
                      <a:lnTo>
                        <a:pt x="14" y="1025"/>
                      </a:lnTo>
                      <a:lnTo>
                        <a:pt x="30" y="985"/>
                      </a:lnTo>
                      <a:lnTo>
                        <a:pt x="46" y="950"/>
                      </a:lnTo>
                      <a:lnTo>
                        <a:pt x="65" y="919"/>
                      </a:lnTo>
                      <a:lnTo>
                        <a:pt x="81" y="886"/>
                      </a:lnTo>
                      <a:lnTo>
                        <a:pt x="98" y="852"/>
                      </a:lnTo>
                      <a:lnTo>
                        <a:pt x="114" y="811"/>
                      </a:lnTo>
                      <a:lnTo>
                        <a:pt x="130" y="763"/>
                      </a:lnTo>
                      <a:lnTo>
                        <a:pt x="272" y="548"/>
                      </a:lnTo>
                      <a:lnTo>
                        <a:pt x="421" y="368"/>
                      </a:lnTo>
                      <a:lnTo>
                        <a:pt x="582" y="224"/>
                      </a:lnTo>
                      <a:lnTo>
                        <a:pt x="759" y="117"/>
                      </a:lnTo>
                      <a:lnTo>
                        <a:pt x="952" y="43"/>
                      </a:lnTo>
                      <a:lnTo>
                        <a:pt x="1167" y="4"/>
                      </a:lnTo>
                      <a:lnTo>
                        <a:pt x="1408" y="0"/>
                      </a:lnTo>
                      <a:lnTo>
                        <a:pt x="1678" y="31"/>
                      </a:lnTo>
                      <a:lnTo>
                        <a:pt x="1697" y="33"/>
                      </a:lnTo>
                      <a:lnTo>
                        <a:pt x="1717" y="35"/>
                      </a:lnTo>
                      <a:lnTo>
                        <a:pt x="1737" y="35"/>
                      </a:lnTo>
                      <a:lnTo>
                        <a:pt x="1758" y="35"/>
                      </a:lnTo>
                      <a:lnTo>
                        <a:pt x="1778" y="31"/>
                      </a:lnTo>
                      <a:lnTo>
                        <a:pt x="1799" y="26"/>
                      </a:lnTo>
                      <a:lnTo>
                        <a:pt x="1819" y="19"/>
                      </a:lnTo>
                      <a:lnTo>
                        <a:pt x="1841" y="10"/>
                      </a:lnTo>
                      <a:lnTo>
                        <a:pt x="1851" y="31"/>
                      </a:lnTo>
                      <a:lnTo>
                        <a:pt x="1860" y="51"/>
                      </a:lnTo>
                      <a:lnTo>
                        <a:pt x="1867" y="71"/>
                      </a:lnTo>
                      <a:lnTo>
                        <a:pt x="1873" y="91"/>
                      </a:lnTo>
                      <a:lnTo>
                        <a:pt x="1876" y="110"/>
                      </a:lnTo>
                      <a:lnTo>
                        <a:pt x="1878" y="132"/>
                      </a:lnTo>
                      <a:lnTo>
                        <a:pt x="1877" y="154"/>
                      </a:lnTo>
                      <a:lnTo>
                        <a:pt x="1876" y="180"/>
                      </a:lnTo>
                      <a:lnTo>
                        <a:pt x="1924" y="347"/>
                      </a:lnTo>
                      <a:lnTo>
                        <a:pt x="1934" y="516"/>
                      </a:lnTo>
                      <a:lnTo>
                        <a:pt x="1915" y="678"/>
                      </a:lnTo>
                      <a:lnTo>
                        <a:pt x="1877" y="830"/>
                      </a:lnTo>
                      <a:lnTo>
                        <a:pt x="1827" y="961"/>
                      </a:lnTo>
                      <a:lnTo>
                        <a:pt x="1778" y="1070"/>
                      </a:lnTo>
                      <a:lnTo>
                        <a:pt x="1738" y="1149"/>
                      </a:lnTo>
                      <a:lnTo>
                        <a:pt x="1717" y="1192"/>
                      </a:lnTo>
                      <a:lnTo>
                        <a:pt x="1713" y="1204"/>
                      </a:lnTo>
                      <a:lnTo>
                        <a:pt x="1709" y="1213"/>
                      </a:lnTo>
                      <a:lnTo>
                        <a:pt x="1702" y="1219"/>
                      </a:lnTo>
                      <a:lnTo>
                        <a:pt x="1694" y="1224"/>
                      </a:lnTo>
                      <a:lnTo>
                        <a:pt x="1684" y="1228"/>
                      </a:lnTo>
                      <a:lnTo>
                        <a:pt x="1675" y="1234"/>
                      </a:lnTo>
                      <a:lnTo>
                        <a:pt x="1668" y="1242"/>
                      </a:lnTo>
                      <a:lnTo>
                        <a:pt x="1664" y="1254"/>
                      </a:lnTo>
                      <a:lnTo>
                        <a:pt x="1646" y="1248"/>
                      </a:lnTo>
                      <a:lnTo>
                        <a:pt x="1624" y="1244"/>
                      </a:lnTo>
                      <a:lnTo>
                        <a:pt x="1596" y="1241"/>
                      </a:lnTo>
                      <a:lnTo>
                        <a:pt x="1567" y="1239"/>
                      </a:lnTo>
                      <a:lnTo>
                        <a:pt x="1537" y="1236"/>
                      </a:lnTo>
                      <a:lnTo>
                        <a:pt x="1511" y="1232"/>
                      </a:lnTo>
                      <a:lnTo>
                        <a:pt x="1488" y="1226"/>
                      </a:lnTo>
                      <a:lnTo>
                        <a:pt x="1473" y="1218"/>
                      </a:lnTo>
                      <a:lnTo>
                        <a:pt x="1355" y="1162"/>
                      </a:lnTo>
                      <a:lnTo>
                        <a:pt x="1263" y="1104"/>
                      </a:lnTo>
                      <a:lnTo>
                        <a:pt x="1187" y="1043"/>
                      </a:lnTo>
                      <a:lnTo>
                        <a:pt x="1125" y="976"/>
                      </a:lnTo>
                      <a:lnTo>
                        <a:pt x="1063" y="902"/>
                      </a:lnTo>
                      <a:lnTo>
                        <a:pt x="999" y="822"/>
                      </a:lnTo>
                      <a:lnTo>
                        <a:pt x="924" y="734"/>
                      </a:lnTo>
                      <a:lnTo>
                        <a:pt x="834" y="640"/>
                      </a:lnTo>
                      <a:lnTo>
                        <a:pt x="786" y="632"/>
                      </a:lnTo>
                      <a:lnTo>
                        <a:pt x="739" y="633"/>
                      </a:lnTo>
                      <a:lnTo>
                        <a:pt x="688" y="644"/>
                      </a:lnTo>
                      <a:lnTo>
                        <a:pt x="637" y="664"/>
                      </a:lnTo>
                      <a:lnTo>
                        <a:pt x="580" y="689"/>
                      </a:lnTo>
                      <a:lnTo>
                        <a:pt x="522" y="723"/>
                      </a:lnTo>
                      <a:lnTo>
                        <a:pt x="460" y="763"/>
                      </a:lnTo>
                      <a:lnTo>
                        <a:pt x="395" y="810"/>
                      </a:lnTo>
                      <a:lnTo>
                        <a:pt x="360" y="855"/>
                      </a:lnTo>
                      <a:lnTo>
                        <a:pt x="322" y="897"/>
                      </a:lnTo>
                      <a:lnTo>
                        <a:pt x="283" y="937"/>
                      </a:lnTo>
                      <a:lnTo>
                        <a:pt x="244" y="977"/>
                      </a:lnTo>
                      <a:lnTo>
                        <a:pt x="203" y="1016"/>
                      </a:lnTo>
                      <a:lnTo>
                        <a:pt x="165" y="1058"/>
                      </a:lnTo>
                      <a:lnTo>
                        <a:pt x="129" y="1099"/>
                      </a:lnTo>
                      <a:lnTo>
                        <a:pt x="96" y="1145"/>
                      </a:lnTo>
                      <a:lnTo>
                        <a:pt x="85" y="1142"/>
                      </a:lnTo>
                      <a:lnTo>
                        <a:pt x="74" y="1134"/>
                      </a:lnTo>
                      <a:lnTo>
                        <a:pt x="60" y="1122"/>
                      </a:lnTo>
                      <a:lnTo>
                        <a:pt x="48" y="1109"/>
                      </a:lnTo>
                      <a:lnTo>
                        <a:pt x="34" y="1095"/>
                      </a:lnTo>
                      <a:lnTo>
                        <a:pt x="21" y="1084"/>
                      </a:lnTo>
                      <a:lnTo>
                        <a:pt x="9" y="1076"/>
                      </a:lnTo>
                      <a:lnTo>
                        <a:pt x="0" y="1075"/>
                      </a:lnTo>
                      <a:close/>
                    </a:path>
                  </a:pathLst>
                </a:custGeom>
                <a:solidFill>
                  <a:srgbClr val="EDB5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7" name="Freeform 66">
                  <a:extLst>
                    <a:ext uri="{FF2B5EF4-FFF2-40B4-BE49-F238E27FC236}">
                      <a16:creationId xmlns:a16="http://schemas.microsoft.com/office/drawing/2014/main" id="{A9C1EA72-63D6-8841-B54B-1693B8DE737D}"/>
                    </a:ext>
                  </a:extLst>
                </p:cNvPr>
                <p:cNvSpPr>
                  <a:spLocks/>
                </p:cNvSpPr>
                <p:nvPr/>
              </p:nvSpPr>
              <p:spPr bwMode="auto">
                <a:xfrm>
                  <a:off x="4356" y="2785"/>
                  <a:ext cx="954" cy="599"/>
                </a:xfrm>
                <a:custGeom>
                  <a:avLst/>
                  <a:gdLst>
                    <a:gd name="T0" fmla="*/ 7 w 1907"/>
                    <a:gd name="T1" fmla="*/ 495 h 1197"/>
                    <a:gd name="T2" fmla="*/ 21 w 1907"/>
                    <a:gd name="T3" fmla="*/ 462 h 1197"/>
                    <a:gd name="T4" fmla="*/ 36 w 1907"/>
                    <a:gd name="T5" fmla="*/ 436 h 1197"/>
                    <a:gd name="T6" fmla="*/ 51 w 1907"/>
                    <a:gd name="T7" fmla="*/ 403 h 1197"/>
                    <a:gd name="T8" fmla="*/ 129 w 1907"/>
                    <a:gd name="T9" fmla="*/ 271 h 1197"/>
                    <a:gd name="T10" fmla="*/ 283 w 1907"/>
                    <a:gd name="T11" fmla="*/ 111 h 1197"/>
                    <a:gd name="T12" fmla="*/ 467 w 1907"/>
                    <a:gd name="T13" fmla="*/ 21 h 1197"/>
                    <a:gd name="T14" fmla="*/ 693 w 1907"/>
                    <a:gd name="T15" fmla="*/ 0 h 1197"/>
                    <a:gd name="T16" fmla="*/ 837 w 1907"/>
                    <a:gd name="T17" fmla="*/ 17 h 1197"/>
                    <a:gd name="T18" fmla="*/ 857 w 1907"/>
                    <a:gd name="T19" fmla="*/ 18 h 1197"/>
                    <a:gd name="T20" fmla="*/ 879 w 1907"/>
                    <a:gd name="T21" fmla="*/ 18 h 1197"/>
                    <a:gd name="T22" fmla="*/ 900 w 1907"/>
                    <a:gd name="T23" fmla="*/ 14 h 1197"/>
                    <a:gd name="T24" fmla="*/ 915 w 1907"/>
                    <a:gd name="T25" fmla="*/ 22 h 1197"/>
                    <a:gd name="T26" fmla="*/ 923 w 1907"/>
                    <a:gd name="T27" fmla="*/ 42 h 1197"/>
                    <a:gd name="T28" fmla="*/ 928 w 1907"/>
                    <a:gd name="T29" fmla="*/ 61 h 1197"/>
                    <a:gd name="T30" fmla="*/ 929 w 1907"/>
                    <a:gd name="T31" fmla="*/ 82 h 1197"/>
                    <a:gd name="T32" fmla="*/ 950 w 1907"/>
                    <a:gd name="T33" fmla="*/ 170 h 1197"/>
                    <a:gd name="T34" fmla="*/ 945 w 1907"/>
                    <a:gd name="T35" fmla="*/ 324 h 1197"/>
                    <a:gd name="T36" fmla="*/ 905 w 1907"/>
                    <a:gd name="T37" fmla="*/ 460 h 1197"/>
                    <a:gd name="T38" fmla="*/ 861 w 1907"/>
                    <a:gd name="T39" fmla="*/ 551 h 1197"/>
                    <a:gd name="T40" fmla="*/ 847 w 1907"/>
                    <a:gd name="T41" fmla="*/ 577 h 1197"/>
                    <a:gd name="T42" fmla="*/ 838 w 1907"/>
                    <a:gd name="T43" fmla="*/ 584 h 1197"/>
                    <a:gd name="T44" fmla="*/ 828 w 1907"/>
                    <a:gd name="T45" fmla="*/ 588 h 1197"/>
                    <a:gd name="T46" fmla="*/ 817 w 1907"/>
                    <a:gd name="T47" fmla="*/ 594 h 1197"/>
                    <a:gd name="T48" fmla="*/ 806 w 1907"/>
                    <a:gd name="T49" fmla="*/ 597 h 1197"/>
                    <a:gd name="T50" fmla="*/ 783 w 1907"/>
                    <a:gd name="T51" fmla="*/ 596 h 1197"/>
                    <a:gd name="T52" fmla="*/ 757 w 1907"/>
                    <a:gd name="T53" fmla="*/ 593 h 1197"/>
                    <a:gd name="T54" fmla="*/ 735 w 1907"/>
                    <a:gd name="T55" fmla="*/ 588 h 1197"/>
                    <a:gd name="T56" fmla="*/ 669 w 1907"/>
                    <a:gd name="T57" fmla="*/ 558 h 1197"/>
                    <a:gd name="T58" fmla="*/ 586 w 1907"/>
                    <a:gd name="T59" fmla="*/ 500 h 1197"/>
                    <a:gd name="T60" fmla="*/ 525 w 1907"/>
                    <a:gd name="T61" fmla="*/ 433 h 1197"/>
                    <a:gd name="T62" fmla="*/ 457 w 1907"/>
                    <a:gd name="T63" fmla="*/ 353 h 1197"/>
                    <a:gd name="T64" fmla="*/ 387 w 1907"/>
                    <a:gd name="T65" fmla="*/ 301 h 1197"/>
                    <a:gd name="T66" fmla="*/ 336 w 1907"/>
                    <a:gd name="T67" fmla="*/ 307 h 1197"/>
                    <a:gd name="T68" fmla="*/ 280 w 1907"/>
                    <a:gd name="T69" fmla="*/ 332 h 1197"/>
                    <a:gd name="T70" fmla="*/ 220 w 1907"/>
                    <a:gd name="T71" fmla="*/ 372 h 1197"/>
                    <a:gd name="T72" fmla="*/ 171 w 1907"/>
                    <a:gd name="T73" fmla="*/ 418 h 1197"/>
                    <a:gd name="T74" fmla="*/ 134 w 1907"/>
                    <a:gd name="T75" fmla="*/ 456 h 1197"/>
                    <a:gd name="T76" fmla="*/ 97 w 1907"/>
                    <a:gd name="T77" fmla="*/ 490 h 1197"/>
                    <a:gd name="T78" fmla="*/ 60 w 1907"/>
                    <a:gd name="T79" fmla="*/ 528 h 1197"/>
                    <a:gd name="T80" fmla="*/ 38 w 1907"/>
                    <a:gd name="T81" fmla="*/ 549 h 1197"/>
                    <a:gd name="T82" fmla="*/ 28 w 1907"/>
                    <a:gd name="T83" fmla="*/ 540 h 1197"/>
                    <a:gd name="T84" fmla="*/ 16 w 1907"/>
                    <a:gd name="T85" fmla="*/ 528 h 1197"/>
                    <a:gd name="T86" fmla="*/ 4 w 1907"/>
                    <a:gd name="T87" fmla="*/ 519 h 119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07"/>
                    <a:gd name="T133" fmla="*/ 0 h 1197"/>
                    <a:gd name="T134" fmla="*/ 1907 w 1907"/>
                    <a:gd name="T135" fmla="*/ 1197 h 119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07" h="1197">
                      <a:moveTo>
                        <a:pt x="0" y="1038"/>
                      </a:moveTo>
                      <a:lnTo>
                        <a:pt x="13" y="989"/>
                      </a:lnTo>
                      <a:lnTo>
                        <a:pt x="29" y="953"/>
                      </a:lnTo>
                      <a:lnTo>
                        <a:pt x="42" y="923"/>
                      </a:lnTo>
                      <a:lnTo>
                        <a:pt x="57" y="898"/>
                      </a:lnTo>
                      <a:lnTo>
                        <a:pt x="71" y="871"/>
                      </a:lnTo>
                      <a:lnTo>
                        <a:pt x="86" y="841"/>
                      </a:lnTo>
                      <a:lnTo>
                        <a:pt x="101" y="805"/>
                      </a:lnTo>
                      <a:lnTo>
                        <a:pt x="116" y="757"/>
                      </a:lnTo>
                      <a:lnTo>
                        <a:pt x="257" y="542"/>
                      </a:lnTo>
                      <a:lnTo>
                        <a:pt x="406" y="364"/>
                      </a:lnTo>
                      <a:lnTo>
                        <a:pt x="565" y="221"/>
                      </a:lnTo>
                      <a:lnTo>
                        <a:pt x="741" y="114"/>
                      </a:lnTo>
                      <a:lnTo>
                        <a:pt x="933" y="42"/>
                      </a:lnTo>
                      <a:lnTo>
                        <a:pt x="1147" y="4"/>
                      </a:lnTo>
                      <a:lnTo>
                        <a:pt x="1385" y="0"/>
                      </a:lnTo>
                      <a:lnTo>
                        <a:pt x="1655" y="32"/>
                      </a:lnTo>
                      <a:lnTo>
                        <a:pt x="1674" y="33"/>
                      </a:lnTo>
                      <a:lnTo>
                        <a:pt x="1694" y="35"/>
                      </a:lnTo>
                      <a:lnTo>
                        <a:pt x="1714" y="35"/>
                      </a:lnTo>
                      <a:lnTo>
                        <a:pt x="1735" y="37"/>
                      </a:lnTo>
                      <a:lnTo>
                        <a:pt x="1757" y="35"/>
                      </a:lnTo>
                      <a:lnTo>
                        <a:pt x="1778" y="33"/>
                      </a:lnTo>
                      <a:lnTo>
                        <a:pt x="1799" y="28"/>
                      </a:lnTo>
                      <a:lnTo>
                        <a:pt x="1821" y="23"/>
                      </a:lnTo>
                      <a:lnTo>
                        <a:pt x="1829" y="43"/>
                      </a:lnTo>
                      <a:lnTo>
                        <a:pt x="1838" y="64"/>
                      </a:lnTo>
                      <a:lnTo>
                        <a:pt x="1846" y="83"/>
                      </a:lnTo>
                      <a:lnTo>
                        <a:pt x="1852" y="103"/>
                      </a:lnTo>
                      <a:lnTo>
                        <a:pt x="1856" y="122"/>
                      </a:lnTo>
                      <a:lnTo>
                        <a:pt x="1858" y="142"/>
                      </a:lnTo>
                      <a:lnTo>
                        <a:pt x="1858" y="163"/>
                      </a:lnTo>
                      <a:lnTo>
                        <a:pt x="1858" y="187"/>
                      </a:lnTo>
                      <a:lnTo>
                        <a:pt x="1900" y="339"/>
                      </a:lnTo>
                      <a:lnTo>
                        <a:pt x="1907" y="495"/>
                      </a:lnTo>
                      <a:lnTo>
                        <a:pt x="1890" y="648"/>
                      </a:lnTo>
                      <a:lnTo>
                        <a:pt x="1856" y="793"/>
                      </a:lnTo>
                      <a:lnTo>
                        <a:pt x="1809" y="920"/>
                      </a:lnTo>
                      <a:lnTo>
                        <a:pt x="1763" y="1025"/>
                      </a:lnTo>
                      <a:lnTo>
                        <a:pt x="1721" y="1101"/>
                      </a:lnTo>
                      <a:lnTo>
                        <a:pt x="1696" y="1142"/>
                      </a:lnTo>
                      <a:lnTo>
                        <a:pt x="1693" y="1153"/>
                      </a:lnTo>
                      <a:lnTo>
                        <a:pt x="1685" y="1162"/>
                      </a:lnTo>
                      <a:lnTo>
                        <a:pt x="1676" y="1167"/>
                      </a:lnTo>
                      <a:lnTo>
                        <a:pt x="1666" y="1172"/>
                      </a:lnTo>
                      <a:lnTo>
                        <a:pt x="1655" y="1176"/>
                      </a:lnTo>
                      <a:lnTo>
                        <a:pt x="1645" y="1181"/>
                      </a:lnTo>
                      <a:lnTo>
                        <a:pt x="1634" y="1187"/>
                      </a:lnTo>
                      <a:lnTo>
                        <a:pt x="1627" y="1197"/>
                      </a:lnTo>
                      <a:lnTo>
                        <a:pt x="1611" y="1193"/>
                      </a:lnTo>
                      <a:lnTo>
                        <a:pt x="1591" y="1192"/>
                      </a:lnTo>
                      <a:lnTo>
                        <a:pt x="1566" y="1191"/>
                      </a:lnTo>
                      <a:lnTo>
                        <a:pt x="1540" y="1189"/>
                      </a:lnTo>
                      <a:lnTo>
                        <a:pt x="1513" y="1186"/>
                      </a:lnTo>
                      <a:lnTo>
                        <a:pt x="1489" y="1182"/>
                      </a:lnTo>
                      <a:lnTo>
                        <a:pt x="1469" y="1176"/>
                      </a:lnTo>
                      <a:lnTo>
                        <a:pt x="1457" y="1169"/>
                      </a:lnTo>
                      <a:lnTo>
                        <a:pt x="1338" y="1116"/>
                      </a:lnTo>
                      <a:lnTo>
                        <a:pt x="1246" y="1059"/>
                      </a:lnTo>
                      <a:lnTo>
                        <a:pt x="1172" y="999"/>
                      </a:lnTo>
                      <a:lnTo>
                        <a:pt x="1109" y="936"/>
                      </a:lnTo>
                      <a:lnTo>
                        <a:pt x="1049" y="866"/>
                      </a:lnTo>
                      <a:lnTo>
                        <a:pt x="987" y="790"/>
                      </a:lnTo>
                      <a:lnTo>
                        <a:pt x="913" y="705"/>
                      </a:lnTo>
                      <a:lnTo>
                        <a:pt x="822" y="611"/>
                      </a:lnTo>
                      <a:lnTo>
                        <a:pt x="773" y="601"/>
                      </a:lnTo>
                      <a:lnTo>
                        <a:pt x="725" y="603"/>
                      </a:lnTo>
                      <a:lnTo>
                        <a:pt x="672" y="614"/>
                      </a:lnTo>
                      <a:lnTo>
                        <a:pt x="618" y="637"/>
                      </a:lnTo>
                      <a:lnTo>
                        <a:pt x="560" y="664"/>
                      </a:lnTo>
                      <a:lnTo>
                        <a:pt x="501" y="701"/>
                      </a:lnTo>
                      <a:lnTo>
                        <a:pt x="440" y="743"/>
                      </a:lnTo>
                      <a:lnTo>
                        <a:pt x="376" y="793"/>
                      </a:lnTo>
                      <a:lnTo>
                        <a:pt x="342" y="836"/>
                      </a:lnTo>
                      <a:lnTo>
                        <a:pt x="306" y="875"/>
                      </a:lnTo>
                      <a:lnTo>
                        <a:pt x="268" y="911"/>
                      </a:lnTo>
                      <a:lnTo>
                        <a:pt x="232" y="946"/>
                      </a:lnTo>
                      <a:lnTo>
                        <a:pt x="193" y="980"/>
                      </a:lnTo>
                      <a:lnTo>
                        <a:pt x="156" y="1017"/>
                      </a:lnTo>
                      <a:lnTo>
                        <a:pt x="120" y="1055"/>
                      </a:lnTo>
                      <a:lnTo>
                        <a:pt x="87" y="1101"/>
                      </a:lnTo>
                      <a:lnTo>
                        <a:pt x="76" y="1097"/>
                      </a:lnTo>
                      <a:lnTo>
                        <a:pt x="66" y="1090"/>
                      </a:lnTo>
                      <a:lnTo>
                        <a:pt x="55" y="1079"/>
                      </a:lnTo>
                      <a:lnTo>
                        <a:pt x="44" y="1068"/>
                      </a:lnTo>
                      <a:lnTo>
                        <a:pt x="31" y="1055"/>
                      </a:lnTo>
                      <a:lnTo>
                        <a:pt x="20" y="1045"/>
                      </a:lnTo>
                      <a:lnTo>
                        <a:pt x="8" y="1038"/>
                      </a:lnTo>
                      <a:lnTo>
                        <a:pt x="0" y="1038"/>
                      </a:lnTo>
                      <a:close/>
                    </a:path>
                  </a:pathLst>
                </a:custGeom>
                <a:solidFill>
                  <a:srgbClr val="F2BAA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8" name="Freeform 67">
                  <a:extLst>
                    <a:ext uri="{FF2B5EF4-FFF2-40B4-BE49-F238E27FC236}">
                      <a16:creationId xmlns:a16="http://schemas.microsoft.com/office/drawing/2014/main" id="{6726D6F1-ED2B-614A-A95F-1F99A56673E3}"/>
                    </a:ext>
                  </a:extLst>
                </p:cNvPr>
                <p:cNvSpPr>
                  <a:spLocks/>
                </p:cNvSpPr>
                <p:nvPr/>
              </p:nvSpPr>
              <p:spPr bwMode="auto">
                <a:xfrm>
                  <a:off x="4363" y="2788"/>
                  <a:ext cx="940" cy="569"/>
                </a:xfrm>
                <a:custGeom>
                  <a:avLst/>
                  <a:gdLst>
                    <a:gd name="T0" fmla="*/ 6 w 1882"/>
                    <a:gd name="T1" fmla="*/ 476 h 1137"/>
                    <a:gd name="T2" fmla="*/ 19 w 1882"/>
                    <a:gd name="T3" fmla="*/ 447 h 1137"/>
                    <a:gd name="T4" fmla="*/ 31 w 1882"/>
                    <a:gd name="T5" fmla="*/ 427 h 1137"/>
                    <a:gd name="T6" fmla="*/ 44 w 1882"/>
                    <a:gd name="T7" fmla="*/ 398 h 1137"/>
                    <a:gd name="T8" fmla="*/ 122 w 1882"/>
                    <a:gd name="T9" fmla="*/ 268 h 1137"/>
                    <a:gd name="T10" fmla="*/ 275 w 1882"/>
                    <a:gd name="T11" fmla="*/ 108 h 1137"/>
                    <a:gd name="T12" fmla="*/ 456 w 1882"/>
                    <a:gd name="T13" fmla="*/ 20 h 1137"/>
                    <a:gd name="T14" fmla="*/ 682 w 1882"/>
                    <a:gd name="T15" fmla="*/ 0 h 1137"/>
                    <a:gd name="T16" fmla="*/ 825 w 1882"/>
                    <a:gd name="T17" fmla="*/ 17 h 1137"/>
                    <a:gd name="T18" fmla="*/ 845 w 1882"/>
                    <a:gd name="T19" fmla="*/ 19 h 1137"/>
                    <a:gd name="T20" fmla="*/ 866 w 1882"/>
                    <a:gd name="T21" fmla="*/ 19 h 1137"/>
                    <a:gd name="T22" fmla="*/ 887 w 1882"/>
                    <a:gd name="T23" fmla="*/ 19 h 1137"/>
                    <a:gd name="T24" fmla="*/ 902 w 1882"/>
                    <a:gd name="T25" fmla="*/ 29 h 1137"/>
                    <a:gd name="T26" fmla="*/ 911 w 1882"/>
                    <a:gd name="T27" fmla="*/ 48 h 1137"/>
                    <a:gd name="T28" fmla="*/ 916 w 1882"/>
                    <a:gd name="T29" fmla="*/ 65 h 1137"/>
                    <a:gd name="T30" fmla="*/ 919 w 1882"/>
                    <a:gd name="T31" fmla="*/ 85 h 1137"/>
                    <a:gd name="T32" fmla="*/ 937 w 1882"/>
                    <a:gd name="T33" fmla="*/ 165 h 1137"/>
                    <a:gd name="T34" fmla="*/ 932 w 1882"/>
                    <a:gd name="T35" fmla="*/ 310 h 1137"/>
                    <a:gd name="T36" fmla="*/ 895 w 1882"/>
                    <a:gd name="T37" fmla="*/ 439 h 1137"/>
                    <a:gd name="T38" fmla="*/ 852 w 1882"/>
                    <a:gd name="T39" fmla="*/ 526 h 1137"/>
                    <a:gd name="T40" fmla="*/ 834 w 1882"/>
                    <a:gd name="T41" fmla="*/ 550 h 1137"/>
                    <a:gd name="T42" fmla="*/ 825 w 1882"/>
                    <a:gd name="T43" fmla="*/ 556 h 1137"/>
                    <a:gd name="T44" fmla="*/ 811 w 1882"/>
                    <a:gd name="T45" fmla="*/ 560 h 1137"/>
                    <a:gd name="T46" fmla="*/ 799 w 1882"/>
                    <a:gd name="T47" fmla="*/ 565 h 1137"/>
                    <a:gd name="T48" fmla="*/ 788 w 1882"/>
                    <a:gd name="T49" fmla="*/ 568 h 1137"/>
                    <a:gd name="T50" fmla="*/ 768 w 1882"/>
                    <a:gd name="T51" fmla="*/ 568 h 1137"/>
                    <a:gd name="T52" fmla="*/ 744 w 1882"/>
                    <a:gd name="T53" fmla="*/ 566 h 1137"/>
                    <a:gd name="T54" fmla="*/ 724 w 1882"/>
                    <a:gd name="T55" fmla="*/ 563 h 1137"/>
                    <a:gd name="T56" fmla="*/ 660 w 1882"/>
                    <a:gd name="T57" fmla="*/ 534 h 1137"/>
                    <a:gd name="T58" fmla="*/ 578 w 1882"/>
                    <a:gd name="T59" fmla="*/ 479 h 1137"/>
                    <a:gd name="T60" fmla="*/ 517 w 1882"/>
                    <a:gd name="T61" fmla="*/ 415 h 1137"/>
                    <a:gd name="T62" fmla="*/ 450 w 1882"/>
                    <a:gd name="T63" fmla="*/ 336 h 1137"/>
                    <a:gd name="T64" fmla="*/ 381 w 1882"/>
                    <a:gd name="T65" fmla="*/ 284 h 1137"/>
                    <a:gd name="T66" fmla="*/ 328 w 1882"/>
                    <a:gd name="T67" fmla="*/ 293 h 1137"/>
                    <a:gd name="T68" fmla="*/ 271 w 1882"/>
                    <a:gd name="T69" fmla="*/ 320 h 1137"/>
                    <a:gd name="T70" fmla="*/ 210 w 1882"/>
                    <a:gd name="T71" fmla="*/ 361 h 1137"/>
                    <a:gd name="T72" fmla="*/ 162 w 1882"/>
                    <a:gd name="T73" fmla="*/ 409 h 1137"/>
                    <a:gd name="T74" fmla="*/ 127 w 1882"/>
                    <a:gd name="T75" fmla="*/ 442 h 1137"/>
                    <a:gd name="T76" fmla="*/ 91 w 1882"/>
                    <a:gd name="T77" fmla="*/ 472 h 1137"/>
                    <a:gd name="T78" fmla="*/ 56 w 1882"/>
                    <a:gd name="T79" fmla="*/ 506 h 1137"/>
                    <a:gd name="T80" fmla="*/ 34 w 1882"/>
                    <a:gd name="T81" fmla="*/ 526 h 1137"/>
                    <a:gd name="T82" fmla="*/ 24 w 1882"/>
                    <a:gd name="T83" fmla="*/ 518 h 1137"/>
                    <a:gd name="T84" fmla="*/ 14 w 1882"/>
                    <a:gd name="T85" fmla="*/ 508 h 1137"/>
                    <a:gd name="T86" fmla="*/ 4 w 1882"/>
                    <a:gd name="T87" fmla="*/ 501 h 113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82"/>
                    <a:gd name="T133" fmla="*/ 0 h 1137"/>
                    <a:gd name="T134" fmla="*/ 1882 w 1882"/>
                    <a:gd name="T135" fmla="*/ 1137 h 113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82" h="1137">
                      <a:moveTo>
                        <a:pt x="0" y="1000"/>
                      </a:moveTo>
                      <a:lnTo>
                        <a:pt x="13" y="952"/>
                      </a:lnTo>
                      <a:lnTo>
                        <a:pt x="27" y="919"/>
                      </a:lnTo>
                      <a:lnTo>
                        <a:pt x="39" y="894"/>
                      </a:lnTo>
                      <a:lnTo>
                        <a:pt x="52" y="875"/>
                      </a:lnTo>
                      <a:lnTo>
                        <a:pt x="63" y="854"/>
                      </a:lnTo>
                      <a:lnTo>
                        <a:pt x="76" y="829"/>
                      </a:lnTo>
                      <a:lnTo>
                        <a:pt x="88" y="795"/>
                      </a:lnTo>
                      <a:lnTo>
                        <a:pt x="103" y="750"/>
                      </a:lnTo>
                      <a:lnTo>
                        <a:pt x="244" y="535"/>
                      </a:lnTo>
                      <a:lnTo>
                        <a:pt x="392" y="358"/>
                      </a:lnTo>
                      <a:lnTo>
                        <a:pt x="550" y="216"/>
                      </a:lnTo>
                      <a:lnTo>
                        <a:pt x="723" y="111"/>
                      </a:lnTo>
                      <a:lnTo>
                        <a:pt x="913" y="40"/>
                      </a:lnTo>
                      <a:lnTo>
                        <a:pt x="1127" y="3"/>
                      </a:lnTo>
                      <a:lnTo>
                        <a:pt x="1365" y="0"/>
                      </a:lnTo>
                      <a:lnTo>
                        <a:pt x="1633" y="32"/>
                      </a:lnTo>
                      <a:lnTo>
                        <a:pt x="1652" y="33"/>
                      </a:lnTo>
                      <a:lnTo>
                        <a:pt x="1672" y="36"/>
                      </a:lnTo>
                      <a:lnTo>
                        <a:pt x="1692" y="37"/>
                      </a:lnTo>
                      <a:lnTo>
                        <a:pt x="1713" y="38"/>
                      </a:lnTo>
                      <a:lnTo>
                        <a:pt x="1734" y="38"/>
                      </a:lnTo>
                      <a:lnTo>
                        <a:pt x="1755" y="38"/>
                      </a:lnTo>
                      <a:lnTo>
                        <a:pt x="1776" y="37"/>
                      </a:lnTo>
                      <a:lnTo>
                        <a:pt x="1798" y="37"/>
                      </a:lnTo>
                      <a:lnTo>
                        <a:pt x="1806" y="57"/>
                      </a:lnTo>
                      <a:lnTo>
                        <a:pt x="1815" y="77"/>
                      </a:lnTo>
                      <a:lnTo>
                        <a:pt x="1823" y="95"/>
                      </a:lnTo>
                      <a:lnTo>
                        <a:pt x="1830" y="114"/>
                      </a:lnTo>
                      <a:lnTo>
                        <a:pt x="1834" y="130"/>
                      </a:lnTo>
                      <a:lnTo>
                        <a:pt x="1838" y="150"/>
                      </a:lnTo>
                      <a:lnTo>
                        <a:pt x="1839" y="170"/>
                      </a:lnTo>
                      <a:lnTo>
                        <a:pt x="1840" y="194"/>
                      </a:lnTo>
                      <a:lnTo>
                        <a:pt x="1875" y="330"/>
                      </a:lnTo>
                      <a:lnTo>
                        <a:pt x="1882" y="476"/>
                      </a:lnTo>
                      <a:lnTo>
                        <a:pt x="1865" y="620"/>
                      </a:lnTo>
                      <a:lnTo>
                        <a:pt x="1834" y="756"/>
                      </a:lnTo>
                      <a:lnTo>
                        <a:pt x="1791" y="878"/>
                      </a:lnTo>
                      <a:lnTo>
                        <a:pt x="1747" y="979"/>
                      </a:lnTo>
                      <a:lnTo>
                        <a:pt x="1705" y="1051"/>
                      </a:lnTo>
                      <a:lnTo>
                        <a:pt x="1675" y="1090"/>
                      </a:lnTo>
                      <a:lnTo>
                        <a:pt x="1670" y="1099"/>
                      </a:lnTo>
                      <a:lnTo>
                        <a:pt x="1662" y="1107"/>
                      </a:lnTo>
                      <a:lnTo>
                        <a:pt x="1651" y="1112"/>
                      </a:lnTo>
                      <a:lnTo>
                        <a:pt x="1638" y="1117"/>
                      </a:lnTo>
                      <a:lnTo>
                        <a:pt x="1624" y="1120"/>
                      </a:lnTo>
                      <a:lnTo>
                        <a:pt x="1612" y="1125"/>
                      </a:lnTo>
                      <a:lnTo>
                        <a:pt x="1599" y="1129"/>
                      </a:lnTo>
                      <a:lnTo>
                        <a:pt x="1592" y="1136"/>
                      </a:lnTo>
                      <a:lnTo>
                        <a:pt x="1578" y="1136"/>
                      </a:lnTo>
                      <a:lnTo>
                        <a:pt x="1560" y="1137"/>
                      </a:lnTo>
                      <a:lnTo>
                        <a:pt x="1538" y="1136"/>
                      </a:lnTo>
                      <a:lnTo>
                        <a:pt x="1514" y="1136"/>
                      </a:lnTo>
                      <a:lnTo>
                        <a:pt x="1489" y="1132"/>
                      </a:lnTo>
                      <a:lnTo>
                        <a:pt x="1468" y="1130"/>
                      </a:lnTo>
                      <a:lnTo>
                        <a:pt x="1450" y="1125"/>
                      </a:lnTo>
                      <a:lnTo>
                        <a:pt x="1440" y="1121"/>
                      </a:lnTo>
                      <a:lnTo>
                        <a:pt x="1322" y="1067"/>
                      </a:lnTo>
                      <a:lnTo>
                        <a:pt x="1232" y="1015"/>
                      </a:lnTo>
                      <a:lnTo>
                        <a:pt x="1158" y="957"/>
                      </a:lnTo>
                      <a:lnTo>
                        <a:pt x="1096" y="897"/>
                      </a:lnTo>
                      <a:lnTo>
                        <a:pt x="1036" y="829"/>
                      </a:lnTo>
                      <a:lnTo>
                        <a:pt x="975" y="755"/>
                      </a:lnTo>
                      <a:lnTo>
                        <a:pt x="901" y="671"/>
                      </a:lnTo>
                      <a:lnTo>
                        <a:pt x="811" y="577"/>
                      </a:lnTo>
                      <a:lnTo>
                        <a:pt x="762" y="568"/>
                      </a:lnTo>
                      <a:lnTo>
                        <a:pt x="712" y="572"/>
                      </a:lnTo>
                      <a:lnTo>
                        <a:pt x="656" y="586"/>
                      </a:lnTo>
                      <a:lnTo>
                        <a:pt x="601" y="609"/>
                      </a:lnTo>
                      <a:lnTo>
                        <a:pt x="542" y="639"/>
                      </a:lnTo>
                      <a:lnTo>
                        <a:pt x="483" y="676"/>
                      </a:lnTo>
                      <a:lnTo>
                        <a:pt x="421" y="721"/>
                      </a:lnTo>
                      <a:lnTo>
                        <a:pt x="359" y="774"/>
                      </a:lnTo>
                      <a:lnTo>
                        <a:pt x="325" y="817"/>
                      </a:lnTo>
                      <a:lnTo>
                        <a:pt x="291" y="853"/>
                      </a:lnTo>
                      <a:lnTo>
                        <a:pt x="255" y="884"/>
                      </a:lnTo>
                      <a:lnTo>
                        <a:pt x="220" y="914"/>
                      </a:lnTo>
                      <a:lnTo>
                        <a:pt x="182" y="943"/>
                      </a:lnTo>
                      <a:lnTo>
                        <a:pt x="147" y="974"/>
                      </a:lnTo>
                      <a:lnTo>
                        <a:pt x="113" y="1011"/>
                      </a:lnTo>
                      <a:lnTo>
                        <a:pt x="81" y="1055"/>
                      </a:lnTo>
                      <a:lnTo>
                        <a:pt x="69" y="1052"/>
                      </a:lnTo>
                      <a:lnTo>
                        <a:pt x="59" y="1046"/>
                      </a:lnTo>
                      <a:lnTo>
                        <a:pt x="49" y="1036"/>
                      </a:lnTo>
                      <a:lnTo>
                        <a:pt x="39" y="1027"/>
                      </a:lnTo>
                      <a:lnTo>
                        <a:pt x="28" y="1016"/>
                      </a:lnTo>
                      <a:lnTo>
                        <a:pt x="18" y="1007"/>
                      </a:lnTo>
                      <a:lnTo>
                        <a:pt x="8" y="1001"/>
                      </a:lnTo>
                      <a:lnTo>
                        <a:pt x="0" y="1000"/>
                      </a:lnTo>
                      <a:close/>
                    </a:path>
                  </a:pathLst>
                </a:custGeom>
                <a:solidFill>
                  <a:srgbClr val="F5BF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9" name="Freeform 68">
                  <a:extLst>
                    <a:ext uri="{FF2B5EF4-FFF2-40B4-BE49-F238E27FC236}">
                      <a16:creationId xmlns:a16="http://schemas.microsoft.com/office/drawing/2014/main" id="{9EC58B3A-107E-FC4F-AAC6-3AB1AABCCFD2}"/>
                    </a:ext>
                  </a:extLst>
                </p:cNvPr>
                <p:cNvSpPr>
                  <a:spLocks/>
                </p:cNvSpPr>
                <p:nvPr/>
              </p:nvSpPr>
              <p:spPr bwMode="auto">
                <a:xfrm>
                  <a:off x="4370" y="2792"/>
                  <a:ext cx="928" cy="542"/>
                </a:xfrm>
                <a:custGeom>
                  <a:avLst/>
                  <a:gdLst>
                    <a:gd name="T0" fmla="*/ 6 w 1857"/>
                    <a:gd name="T1" fmla="*/ 458 h 1084"/>
                    <a:gd name="T2" fmla="*/ 17 w 1857"/>
                    <a:gd name="T3" fmla="*/ 433 h 1084"/>
                    <a:gd name="T4" fmla="*/ 26 w 1857"/>
                    <a:gd name="T5" fmla="*/ 418 h 1084"/>
                    <a:gd name="T6" fmla="*/ 37 w 1857"/>
                    <a:gd name="T7" fmla="*/ 394 h 1084"/>
                    <a:gd name="T8" fmla="*/ 115 w 1857"/>
                    <a:gd name="T9" fmla="*/ 265 h 1084"/>
                    <a:gd name="T10" fmla="*/ 266 w 1857"/>
                    <a:gd name="T11" fmla="*/ 106 h 1084"/>
                    <a:gd name="T12" fmla="*/ 446 w 1857"/>
                    <a:gd name="T13" fmla="*/ 18 h 1084"/>
                    <a:gd name="T14" fmla="*/ 671 w 1857"/>
                    <a:gd name="T15" fmla="*/ 0 h 1084"/>
                    <a:gd name="T16" fmla="*/ 814 w 1857"/>
                    <a:gd name="T17" fmla="*/ 17 h 1084"/>
                    <a:gd name="T18" fmla="*/ 834 w 1857"/>
                    <a:gd name="T19" fmla="*/ 19 h 1084"/>
                    <a:gd name="T20" fmla="*/ 855 w 1857"/>
                    <a:gd name="T21" fmla="*/ 20 h 1084"/>
                    <a:gd name="T22" fmla="*/ 876 w 1857"/>
                    <a:gd name="T23" fmla="*/ 22 h 1084"/>
                    <a:gd name="T24" fmla="*/ 892 w 1857"/>
                    <a:gd name="T25" fmla="*/ 34 h 1084"/>
                    <a:gd name="T26" fmla="*/ 900 w 1857"/>
                    <a:gd name="T27" fmla="*/ 52 h 1084"/>
                    <a:gd name="T28" fmla="*/ 907 w 1857"/>
                    <a:gd name="T29" fmla="*/ 69 h 1084"/>
                    <a:gd name="T30" fmla="*/ 910 w 1857"/>
                    <a:gd name="T31" fmla="*/ 87 h 1084"/>
                    <a:gd name="T32" fmla="*/ 925 w 1857"/>
                    <a:gd name="T33" fmla="*/ 160 h 1084"/>
                    <a:gd name="T34" fmla="*/ 921 w 1857"/>
                    <a:gd name="T35" fmla="*/ 294 h 1084"/>
                    <a:gd name="T36" fmla="*/ 886 w 1857"/>
                    <a:gd name="T37" fmla="*/ 417 h 1084"/>
                    <a:gd name="T38" fmla="*/ 844 w 1857"/>
                    <a:gd name="T39" fmla="*/ 500 h 1084"/>
                    <a:gd name="T40" fmla="*/ 823 w 1857"/>
                    <a:gd name="T41" fmla="*/ 523 h 1084"/>
                    <a:gd name="T42" fmla="*/ 812 w 1857"/>
                    <a:gd name="T43" fmla="*/ 529 h 1084"/>
                    <a:gd name="T44" fmla="*/ 797 w 1857"/>
                    <a:gd name="T45" fmla="*/ 533 h 1084"/>
                    <a:gd name="T46" fmla="*/ 782 w 1857"/>
                    <a:gd name="T47" fmla="*/ 537 h 1084"/>
                    <a:gd name="T48" fmla="*/ 772 w 1857"/>
                    <a:gd name="T49" fmla="*/ 541 h 1084"/>
                    <a:gd name="T50" fmla="*/ 754 w 1857"/>
                    <a:gd name="T51" fmla="*/ 542 h 1084"/>
                    <a:gd name="T52" fmla="*/ 732 w 1857"/>
                    <a:gd name="T53" fmla="*/ 540 h 1084"/>
                    <a:gd name="T54" fmla="*/ 715 w 1857"/>
                    <a:gd name="T55" fmla="*/ 537 h 1084"/>
                    <a:gd name="T56" fmla="*/ 652 w 1857"/>
                    <a:gd name="T57" fmla="*/ 509 h 1084"/>
                    <a:gd name="T58" fmla="*/ 570 w 1857"/>
                    <a:gd name="T59" fmla="*/ 456 h 1084"/>
                    <a:gd name="T60" fmla="*/ 511 w 1857"/>
                    <a:gd name="T61" fmla="*/ 395 h 1084"/>
                    <a:gd name="T62" fmla="*/ 444 w 1857"/>
                    <a:gd name="T63" fmla="*/ 319 h 1084"/>
                    <a:gd name="T64" fmla="*/ 374 w 1857"/>
                    <a:gd name="T65" fmla="*/ 269 h 1084"/>
                    <a:gd name="T66" fmla="*/ 320 w 1857"/>
                    <a:gd name="T67" fmla="*/ 277 h 1084"/>
                    <a:gd name="T68" fmla="*/ 261 w 1857"/>
                    <a:gd name="T69" fmla="*/ 306 h 1084"/>
                    <a:gd name="T70" fmla="*/ 201 w 1857"/>
                    <a:gd name="T71" fmla="*/ 350 h 1084"/>
                    <a:gd name="T72" fmla="*/ 154 w 1857"/>
                    <a:gd name="T73" fmla="*/ 398 h 1084"/>
                    <a:gd name="T74" fmla="*/ 120 w 1857"/>
                    <a:gd name="T75" fmla="*/ 428 h 1084"/>
                    <a:gd name="T76" fmla="*/ 86 w 1857"/>
                    <a:gd name="T77" fmla="*/ 453 h 1084"/>
                    <a:gd name="T78" fmla="*/ 52 w 1857"/>
                    <a:gd name="T79" fmla="*/ 483 h 1084"/>
                    <a:gd name="T80" fmla="*/ 31 w 1857"/>
                    <a:gd name="T81" fmla="*/ 503 h 1084"/>
                    <a:gd name="T82" fmla="*/ 22 w 1857"/>
                    <a:gd name="T83" fmla="*/ 497 h 1084"/>
                    <a:gd name="T84" fmla="*/ 12 w 1857"/>
                    <a:gd name="T85" fmla="*/ 487 h 1084"/>
                    <a:gd name="T86" fmla="*/ 4 w 1857"/>
                    <a:gd name="T87" fmla="*/ 481 h 10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57"/>
                    <a:gd name="T133" fmla="*/ 0 h 1084"/>
                    <a:gd name="T134" fmla="*/ 1857 w 1857"/>
                    <a:gd name="T135" fmla="*/ 1084 h 10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57" h="1084">
                      <a:moveTo>
                        <a:pt x="0" y="962"/>
                      </a:moveTo>
                      <a:lnTo>
                        <a:pt x="12" y="916"/>
                      </a:lnTo>
                      <a:lnTo>
                        <a:pt x="24" y="886"/>
                      </a:lnTo>
                      <a:lnTo>
                        <a:pt x="34" y="866"/>
                      </a:lnTo>
                      <a:lnTo>
                        <a:pt x="44" y="852"/>
                      </a:lnTo>
                      <a:lnTo>
                        <a:pt x="53" y="837"/>
                      </a:lnTo>
                      <a:lnTo>
                        <a:pt x="63" y="818"/>
                      </a:lnTo>
                      <a:lnTo>
                        <a:pt x="74" y="788"/>
                      </a:lnTo>
                      <a:lnTo>
                        <a:pt x="89" y="743"/>
                      </a:lnTo>
                      <a:lnTo>
                        <a:pt x="230" y="529"/>
                      </a:lnTo>
                      <a:lnTo>
                        <a:pt x="376" y="352"/>
                      </a:lnTo>
                      <a:lnTo>
                        <a:pt x="533" y="212"/>
                      </a:lnTo>
                      <a:lnTo>
                        <a:pt x="705" y="108"/>
                      </a:lnTo>
                      <a:lnTo>
                        <a:pt x="893" y="36"/>
                      </a:lnTo>
                      <a:lnTo>
                        <a:pt x="1105" y="1"/>
                      </a:lnTo>
                      <a:lnTo>
                        <a:pt x="1342" y="0"/>
                      </a:lnTo>
                      <a:lnTo>
                        <a:pt x="1610" y="31"/>
                      </a:lnTo>
                      <a:lnTo>
                        <a:pt x="1629" y="34"/>
                      </a:lnTo>
                      <a:lnTo>
                        <a:pt x="1649" y="36"/>
                      </a:lnTo>
                      <a:lnTo>
                        <a:pt x="1669" y="38"/>
                      </a:lnTo>
                      <a:lnTo>
                        <a:pt x="1691" y="40"/>
                      </a:lnTo>
                      <a:lnTo>
                        <a:pt x="1711" y="41"/>
                      </a:lnTo>
                      <a:lnTo>
                        <a:pt x="1732" y="43"/>
                      </a:lnTo>
                      <a:lnTo>
                        <a:pt x="1753" y="45"/>
                      </a:lnTo>
                      <a:lnTo>
                        <a:pt x="1776" y="49"/>
                      </a:lnTo>
                      <a:lnTo>
                        <a:pt x="1785" y="69"/>
                      </a:lnTo>
                      <a:lnTo>
                        <a:pt x="1794" y="89"/>
                      </a:lnTo>
                      <a:lnTo>
                        <a:pt x="1801" y="105"/>
                      </a:lnTo>
                      <a:lnTo>
                        <a:pt x="1809" y="123"/>
                      </a:lnTo>
                      <a:lnTo>
                        <a:pt x="1814" y="139"/>
                      </a:lnTo>
                      <a:lnTo>
                        <a:pt x="1819" y="157"/>
                      </a:lnTo>
                      <a:lnTo>
                        <a:pt x="1821" y="175"/>
                      </a:lnTo>
                      <a:lnTo>
                        <a:pt x="1822" y="198"/>
                      </a:lnTo>
                      <a:lnTo>
                        <a:pt x="1851" y="321"/>
                      </a:lnTo>
                      <a:lnTo>
                        <a:pt x="1857" y="454"/>
                      </a:lnTo>
                      <a:lnTo>
                        <a:pt x="1842" y="588"/>
                      </a:lnTo>
                      <a:lnTo>
                        <a:pt x="1814" y="719"/>
                      </a:lnTo>
                      <a:lnTo>
                        <a:pt x="1773" y="835"/>
                      </a:lnTo>
                      <a:lnTo>
                        <a:pt x="1731" y="932"/>
                      </a:lnTo>
                      <a:lnTo>
                        <a:pt x="1688" y="1001"/>
                      </a:lnTo>
                      <a:lnTo>
                        <a:pt x="1652" y="1038"/>
                      </a:lnTo>
                      <a:lnTo>
                        <a:pt x="1647" y="1045"/>
                      </a:lnTo>
                      <a:lnTo>
                        <a:pt x="1638" y="1053"/>
                      </a:lnTo>
                      <a:lnTo>
                        <a:pt x="1624" y="1058"/>
                      </a:lnTo>
                      <a:lnTo>
                        <a:pt x="1610" y="1063"/>
                      </a:lnTo>
                      <a:lnTo>
                        <a:pt x="1594" y="1065"/>
                      </a:lnTo>
                      <a:lnTo>
                        <a:pt x="1579" y="1069"/>
                      </a:lnTo>
                      <a:lnTo>
                        <a:pt x="1565" y="1073"/>
                      </a:lnTo>
                      <a:lnTo>
                        <a:pt x="1557" y="1078"/>
                      </a:lnTo>
                      <a:lnTo>
                        <a:pt x="1545" y="1081"/>
                      </a:lnTo>
                      <a:lnTo>
                        <a:pt x="1529" y="1084"/>
                      </a:lnTo>
                      <a:lnTo>
                        <a:pt x="1508" y="1084"/>
                      </a:lnTo>
                      <a:lnTo>
                        <a:pt x="1488" y="1084"/>
                      </a:lnTo>
                      <a:lnTo>
                        <a:pt x="1465" y="1080"/>
                      </a:lnTo>
                      <a:lnTo>
                        <a:pt x="1446" y="1078"/>
                      </a:lnTo>
                      <a:lnTo>
                        <a:pt x="1431" y="1074"/>
                      </a:lnTo>
                      <a:lnTo>
                        <a:pt x="1422" y="1070"/>
                      </a:lnTo>
                      <a:lnTo>
                        <a:pt x="1304" y="1018"/>
                      </a:lnTo>
                      <a:lnTo>
                        <a:pt x="1214" y="966"/>
                      </a:lnTo>
                      <a:lnTo>
                        <a:pt x="1141" y="912"/>
                      </a:lnTo>
                      <a:lnTo>
                        <a:pt x="1081" y="855"/>
                      </a:lnTo>
                      <a:lnTo>
                        <a:pt x="1022" y="791"/>
                      </a:lnTo>
                      <a:lnTo>
                        <a:pt x="961" y="719"/>
                      </a:lnTo>
                      <a:lnTo>
                        <a:pt x="888" y="638"/>
                      </a:lnTo>
                      <a:lnTo>
                        <a:pt x="798" y="545"/>
                      </a:lnTo>
                      <a:lnTo>
                        <a:pt x="749" y="538"/>
                      </a:lnTo>
                      <a:lnTo>
                        <a:pt x="696" y="541"/>
                      </a:lnTo>
                      <a:lnTo>
                        <a:pt x="641" y="554"/>
                      </a:lnTo>
                      <a:lnTo>
                        <a:pt x="583" y="579"/>
                      </a:lnTo>
                      <a:lnTo>
                        <a:pt x="522" y="612"/>
                      </a:lnTo>
                      <a:lnTo>
                        <a:pt x="462" y="653"/>
                      </a:lnTo>
                      <a:lnTo>
                        <a:pt x="402" y="701"/>
                      </a:lnTo>
                      <a:lnTo>
                        <a:pt x="341" y="757"/>
                      </a:lnTo>
                      <a:lnTo>
                        <a:pt x="308" y="797"/>
                      </a:lnTo>
                      <a:lnTo>
                        <a:pt x="275" y="831"/>
                      </a:lnTo>
                      <a:lnTo>
                        <a:pt x="241" y="857"/>
                      </a:lnTo>
                      <a:lnTo>
                        <a:pt x="207" y="882"/>
                      </a:lnTo>
                      <a:lnTo>
                        <a:pt x="172" y="906"/>
                      </a:lnTo>
                      <a:lnTo>
                        <a:pt x="138" y="934"/>
                      </a:lnTo>
                      <a:lnTo>
                        <a:pt x="104" y="966"/>
                      </a:lnTo>
                      <a:lnTo>
                        <a:pt x="73" y="1009"/>
                      </a:lnTo>
                      <a:lnTo>
                        <a:pt x="63" y="1006"/>
                      </a:lnTo>
                      <a:lnTo>
                        <a:pt x="54" y="1001"/>
                      </a:lnTo>
                      <a:lnTo>
                        <a:pt x="44" y="994"/>
                      </a:lnTo>
                      <a:lnTo>
                        <a:pt x="35" y="985"/>
                      </a:lnTo>
                      <a:lnTo>
                        <a:pt x="25" y="975"/>
                      </a:lnTo>
                      <a:lnTo>
                        <a:pt x="18" y="967"/>
                      </a:lnTo>
                      <a:lnTo>
                        <a:pt x="8" y="962"/>
                      </a:lnTo>
                      <a:lnTo>
                        <a:pt x="0" y="962"/>
                      </a:lnTo>
                      <a:close/>
                    </a:path>
                  </a:pathLst>
                </a:custGeom>
                <a:solidFill>
                  <a:srgbClr val="FAC4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0" name="Freeform 69">
                  <a:extLst>
                    <a:ext uri="{FF2B5EF4-FFF2-40B4-BE49-F238E27FC236}">
                      <a16:creationId xmlns:a16="http://schemas.microsoft.com/office/drawing/2014/main" id="{4F675C41-E35C-F741-B3A7-A9944CE4B3D9}"/>
                    </a:ext>
                  </a:extLst>
                </p:cNvPr>
                <p:cNvSpPr>
                  <a:spLocks/>
                </p:cNvSpPr>
                <p:nvPr/>
              </p:nvSpPr>
              <p:spPr bwMode="auto">
                <a:xfrm>
                  <a:off x="4377" y="2795"/>
                  <a:ext cx="915" cy="517"/>
                </a:xfrm>
                <a:custGeom>
                  <a:avLst/>
                  <a:gdLst>
                    <a:gd name="T0" fmla="*/ 5 w 1831"/>
                    <a:gd name="T1" fmla="*/ 440 h 1034"/>
                    <a:gd name="T2" fmla="*/ 14 w 1831"/>
                    <a:gd name="T3" fmla="*/ 419 h 1034"/>
                    <a:gd name="T4" fmla="*/ 21 w 1831"/>
                    <a:gd name="T5" fmla="*/ 410 h 1034"/>
                    <a:gd name="T6" fmla="*/ 31 w 1831"/>
                    <a:gd name="T7" fmla="*/ 390 h 1034"/>
                    <a:gd name="T8" fmla="*/ 107 w 1831"/>
                    <a:gd name="T9" fmla="*/ 261 h 1034"/>
                    <a:gd name="T10" fmla="*/ 257 w 1831"/>
                    <a:gd name="T11" fmla="*/ 103 h 1034"/>
                    <a:gd name="T12" fmla="*/ 436 w 1831"/>
                    <a:gd name="T13" fmla="*/ 17 h 1034"/>
                    <a:gd name="T14" fmla="*/ 659 w 1831"/>
                    <a:gd name="T15" fmla="*/ 0 h 1034"/>
                    <a:gd name="T16" fmla="*/ 803 w 1831"/>
                    <a:gd name="T17" fmla="*/ 17 h 1034"/>
                    <a:gd name="T18" fmla="*/ 822 w 1831"/>
                    <a:gd name="T19" fmla="*/ 19 h 1034"/>
                    <a:gd name="T20" fmla="*/ 843 w 1831"/>
                    <a:gd name="T21" fmla="*/ 22 h 1034"/>
                    <a:gd name="T22" fmla="*/ 864 w 1831"/>
                    <a:gd name="T23" fmla="*/ 27 h 1034"/>
                    <a:gd name="T24" fmla="*/ 880 w 1831"/>
                    <a:gd name="T25" fmla="*/ 41 h 1034"/>
                    <a:gd name="T26" fmla="*/ 889 w 1831"/>
                    <a:gd name="T27" fmla="*/ 59 h 1034"/>
                    <a:gd name="T28" fmla="*/ 896 w 1831"/>
                    <a:gd name="T29" fmla="*/ 74 h 1034"/>
                    <a:gd name="T30" fmla="*/ 900 w 1831"/>
                    <a:gd name="T31" fmla="*/ 91 h 1034"/>
                    <a:gd name="T32" fmla="*/ 913 w 1831"/>
                    <a:gd name="T33" fmla="*/ 157 h 1034"/>
                    <a:gd name="T34" fmla="*/ 909 w 1831"/>
                    <a:gd name="T35" fmla="*/ 280 h 1034"/>
                    <a:gd name="T36" fmla="*/ 878 w 1831"/>
                    <a:gd name="T37" fmla="*/ 397 h 1034"/>
                    <a:gd name="T38" fmla="*/ 836 w 1831"/>
                    <a:gd name="T39" fmla="*/ 476 h 1034"/>
                    <a:gd name="T40" fmla="*/ 812 w 1831"/>
                    <a:gd name="T41" fmla="*/ 496 h 1034"/>
                    <a:gd name="T42" fmla="*/ 799 w 1831"/>
                    <a:gd name="T43" fmla="*/ 502 h 1034"/>
                    <a:gd name="T44" fmla="*/ 782 w 1831"/>
                    <a:gd name="T45" fmla="*/ 506 h 1034"/>
                    <a:gd name="T46" fmla="*/ 766 w 1831"/>
                    <a:gd name="T47" fmla="*/ 509 h 1034"/>
                    <a:gd name="T48" fmla="*/ 755 w 1831"/>
                    <a:gd name="T49" fmla="*/ 514 h 1034"/>
                    <a:gd name="T50" fmla="*/ 739 w 1831"/>
                    <a:gd name="T51" fmla="*/ 517 h 1034"/>
                    <a:gd name="T52" fmla="*/ 720 w 1831"/>
                    <a:gd name="T53" fmla="*/ 515 h 1034"/>
                    <a:gd name="T54" fmla="*/ 705 w 1831"/>
                    <a:gd name="T55" fmla="*/ 513 h 1034"/>
                    <a:gd name="T56" fmla="*/ 644 w 1831"/>
                    <a:gd name="T57" fmla="*/ 485 h 1034"/>
                    <a:gd name="T58" fmla="*/ 563 w 1831"/>
                    <a:gd name="T59" fmla="*/ 435 h 1034"/>
                    <a:gd name="T60" fmla="*/ 504 w 1831"/>
                    <a:gd name="T61" fmla="*/ 376 h 1034"/>
                    <a:gd name="T62" fmla="*/ 437 w 1831"/>
                    <a:gd name="T63" fmla="*/ 302 h 1034"/>
                    <a:gd name="T64" fmla="*/ 368 w 1831"/>
                    <a:gd name="T65" fmla="*/ 252 h 1034"/>
                    <a:gd name="T66" fmla="*/ 312 w 1831"/>
                    <a:gd name="T67" fmla="*/ 262 h 1034"/>
                    <a:gd name="T68" fmla="*/ 252 w 1831"/>
                    <a:gd name="T69" fmla="*/ 293 h 1034"/>
                    <a:gd name="T70" fmla="*/ 190 w 1831"/>
                    <a:gd name="T71" fmla="*/ 340 h 1034"/>
                    <a:gd name="T72" fmla="*/ 145 w 1831"/>
                    <a:gd name="T73" fmla="*/ 389 h 1034"/>
                    <a:gd name="T74" fmla="*/ 112 w 1831"/>
                    <a:gd name="T75" fmla="*/ 415 h 1034"/>
                    <a:gd name="T76" fmla="*/ 79 w 1831"/>
                    <a:gd name="T77" fmla="*/ 435 h 1034"/>
                    <a:gd name="T78" fmla="*/ 47 w 1831"/>
                    <a:gd name="T79" fmla="*/ 461 h 1034"/>
                    <a:gd name="T80" fmla="*/ 27 w 1831"/>
                    <a:gd name="T81" fmla="*/ 480 h 1034"/>
                    <a:gd name="T82" fmla="*/ 19 w 1831"/>
                    <a:gd name="T83" fmla="*/ 475 h 1034"/>
                    <a:gd name="T84" fmla="*/ 11 w 1831"/>
                    <a:gd name="T85" fmla="*/ 467 h 1034"/>
                    <a:gd name="T86" fmla="*/ 4 w 1831"/>
                    <a:gd name="T87" fmla="*/ 462 h 10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31"/>
                    <a:gd name="T133" fmla="*/ 0 h 1034"/>
                    <a:gd name="T134" fmla="*/ 1831 w 1831"/>
                    <a:gd name="T135" fmla="*/ 1034 h 10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31" h="1034">
                      <a:moveTo>
                        <a:pt x="0" y="925"/>
                      </a:moveTo>
                      <a:lnTo>
                        <a:pt x="11" y="880"/>
                      </a:lnTo>
                      <a:lnTo>
                        <a:pt x="21" y="854"/>
                      </a:lnTo>
                      <a:lnTo>
                        <a:pt x="29" y="839"/>
                      </a:lnTo>
                      <a:lnTo>
                        <a:pt x="36" y="831"/>
                      </a:lnTo>
                      <a:lnTo>
                        <a:pt x="43" y="821"/>
                      </a:lnTo>
                      <a:lnTo>
                        <a:pt x="51" y="807"/>
                      </a:lnTo>
                      <a:lnTo>
                        <a:pt x="62" y="780"/>
                      </a:lnTo>
                      <a:lnTo>
                        <a:pt x="75" y="737"/>
                      </a:lnTo>
                      <a:lnTo>
                        <a:pt x="214" y="523"/>
                      </a:lnTo>
                      <a:lnTo>
                        <a:pt x="361" y="347"/>
                      </a:lnTo>
                      <a:lnTo>
                        <a:pt x="515" y="207"/>
                      </a:lnTo>
                      <a:lnTo>
                        <a:pt x="686" y="104"/>
                      </a:lnTo>
                      <a:lnTo>
                        <a:pt x="873" y="35"/>
                      </a:lnTo>
                      <a:lnTo>
                        <a:pt x="1084" y="2"/>
                      </a:lnTo>
                      <a:lnTo>
                        <a:pt x="1319" y="0"/>
                      </a:lnTo>
                      <a:lnTo>
                        <a:pt x="1588" y="33"/>
                      </a:lnTo>
                      <a:lnTo>
                        <a:pt x="1606" y="35"/>
                      </a:lnTo>
                      <a:lnTo>
                        <a:pt x="1625" y="38"/>
                      </a:lnTo>
                      <a:lnTo>
                        <a:pt x="1645" y="39"/>
                      </a:lnTo>
                      <a:lnTo>
                        <a:pt x="1667" y="43"/>
                      </a:lnTo>
                      <a:lnTo>
                        <a:pt x="1687" y="45"/>
                      </a:lnTo>
                      <a:lnTo>
                        <a:pt x="1708" y="49"/>
                      </a:lnTo>
                      <a:lnTo>
                        <a:pt x="1729" y="54"/>
                      </a:lnTo>
                      <a:lnTo>
                        <a:pt x="1752" y="63"/>
                      </a:lnTo>
                      <a:lnTo>
                        <a:pt x="1761" y="83"/>
                      </a:lnTo>
                      <a:lnTo>
                        <a:pt x="1771" y="102"/>
                      </a:lnTo>
                      <a:lnTo>
                        <a:pt x="1778" y="118"/>
                      </a:lnTo>
                      <a:lnTo>
                        <a:pt x="1787" y="134"/>
                      </a:lnTo>
                      <a:lnTo>
                        <a:pt x="1792" y="149"/>
                      </a:lnTo>
                      <a:lnTo>
                        <a:pt x="1797" y="166"/>
                      </a:lnTo>
                      <a:lnTo>
                        <a:pt x="1801" y="183"/>
                      </a:lnTo>
                      <a:lnTo>
                        <a:pt x="1805" y="206"/>
                      </a:lnTo>
                      <a:lnTo>
                        <a:pt x="1827" y="314"/>
                      </a:lnTo>
                      <a:lnTo>
                        <a:pt x="1831" y="435"/>
                      </a:lnTo>
                      <a:lnTo>
                        <a:pt x="1818" y="560"/>
                      </a:lnTo>
                      <a:lnTo>
                        <a:pt x="1793" y="683"/>
                      </a:lnTo>
                      <a:lnTo>
                        <a:pt x="1757" y="794"/>
                      </a:lnTo>
                      <a:lnTo>
                        <a:pt x="1716" y="886"/>
                      </a:lnTo>
                      <a:lnTo>
                        <a:pt x="1672" y="953"/>
                      </a:lnTo>
                      <a:lnTo>
                        <a:pt x="1632" y="987"/>
                      </a:lnTo>
                      <a:lnTo>
                        <a:pt x="1624" y="993"/>
                      </a:lnTo>
                      <a:lnTo>
                        <a:pt x="1614" y="999"/>
                      </a:lnTo>
                      <a:lnTo>
                        <a:pt x="1599" y="1004"/>
                      </a:lnTo>
                      <a:lnTo>
                        <a:pt x="1584" y="1010"/>
                      </a:lnTo>
                      <a:lnTo>
                        <a:pt x="1565" y="1013"/>
                      </a:lnTo>
                      <a:lnTo>
                        <a:pt x="1549" y="1017"/>
                      </a:lnTo>
                      <a:lnTo>
                        <a:pt x="1532" y="1019"/>
                      </a:lnTo>
                      <a:lnTo>
                        <a:pt x="1521" y="1022"/>
                      </a:lnTo>
                      <a:lnTo>
                        <a:pt x="1510" y="1028"/>
                      </a:lnTo>
                      <a:lnTo>
                        <a:pt x="1496" y="1033"/>
                      </a:lnTo>
                      <a:lnTo>
                        <a:pt x="1479" y="1033"/>
                      </a:lnTo>
                      <a:lnTo>
                        <a:pt x="1461" y="1034"/>
                      </a:lnTo>
                      <a:lnTo>
                        <a:pt x="1441" y="1030"/>
                      </a:lnTo>
                      <a:lnTo>
                        <a:pt x="1425" y="1028"/>
                      </a:lnTo>
                      <a:lnTo>
                        <a:pt x="1411" y="1025"/>
                      </a:lnTo>
                      <a:lnTo>
                        <a:pt x="1405" y="1023"/>
                      </a:lnTo>
                      <a:lnTo>
                        <a:pt x="1288" y="971"/>
                      </a:lnTo>
                      <a:lnTo>
                        <a:pt x="1198" y="921"/>
                      </a:lnTo>
                      <a:lnTo>
                        <a:pt x="1126" y="870"/>
                      </a:lnTo>
                      <a:lnTo>
                        <a:pt x="1066" y="815"/>
                      </a:lnTo>
                      <a:lnTo>
                        <a:pt x="1008" y="753"/>
                      </a:lnTo>
                      <a:lnTo>
                        <a:pt x="948" y="685"/>
                      </a:lnTo>
                      <a:lnTo>
                        <a:pt x="875" y="604"/>
                      </a:lnTo>
                      <a:lnTo>
                        <a:pt x="786" y="513"/>
                      </a:lnTo>
                      <a:lnTo>
                        <a:pt x="736" y="505"/>
                      </a:lnTo>
                      <a:lnTo>
                        <a:pt x="684" y="510"/>
                      </a:lnTo>
                      <a:lnTo>
                        <a:pt x="625" y="525"/>
                      </a:lnTo>
                      <a:lnTo>
                        <a:pt x="566" y="552"/>
                      </a:lnTo>
                      <a:lnTo>
                        <a:pt x="504" y="586"/>
                      </a:lnTo>
                      <a:lnTo>
                        <a:pt x="443" y="629"/>
                      </a:lnTo>
                      <a:lnTo>
                        <a:pt x="381" y="680"/>
                      </a:lnTo>
                      <a:lnTo>
                        <a:pt x="322" y="738"/>
                      </a:lnTo>
                      <a:lnTo>
                        <a:pt x="290" y="779"/>
                      </a:lnTo>
                      <a:lnTo>
                        <a:pt x="257" y="809"/>
                      </a:lnTo>
                      <a:lnTo>
                        <a:pt x="225" y="831"/>
                      </a:lnTo>
                      <a:lnTo>
                        <a:pt x="193" y="851"/>
                      </a:lnTo>
                      <a:lnTo>
                        <a:pt x="159" y="870"/>
                      </a:lnTo>
                      <a:lnTo>
                        <a:pt x="127" y="893"/>
                      </a:lnTo>
                      <a:lnTo>
                        <a:pt x="94" y="923"/>
                      </a:lnTo>
                      <a:lnTo>
                        <a:pt x="64" y="964"/>
                      </a:lnTo>
                      <a:lnTo>
                        <a:pt x="54" y="961"/>
                      </a:lnTo>
                      <a:lnTo>
                        <a:pt x="46" y="958"/>
                      </a:lnTo>
                      <a:lnTo>
                        <a:pt x="39" y="950"/>
                      </a:lnTo>
                      <a:lnTo>
                        <a:pt x="31" y="944"/>
                      </a:lnTo>
                      <a:lnTo>
                        <a:pt x="23" y="935"/>
                      </a:lnTo>
                      <a:lnTo>
                        <a:pt x="15" y="929"/>
                      </a:lnTo>
                      <a:lnTo>
                        <a:pt x="8" y="925"/>
                      </a:lnTo>
                      <a:lnTo>
                        <a:pt x="0" y="925"/>
                      </a:lnTo>
                      <a:close/>
                    </a:path>
                  </a:pathLst>
                </a:custGeom>
                <a:solidFill>
                  <a:srgbClr val="FFCC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1" name="Freeform 70">
                  <a:extLst>
                    <a:ext uri="{FF2B5EF4-FFF2-40B4-BE49-F238E27FC236}">
                      <a16:creationId xmlns:a16="http://schemas.microsoft.com/office/drawing/2014/main" id="{9B17BEDA-6EEB-7D4D-95C4-A5F42303298B}"/>
                    </a:ext>
                  </a:extLst>
                </p:cNvPr>
                <p:cNvSpPr>
                  <a:spLocks/>
                </p:cNvSpPr>
                <p:nvPr/>
              </p:nvSpPr>
              <p:spPr bwMode="auto">
                <a:xfrm>
                  <a:off x="4473" y="2960"/>
                  <a:ext cx="208" cy="212"/>
                </a:xfrm>
                <a:custGeom>
                  <a:avLst/>
                  <a:gdLst>
                    <a:gd name="T0" fmla="*/ 0 w 417"/>
                    <a:gd name="T1" fmla="*/ 178 h 425"/>
                    <a:gd name="T2" fmla="*/ 10 w 417"/>
                    <a:gd name="T3" fmla="*/ 162 h 425"/>
                    <a:gd name="T4" fmla="*/ 26 w 417"/>
                    <a:gd name="T5" fmla="*/ 143 h 425"/>
                    <a:gd name="T6" fmla="*/ 43 w 417"/>
                    <a:gd name="T7" fmla="*/ 119 h 425"/>
                    <a:gd name="T8" fmla="*/ 62 w 417"/>
                    <a:gd name="T9" fmla="*/ 96 h 425"/>
                    <a:gd name="T10" fmla="*/ 80 w 417"/>
                    <a:gd name="T11" fmla="*/ 71 h 425"/>
                    <a:gd name="T12" fmla="*/ 98 w 417"/>
                    <a:gd name="T13" fmla="*/ 49 h 425"/>
                    <a:gd name="T14" fmla="*/ 113 w 417"/>
                    <a:gd name="T15" fmla="*/ 29 h 425"/>
                    <a:gd name="T16" fmla="*/ 125 w 417"/>
                    <a:gd name="T17" fmla="*/ 13 h 425"/>
                    <a:gd name="T18" fmla="*/ 148 w 417"/>
                    <a:gd name="T19" fmla="*/ 3 h 425"/>
                    <a:gd name="T20" fmla="*/ 171 w 417"/>
                    <a:gd name="T21" fmla="*/ 0 h 425"/>
                    <a:gd name="T22" fmla="*/ 191 w 417"/>
                    <a:gd name="T23" fmla="*/ 2 h 425"/>
                    <a:gd name="T24" fmla="*/ 205 w 417"/>
                    <a:gd name="T25" fmla="*/ 10 h 425"/>
                    <a:gd name="T26" fmla="*/ 208 w 417"/>
                    <a:gd name="T27" fmla="*/ 24 h 425"/>
                    <a:gd name="T28" fmla="*/ 200 w 417"/>
                    <a:gd name="T29" fmla="*/ 44 h 425"/>
                    <a:gd name="T30" fmla="*/ 177 w 417"/>
                    <a:gd name="T31" fmla="*/ 69 h 425"/>
                    <a:gd name="T32" fmla="*/ 136 w 417"/>
                    <a:gd name="T33" fmla="*/ 100 h 425"/>
                    <a:gd name="T34" fmla="*/ 120 w 417"/>
                    <a:gd name="T35" fmla="*/ 114 h 425"/>
                    <a:gd name="T36" fmla="*/ 104 w 417"/>
                    <a:gd name="T37" fmla="*/ 128 h 425"/>
                    <a:gd name="T38" fmla="*/ 88 w 417"/>
                    <a:gd name="T39" fmla="*/ 141 h 425"/>
                    <a:gd name="T40" fmla="*/ 72 w 417"/>
                    <a:gd name="T41" fmla="*/ 156 h 425"/>
                    <a:gd name="T42" fmla="*/ 56 w 417"/>
                    <a:gd name="T43" fmla="*/ 169 h 425"/>
                    <a:gd name="T44" fmla="*/ 40 w 417"/>
                    <a:gd name="T45" fmla="*/ 184 h 425"/>
                    <a:gd name="T46" fmla="*/ 24 w 417"/>
                    <a:gd name="T47" fmla="*/ 198 h 425"/>
                    <a:gd name="T48" fmla="*/ 9 w 417"/>
                    <a:gd name="T49" fmla="*/ 212 h 425"/>
                    <a:gd name="T50" fmla="*/ 7 w 417"/>
                    <a:gd name="T51" fmla="*/ 208 h 425"/>
                    <a:gd name="T52" fmla="*/ 6 w 417"/>
                    <a:gd name="T53" fmla="*/ 203 h 425"/>
                    <a:gd name="T54" fmla="*/ 4 w 417"/>
                    <a:gd name="T55" fmla="*/ 199 h 425"/>
                    <a:gd name="T56" fmla="*/ 4 w 417"/>
                    <a:gd name="T57" fmla="*/ 195 h 425"/>
                    <a:gd name="T58" fmla="*/ 2 w 417"/>
                    <a:gd name="T59" fmla="*/ 191 h 425"/>
                    <a:gd name="T60" fmla="*/ 2 w 417"/>
                    <a:gd name="T61" fmla="*/ 186 h 425"/>
                    <a:gd name="T62" fmla="*/ 0 w 417"/>
                    <a:gd name="T63" fmla="*/ 182 h 425"/>
                    <a:gd name="T64" fmla="*/ 0 w 417"/>
                    <a:gd name="T65" fmla="*/ 178 h 4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7"/>
                    <a:gd name="T100" fmla="*/ 0 h 425"/>
                    <a:gd name="T101" fmla="*/ 417 w 417"/>
                    <a:gd name="T102" fmla="*/ 425 h 4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7" h="425">
                      <a:moveTo>
                        <a:pt x="0" y="357"/>
                      </a:moveTo>
                      <a:lnTo>
                        <a:pt x="21" y="324"/>
                      </a:lnTo>
                      <a:lnTo>
                        <a:pt x="52" y="286"/>
                      </a:lnTo>
                      <a:lnTo>
                        <a:pt x="87" y="239"/>
                      </a:lnTo>
                      <a:lnTo>
                        <a:pt x="124" y="192"/>
                      </a:lnTo>
                      <a:lnTo>
                        <a:pt x="161" y="143"/>
                      </a:lnTo>
                      <a:lnTo>
                        <a:pt x="197" y="98"/>
                      </a:lnTo>
                      <a:lnTo>
                        <a:pt x="226" y="58"/>
                      </a:lnTo>
                      <a:lnTo>
                        <a:pt x="250" y="27"/>
                      </a:lnTo>
                      <a:lnTo>
                        <a:pt x="296" y="7"/>
                      </a:lnTo>
                      <a:lnTo>
                        <a:pt x="343" y="0"/>
                      </a:lnTo>
                      <a:lnTo>
                        <a:pt x="383" y="5"/>
                      </a:lnTo>
                      <a:lnTo>
                        <a:pt x="410" y="21"/>
                      </a:lnTo>
                      <a:lnTo>
                        <a:pt x="417" y="49"/>
                      </a:lnTo>
                      <a:lnTo>
                        <a:pt x="401" y="88"/>
                      </a:lnTo>
                      <a:lnTo>
                        <a:pt x="354" y="138"/>
                      </a:lnTo>
                      <a:lnTo>
                        <a:pt x="272" y="200"/>
                      </a:lnTo>
                      <a:lnTo>
                        <a:pt x="240" y="228"/>
                      </a:lnTo>
                      <a:lnTo>
                        <a:pt x="208" y="256"/>
                      </a:lnTo>
                      <a:lnTo>
                        <a:pt x="176" y="283"/>
                      </a:lnTo>
                      <a:lnTo>
                        <a:pt x="144" y="312"/>
                      </a:lnTo>
                      <a:lnTo>
                        <a:pt x="112" y="339"/>
                      </a:lnTo>
                      <a:lnTo>
                        <a:pt x="80" y="368"/>
                      </a:lnTo>
                      <a:lnTo>
                        <a:pt x="48" y="396"/>
                      </a:lnTo>
                      <a:lnTo>
                        <a:pt x="18" y="425"/>
                      </a:lnTo>
                      <a:lnTo>
                        <a:pt x="14" y="416"/>
                      </a:lnTo>
                      <a:lnTo>
                        <a:pt x="13" y="407"/>
                      </a:lnTo>
                      <a:lnTo>
                        <a:pt x="9" y="398"/>
                      </a:lnTo>
                      <a:lnTo>
                        <a:pt x="8" y="391"/>
                      </a:lnTo>
                      <a:lnTo>
                        <a:pt x="5" y="382"/>
                      </a:lnTo>
                      <a:lnTo>
                        <a:pt x="4" y="373"/>
                      </a:lnTo>
                      <a:lnTo>
                        <a:pt x="1" y="365"/>
                      </a:lnTo>
                      <a:lnTo>
                        <a:pt x="0" y="357"/>
                      </a:lnTo>
                      <a:close/>
                    </a:path>
                  </a:pathLst>
                </a:custGeom>
                <a:solidFill>
                  <a:srgbClr val="FFCC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2" name="Freeform 71">
                  <a:extLst>
                    <a:ext uri="{FF2B5EF4-FFF2-40B4-BE49-F238E27FC236}">
                      <a16:creationId xmlns:a16="http://schemas.microsoft.com/office/drawing/2014/main" id="{A67E3D59-47C9-744A-A5E5-FFDF5EA8982E}"/>
                    </a:ext>
                  </a:extLst>
                </p:cNvPr>
                <p:cNvSpPr>
                  <a:spLocks/>
                </p:cNvSpPr>
                <p:nvPr/>
              </p:nvSpPr>
              <p:spPr bwMode="auto">
                <a:xfrm>
                  <a:off x="4474" y="2978"/>
                  <a:ext cx="192" cy="192"/>
                </a:xfrm>
                <a:custGeom>
                  <a:avLst/>
                  <a:gdLst>
                    <a:gd name="T0" fmla="*/ 0 w 385"/>
                    <a:gd name="T1" fmla="*/ 161 h 385"/>
                    <a:gd name="T2" fmla="*/ 10 w 385"/>
                    <a:gd name="T3" fmla="*/ 146 h 385"/>
                    <a:gd name="T4" fmla="*/ 24 w 385"/>
                    <a:gd name="T5" fmla="*/ 129 h 385"/>
                    <a:gd name="T6" fmla="*/ 40 w 385"/>
                    <a:gd name="T7" fmla="*/ 108 h 385"/>
                    <a:gd name="T8" fmla="*/ 58 w 385"/>
                    <a:gd name="T9" fmla="*/ 87 h 385"/>
                    <a:gd name="T10" fmla="*/ 74 w 385"/>
                    <a:gd name="T11" fmla="*/ 65 h 385"/>
                    <a:gd name="T12" fmla="*/ 90 w 385"/>
                    <a:gd name="T13" fmla="*/ 45 h 385"/>
                    <a:gd name="T14" fmla="*/ 104 w 385"/>
                    <a:gd name="T15" fmla="*/ 27 h 385"/>
                    <a:gd name="T16" fmla="*/ 115 w 385"/>
                    <a:gd name="T17" fmla="*/ 14 h 385"/>
                    <a:gd name="T18" fmla="*/ 137 w 385"/>
                    <a:gd name="T19" fmla="*/ 4 h 385"/>
                    <a:gd name="T20" fmla="*/ 159 w 385"/>
                    <a:gd name="T21" fmla="*/ 0 h 385"/>
                    <a:gd name="T22" fmla="*/ 177 w 385"/>
                    <a:gd name="T23" fmla="*/ 1 h 385"/>
                    <a:gd name="T24" fmla="*/ 189 w 385"/>
                    <a:gd name="T25" fmla="*/ 8 h 385"/>
                    <a:gd name="T26" fmla="*/ 192 w 385"/>
                    <a:gd name="T27" fmla="*/ 19 h 385"/>
                    <a:gd name="T28" fmla="*/ 185 w 385"/>
                    <a:gd name="T29" fmla="*/ 37 h 385"/>
                    <a:gd name="T30" fmla="*/ 164 w 385"/>
                    <a:gd name="T31" fmla="*/ 59 h 385"/>
                    <a:gd name="T32" fmla="*/ 128 w 385"/>
                    <a:gd name="T33" fmla="*/ 88 h 385"/>
                    <a:gd name="T34" fmla="*/ 113 w 385"/>
                    <a:gd name="T35" fmla="*/ 101 h 385"/>
                    <a:gd name="T36" fmla="*/ 98 w 385"/>
                    <a:gd name="T37" fmla="*/ 114 h 385"/>
                    <a:gd name="T38" fmla="*/ 83 w 385"/>
                    <a:gd name="T39" fmla="*/ 127 h 385"/>
                    <a:gd name="T40" fmla="*/ 68 w 385"/>
                    <a:gd name="T41" fmla="*/ 140 h 385"/>
                    <a:gd name="T42" fmla="*/ 53 w 385"/>
                    <a:gd name="T43" fmla="*/ 153 h 385"/>
                    <a:gd name="T44" fmla="*/ 38 w 385"/>
                    <a:gd name="T45" fmla="*/ 166 h 385"/>
                    <a:gd name="T46" fmla="*/ 23 w 385"/>
                    <a:gd name="T47" fmla="*/ 179 h 385"/>
                    <a:gd name="T48" fmla="*/ 9 w 385"/>
                    <a:gd name="T49" fmla="*/ 192 h 385"/>
                    <a:gd name="T50" fmla="*/ 7 w 385"/>
                    <a:gd name="T51" fmla="*/ 188 h 385"/>
                    <a:gd name="T52" fmla="*/ 6 w 385"/>
                    <a:gd name="T53" fmla="*/ 184 h 385"/>
                    <a:gd name="T54" fmla="*/ 5 w 385"/>
                    <a:gd name="T55" fmla="*/ 180 h 385"/>
                    <a:gd name="T56" fmla="*/ 4 w 385"/>
                    <a:gd name="T57" fmla="*/ 177 h 385"/>
                    <a:gd name="T58" fmla="*/ 3 w 385"/>
                    <a:gd name="T59" fmla="*/ 172 h 385"/>
                    <a:gd name="T60" fmla="*/ 2 w 385"/>
                    <a:gd name="T61" fmla="*/ 168 h 385"/>
                    <a:gd name="T62" fmla="*/ 1 w 385"/>
                    <a:gd name="T63" fmla="*/ 165 h 385"/>
                    <a:gd name="T64" fmla="*/ 0 w 385"/>
                    <a:gd name="T65" fmla="*/ 161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85"/>
                    <a:gd name="T100" fmla="*/ 0 h 385"/>
                    <a:gd name="T101" fmla="*/ 385 w 38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85" h="385">
                      <a:moveTo>
                        <a:pt x="0" y="322"/>
                      </a:moveTo>
                      <a:lnTo>
                        <a:pt x="20" y="293"/>
                      </a:lnTo>
                      <a:lnTo>
                        <a:pt x="48" y="258"/>
                      </a:lnTo>
                      <a:lnTo>
                        <a:pt x="81" y="217"/>
                      </a:lnTo>
                      <a:lnTo>
                        <a:pt x="116" y="174"/>
                      </a:lnTo>
                      <a:lnTo>
                        <a:pt x="148" y="131"/>
                      </a:lnTo>
                      <a:lnTo>
                        <a:pt x="181" y="90"/>
                      </a:lnTo>
                      <a:lnTo>
                        <a:pt x="209" y="55"/>
                      </a:lnTo>
                      <a:lnTo>
                        <a:pt x="231" y="28"/>
                      </a:lnTo>
                      <a:lnTo>
                        <a:pt x="275" y="8"/>
                      </a:lnTo>
                      <a:lnTo>
                        <a:pt x="318" y="0"/>
                      </a:lnTo>
                      <a:lnTo>
                        <a:pt x="354" y="3"/>
                      </a:lnTo>
                      <a:lnTo>
                        <a:pt x="379" y="17"/>
                      </a:lnTo>
                      <a:lnTo>
                        <a:pt x="385" y="39"/>
                      </a:lnTo>
                      <a:lnTo>
                        <a:pt x="370" y="74"/>
                      </a:lnTo>
                      <a:lnTo>
                        <a:pt x="329" y="119"/>
                      </a:lnTo>
                      <a:lnTo>
                        <a:pt x="256" y="177"/>
                      </a:lnTo>
                      <a:lnTo>
                        <a:pt x="226" y="202"/>
                      </a:lnTo>
                      <a:lnTo>
                        <a:pt x="196" y="228"/>
                      </a:lnTo>
                      <a:lnTo>
                        <a:pt x="166" y="255"/>
                      </a:lnTo>
                      <a:lnTo>
                        <a:pt x="136" y="281"/>
                      </a:lnTo>
                      <a:lnTo>
                        <a:pt x="106" y="306"/>
                      </a:lnTo>
                      <a:lnTo>
                        <a:pt x="77" y="332"/>
                      </a:lnTo>
                      <a:lnTo>
                        <a:pt x="47" y="359"/>
                      </a:lnTo>
                      <a:lnTo>
                        <a:pt x="18" y="385"/>
                      </a:lnTo>
                      <a:lnTo>
                        <a:pt x="15" y="376"/>
                      </a:lnTo>
                      <a:lnTo>
                        <a:pt x="13" y="369"/>
                      </a:lnTo>
                      <a:lnTo>
                        <a:pt x="10" y="361"/>
                      </a:lnTo>
                      <a:lnTo>
                        <a:pt x="9" y="354"/>
                      </a:lnTo>
                      <a:lnTo>
                        <a:pt x="7" y="345"/>
                      </a:lnTo>
                      <a:lnTo>
                        <a:pt x="4" y="337"/>
                      </a:lnTo>
                      <a:lnTo>
                        <a:pt x="2" y="330"/>
                      </a:lnTo>
                      <a:lnTo>
                        <a:pt x="0" y="322"/>
                      </a:lnTo>
                      <a:close/>
                    </a:path>
                  </a:pathLst>
                </a:custGeom>
                <a:solidFill>
                  <a:srgbClr val="FCC7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3" name="Freeform 72">
                  <a:extLst>
                    <a:ext uri="{FF2B5EF4-FFF2-40B4-BE49-F238E27FC236}">
                      <a16:creationId xmlns:a16="http://schemas.microsoft.com/office/drawing/2014/main" id="{0A27892D-8B1F-C44D-86E0-3D8A005B265F}"/>
                    </a:ext>
                  </a:extLst>
                </p:cNvPr>
                <p:cNvSpPr>
                  <a:spLocks/>
                </p:cNvSpPr>
                <p:nvPr/>
              </p:nvSpPr>
              <p:spPr bwMode="auto">
                <a:xfrm>
                  <a:off x="4476" y="2996"/>
                  <a:ext cx="175" cy="174"/>
                </a:xfrm>
                <a:custGeom>
                  <a:avLst/>
                  <a:gdLst>
                    <a:gd name="T0" fmla="*/ 0 w 350"/>
                    <a:gd name="T1" fmla="*/ 144 h 347"/>
                    <a:gd name="T2" fmla="*/ 10 w 350"/>
                    <a:gd name="T3" fmla="*/ 131 h 347"/>
                    <a:gd name="T4" fmla="*/ 22 w 350"/>
                    <a:gd name="T5" fmla="*/ 115 h 347"/>
                    <a:gd name="T6" fmla="*/ 37 w 350"/>
                    <a:gd name="T7" fmla="*/ 97 h 347"/>
                    <a:gd name="T8" fmla="*/ 52 w 350"/>
                    <a:gd name="T9" fmla="*/ 79 h 347"/>
                    <a:gd name="T10" fmla="*/ 67 w 350"/>
                    <a:gd name="T11" fmla="*/ 60 h 347"/>
                    <a:gd name="T12" fmla="*/ 82 w 350"/>
                    <a:gd name="T13" fmla="*/ 43 h 347"/>
                    <a:gd name="T14" fmla="*/ 94 w 350"/>
                    <a:gd name="T15" fmla="*/ 26 h 347"/>
                    <a:gd name="T16" fmla="*/ 104 w 350"/>
                    <a:gd name="T17" fmla="*/ 14 h 347"/>
                    <a:gd name="T18" fmla="*/ 124 w 350"/>
                    <a:gd name="T19" fmla="*/ 4 h 347"/>
                    <a:gd name="T20" fmla="*/ 145 w 350"/>
                    <a:gd name="T21" fmla="*/ 0 h 347"/>
                    <a:gd name="T22" fmla="*/ 161 w 350"/>
                    <a:gd name="T23" fmla="*/ 0 h 347"/>
                    <a:gd name="T24" fmla="*/ 172 w 350"/>
                    <a:gd name="T25" fmla="*/ 6 h 347"/>
                    <a:gd name="T26" fmla="*/ 175 w 350"/>
                    <a:gd name="T27" fmla="*/ 15 h 347"/>
                    <a:gd name="T28" fmla="*/ 170 w 350"/>
                    <a:gd name="T29" fmla="*/ 30 h 347"/>
                    <a:gd name="T30" fmla="*/ 151 w 350"/>
                    <a:gd name="T31" fmla="*/ 50 h 347"/>
                    <a:gd name="T32" fmla="*/ 118 w 350"/>
                    <a:gd name="T33" fmla="*/ 75 h 347"/>
                    <a:gd name="T34" fmla="*/ 103 w 350"/>
                    <a:gd name="T35" fmla="*/ 86 h 347"/>
                    <a:gd name="T36" fmla="*/ 90 w 350"/>
                    <a:gd name="T37" fmla="*/ 99 h 347"/>
                    <a:gd name="T38" fmla="*/ 76 w 350"/>
                    <a:gd name="T39" fmla="*/ 111 h 347"/>
                    <a:gd name="T40" fmla="*/ 63 w 350"/>
                    <a:gd name="T41" fmla="*/ 123 h 347"/>
                    <a:gd name="T42" fmla="*/ 48 w 350"/>
                    <a:gd name="T43" fmla="*/ 135 h 347"/>
                    <a:gd name="T44" fmla="*/ 35 w 350"/>
                    <a:gd name="T45" fmla="*/ 149 h 347"/>
                    <a:gd name="T46" fmla="*/ 21 w 350"/>
                    <a:gd name="T47" fmla="*/ 160 h 347"/>
                    <a:gd name="T48" fmla="*/ 7 w 350"/>
                    <a:gd name="T49" fmla="*/ 174 h 347"/>
                    <a:gd name="T50" fmla="*/ 6 w 350"/>
                    <a:gd name="T51" fmla="*/ 170 h 347"/>
                    <a:gd name="T52" fmla="*/ 5 w 350"/>
                    <a:gd name="T53" fmla="*/ 166 h 347"/>
                    <a:gd name="T54" fmla="*/ 5 w 350"/>
                    <a:gd name="T55" fmla="*/ 162 h 347"/>
                    <a:gd name="T56" fmla="*/ 4 w 350"/>
                    <a:gd name="T57" fmla="*/ 159 h 347"/>
                    <a:gd name="T58" fmla="*/ 3 w 350"/>
                    <a:gd name="T59" fmla="*/ 155 h 347"/>
                    <a:gd name="T60" fmla="*/ 2 w 350"/>
                    <a:gd name="T61" fmla="*/ 151 h 347"/>
                    <a:gd name="T62" fmla="*/ 1 w 350"/>
                    <a:gd name="T63" fmla="*/ 147 h 347"/>
                    <a:gd name="T64" fmla="*/ 0 w 350"/>
                    <a:gd name="T65" fmla="*/ 144 h 3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0"/>
                    <a:gd name="T100" fmla="*/ 0 h 347"/>
                    <a:gd name="T101" fmla="*/ 350 w 350"/>
                    <a:gd name="T102" fmla="*/ 347 h 3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0" h="347">
                      <a:moveTo>
                        <a:pt x="0" y="288"/>
                      </a:moveTo>
                      <a:lnTo>
                        <a:pt x="19" y="261"/>
                      </a:lnTo>
                      <a:lnTo>
                        <a:pt x="44" y="230"/>
                      </a:lnTo>
                      <a:lnTo>
                        <a:pt x="73" y="194"/>
                      </a:lnTo>
                      <a:lnTo>
                        <a:pt x="104" y="157"/>
                      </a:lnTo>
                      <a:lnTo>
                        <a:pt x="134" y="120"/>
                      </a:lnTo>
                      <a:lnTo>
                        <a:pt x="163" y="85"/>
                      </a:lnTo>
                      <a:lnTo>
                        <a:pt x="188" y="52"/>
                      </a:lnTo>
                      <a:lnTo>
                        <a:pt x="208" y="27"/>
                      </a:lnTo>
                      <a:lnTo>
                        <a:pt x="248" y="8"/>
                      </a:lnTo>
                      <a:lnTo>
                        <a:pt x="289" y="0"/>
                      </a:lnTo>
                      <a:lnTo>
                        <a:pt x="321" y="0"/>
                      </a:lnTo>
                      <a:lnTo>
                        <a:pt x="344" y="11"/>
                      </a:lnTo>
                      <a:lnTo>
                        <a:pt x="350" y="30"/>
                      </a:lnTo>
                      <a:lnTo>
                        <a:pt x="339" y="60"/>
                      </a:lnTo>
                      <a:lnTo>
                        <a:pt x="301" y="99"/>
                      </a:lnTo>
                      <a:lnTo>
                        <a:pt x="236" y="150"/>
                      </a:lnTo>
                      <a:lnTo>
                        <a:pt x="207" y="172"/>
                      </a:lnTo>
                      <a:lnTo>
                        <a:pt x="180" y="198"/>
                      </a:lnTo>
                      <a:lnTo>
                        <a:pt x="152" y="221"/>
                      </a:lnTo>
                      <a:lnTo>
                        <a:pt x="126" y="246"/>
                      </a:lnTo>
                      <a:lnTo>
                        <a:pt x="97" y="270"/>
                      </a:lnTo>
                      <a:lnTo>
                        <a:pt x="69" y="297"/>
                      </a:lnTo>
                      <a:lnTo>
                        <a:pt x="42" y="320"/>
                      </a:lnTo>
                      <a:lnTo>
                        <a:pt x="15" y="347"/>
                      </a:lnTo>
                      <a:lnTo>
                        <a:pt x="13" y="339"/>
                      </a:lnTo>
                      <a:lnTo>
                        <a:pt x="11" y="332"/>
                      </a:lnTo>
                      <a:lnTo>
                        <a:pt x="9" y="324"/>
                      </a:lnTo>
                      <a:lnTo>
                        <a:pt x="8" y="317"/>
                      </a:lnTo>
                      <a:lnTo>
                        <a:pt x="5" y="309"/>
                      </a:lnTo>
                      <a:lnTo>
                        <a:pt x="4" y="302"/>
                      </a:lnTo>
                      <a:lnTo>
                        <a:pt x="1" y="294"/>
                      </a:lnTo>
                      <a:lnTo>
                        <a:pt x="0" y="288"/>
                      </a:lnTo>
                      <a:close/>
                    </a:path>
                  </a:pathLst>
                </a:custGeom>
                <a:solidFill>
                  <a:srgbClr val="FAC4B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4" name="Freeform 73">
                  <a:extLst>
                    <a:ext uri="{FF2B5EF4-FFF2-40B4-BE49-F238E27FC236}">
                      <a16:creationId xmlns:a16="http://schemas.microsoft.com/office/drawing/2014/main" id="{A6B14A40-3C9E-6547-8F6A-775528E69DD1}"/>
                    </a:ext>
                  </a:extLst>
                </p:cNvPr>
                <p:cNvSpPr>
                  <a:spLocks/>
                </p:cNvSpPr>
                <p:nvPr/>
              </p:nvSpPr>
              <p:spPr bwMode="auto">
                <a:xfrm>
                  <a:off x="4477" y="3014"/>
                  <a:ext cx="158" cy="155"/>
                </a:xfrm>
                <a:custGeom>
                  <a:avLst/>
                  <a:gdLst>
                    <a:gd name="T0" fmla="*/ 0 w 315"/>
                    <a:gd name="T1" fmla="*/ 127 h 309"/>
                    <a:gd name="T2" fmla="*/ 8 w 315"/>
                    <a:gd name="T3" fmla="*/ 115 h 309"/>
                    <a:gd name="T4" fmla="*/ 20 w 315"/>
                    <a:gd name="T5" fmla="*/ 101 h 309"/>
                    <a:gd name="T6" fmla="*/ 32 w 315"/>
                    <a:gd name="T7" fmla="*/ 86 h 309"/>
                    <a:gd name="T8" fmla="*/ 47 w 315"/>
                    <a:gd name="T9" fmla="*/ 70 h 309"/>
                    <a:gd name="T10" fmla="*/ 60 w 315"/>
                    <a:gd name="T11" fmla="*/ 54 h 309"/>
                    <a:gd name="T12" fmla="*/ 72 w 315"/>
                    <a:gd name="T13" fmla="*/ 39 h 309"/>
                    <a:gd name="T14" fmla="*/ 84 w 315"/>
                    <a:gd name="T15" fmla="*/ 25 h 309"/>
                    <a:gd name="T16" fmla="*/ 93 w 315"/>
                    <a:gd name="T17" fmla="*/ 14 h 309"/>
                    <a:gd name="T18" fmla="*/ 111 w 315"/>
                    <a:gd name="T19" fmla="*/ 5 h 309"/>
                    <a:gd name="T20" fmla="*/ 129 w 315"/>
                    <a:gd name="T21" fmla="*/ 1 h 309"/>
                    <a:gd name="T22" fmla="*/ 144 w 315"/>
                    <a:gd name="T23" fmla="*/ 0 h 309"/>
                    <a:gd name="T24" fmla="*/ 154 w 315"/>
                    <a:gd name="T25" fmla="*/ 4 h 309"/>
                    <a:gd name="T26" fmla="*/ 158 w 315"/>
                    <a:gd name="T27" fmla="*/ 11 h 309"/>
                    <a:gd name="T28" fmla="*/ 153 w 315"/>
                    <a:gd name="T29" fmla="*/ 24 h 309"/>
                    <a:gd name="T30" fmla="*/ 136 w 315"/>
                    <a:gd name="T31" fmla="*/ 40 h 309"/>
                    <a:gd name="T32" fmla="*/ 109 w 315"/>
                    <a:gd name="T33" fmla="*/ 63 h 309"/>
                    <a:gd name="T34" fmla="*/ 96 w 315"/>
                    <a:gd name="T35" fmla="*/ 74 h 309"/>
                    <a:gd name="T36" fmla="*/ 82 w 315"/>
                    <a:gd name="T37" fmla="*/ 85 h 309"/>
                    <a:gd name="T38" fmla="*/ 70 w 315"/>
                    <a:gd name="T39" fmla="*/ 97 h 309"/>
                    <a:gd name="T40" fmla="*/ 58 w 315"/>
                    <a:gd name="T41" fmla="*/ 108 h 309"/>
                    <a:gd name="T42" fmla="*/ 45 w 315"/>
                    <a:gd name="T43" fmla="*/ 120 h 309"/>
                    <a:gd name="T44" fmla="*/ 32 w 315"/>
                    <a:gd name="T45" fmla="*/ 131 h 309"/>
                    <a:gd name="T46" fmla="*/ 20 w 315"/>
                    <a:gd name="T47" fmla="*/ 143 h 309"/>
                    <a:gd name="T48" fmla="*/ 7 w 315"/>
                    <a:gd name="T49" fmla="*/ 155 h 309"/>
                    <a:gd name="T50" fmla="*/ 6 w 315"/>
                    <a:gd name="T51" fmla="*/ 151 h 309"/>
                    <a:gd name="T52" fmla="*/ 5 w 315"/>
                    <a:gd name="T53" fmla="*/ 147 h 309"/>
                    <a:gd name="T54" fmla="*/ 3 w 315"/>
                    <a:gd name="T55" fmla="*/ 144 h 309"/>
                    <a:gd name="T56" fmla="*/ 3 w 315"/>
                    <a:gd name="T57" fmla="*/ 140 h 309"/>
                    <a:gd name="T58" fmla="*/ 1 w 315"/>
                    <a:gd name="T59" fmla="*/ 134 h 309"/>
                    <a:gd name="T60" fmla="*/ 0 w 315"/>
                    <a:gd name="T61" fmla="*/ 127 h 3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5"/>
                    <a:gd name="T94" fmla="*/ 0 h 309"/>
                    <a:gd name="T95" fmla="*/ 315 w 315"/>
                    <a:gd name="T96" fmla="*/ 309 h 3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5" h="309">
                      <a:moveTo>
                        <a:pt x="0" y="254"/>
                      </a:moveTo>
                      <a:lnTo>
                        <a:pt x="16" y="229"/>
                      </a:lnTo>
                      <a:lnTo>
                        <a:pt x="39" y="201"/>
                      </a:lnTo>
                      <a:lnTo>
                        <a:pt x="64" y="171"/>
                      </a:lnTo>
                      <a:lnTo>
                        <a:pt x="93" y="140"/>
                      </a:lnTo>
                      <a:lnTo>
                        <a:pt x="119" y="107"/>
                      </a:lnTo>
                      <a:lnTo>
                        <a:pt x="144" y="77"/>
                      </a:lnTo>
                      <a:lnTo>
                        <a:pt x="167" y="50"/>
                      </a:lnTo>
                      <a:lnTo>
                        <a:pt x="186" y="27"/>
                      </a:lnTo>
                      <a:lnTo>
                        <a:pt x="222" y="10"/>
                      </a:lnTo>
                      <a:lnTo>
                        <a:pt x="258" y="1"/>
                      </a:lnTo>
                      <a:lnTo>
                        <a:pt x="287" y="0"/>
                      </a:lnTo>
                      <a:lnTo>
                        <a:pt x="308" y="7"/>
                      </a:lnTo>
                      <a:lnTo>
                        <a:pt x="315" y="22"/>
                      </a:lnTo>
                      <a:lnTo>
                        <a:pt x="305" y="47"/>
                      </a:lnTo>
                      <a:lnTo>
                        <a:pt x="272" y="80"/>
                      </a:lnTo>
                      <a:lnTo>
                        <a:pt x="217" y="125"/>
                      </a:lnTo>
                      <a:lnTo>
                        <a:pt x="191" y="148"/>
                      </a:lnTo>
                      <a:lnTo>
                        <a:pt x="164" y="170"/>
                      </a:lnTo>
                      <a:lnTo>
                        <a:pt x="139" y="193"/>
                      </a:lnTo>
                      <a:lnTo>
                        <a:pt x="115" y="216"/>
                      </a:lnTo>
                      <a:lnTo>
                        <a:pt x="89" y="239"/>
                      </a:lnTo>
                      <a:lnTo>
                        <a:pt x="64" y="262"/>
                      </a:lnTo>
                      <a:lnTo>
                        <a:pt x="39" y="285"/>
                      </a:lnTo>
                      <a:lnTo>
                        <a:pt x="14" y="309"/>
                      </a:lnTo>
                      <a:lnTo>
                        <a:pt x="11" y="302"/>
                      </a:lnTo>
                      <a:lnTo>
                        <a:pt x="9" y="294"/>
                      </a:lnTo>
                      <a:lnTo>
                        <a:pt x="6" y="287"/>
                      </a:lnTo>
                      <a:lnTo>
                        <a:pt x="5" y="280"/>
                      </a:lnTo>
                      <a:lnTo>
                        <a:pt x="1" y="267"/>
                      </a:lnTo>
                      <a:lnTo>
                        <a:pt x="0" y="254"/>
                      </a:lnTo>
                      <a:close/>
                    </a:path>
                  </a:pathLst>
                </a:custGeom>
                <a:solidFill>
                  <a:srgbClr val="F7C2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5" name="Freeform 74">
                  <a:extLst>
                    <a:ext uri="{FF2B5EF4-FFF2-40B4-BE49-F238E27FC236}">
                      <a16:creationId xmlns:a16="http://schemas.microsoft.com/office/drawing/2014/main" id="{76A86944-CDD8-BE4A-BAFE-FB385A7834AE}"/>
                    </a:ext>
                  </a:extLst>
                </p:cNvPr>
                <p:cNvSpPr>
                  <a:spLocks/>
                </p:cNvSpPr>
                <p:nvPr/>
              </p:nvSpPr>
              <p:spPr bwMode="auto">
                <a:xfrm>
                  <a:off x="4478" y="3031"/>
                  <a:ext cx="141" cy="136"/>
                </a:xfrm>
                <a:custGeom>
                  <a:avLst/>
                  <a:gdLst>
                    <a:gd name="T0" fmla="*/ 0 w 282"/>
                    <a:gd name="T1" fmla="*/ 112 h 272"/>
                    <a:gd name="T2" fmla="*/ 7 w 282"/>
                    <a:gd name="T3" fmla="*/ 100 h 272"/>
                    <a:gd name="T4" fmla="*/ 18 w 282"/>
                    <a:gd name="T5" fmla="*/ 88 h 272"/>
                    <a:gd name="T6" fmla="*/ 28 w 282"/>
                    <a:gd name="T7" fmla="*/ 75 h 272"/>
                    <a:gd name="T8" fmla="*/ 41 w 282"/>
                    <a:gd name="T9" fmla="*/ 63 h 272"/>
                    <a:gd name="T10" fmla="*/ 53 w 282"/>
                    <a:gd name="T11" fmla="*/ 49 h 272"/>
                    <a:gd name="T12" fmla="*/ 64 w 282"/>
                    <a:gd name="T13" fmla="*/ 37 h 272"/>
                    <a:gd name="T14" fmla="*/ 74 w 282"/>
                    <a:gd name="T15" fmla="*/ 25 h 272"/>
                    <a:gd name="T16" fmla="*/ 83 w 282"/>
                    <a:gd name="T17" fmla="*/ 15 h 272"/>
                    <a:gd name="T18" fmla="*/ 100 w 282"/>
                    <a:gd name="T19" fmla="*/ 7 h 272"/>
                    <a:gd name="T20" fmla="*/ 116 w 282"/>
                    <a:gd name="T21" fmla="*/ 2 h 272"/>
                    <a:gd name="T22" fmla="*/ 130 w 282"/>
                    <a:gd name="T23" fmla="*/ 0 h 272"/>
                    <a:gd name="T24" fmla="*/ 139 w 282"/>
                    <a:gd name="T25" fmla="*/ 2 h 272"/>
                    <a:gd name="T26" fmla="*/ 141 w 282"/>
                    <a:gd name="T27" fmla="*/ 9 h 272"/>
                    <a:gd name="T28" fmla="*/ 138 w 282"/>
                    <a:gd name="T29" fmla="*/ 18 h 272"/>
                    <a:gd name="T30" fmla="*/ 123 w 282"/>
                    <a:gd name="T31" fmla="*/ 31 h 272"/>
                    <a:gd name="T32" fmla="*/ 100 w 282"/>
                    <a:gd name="T33" fmla="*/ 51 h 272"/>
                    <a:gd name="T34" fmla="*/ 88 w 282"/>
                    <a:gd name="T35" fmla="*/ 61 h 272"/>
                    <a:gd name="T36" fmla="*/ 76 w 282"/>
                    <a:gd name="T37" fmla="*/ 71 h 272"/>
                    <a:gd name="T38" fmla="*/ 65 w 282"/>
                    <a:gd name="T39" fmla="*/ 82 h 272"/>
                    <a:gd name="T40" fmla="*/ 53 w 282"/>
                    <a:gd name="T41" fmla="*/ 93 h 272"/>
                    <a:gd name="T42" fmla="*/ 41 w 282"/>
                    <a:gd name="T43" fmla="*/ 104 h 272"/>
                    <a:gd name="T44" fmla="*/ 30 w 282"/>
                    <a:gd name="T45" fmla="*/ 115 h 272"/>
                    <a:gd name="T46" fmla="*/ 18 w 282"/>
                    <a:gd name="T47" fmla="*/ 125 h 272"/>
                    <a:gd name="T48" fmla="*/ 7 w 282"/>
                    <a:gd name="T49" fmla="*/ 136 h 272"/>
                    <a:gd name="T50" fmla="*/ 5 w 282"/>
                    <a:gd name="T51" fmla="*/ 130 h 272"/>
                    <a:gd name="T52" fmla="*/ 3 w 282"/>
                    <a:gd name="T53" fmla="*/ 123 h 272"/>
                    <a:gd name="T54" fmla="*/ 1 w 282"/>
                    <a:gd name="T55" fmla="*/ 117 h 272"/>
                    <a:gd name="T56" fmla="*/ 0 w 282"/>
                    <a:gd name="T57" fmla="*/ 112 h 2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82"/>
                    <a:gd name="T88" fmla="*/ 0 h 272"/>
                    <a:gd name="T89" fmla="*/ 282 w 282"/>
                    <a:gd name="T90" fmla="*/ 272 h 2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82" h="272">
                      <a:moveTo>
                        <a:pt x="0" y="224"/>
                      </a:moveTo>
                      <a:lnTo>
                        <a:pt x="15" y="201"/>
                      </a:lnTo>
                      <a:lnTo>
                        <a:pt x="35" y="177"/>
                      </a:lnTo>
                      <a:lnTo>
                        <a:pt x="57" y="151"/>
                      </a:lnTo>
                      <a:lnTo>
                        <a:pt x="82" y="126"/>
                      </a:lnTo>
                      <a:lnTo>
                        <a:pt x="106" y="99"/>
                      </a:lnTo>
                      <a:lnTo>
                        <a:pt x="128" y="74"/>
                      </a:lnTo>
                      <a:lnTo>
                        <a:pt x="148" y="51"/>
                      </a:lnTo>
                      <a:lnTo>
                        <a:pt x="166" y="31"/>
                      </a:lnTo>
                      <a:lnTo>
                        <a:pt x="200" y="14"/>
                      </a:lnTo>
                      <a:lnTo>
                        <a:pt x="232" y="4"/>
                      </a:lnTo>
                      <a:lnTo>
                        <a:pt x="259" y="0"/>
                      </a:lnTo>
                      <a:lnTo>
                        <a:pt x="277" y="5"/>
                      </a:lnTo>
                      <a:lnTo>
                        <a:pt x="282" y="17"/>
                      </a:lnTo>
                      <a:lnTo>
                        <a:pt x="275" y="36"/>
                      </a:lnTo>
                      <a:lnTo>
                        <a:pt x="247" y="63"/>
                      </a:lnTo>
                      <a:lnTo>
                        <a:pt x="201" y="102"/>
                      </a:lnTo>
                      <a:lnTo>
                        <a:pt x="176" y="122"/>
                      </a:lnTo>
                      <a:lnTo>
                        <a:pt x="153" y="143"/>
                      </a:lnTo>
                      <a:lnTo>
                        <a:pt x="129" y="165"/>
                      </a:lnTo>
                      <a:lnTo>
                        <a:pt x="107" y="187"/>
                      </a:lnTo>
                      <a:lnTo>
                        <a:pt x="83" y="209"/>
                      </a:lnTo>
                      <a:lnTo>
                        <a:pt x="60" y="230"/>
                      </a:lnTo>
                      <a:lnTo>
                        <a:pt x="37" y="251"/>
                      </a:lnTo>
                      <a:lnTo>
                        <a:pt x="14" y="272"/>
                      </a:lnTo>
                      <a:lnTo>
                        <a:pt x="10" y="260"/>
                      </a:lnTo>
                      <a:lnTo>
                        <a:pt x="6" y="247"/>
                      </a:lnTo>
                      <a:lnTo>
                        <a:pt x="3" y="235"/>
                      </a:lnTo>
                      <a:lnTo>
                        <a:pt x="0" y="224"/>
                      </a:lnTo>
                      <a:close/>
                    </a:path>
                  </a:pathLst>
                </a:custGeom>
                <a:solidFill>
                  <a:srgbClr val="F5BDB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6" name="Freeform 75">
                  <a:extLst>
                    <a:ext uri="{FF2B5EF4-FFF2-40B4-BE49-F238E27FC236}">
                      <a16:creationId xmlns:a16="http://schemas.microsoft.com/office/drawing/2014/main" id="{173CA247-91C7-E245-A5A4-6A7F89732AB0}"/>
                    </a:ext>
                  </a:extLst>
                </p:cNvPr>
                <p:cNvSpPr>
                  <a:spLocks/>
                </p:cNvSpPr>
                <p:nvPr/>
              </p:nvSpPr>
              <p:spPr bwMode="auto">
                <a:xfrm>
                  <a:off x="4480" y="3047"/>
                  <a:ext cx="124" cy="119"/>
                </a:xfrm>
                <a:custGeom>
                  <a:avLst/>
                  <a:gdLst>
                    <a:gd name="T0" fmla="*/ 0 w 248"/>
                    <a:gd name="T1" fmla="*/ 96 h 238"/>
                    <a:gd name="T2" fmla="*/ 7 w 248"/>
                    <a:gd name="T3" fmla="*/ 86 h 238"/>
                    <a:gd name="T4" fmla="*/ 15 w 248"/>
                    <a:gd name="T5" fmla="*/ 76 h 238"/>
                    <a:gd name="T6" fmla="*/ 25 w 248"/>
                    <a:gd name="T7" fmla="*/ 66 h 238"/>
                    <a:gd name="T8" fmla="*/ 35 w 248"/>
                    <a:gd name="T9" fmla="*/ 56 h 238"/>
                    <a:gd name="T10" fmla="*/ 45 w 248"/>
                    <a:gd name="T11" fmla="*/ 45 h 238"/>
                    <a:gd name="T12" fmla="*/ 55 w 248"/>
                    <a:gd name="T13" fmla="*/ 35 h 238"/>
                    <a:gd name="T14" fmla="*/ 64 w 248"/>
                    <a:gd name="T15" fmla="*/ 25 h 238"/>
                    <a:gd name="T16" fmla="*/ 72 w 248"/>
                    <a:gd name="T17" fmla="*/ 17 h 238"/>
                    <a:gd name="T18" fmla="*/ 87 w 248"/>
                    <a:gd name="T19" fmla="*/ 8 h 238"/>
                    <a:gd name="T20" fmla="*/ 102 w 248"/>
                    <a:gd name="T21" fmla="*/ 3 h 238"/>
                    <a:gd name="T22" fmla="*/ 114 w 248"/>
                    <a:gd name="T23" fmla="*/ 0 h 238"/>
                    <a:gd name="T24" fmla="*/ 122 w 248"/>
                    <a:gd name="T25" fmla="*/ 2 h 238"/>
                    <a:gd name="T26" fmla="*/ 124 w 248"/>
                    <a:gd name="T27" fmla="*/ 5 h 238"/>
                    <a:gd name="T28" fmla="*/ 121 w 248"/>
                    <a:gd name="T29" fmla="*/ 12 h 238"/>
                    <a:gd name="T30" fmla="*/ 110 w 248"/>
                    <a:gd name="T31" fmla="*/ 24 h 238"/>
                    <a:gd name="T32" fmla="*/ 91 w 248"/>
                    <a:gd name="T33" fmla="*/ 40 h 238"/>
                    <a:gd name="T34" fmla="*/ 79 w 248"/>
                    <a:gd name="T35" fmla="*/ 50 h 238"/>
                    <a:gd name="T36" fmla="*/ 69 w 248"/>
                    <a:gd name="T37" fmla="*/ 59 h 238"/>
                    <a:gd name="T38" fmla="*/ 58 w 248"/>
                    <a:gd name="T39" fmla="*/ 69 h 238"/>
                    <a:gd name="T40" fmla="*/ 48 w 248"/>
                    <a:gd name="T41" fmla="*/ 80 h 238"/>
                    <a:gd name="T42" fmla="*/ 37 w 248"/>
                    <a:gd name="T43" fmla="*/ 89 h 238"/>
                    <a:gd name="T44" fmla="*/ 27 w 248"/>
                    <a:gd name="T45" fmla="*/ 99 h 238"/>
                    <a:gd name="T46" fmla="*/ 16 w 248"/>
                    <a:gd name="T47" fmla="*/ 109 h 238"/>
                    <a:gd name="T48" fmla="*/ 5 w 248"/>
                    <a:gd name="T49" fmla="*/ 119 h 238"/>
                    <a:gd name="T50" fmla="*/ 3 w 248"/>
                    <a:gd name="T51" fmla="*/ 113 h 238"/>
                    <a:gd name="T52" fmla="*/ 3 w 248"/>
                    <a:gd name="T53" fmla="*/ 107 h 238"/>
                    <a:gd name="T54" fmla="*/ 1 w 248"/>
                    <a:gd name="T55" fmla="*/ 102 h 238"/>
                    <a:gd name="T56" fmla="*/ 0 w 248"/>
                    <a:gd name="T57" fmla="*/ 96 h 23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8"/>
                    <a:gd name="T88" fmla="*/ 0 h 238"/>
                    <a:gd name="T89" fmla="*/ 248 w 248"/>
                    <a:gd name="T90" fmla="*/ 238 h 23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8" h="238">
                      <a:moveTo>
                        <a:pt x="0" y="192"/>
                      </a:moveTo>
                      <a:lnTo>
                        <a:pt x="13" y="172"/>
                      </a:lnTo>
                      <a:lnTo>
                        <a:pt x="30" y="152"/>
                      </a:lnTo>
                      <a:lnTo>
                        <a:pt x="49" y="132"/>
                      </a:lnTo>
                      <a:lnTo>
                        <a:pt x="70" y="112"/>
                      </a:lnTo>
                      <a:lnTo>
                        <a:pt x="90" y="90"/>
                      </a:lnTo>
                      <a:lnTo>
                        <a:pt x="110" y="70"/>
                      </a:lnTo>
                      <a:lnTo>
                        <a:pt x="128" y="50"/>
                      </a:lnTo>
                      <a:lnTo>
                        <a:pt x="143" y="33"/>
                      </a:lnTo>
                      <a:lnTo>
                        <a:pt x="174" y="16"/>
                      </a:lnTo>
                      <a:lnTo>
                        <a:pt x="203" y="6"/>
                      </a:lnTo>
                      <a:lnTo>
                        <a:pt x="227" y="0"/>
                      </a:lnTo>
                      <a:lnTo>
                        <a:pt x="243" y="3"/>
                      </a:lnTo>
                      <a:lnTo>
                        <a:pt x="248" y="9"/>
                      </a:lnTo>
                      <a:lnTo>
                        <a:pt x="242" y="24"/>
                      </a:lnTo>
                      <a:lnTo>
                        <a:pt x="219" y="48"/>
                      </a:lnTo>
                      <a:lnTo>
                        <a:pt x="181" y="80"/>
                      </a:lnTo>
                      <a:lnTo>
                        <a:pt x="158" y="99"/>
                      </a:lnTo>
                      <a:lnTo>
                        <a:pt x="137" y="118"/>
                      </a:lnTo>
                      <a:lnTo>
                        <a:pt x="115" y="138"/>
                      </a:lnTo>
                      <a:lnTo>
                        <a:pt x="95" y="159"/>
                      </a:lnTo>
                      <a:lnTo>
                        <a:pt x="74" y="178"/>
                      </a:lnTo>
                      <a:lnTo>
                        <a:pt x="53" y="198"/>
                      </a:lnTo>
                      <a:lnTo>
                        <a:pt x="31" y="218"/>
                      </a:lnTo>
                      <a:lnTo>
                        <a:pt x="10" y="238"/>
                      </a:lnTo>
                      <a:lnTo>
                        <a:pt x="6" y="226"/>
                      </a:lnTo>
                      <a:lnTo>
                        <a:pt x="5" y="214"/>
                      </a:lnTo>
                      <a:lnTo>
                        <a:pt x="1" y="203"/>
                      </a:lnTo>
                      <a:lnTo>
                        <a:pt x="0" y="192"/>
                      </a:lnTo>
                      <a:close/>
                    </a:path>
                  </a:pathLst>
                </a:custGeom>
                <a:solidFill>
                  <a:srgbClr val="F2BAA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7" name="Freeform 76">
                  <a:extLst>
                    <a:ext uri="{FF2B5EF4-FFF2-40B4-BE49-F238E27FC236}">
                      <a16:creationId xmlns:a16="http://schemas.microsoft.com/office/drawing/2014/main" id="{484D5B98-558C-6649-B3D9-BAA5A05E98C1}"/>
                    </a:ext>
                  </a:extLst>
                </p:cNvPr>
                <p:cNvSpPr>
                  <a:spLocks/>
                </p:cNvSpPr>
                <p:nvPr/>
              </p:nvSpPr>
              <p:spPr bwMode="auto">
                <a:xfrm>
                  <a:off x="4481" y="3064"/>
                  <a:ext cx="107" cy="100"/>
                </a:xfrm>
                <a:custGeom>
                  <a:avLst/>
                  <a:gdLst>
                    <a:gd name="T0" fmla="*/ 0 w 215"/>
                    <a:gd name="T1" fmla="*/ 80 h 200"/>
                    <a:gd name="T2" fmla="*/ 6 w 215"/>
                    <a:gd name="T3" fmla="*/ 72 h 200"/>
                    <a:gd name="T4" fmla="*/ 13 w 215"/>
                    <a:gd name="T5" fmla="*/ 64 h 200"/>
                    <a:gd name="T6" fmla="*/ 21 w 215"/>
                    <a:gd name="T7" fmla="*/ 55 h 200"/>
                    <a:gd name="T8" fmla="*/ 31 w 215"/>
                    <a:gd name="T9" fmla="*/ 48 h 200"/>
                    <a:gd name="T10" fmla="*/ 39 w 215"/>
                    <a:gd name="T11" fmla="*/ 40 h 200"/>
                    <a:gd name="T12" fmla="*/ 47 w 215"/>
                    <a:gd name="T13" fmla="*/ 33 h 200"/>
                    <a:gd name="T14" fmla="*/ 54 w 215"/>
                    <a:gd name="T15" fmla="*/ 25 h 200"/>
                    <a:gd name="T16" fmla="*/ 61 w 215"/>
                    <a:gd name="T17" fmla="*/ 18 h 200"/>
                    <a:gd name="T18" fmla="*/ 75 w 215"/>
                    <a:gd name="T19" fmla="*/ 10 h 200"/>
                    <a:gd name="T20" fmla="*/ 88 w 215"/>
                    <a:gd name="T21" fmla="*/ 5 h 200"/>
                    <a:gd name="T22" fmla="*/ 98 w 215"/>
                    <a:gd name="T23" fmla="*/ 1 h 200"/>
                    <a:gd name="T24" fmla="*/ 105 w 215"/>
                    <a:gd name="T25" fmla="*/ 0 h 200"/>
                    <a:gd name="T26" fmla="*/ 107 w 215"/>
                    <a:gd name="T27" fmla="*/ 1 h 200"/>
                    <a:gd name="T28" fmla="*/ 105 w 215"/>
                    <a:gd name="T29" fmla="*/ 6 h 200"/>
                    <a:gd name="T30" fmla="*/ 96 w 215"/>
                    <a:gd name="T31" fmla="*/ 15 h 200"/>
                    <a:gd name="T32" fmla="*/ 82 w 215"/>
                    <a:gd name="T33" fmla="*/ 28 h 200"/>
                    <a:gd name="T34" fmla="*/ 71 w 215"/>
                    <a:gd name="T35" fmla="*/ 37 h 200"/>
                    <a:gd name="T36" fmla="*/ 62 w 215"/>
                    <a:gd name="T37" fmla="*/ 46 h 200"/>
                    <a:gd name="T38" fmla="*/ 53 w 215"/>
                    <a:gd name="T39" fmla="*/ 54 h 200"/>
                    <a:gd name="T40" fmla="*/ 43 w 215"/>
                    <a:gd name="T41" fmla="*/ 64 h 200"/>
                    <a:gd name="T42" fmla="*/ 34 w 215"/>
                    <a:gd name="T43" fmla="*/ 73 h 200"/>
                    <a:gd name="T44" fmla="*/ 24 w 215"/>
                    <a:gd name="T45" fmla="*/ 82 h 200"/>
                    <a:gd name="T46" fmla="*/ 14 w 215"/>
                    <a:gd name="T47" fmla="*/ 91 h 200"/>
                    <a:gd name="T48" fmla="*/ 5 w 215"/>
                    <a:gd name="T49" fmla="*/ 100 h 200"/>
                    <a:gd name="T50" fmla="*/ 4 w 215"/>
                    <a:gd name="T51" fmla="*/ 95 h 200"/>
                    <a:gd name="T52" fmla="*/ 2 w 215"/>
                    <a:gd name="T53" fmla="*/ 90 h 200"/>
                    <a:gd name="T54" fmla="*/ 1 w 215"/>
                    <a:gd name="T55" fmla="*/ 85 h 200"/>
                    <a:gd name="T56" fmla="*/ 0 w 215"/>
                    <a:gd name="T57" fmla="*/ 80 h 2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15"/>
                    <a:gd name="T88" fmla="*/ 0 h 200"/>
                    <a:gd name="T89" fmla="*/ 215 w 215"/>
                    <a:gd name="T90" fmla="*/ 200 h 2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15" h="200">
                      <a:moveTo>
                        <a:pt x="0" y="159"/>
                      </a:moveTo>
                      <a:lnTo>
                        <a:pt x="12" y="143"/>
                      </a:lnTo>
                      <a:lnTo>
                        <a:pt x="27" y="128"/>
                      </a:lnTo>
                      <a:lnTo>
                        <a:pt x="43" y="111"/>
                      </a:lnTo>
                      <a:lnTo>
                        <a:pt x="62" y="96"/>
                      </a:lnTo>
                      <a:lnTo>
                        <a:pt x="78" y="80"/>
                      </a:lnTo>
                      <a:lnTo>
                        <a:pt x="94" y="65"/>
                      </a:lnTo>
                      <a:lnTo>
                        <a:pt x="108" y="50"/>
                      </a:lnTo>
                      <a:lnTo>
                        <a:pt x="123" y="35"/>
                      </a:lnTo>
                      <a:lnTo>
                        <a:pt x="151" y="20"/>
                      </a:lnTo>
                      <a:lnTo>
                        <a:pt x="176" y="9"/>
                      </a:lnTo>
                      <a:lnTo>
                        <a:pt x="196" y="1"/>
                      </a:lnTo>
                      <a:lnTo>
                        <a:pt x="211" y="0"/>
                      </a:lnTo>
                      <a:lnTo>
                        <a:pt x="215" y="2"/>
                      </a:lnTo>
                      <a:lnTo>
                        <a:pt x="211" y="12"/>
                      </a:lnTo>
                      <a:lnTo>
                        <a:pt x="193" y="30"/>
                      </a:lnTo>
                      <a:lnTo>
                        <a:pt x="165" y="56"/>
                      </a:lnTo>
                      <a:lnTo>
                        <a:pt x="143" y="73"/>
                      </a:lnTo>
                      <a:lnTo>
                        <a:pt x="124" y="91"/>
                      </a:lnTo>
                      <a:lnTo>
                        <a:pt x="106" y="109"/>
                      </a:lnTo>
                      <a:lnTo>
                        <a:pt x="87" y="128"/>
                      </a:lnTo>
                      <a:lnTo>
                        <a:pt x="68" y="145"/>
                      </a:lnTo>
                      <a:lnTo>
                        <a:pt x="49" y="164"/>
                      </a:lnTo>
                      <a:lnTo>
                        <a:pt x="29" y="182"/>
                      </a:lnTo>
                      <a:lnTo>
                        <a:pt x="10" y="200"/>
                      </a:lnTo>
                      <a:lnTo>
                        <a:pt x="8" y="189"/>
                      </a:lnTo>
                      <a:lnTo>
                        <a:pt x="5" y="179"/>
                      </a:lnTo>
                      <a:lnTo>
                        <a:pt x="3" y="169"/>
                      </a:lnTo>
                      <a:lnTo>
                        <a:pt x="0" y="159"/>
                      </a:lnTo>
                      <a:close/>
                    </a:path>
                  </a:pathLst>
                </a:custGeom>
                <a:solidFill>
                  <a:srgbClr val="F0B8A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8" name="Freeform 77">
                  <a:extLst>
                    <a:ext uri="{FF2B5EF4-FFF2-40B4-BE49-F238E27FC236}">
                      <a16:creationId xmlns:a16="http://schemas.microsoft.com/office/drawing/2014/main" id="{6E662AAB-F246-5040-90CD-6ED7AE90FECA}"/>
                    </a:ext>
                  </a:extLst>
                </p:cNvPr>
                <p:cNvSpPr>
                  <a:spLocks/>
                </p:cNvSpPr>
                <p:nvPr/>
              </p:nvSpPr>
              <p:spPr bwMode="auto">
                <a:xfrm>
                  <a:off x="4482" y="3078"/>
                  <a:ext cx="91" cy="86"/>
                </a:xfrm>
                <a:custGeom>
                  <a:avLst/>
                  <a:gdLst>
                    <a:gd name="T0" fmla="*/ 0 w 181"/>
                    <a:gd name="T1" fmla="*/ 67 h 170"/>
                    <a:gd name="T2" fmla="*/ 5 w 181"/>
                    <a:gd name="T3" fmla="*/ 60 h 170"/>
                    <a:gd name="T4" fmla="*/ 12 w 181"/>
                    <a:gd name="T5" fmla="*/ 54 h 170"/>
                    <a:gd name="T6" fmla="*/ 18 w 181"/>
                    <a:gd name="T7" fmla="*/ 48 h 170"/>
                    <a:gd name="T8" fmla="*/ 25 w 181"/>
                    <a:gd name="T9" fmla="*/ 44 h 170"/>
                    <a:gd name="T10" fmla="*/ 32 w 181"/>
                    <a:gd name="T11" fmla="*/ 38 h 170"/>
                    <a:gd name="T12" fmla="*/ 38 w 181"/>
                    <a:gd name="T13" fmla="*/ 33 h 170"/>
                    <a:gd name="T14" fmla="*/ 44 w 181"/>
                    <a:gd name="T15" fmla="*/ 26 h 170"/>
                    <a:gd name="T16" fmla="*/ 50 w 181"/>
                    <a:gd name="T17" fmla="*/ 21 h 170"/>
                    <a:gd name="T18" fmla="*/ 62 w 181"/>
                    <a:gd name="T19" fmla="*/ 13 h 170"/>
                    <a:gd name="T20" fmla="*/ 74 w 181"/>
                    <a:gd name="T21" fmla="*/ 8 h 170"/>
                    <a:gd name="T22" fmla="*/ 82 w 181"/>
                    <a:gd name="T23" fmla="*/ 3 h 170"/>
                    <a:gd name="T24" fmla="*/ 89 w 181"/>
                    <a:gd name="T25" fmla="*/ 1 h 170"/>
                    <a:gd name="T26" fmla="*/ 91 w 181"/>
                    <a:gd name="T27" fmla="*/ 0 h 170"/>
                    <a:gd name="T28" fmla="*/ 89 w 181"/>
                    <a:gd name="T29" fmla="*/ 3 h 170"/>
                    <a:gd name="T30" fmla="*/ 83 w 181"/>
                    <a:gd name="T31" fmla="*/ 9 h 170"/>
                    <a:gd name="T32" fmla="*/ 72 w 181"/>
                    <a:gd name="T33" fmla="*/ 19 h 170"/>
                    <a:gd name="T34" fmla="*/ 63 w 181"/>
                    <a:gd name="T35" fmla="*/ 26 h 170"/>
                    <a:gd name="T36" fmla="*/ 55 w 181"/>
                    <a:gd name="T37" fmla="*/ 35 h 170"/>
                    <a:gd name="T38" fmla="*/ 47 w 181"/>
                    <a:gd name="T39" fmla="*/ 43 h 170"/>
                    <a:gd name="T40" fmla="*/ 38 w 181"/>
                    <a:gd name="T41" fmla="*/ 52 h 170"/>
                    <a:gd name="T42" fmla="*/ 30 w 181"/>
                    <a:gd name="T43" fmla="*/ 60 h 170"/>
                    <a:gd name="T44" fmla="*/ 22 w 181"/>
                    <a:gd name="T45" fmla="*/ 69 h 170"/>
                    <a:gd name="T46" fmla="*/ 13 w 181"/>
                    <a:gd name="T47" fmla="*/ 77 h 170"/>
                    <a:gd name="T48" fmla="*/ 5 w 181"/>
                    <a:gd name="T49" fmla="*/ 86 h 170"/>
                    <a:gd name="T50" fmla="*/ 3 w 181"/>
                    <a:gd name="T51" fmla="*/ 81 h 170"/>
                    <a:gd name="T52" fmla="*/ 2 w 181"/>
                    <a:gd name="T53" fmla="*/ 76 h 170"/>
                    <a:gd name="T54" fmla="*/ 1 w 181"/>
                    <a:gd name="T55" fmla="*/ 71 h 170"/>
                    <a:gd name="T56" fmla="*/ 0 w 181"/>
                    <a:gd name="T57" fmla="*/ 67 h 1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1"/>
                    <a:gd name="T88" fmla="*/ 0 h 170"/>
                    <a:gd name="T89" fmla="*/ 181 w 181"/>
                    <a:gd name="T90" fmla="*/ 170 h 17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1" h="170">
                      <a:moveTo>
                        <a:pt x="0" y="133"/>
                      </a:moveTo>
                      <a:lnTo>
                        <a:pt x="10" y="118"/>
                      </a:lnTo>
                      <a:lnTo>
                        <a:pt x="23" y="106"/>
                      </a:lnTo>
                      <a:lnTo>
                        <a:pt x="35" y="95"/>
                      </a:lnTo>
                      <a:lnTo>
                        <a:pt x="50" y="86"/>
                      </a:lnTo>
                      <a:lnTo>
                        <a:pt x="63" y="75"/>
                      </a:lnTo>
                      <a:lnTo>
                        <a:pt x="76" y="65"/>
                      </a:lnTo>
                      <a:lnTo>
                        <a:pt x="88" y="52"/>
                      </a:lnTo>
                      <a:lnTo>
                        <a:pt x="100" y="41"/>
                      </a:lnTo>
                      <a:lnTo>
                        <a:pt x="124" y="26"/>
                      </a:lnTo>
                      <a:lnTo>
                        <a:pt x="147" y="15"/>
                      </a:lnTo>
                      <a:lnTo>
                        <a:pt x="163" y="6"/>
                      </a:lnTo>
                      <a:lnTo>
                        <a:pt x="177" y="1"/>
                      </a:lnTo>
                      <a:lnTo>
                        <a:pt x="181" y="0"/>
                      </a:lnTo>
                      <a:lnTo>
                        <a:pt x="178" y="6"/>
                      </a:lnTo>
                      <a:lnTo>
                        <a:pt x="166" y="17"/>
                      </a:lnTo>
                      <a:lnTo>
                        <a:pt x="144" y="37"/>
                      </a:lnTo>
                      <a:lnTo>
                        <a:pt x="125" y="52"/>
                      </a:lnTo>
                      <a:lnTo>
                        <a:pt x="109" y="69"/>
                      </a:lnTo>
                      <a:lnTo>
                        <a:pt x="93" y="85"/>
                      </a:lnTo>
                      <a:lnTo>
                        <a:pt x="76" y="102"/>
                      </a:lnTo>
                      <a:lnTo>
                        <a:pt x="60" y="119"/>
                      </a:lnTo>
                      <a:lnTo>
                        <a:pt x="44" y="136"/>
                      </a:lnTo>
                      <a:lnTo>
                        <a:pt x="26" y="153"/>
                      </a:lnTo>
                      <a:lnTo>
                        <a:pt x="9" y="170"/>
                      </a:lnTo>
                      <a:lnTo>
                        <a:pt x="5" y="160"/>
                      </a:lnTo>
                      <a:lnTo>
                        <a:pt x="4" y="150"/>
                      </a:lnTo>
                      <a:lnTo>
                        <a:pt x="1" y="140"/>
                      </a:lnTo>
                      <a:lnTo>
                        <a:pt x="0" y="133"/>
                      </a:lnTo>
                      <a:close/>
                    </a:path>
                  </a:pathLst>
                </a:custGeom>
                <a:solidFill>
                  <a:srgbClr val="EDB5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9" name="Freeform 78">
                  <a:extLst>
                    <a:ext uri="{FF2B5EF4-FFF2-40B4-BE49-F238E27FC236}">
                      <a16:creationId xmlns:a16="http://schemas.microsoft.com/office/drawing/2014/main" id="{2B2B48AD-ED03-2A4A-A9B8-7E15A64E6B6C}"/>
                    </a:ext>
                  </a:extLst>
                </p:cNvPr>
                <p:cNvSpPr>
                  <a:spLocks/>
                </p:cNvSpPr>
                <p:nvPr/>
              </p:nvSpPr>
              <p:spPr bwMode="auto">
                <a:xfrm>
                  <a:off x="4355" y="3100"/>
                  <a:ext cx="426" cy="323"/>
                </a:xfrm>
                <a:custGeom>
                  <a:avLst/>
                  <a:gdLst>
                    <a:gd name="T0" fmla="*/ 417 w 852"/>
                    <a:gd name="T1" fmla="*/ 104 h 647"/>
                    <a:gd name="T2" fmla="*/ 426 w 852"/>
                    <a:gd name="T3" fmla="*/ 203 h 647"/>
                    <a:gd name="T4" fmla="*/ 421 w 852"/>
                    <a:gd name="T5" fmla="*/ 279 h 647"/>
                    <a:gd name="T6" fmla="*/ 393 w 852"/>
                    <a:gd name="T7" fmla="*/ 319 h 647"/>
                    <a:gd name="T8" fmla="*/ 295 w 852"/>
                    <a:gd name="T9" fmla="*/ 319 h 647"/>
                    <a:gd name="T10" fmla="*/ 197 w 852"/>
                    <a:gd name="T11" fmla="*/ 313 h 647"/>
                    <a:gd name="T12" fmla="*/ 137 w 852"/>
                    <a:gd name="T13" fmla="*/ 288 h 647"/>
                    <a:gd name="T14" fmla="*/ 74 w 852"/>
                    <a:gd name="T15" fmla="*/ 220 h 647"/>
                    <a:gd name="T16" fmla="*/ 15 w 852"/>
                    <a:gd name="T17" fmla="*/ 155 h 647"/>
                    <a:gd name="T18" fmla="*/ 0 w 852"/>
                    <a:gd name="T19" fmla="*/ 135 h 647"/>
                    <a:gd name="T20" fmla="*/ 7 w 852"/>
                    <a:gd name="T21" fmla="*/ 118 h 647"/>
                    <a:gd name="T22" fmla="*/ 28 w 852"/>
                    <a:gd name="T23" fmla="*/ 109 h 647"/>
                    <a:gd name="T24" fmla="*/ 37 w 852"/>
                    <a:gd name="T25" fmla="*/ 95 h 647"/>
                    <a:gd name="T26" fmla="*/ 31 w 852"/>
                    <a:gd name="T27" fmla="*/ 68 h 647"/>
                    <a:gd name="T28" fmla="*/ 41 w 852"/>
                    <a:gd name="T29" fmla="*/ 51 h 647"/>
                    <a:gd name="T30" fmla="*/ 63 w 852"/>
                    <a:gd name="T31" fmla="*/ 47 h 647"/>
                    <a:gd name="T32" fmla="*/ 67 w 852"/>
                    <a:gd name="T33" fmla="*/ 32 h 647"/>
                    <a:gd name="T34" fmla="*/ 68 w 852"/>
                    <a:gd name="T35" fmla="*/ 5 h 647"/>
                    <a:gd name="T36" fmla="*/ 92 w 852"/>
                    <a:gd name="T37" fmla="*/ 1 h 647"/>
                    <a:gd name="T38" fmla="*/ 127 w 852"/>
                    <a:gd name="T39" fmla="*/ 25 h 647"/>
                    <a:gd name="T40" fmla="*/ 147 w 852"/>
                    <a:gd name="T41" fmla="*/ 59 h 647"/>
                    <a:gd name="T42" fmla="*/ 150 w 852"/>
                    <a:gd name="T43" fmla="*/ 77 h 647"/>
                    <a:gd name="T44" fmla="*/ 154 w 852"/>
                    <a:gd name="T45" fmla="*/ 95 h 647"/>
                    <a:gd name="T46" fmla="*/ 158 w 852"/>
                    <a:gd name="T47" fmla="*/ 114 h 647"/>
                    <a:gd name="T48" fmla="*/ 179 w 852"/>
                    <a:gd name="T49" fmla="*/ 151 h 647"/>
                    <a:gd name="T50" fmla="*/ 204 w 852"/>
                    <a:gd name="T51" fmla="*/ 185 h 647"/>
                    <a:gd name="T52" fmla="*/ 228 w 852"/>
                    <a:gd name="T53" fmla="*/ 197 h 647"/>
                    <a:gd name="T54" fmla="*/ 271 w 852"/>
                    <a:gd name="T55" fmla="*/ 197 h 647"/>
                    <a:gd name="T56" fmla="*/ 297 w 852"/>
                    <a:gd name="T57" fmla="*/ 183 h 647"/>
                    <a:gd name="T58" fmla="*/ 282 w 852"/>
                    <a:gd name="T59" fmla="*/ 163 h 647"/>
                    <a:gd name="T60" fmla="*/ 268 w 852"/>
                    <a:gd name="T61" fmla="*/ 145 h 647"/>
                    <a:gd name="T62" fmla="*/ 252 w 852"/>
                    <a:gd name="T63" fmla="*/ 126 h 647"/>
                    <a:gd name="T64" fmla="*/ 253 w 852"/>
                    <a:gd name="T65" fmla="*/ 88 h 647"/>
                    <a:gd name="T66" fmla="*/ 289 w 852"/>
                    <a:gd name="T67" fmla="*/ 48 h 647"/>
                    <a:gd name="T68" fmla="*/ 340 w 852"/>
                    <a:gd name="T69" fmla="*/ 26 h 647"/>
                    <a:gd name="T70" fmla="*/ 390 w 852"/>
                    <a:gd name="T71" fmla="*/ 33 h 6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2"/>
                    <a:gd name="T109" fmla="*/ 0 h 647"/>
                    <a:gd name="T110" fmla="*/ 852 w 852"/>
                    <a:gd name="T111" fmla="*/ 647 h 6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2" h="647">
                      <a:moveTo>
                        <a:pt x="819" y="101"/>
                      </a:moveTo>
                      <a:lnTo>
                        <a:pt x="833" y="208"/>
                      </a:lnTo>
                      <a:lnTo>
                        <a:pt x="846" y="312"/>
                      </a:lnTo>
                      <a:lnTo>
                        <a:pt x="852" y="406"/>
                      </a:lnTo>
                      <a:lnTo>
                        <a:pt x="851" y="490"/>
                      </a:lnTo>
                      <a:lnTo>
                        <a:pt x="841" y="559"/>
                      </a:lnTo>
                      <a:lnTo>
                        <a:pt x="819" y="609"/>
                      </a:lnTo>
                      <a:lnTo>
                        <a:pt x="785" y="639"/>
                      </a:lnTo>
                      <a:lnTo>
                        <a:pt x="737" y="647"/>
                      </a:lnTo>
                      <a:lnTo>
                        <a:pt x="589" y="638"/>
                      </a:lnTo>
                      <a:lnTo>
                        <a:pt x="478" y="634"/>
                      </a:lnTo>
                      <a:lnTo>
                        <a:pt x="394" y="626"/>
                      </a:lnTo>
                      <a:lnTo>
                        <a:pt x="330" y="609"/>
                      </a:lnTo>
                      <a:lnTo>
                        <a:pt x="273" y="576"/>
                      </a:lnTo>
                      <a:lnTo>
                        <a:pt x="216" y="523"/>
                      </a:lnTo>
                      <a:lnTo>
                        <a:pt x="148" y="441"/>
                      </a:lnTo>
                      <a:lnTo>
                        <a:pt x="63" y="327"/>
                      </a:lnTo>
                      <a:lnTo>
                        <a:pt x="31" y="310"/>
                      </a:lnTo>
                      <a:lnTo>
                        <a:pt x="10" y="292"/>
                      </a:lnTo>
                      <a:lnTo>
                        <a:pt x="0" y="271"/>
                      </a:lnTo>
                      <a:lnTo>
                        <a:pt x="3" y="253"/>
                      </a:lnTo>
                      <a:lnTo>
                        <a:pt x="13" y="236"/>
                      </a:lnTo>
                      <a:lnTo>
                        <a:pt x="32" y="225"/>
                      </a:lnTo>
                      <a:lnTo>
                        <a:pt x="57" y="218"/>
                      </a:lnTo>
                      <a:lnTo>
                        <a:pt x="89" y="220"/>
                      </a:lnTo>
                      <a:lnTo>
                        <a:pt x="73" y="190"/>
                      </a:lnTo>
                      <a:lnTo>
                        <a:pt x="64" y="162"/>
                      </a:lnTo>
                      <a:lnTo>
                        <a:pt x="63" y="137"/>
                      </a:lnTo>
                      <a:lnTo>
                        <a:pt x="71" y="117"/>
                      </a:lnTo>
                      <a:lnTo>
                        <a:pt x="82" y="102"/>
                      </a:lnTo>
                      <a:lnTo>
                        <a:pt x="102" y="94"/>
                      </a:lnTo>
                      <a:lnTo>
                        <a:pt x="127" y="94"/>
                      </a:lnTo>
                      <a:lnTo>
                        <a:pt x="160" y="107"/>
                      </a:lnTo>
                      <a:lnTo>
                        <a:pt x="133" y="65"/>
                      </a:lnTo>
                      <a:lnTo>
                        <a:pt x="127" y="33"/>
                      </a:lnTo>
                      <a:lnTo>
                        <a:pt x="136" y="10"/>
                      </a:lnTo>
                      <a:lnTo>
                        <a:pt x="156" y="0"/>
                      </a:lnTo>
                      <a:lnTo>
                        <a:pt x="184" y="2"/>
                      </a:lnTo>
                      <a:lnTo>
                        <a:pt x="219" y="19"/>
                      </a:lnTo>
                      <a:lnTo>
                        <a:pt x="255" y="50"/>
                      </a:lnTo>
                      <a:lnTo>
                        <a:pt x="291" y="101"/>
                      </a:lnTo>
                      <a:lnTo>
                        <a:pt x="294" y="118"/>
                      </a:lnTo>
                      <a:lnTo>
                        <a:pt x="298" y="137"/>
                      </a:lnTo>
                      <a:lnTo>
                        <a:pt x="300" y="154"/>
                      </a:lnTo>
                      <a:lnTo>
                        <a:pt x="304" y="173"/>
                      </a:lnTo>
                      <a:lnTo>
                        <a:pt x="308" y="191"/>
                      </a:lnTo>
                      <a:lnTo>
                        <a:pt x="311" y="210"/>
                      </a:lnTo>
                      <a:lnTo>
                        <a:pt x="315" y="228"/>
                      </a:lnTo>
                      <a:lnTo>
                        <a:pt x="319" y="247"/>
                      </a:lnTo>
                      <a:lnTo>
                        <a:pt x="357" y="302"/>
                      </a:lnTo>
                      <a:lnTo>
                        <a:pt x="385" y="342"/>
                      </a:lnTo>
                      <a:lnTo>
                        <a:pt x="408" y="370"/>
                      </a:lnTo>
                      <a:lnTo>
                        <a:pt x="432" y="386"/>
                      </a:lnTo>
                      <a:lnTo>
                        <a:pt x="457" y="394"/>
                      </a:lnTo>
                      <a:lnTo>
                        <a:pt x="493" y="396"/>
                      </a:lnTo>
                      <a:lnTo>
                        <a:pt x="541" y="394"/>
                      </a:lnTo>
                      <a:lnTo>
                        <a:pt x="609" y="391"/>
                      </a:lnTo>
                      <a:lnTo>
                        <a:pt x="594" y="366"/>
                      </a:lnTo>
                      <a:lnTo>
                        <a:pt x="579" y="346"/>
                      </a:lnTo>
                      <a:lnTo>
                        <a:pt x="563" y="326"/>
                      </a:lnTo>
                      <a:lnTo>
                        <a:pt x="550" y="310"/>
                      </a:lnTo>
                      <a:lnTo>
                        <a:pt x="535" y="291"/>
                      </a:lnTo>
                      <a:lnTo>
                        <a:pt x="520" y="274"/>
                      </a:lnTo>
                      <a:lnTo>
                        <a:pt x="505" y="252"/>
                      </a:lnTo>
                      <a:lnTo>
                        <a:pt x="491" y="230"/>
                      </a:lnTo>
                      <a:lnTo>
                        <a:pt x="506" y="177"/>
                      </a:lnTo>
                      <a:lnTo>
                        <a:pt x="536" y="133"/>
                      </a:lnTo>
                      <a:lnTo>
                        <a:pt x="577" y="96"/>
                      </a:lnTo>
                      <a:lnTo>
                        <a:pt x="627" y="69"/>
                      </a:lnTo>
                      <a:lnTo>
                        <a:pt x="679" y="53"/>
                      </a:lnTo>
                      <a:lnTo>
                        <a:pt x="732" y="53"/>
                      </a:lnTo>
                      <a:lnTo>
                        <a:pt x="779" y="67"/>
                      </a:lnTo>
                      <a:lnTo>
                        <a:pt x="819" y="101"/>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0" name="Freeform 79">
                  <a:extLst>
                    <a:ext uri="{FF2B5EF4-FFF2-40B4-BE49-F238E27FC236}">
                      <a16:creationId xmlns:a16="http://schemas.microsoft.com/office/drawing/2014/main" id="{DD98DFEE-179A-FF4C-9439-69827C891B99}"/>
                    </a:ext>
                  </a:extLst>
                </p:cNvPr>
                <p:cNvSpPr>
                  <a:spLocks/>
                </p:cNvSpPr>
                <p:nvPr/>
              </p:nvSpPr>
              <p:spPr bwMode="auto">
                <a:xfrm>
                  <a:off x="4361" y="3112"/>
                  <a:ext cx="413" cy="303"/>
                </a:xfrm>
                <a:custGeom>
                  <a:avLst/>
                  <a:gdLst>
                    <a:gd name="T0" fmla="*/ 401 w 825"/>
                    <a:gd name="T1" fmla="*/ 94 h 607"/>
                    <a:gd name="T2" fmla="*/ 412 w 825"/>
                    <a:gd name="T3" fmla="*/ 189 h 607"/>
                    <a:gd name="T4" fmla="*/ 408 w 825"/>
                    <a:gd name="T5" fmla="*/ 260 h 607"/>
                    <a:gd name="T6" fmla="*/ 381 w 825"/>
                    <a:gd name="T7" fmla="*/ 298 h 607"/>
                    <a:gd name="T8" fmla="*/ 282 w 825"/>
                    <a:gd name="T9" fmla="*/ 299 h 607"/>
                    <a:gd name="T10" fmla="*/ 186 w 825"/>
                    <a:gd name="T11" fmla="*/ 290 h 607"/>
                    <a:gd name="T12" fmla="*/ 128 w 825"/>
                    <a:gd name="T13" fmla="*/ 264 h 607"/>
                    <a:gd name="T14" fmla="*/ 70 w 825"/>
                    <a:gd name="T15" fmla="*/ 203 h 607"/>
                    <a:gd name="T16" fmla="*/ 15 w 825"/>
                    <a:gd name="T17" fmla="*/ 145 h 607"/>
                    <a:gd name="T18" fmla="*/ 0 w 825"/>
                    <a:gd name="T19" fmla="*/ 126 h 607"/>
                    <a:gd name="T20" fmla="*/ 7 w 825"/>
                    <a:gd name="T21" fmla="*/ 108 h 607"/>
                    <a:gd name="T22" fmla="*/ 28 w 825"/>
                    <a:gd name="T23" fmla="*/ 99 h 607"/>
                    <a:gd name="T24" fmla="*/ 37 w 825"/>
                    <a:gd name="T25" fmla="*/ 85 h 607"/>
                    <a:gd name="T26" fmla="*/ 33 w 825"/>
                    <a:gd name="T27" fmla="*/ 60 h 607"/>
                    <a:gd name="T28" fmla="*/ 43 w 825"/>
                    <a:gd name="T29" fmla="*/ 44 h 607"/>
                    <a:gd name="T30" fmla="*/ 64 w 825"/>
                    <a:gd name="T31" fmla="*/ 42 h 607"/>
                    <a:gd name="T32" fmla="*/ 68 w 825"/>
                    <a:gd name="T33" fmla="*/ 29 h 607"/>
                    <a:gd name="T34" fmla="*/ 69 w 825"/>
                    <a:gd name="T35" fmla="*/ 4 h 607"/>
                    <a:gd name="T36" fmla="*/ 92 w 825"/>
                    <a:gd name="T37" fmla="*/ 2 h 607"/>
                    <a:gd name="T38" fmla="*/ 123 w 825"/>
                    <a:gd name="T39" fmla="*/ 26 h 607"/>
                    <a:gd name="T40" fmla="*/ 141 w 825"/>
                    <a:gd name="T41" fmla="*/ 57 h 607"/>
                    <a:gd name="T42" fmla="*/ 144 w 825"/>
                    <a:gd name="T43" fmla="*/ 72 h 607"/>
                    <a:gd name="T44" fmla="*/ 148 w 825"/>
                    <a:gd name="T45" fmla="*/ 86 h 607"/>
                    <a:gd name="T46" fmla="*/ 151 w 825"/>
                    <a:gd name="T47" fmla="*/ 102 h 607"/>
                    <a:gd name="T48" fmla="*/ 171 w 825"/>
                    <a:gd name="T49" fmla="*/ 139 h 607"/>
                    <a:gd name="T50" fmla="*/ 197 w 825"/>
                    <a:gd name="T51" fmla="*/ 174 h 607"/>
                    <a:gd name="T52" fmla="*/ 224 w 825"/>
                    <a:gd name="T53" fmla="*/ 187 h 607"/>
                    <a:gd name="T54" fmla="*/ 268 w 825"/>
                    <a:gd name="T55" fmla="*/ 187 h 607"/>
                    <a:gd name="T56" fmla="*/ 294 w 825"/>
                    <a:gd name="T57" fmla="*/ 173 h 607"/>
                    <a:gd name="T58" fmla="*/ 279 w 825"/>
                    <a:gd name="T59" fmla="*/ 152 h 607"/>
                    <a:gd name="T60" fmla="*/ 264 w 825"/>
                    <a:gd name="T61" fmla="*/ 133 h 607"/>
                    <a:gd name="T62" fmla="*/ 250 w 825"/>
                    <a:gd name="T63" fmla="*/ 112 h 607"/>
                    <a:gd name="T64" fmla="*/ 249 w 825"/>
                    <a:gd name="T65" fmla="*/ 75 h 607"/>
                    <a:gd name="T66" fmla="*/ 282 w 825"/>
                    <a:gd name="T67" fmla="*/ 36 h 607"/>
                    <a:gd name="T68" fmla="*/ 328 w 825"/>
                    <a:gd name="T69" fmla="*/ 16 h 607"/>
                    <a:gd name="T70" fmla="*/ 374 w 825"/>
                    <a:gd name="T71" fmla="*/ 24 h 6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25"/>
                    <a:gd name="T109" fmla="*/ 0 h 607"/>
                    <a:gd name="T110" fmla="*/ 825 w 825"/>
                    <a:gd name="T111" fmla="*/ 607 h 60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25" h="607">
                      <a:moveTo>
                        <a:pt x="786" y="83"/>
                      </a:moveTo>
                      <a:lnTo>
                        <a:pt x="801" y="189"/>
                      </a:lnTo>
                      <a:lnTo>
                        <a:pt x="815" y="290"/>
                      </a:lnTo>
                      <a:lnTo>
                        <a:pt x="823" y="379"/>
                      </a:lnTo>
                      <a:lnTo>
                        <a:pt x="825" y="458"/>
                      </a:lnTo>
                      <a:lnTo>
                        <a:pt x="816" y="520"/>
                      </a:lnTo>
                      <a:lnTo>
                        <a:pt x="796" y="569"/>
                      </a:lnTo>
                      <a:lnTo>
                        <a:pt x="762" y="597"/>
                      </a:lnTo>
                      <a:lnTo>
                        <a:pt x="712" y="607"/>
                      </a:lnTo>
                      <a:lnTo>
                        <a:pt x="564" y="598"/>
                      </a:lnTo>
                      <a:lnTo>
                        <a:pt x="455" y="592"/>
                      </a:lnTo>
                      <a:lnTo>
                        <a:pt x="372" y="580"/>
                      </a:lnTo>
                      <a:lnTo>
                        <a:pt x="310" y="562"/>
                      </a:lnTo>
                      <a:lnTo>
                        <a:pt x="255" y="529"/>
                      </a:lnTo>
                      <a:lnTo>
                        <a:pt x="202" y="479"/>
                      </a:lnTo>
                      <a:lnTo>
                        <a:pt x="140" y="406"/>
                      </a:lnTo>
                      <a:lnTo>
                        <a:pt x="63" y="307"/>
                      </a:lnTo>
                      <a:lnTo>
                        <a:pt x="29" y="290"/>
                      </a:lnTo>
                      <a:lnTo>
                        <a:pt x="9" y="272"/>
                      </a:lnTo>
                      <a:lnTo>
                        <a:pt x="0" y="252"/>
                      </a:lnTo>
                      <a:lnTo>
                        <a:pt x="2" y="234"/>
                      </a:lnTo>
                      <a:lnTo>
                        <a:pt x="13" y="217"/>
                      </a:lnTo>
                      <a:lnTo>
                        <a:pt x="31" y="206"/>
                      </a:lnTo>
                      <a:lnTo>
                        <a:pt x="56" y="199"/>
                      </a:lnTo>
                      <a:lnTo>
                        <a:pt x="89" y="201"/>
                      </a:lnTo>
                      <a:lnTo>
                        <a:pt x="73" y="171"/>
                      </a:lnTo>
                      <a:lnTo>
                        <a:pt x="65" y="144"/>
                      </a:lnTo>
                      <a:lnTo>
                        <a:pt x="65" y="120"/>
                      </a:lnTo>
                      <a:lnTo>
                        <a:pt x="73" y="103"/>
                      </a:lnTo>
                      <a:lnTo>
                        <a:pt x="85" y="89"/>
                      </a:lnTo>
                      <a:lnTo>
                        <a:pt x="104" y="84"/>
                      </a:lnTo>
                      <a:lnTo>
                        <a:pt x="128" y="85"/>
                      </a:lnTo>
                      <a:lnTo>
                        <a:pt x="158" y="99"/>
                      </a:lnTo>
                      <a:lnTo>
                        <a:pt x="135" y="58"/>
                      </a:lnTo>
                      <a:lnTo>
                        <a:pt x="130" y="28"/>
                      </a:lnTo>
                      <a:lnTo>
                        <a:pt x="138" y="8"/>
                      </a:lnTo>
                      <a:lnTo>
                        <a:pt x="158" y="0"/>
                      </a:lnTo>
                      <a:lnTo>
                        <a:pt x="183" y="4"/>
                      </a:lnTo>
                      <a:lnTo>
                        <a:pt x="214" y="21"/>
                      </a:lnTo>
                      <a:lnTo>
                        <a:pt x="246" y="53"/>
                      </a:lnTo>
                      <a:lnTo>
                        <a:pt x="278" y="99"/>
                      </a:lnTo>
                      <a:lnTo>
                        <a:pt x="281" y="114"/>
                      </a:lnTo>
                      <a:lnTo>
                        <a:pt x="285" y="130"/>
                      </a:lnTo>
                      <a:lnTo>
                        <a:pt x="287" y="144"/>
                      </a:lnTo>
                      <a:lnTo>
                        <a:pt x="291" y="159"/>
                      </a:lnTo>
                      <a:lnTo>
                        <a:pt x="295" y="173"/>
                      </a:lnTo>
                      <a:lnTo>
                        <a:pt x="298" y="189"/>
                      </a:lnTo>
                      <a:lnTo>
                        <a:pt x="302" y="204"/>
                      </a:lnTo>
                      <a:lnTo>
                        <a:pt x="306" y="223"/>
                      </a:lnTo>
                      <a:lnTo>
                        <a:pt x="341" y="278"/>
                      </a:lnTo>
                      <a:lnTo>
                        <a:pt x="370" y="321"/>
                      </a:lnTo>
                      <a:lnTo>
                        <a:pt x="394" y="349"/>
                      </a:lnTo>
                      <a:lnTo>
                        <a:pt x="419" y="366"/>
                      </a:lnTo>
                      <a:lnTo>
                        <a:pt x="448" y="374"/>
                      </a:lnTo>
                      <a:lnTo>
                        <a:pt x="485" y="376"/>
                      </a:lnTo>
                      <a:lnTo>
                        <a:pt x="535" y="374"/>
                      </a:lnTo>
                      <a:lnTo>
                        <a:pt x="604" y="371"/>
                      </a:lnTo>
                      <a:lnTo>
                        <a:pt x="588" y="346"/>
                      </a:lnTo>
                      <a:lnTo>
                        <a:pt x="573" y="325"/>
                      </a:lnTo>
                      <a:lnTo>
                        <a:pt x="558" y="305"/>
                      </a:lnTo>
                      <a:lnTo>
                        <a:pt x="543" y="286"/>
                      </a:lnTo>
                      <a:lnTo>
                        <a:pt x="528" y="266"/>
                      </a:lnTo>
                      <a:lnTo>
                        <a:pt x="513" y="247"/>
                      </a:lnTo>
                      <a:lnTo>
                        <a:pt x="499" y="224"/>
                      </a:lnTo>
                      <a:lnTo>
                        <a:pt x="485" y="202"/>
                      </a:lnTo>
                      <a:lnTo>
                        <a:pt x="498" y="151"/>
                      </a:lnTo>
                      <a:lnTo>
                        <a:pt x="525" y="108"/>
                      </a:lnTo>
                      <a:lnTo>
                        <a:pt x="563" y="72"/>
                      </a:lnTo>
                      <a:lnTo>
                        <a:pt x="608" y="48"/>
                      </a:lnTo>
                      <a:lnTo>
                        <a:pt x="656" y="33"/>
                      </a:lnTo>
                      <a:lnTo>
                        <a:pt x="703" y="34"/>
                      </a:lnTo>
                      <a:lnTo>
                        <a:pt x="747" y="49"/>
                      </a:lnTo>
                      <a:lnTo>
                        <a:pt x="786" y="83"/>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1" name="Freeform 80">
                  <a:extLst>
                    <a:ext uri="{FF2B5EF4-FFF2-40B4-BE49-F238E27FC236}">
                      <a16:creationId xmlns:a16="http://schemas.microsoft.com/office/drawing/2014/main" id="{92009E6F-9981-7046-8970-B9AC3265D1D7}"/>
                    </a:ext>
                  </a:extLst>
                </p:cNvPr>
                <p:cNvSpPr>
                  <a:spLocks/>
                </p:cNvSpPr>
                <p:nvPr/>
              </p:nvSpPr>
              <p:spPr bwMode="auto">
                <a:xfrm>
                  <a:off x="4367" y="3123"/>
                  <a:ext cx="402" cy="284"/>
                </a:xfrm>
                <a:custGeom>
                  <a:avLst/>
                  <a:gdLst>
                    <a:gd name="T0" fmla="*/ 387 w 804"/>
                    <a:gd name="T1" fmla="*/ 86 h 569"/>
                    <a:gd name="T2" fmla="*/ 400 w 804"/>
                    <a:gd name="T3" fmla="*/ 176 h 569"/>
                    <a:gd name="T4" fmla="*/ 399 w 804"/>
                    <a:gd name="T5" fmla="*/ 242 h 569"/>
                    <a:gd name="T6" fmla="*/ 372 w 804"/>
                    <a:gd name="T7" fmla="*/ 278 h 569"/>
                    <a:gd name="T8" fmla="*/ 272 w 804"/>
                    <a:gd name="T9" fmla="*/ 279 h 569"/>
                    <a:gd name="T10" fmla="*/ 176 w 804"/>
                    <a:gd name="T11" fmla="*/ 267 h 569"/>
                    <a:gd name="T12" fmla="*/ 118 w 804"/>
                    <a:gd name="T13" fmla="*/ 241 h 569"/>
                    <a:gd name="T14" fmla="*/ 67 w 804"/>
                    <a:gd name="T15" fmla="*/ 185 h 569"/>
                    <a:gd name="T16" fmla="*/ 15 w 804"/>
                    <a:gd name="T17" fmla="*/ 134 h 569"/>
                    <a:gd name="T18" fmla="*/ 0 w 804"/>
                    <a:gd name="T19" fmla="*/ 116 h 569"/>
                    <a:gd name="T20" fmla="*/ 6 w 804"/>
                    <a:gd name="T21" fmla="*/ 98 h 569"/>
                    <a:gd name="T22" fmla="*/ 28 w 804"/>
                    <a:gd name="T23" fmla="*/ 89 h 569"/>
                    <a:gd name="T24" fmla="*/ 37 w 804"/>
                    <a:gd name="T25" fmla="*/ 76 h 569"/>
                    <a:gd name="T26" fmla="*/ 34 w 804"/>
                    <a:gd name="T27" fmla="*/ 52 h 569"/>
                    <a:gd name="T28" fmla="*/ 45 w 804"/>
                    <a:gd name="T29" fmla="*/ 38 h 569"/>
                    <a:gd name="T30" fmla="*/ 65 w 804"/>
                    <a:gd name="T31" fmla="*/ 38 h 569"/>
                    <a:gd name="T32" fmla="*/ 68 w 804"/>
                    <a:gd name="T33" fmla="*/ 25 h 569"/>
                    <a:gd name="T34" fmla="*/ 71 w 804"/>
                    <a:gd name="T35" fmla="*/ 3 h 569"/>
                    <a:gd name="T36" fmla="*/ 93 w 804"/>
                    <a:gd name="T37" fmla="*/ 1 h 569"/>
                    <a:gd name="T38" fmla="*/ 120 w 804"/>
                    <a:gd name="T39" fmla="*/ 25 h 569"/>
                    <a:gd name="T40" fmla="*/ 136 w 804"/>
                    <a:gd name="T41" fmla="*/ 55 h 569"/>
                    <a:gd name="T42" fmla="*/ 139 w 804"/>
                    <a:gd name="T43" fmla="*/ 68 h 569"/>
                    <a:gd name="T44" fmla="*/ 142 w 804"/>
                    <a:gd name="T45" fmla="*/ 79 h 569"/>
                    <a:gd name="T46" fmla="*/ 146 w 804"/>
                    <a:gd name="T47" fmla="*/ 91 h 569"/>
                    <a:gd name="T48" fmla="*/ 164 w 804"/>
                    <a:gd name="T49" fmla="*/ 128 h 569"/>
                    <a:gd name="T50" fmla="*/ 191 w 804"/>
                    <a:gd name="T51" fmla="*/ 163 h 569"/>
                    <a:gd name="T52" fmla="*/ 219 w 804"/>
                    <a:gd name="T53" fmla="*/ 177 h 569"/>
                    <a:gd name="T54" fmla="*/ 266 w 804"/>
                    <a:gd name="T55" fmla="*/ 177 h 569"/>
                    <a:gd name="T56" fmla="*/ 293 w 804"/>
                    <a:gd name="T57" fmla="*/ 163 h 569"/>
                    <a:gd name="T58" fmla="*/ 278 w 804"/>
                    <a:gd name="T59" fmla="*/ 141 h 569"/>
                    <a:gd name="T60" fmla="*/ 262 w 804"/>
                    <a:gd name="T61" fmla="*/ 121 h 569"/>
                    <a:gd name="T62" fmla="*/ 247 w 804"/>
                    <a:gd name="T63" fmla="*/ 100 h 569"/>
                    <a:gd name="T64" fmla="*/ 246 w 804"/>
                    <a:gd name="T65" fmla="*/ 62 h 569"/>
                    <a:gd name="T66" fmla="*/ 276 w 804"/>
                    <a:gd name="T67" fmla="*/ 24 h 569"/>
                    <a:gd name="T68" fmla="*/ 318 w 804"/>
                    <a:gd name="T69" fmla="*/ 7 h 569"/>
                    <a:gd name="T70" fmla="*/ 361 w 804"/>
                    <a:gd name="T71" fmla="*/ 17 h 56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04"/>
                    <a:gd name="T109" fmla="*/ 0 h 569"/>
                    <a:gd name="T110" fmla="*/ 804 w 804"/>
                    <a:gd name="T111" fmla="*/ 569 h 56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04" h="569">
                      <a:moveTo>
                        <a:pt x="759" y="69"/>
                      </a:moveTo>
                      <a:lnTo>
                        <a:pt x="774" y="173"/>
                      </a:lnTo>
                      <a:lnTo>
                        <a:pt x="789" y="269"/>
                      </a:lnTo>
                      <a:lnTo>
                        <a:pt x="799" y="353"/>
                      </a:lnTo>
                      <a:lnTo>
                        <a:pt x="804" y="427"/>
                      </a:lnTo>
                      <a:lnTo>
                        <a:pt x="797" y="485"/>
                      </a:lnTo>
                      <a:lnTo>
                        <a:pt x="778" y="530"/>
                      </a:lnTo>
                      <a:lnTo>
                        <a:pt x="743" y="557"/>
                      </a:lnTo>
                      <a:lnTo>
                        <a:pt x="691" y="569"/>
                      </a:lnTo>
                      <a:lnTo>
                        <a:pt x="543" y="559"/>
                      </a:lnTo>
                      <a:lnTo>
                        <a:pt x="434" y="549"/>
                      </a:lnTo>
                      <a:lnTo>
                        <a:pt x="351" y="535"/>
                      </a:lnTo>
                      <a:lnTo>
                        <a:pt x="290" y="515"/>
                      </a:lnTo>
                      <a:lnTo>
                        <a:pt x="237" y="482"/>
                      </a:lnTo>
                      <a:lnTo>
                        <a:pt x="188" y="436"/>
                      </a:lnTo>
                      <a:lnTo>
                        <a:pt x="133" y="371"/>
                      </a:lnTo>
                      <a:lnTo>
                        <a:pt x="64" y="287"/>
                      </a:lnTo>
                      <a:lnTo>
                        <a:pt x="30" y="269"/>
                      </a:lnTo>
                      <a:lnTo>
                        <a:pt x="10" y="250"/>
                      </a:lnTo>
                      <a:lnTo>
                        <a:pt x="0" y="232"/>
                      </a:lnTo>
                      <a:lnTo>
                        <a:pt x="3" y="214"/>
                      </a:lnTo>
                      <a:lnTo>
                        <a:pt x="13" y="196"/>
                      </a:lnTo>
                      <a:lnTo>
                        <a:pt x="32" y="185"/>
                      </a:lnTo>
                      <a:lnTo>
                        <a:pt x="57" y="179"/>
                      </a:lnTo>
                      <a:lnTo>
                        <a:pt x="89" y="181"/>
                      </a:lnTo>
                      <a:lnTo>
                        <a:pt x="73" y="153"/>
                      </a:lnTo>
                      <a:lnTo>
                        <a:pt x="68" y="128"/>
                      </a:lnTo>
                      <a:lnTo>
                        <a:pt x="68" y="105"/>
                      </a:lnTo>
                      <a:lnTo>
                        <a:pt x="77" y="89"/>
                      </a:lnTo>
                      <a:lnTo>
                        <a:pt x="89" y="77"/>
                      </a:lnTo>
                      <a:lnTo>
                        <a:pt x="108" y="74"/>
                      </a:lnTo>
                      <a:lnTo>
                        <a:pt x="129" y="77"/>
                      </a:lnTo>
                      <a:lnTo>
                        <a:pt x="154" y="90"/>
                      </a:lnTo>
                      <a:lnTo>
                        <a:pt x="136" y="51"/>
                      </a:lnTo>
                      <a:lnTo>
                        <a:pt x="133" y="24"/>
                      </a:lnTo>
                      <a:lnTo>
                        <a:pt x="141" y="6"/>
                      </a:lnTo>
                      <a:lnTo>
                        <a:pt x="161" y="0"/>
                      </a:lnTo>
                      <a:lnTo>
                        <a:pt x="185" y="3"/>
                      </a:lnTo>
                      <a:lnTo>
                        <a:pt x="212" y="21"/>
                      </a:lnTo>
                      <a:lnTo>
                        <a:pt x="241" y="51"/>
                      </a:lnTo>
                      <a:lnTo>
                        <a:pt x="269" y="95"/>
                      </a:lnTo>
                      <a:lnTo>
                        <a:pt x="271" y="111"/>
                      </a:lnTo>
                      <a:lnTo>
                        <a:pt x="274" y="125"/>
                      </a:lnTo>
                      <a:lnTo>
                        <a:pt x="277" y="136"/>
                      </a:lnTo>
                      <a:lnTo>
                        <a:pt x="281" y="148"/>
                      </a:lnTo>
                      <a:lnTo>
                        <a:pt x="284" y="158"/>
                      </a:lnTo>
                      <a:lnTo>
                        <a:pt x="287" y="169"/>
                      </a:lnTo>
                      <a:lnTo>
                        <a:pt x="291" y="183"/>
                      </a:lnTo>
                      <a:lnTo>
                        <a:pt x="295" y="200"/>
                      </a:lnTo>
                      <a:lnTo>
                        <a:pt x="328" y="257"/>
                      </a:lnTo>
                      <a:lnTo>
                        <a:pt x="356" y="299"/>
                      </a:lnTo>
                      <a:lnTo>
                        <a:pt x="381" y="327"/>
                      </a:lnTo>
                      <a:lnTo>
                        <a:pt x="409" y="346"/>
                      </a:lnTo>
                      <a:lnTo>
                        <a:pt x="439" y="354"/>
                      </a:lnTo>
                      <a:lnTo>
                        <a:pt x="479" y="357"/>
                      </a:lnTo>
                      <a:lnTo>
                        <a:pt x="531" y="354"/>
                      </a:lnTo>
                      <a:lnTo>
                        <a:pt x="600" y="352"/>
                      </a:lnTo>
                      <a:lnTo>
                        <a:pt x="585" y="326"/>
                      </a:lnTo>
                      <a:lnTo>
                        <a:pt x="570" y="304"/>
                      </a:lnTo>
                      <a:lnTo>
                        <a:pt x="555" y="283"/>
                      </a:lnTo>
                      <a:lnTo>
                        <a:pt x="539" y="264"/>
                      </a:lnTo>
                      <a:lnTo>
                        <a:pt x="524" y="243"/>
                      </a:lnTo>
                      <a:lnTo>
                        <a:pt x="509" y="223"/>
                      </a:lnTo>
                      <a:lnTo>
                        <a:pt x="494" y="200"/>
                      </a:lnTo>
                      <a:lnTo>
                        <a:pt x="479" y="176"/>
                      </a:lnTo>
                      <a:lnTo>
                        <a:pt x="492" y="125"/>
                      </a:lnTo>
                      <a:lnTo>
                        <a:pt x="517" y="82"/>
                      </a:lnTo>
                      <a:lnTo>
                        <a:pt x="551" y="49"/>
                      </a:lnTo>
                      <a:lnTo>
                        <a:pt x="592" y="27"/>
                      </a:lnTo>
                      <a:lnTo>
                        <a:pt x="635" y="15"/>
                      </a:lnTo>
                      <a:lnTo>
                        <a:pt x="680" y="17"/>
                      </a:lnTo>
                      <a:lnTo>
                        <a:pt x="721" y="34"/>
                      </a:lnTo>
                      <a:lnTo>
                        <a:pt x="759" y="69"/>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2" name="Freeform 81">
                  <a:extLst>
                    <a:ext uri="{FF2B5EF4-FFF2-40B4-BE49-F238E27FC236}">
                      <a16:creationId xmlns:a16="http://schemas.microsoft.com/office/drawing/2014/main" id="{4BD98BF6-B278-5E4A-8980-2E3E49C3E993}"/>
                    </a:ext>
                  </a:extLst>
                </p:cNvPr>
                <p:cNvSpPr>
                  <a:spLocks/>
                </p:cNvSpPr>
                <p:nvPr/>
              </p:nvSpPr>
              <p:spPr bwMode="auto">
                <a:xfrm>
                  <a:off x="4373" y="3132"/>
                  <a:ext cx="390" cy="268"/>
                </a:xfrm>
                <a:custGeom>
                  <a:avLst/>
                  <a:gdLst>
                    <a:gd name="T0" fmla="*/ 372 w 779"/>
                    <a:gd name="T1" fmla="*/ 80 h 536"/>
                    <a:gd name="T2" fmla="*/ 386 w 779"/>
                    <a:gd name="T3" fmla="*/ 166 h 536"/>
                    <a:gd name="T4" fmla="*/ 387 w 779"/>
                    <a:gd name="T5" fmla="*/ 226 h 536"/>
                    <a:gd name="T6" fmla="*/ 361 w 779"/>
                    <a:gd name="T7" fmla="*/ 261 h 536"/>
                    <a:gd name="T8" fmla="*/ 260 w 779"/>
                    <a:gd name="T9" fmla="*/ 262 h 536"/>
                    <a:gd name="T10" fmla="*/ 164 w 779"/>
                    <a:gd name="T11" fmla="*/ 247 h 536"/>
                    <a:gd name="T12" fmla="*/ 109 w 779"/>
                    <a:gd name="T13" fmla="*/ 219 h 536"/>
                    <a:gd name="T14" fmla="*/ 62 w 779"/>
                    <a:gd name="T15" fmla="*/ 170 h 536"/>
                    <a:gd name="T16" fmla="*/ 15 w 779"/>
                    <a:gd name="T17" fmla="*/ 127 h 536"/>
                    <a:gd name="T18" fmla="*/ 0 w 779"/>
                    <a:gd name="T19" fmla="*/ 108 h 536"/>
                    <a:gd name="T20" fmla="*/ 6 w 779"/>
                    <a:gd name="T21" fmla="*/ 91 h 536"/>
                    <a:gd name="T22" fmla="*/ 28 w 779"/>
                    <a:gd name="T23" fmla="*/ 83 h 536"/>
                    <a:gd name="T24" fmla="*/ 37 w 779"/>
                    <a:gd name="T25" fmla="*/ 70 h 536"/>
                    <a:gd name="T26" fmla="*/ 35 w 779"/>
                    <a:gd name="T27" fmla="*/ 47 h 536"/>
                    <a:gd name="T28" fmla="*/ 47 w 779"/>
                    <a:gd name="T29" fmla="*/ 35 h 536"/>
                    <a:gd name="T30" fmla="*/ 65 w 779"/>
                    <a:gd name="T31" fmla="*/ 36 h 536"/>
                    <a:gd name="T32" fmla="*/ 68 w 779"/>
                    <a:gd name="T33" fmla="*/ 24 h 536"/>
                    <a:gd name="T34" fmla="*/ 72 w 779"/>
                    <a:gd name="T35" fmla="*/ 4 h 536"/>
                    <a:gd name="T36" fmla="*/ 92 w 779"/>
                    <a:gd name="T37" fmla="*/ 5 h 536"/>
                    <a:gd name="T38" fmla="*/ 117 w 779"/>
                    <a:gd name="T39" fmla="*/ 28 h 536"/>
                    <a:gd name="T40" fmla="*/ 129 w 779"/>
                    <a:gd name="T41" fmla="*/ 56 h 536"/>
                    <a:gd name="T42" fmla="*/ 132 w 779"/>
                    <a:gd name="T43" fmla="*/ 66 h 536"/>
                    <a:gd name="T44" fmla="*/ 136 w 779"/>
                    <a:gd name="T45" fmla="*/ 73 h 536"/>
                    <a:gd name="T46" fmla="*/ 139 w 779"/>
                    <a:gd name="T47" fmla="*/ 83 h 536"/>
                    <a:gd name="T48" fmla="*/ 157 w 779"/>
                    <a:gd name="T49" fmla="*/ 120 h 536"/>
                    <a:gd name="T50" fmla="*/ 183 w 779"/>
                    <a:gd name="T51" fmla="*/ 156 h 536"/>
                    <a:gd name="T52" fmla="*/ 215 w 779"/>
                    <a:gd name="T53" fmla="*/ 170 h 536"/>
                    <a:gd name="T54" fmla="*/ 263 w 779"/>
                    <a:gd name="T55" fmla="*/ 170 h 536"/>
                    <a:gd name="T56" fmla="*/ 289 w 779"/>
                    <a:gd name="T57" fmla="*/ 155 h 536"/>
                    <a:gd name="T58" fmla="*/ 274 w 779"/>
                    <a:gd name="T59" fmla="*/ 133 h 536"/>
                    <a:gd name="T60" fmla="*/ 259 w 779"/>
                    <a:gd name="T61" fmla="*/ 112 h 536"/>
                    <a:gd name="T62" fmla="*/ 244 w 779"/>
                    <a:gd name="T63" fmla="*/ 89 h 536"/>
                    <a:gd name="T64" fmla="*/ 242 w 779"/>
                    <a:gd name="T65" fmla="*/ 51 h 536"/>
                    <a:gd name="T66" fmla="*/ 269 w 779"/>
                    <a:gd name="T67" fmla="*/ 15 h 536"/>
                    <a:gd name="T68" fmla="*/ 306 w 779"/>
                    <a:gd name="T69" fmla="*/ 0 h 536"/>
                    <a:gd name="T70" fmla="*/ 346 w 779"/>
                    <a:gd name="T71" fmla="*/ 11 h 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79"/>
                    <a:gd name="T109" fmla="*/ 0 h 536"/>
                    <a:gd name="T110" fmla="*/ 779 w 779"/>
                    <a:gd name="T111" fmla="*/ 536 h 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79" h="536">
                      <a:moveTo>
                        <a:pt x="727" y="58"/>
                      </a:moveTo>
                      <a:lnTo>
                        <a:pt x="743" y="161"/>
                      </a:lnTo>
                      <a:lnTo>
                        <a:pt x="760" y="254"/>
                      </a:lnTo>
                      <a:lnTo>
                        <a:pt x="772" y="333"/>
                      </a:lnTo>
                      <a:lnTo>
                        <a:pt x="779" y="400"/>
                      </a:lnTo>
                      <a:lnTo>
                        <a:pt x="774" y="453"/>
                      </a:lnTo>
                      <a:lnTo>
                        <a:pt x="757" y="494"/>
                      </a:lnTo>
                      <a:lnTo>
                        <a:pt x="722" y="521"/>
                      </a:lnTo>
                      <a:lnTo>
                        <a:pt x="668" y="536"/>
                      </a:lnTo>
                      <a:lnTo>
                        <a:pt x="520" y="524"/>
                      </a:lnTo>
                      <a:lnTo>
                        <a:pt x="410" y="512"/>
                      </a:lnTo>
                      <a:lnTo>
                        <a:pt x="328" y="494"/>
                      </a:lnTo>
                      <a:lnTo>
                        <a:pt x="267" y="472"/>
                      </a:lnTo>
                      <a:lnTo>
                        <a:pt x="217" y="439"/>
                      </a:lnTo>
                      <a:lnTo>
                        <a:pt x="173" y="396"/>
                      </a:lnTo>
                      <a:lnTo>
                        <a:pt x="123" y="340"/>
                      </a:lnTo>
                      <a:lnTo>
                        <a:pt x="62" y="270"/>
                      </a:lnTo>
                      <a:lnTo>
                        <a:pt x="29" y="254"/>
                      </a:lnTo>
                      <a:lnTo>
                        <a:pt x="9" y="236"/>
                      </a:lnTo>
                      <a:lnTo>
                        <a:pt x="0" y="217"/>
                      </a:lnTo>
                      <a:lnTo>
                        <a:pt x="2" y="200"/>
                      </a:lnTo>
                      <a:lnTo>
                        <a:pt x="12" y="183"/>
                      </a:lnTo>
                      <a:lnTo>
                        <a:pt x="31" y="172"/>
                      </a:lnTo>
                      <a:lnTo>
                        <a:pt x="56" y="166"/>
                      </a:lnTo>
                      <a:lnTo>
                        <a:pt x="89" y="168"/>
                      </a:lnTo>
                      <a:lnTo>
                        <a:pt x="73" y="140"/>
                      </a:lnTo>
                      <a:lnTo>
                        <a:pt x="68" y="116"/>
                      </a:lnTo>
                      <a:lnTo>
                        <a:pt x="69" y="94"/>
                      </a:lnTo>
                      <a:lnTo>
                        <a:pt x="79" y="81"/>
                      </a:lnTo>
                      <a:lnTo>
                        <a:pt x="93" y="71"/>
                      </a:lnTo>
                      <a:lnTo>
                        <a:pt x="110" y="68"/>
                      </a:lnTo>
                      <a:lnTo>
                        <a:pt x="130" y="72"/>
                      </a:lnTo>
                      <a:lnTo>
                        <a:pt x="153" y="86"/>
                      </a:lnTo>
                      <a:lnTo>
                        <a:pt x="136" y="48"/>
                      </a:lnTo>
                      <a:lnTo>
                        <a:pt x="135" y="23"/>
                      </a:lnTo>
                      <a:lnTo>
                        <a:pt x="144" y="8"/>
                      </a:lnTo>
                      <a:lnTo>
                        <a:pt x="162" y="4"/>
                      </a:lnTo>
                      <a:lnTo>
                        <a:pt x="183" y="11"/>
                      </a:lnTo>
                      <a:lnTo>
                        <a:pt x="208" y="28"/>
                      </a:lnTo>
                      <a:lnTo>
                        <a:pt x="233" y="57"/>
                      </a:lnTo>
                      <a:lnTo>
                        <a:pt x="256" y="97"/>
                      </a:lnTo>
                      <a:lnTo>
                        <a:pt x="258" y="112"/>
                      </a:lnTo>
                      <a:lnTo>
                        <a:pt x="261" y="123"/>
                      </a:lnTo>
                      <a:lnTo>
                        <a:pt x="264" y="132"/>
                      </a:lnTo>
                      <a:lnTo>
                        <a:pt x="268" y="140"/>
                      </a:lnTo>
                      <a:lnTo>
                        <a:pt x="271" y="146"/>
                      </a:lnTo>
                      <a:lnTo>
                        <a:pt x="274" y="155"/>
                      </a:lnTo>
                      <a:lnTo>
                        <a:pt x="278" y="166"/>
                      </a:lnTo>
                      <a:lnTo>
                        <a:pt x="282" y="182"/>
                      </a:lnTo>
                      <a:lnTo>
                        <a:pt x="313" y="240"/>
                      </a:lnTo>
                      <a:lnTo>
                        <a:pt x="341" y="284"/>
                      </a:lnTo>
                      <a:lnTo>
                        <a:pt x="366" y="313"/>
                      </a:lnTo>
                      <a:lnTo>
                        <a:pt x="396" y="331"/>
                      </a:lnTo>
                      <a:lnTo>
                        <a:pt x="429" y="340"/>
                      </a:lnTo>
                      <a:lnTo>
                        <a:pt x="471" y="343"/>
                      </a:lnTo>
                      <a:lnTo>
                        <a:pt x="525" y="340"/>
                      </a:lnTo>
                      <a:lnTo>
                        <a:pt x="594" y="338"/>
                      </a:lnTo>
                      <a:lnTo>
                        <a:pt x="578" y="310"/>
                      </a:lnTo>
                      <a:lnTo>
                        <a:pt x="563" y="287"/>
                      </a:lnTo>
                      <a:lnTo>
                        <a:pt x="548" y="265"/>
                      </a:lnTo>
                      <a:lnTo>
                        <a:pt x="533" y="245"/>
                      </a:lnTo>
                      <a:lnTo>
                        <a:pt x="518" y="224"/>
                      </a:lnTo>
                      <a:lnTo>
                        <a:pt x="503" y="202"/>
                      </a:lnTo>
                      <a:lnTo>
                        <a:pt x="488" y="178"/>
                      </a:lnTo>
                      <a:lnTo>
                        <a:pt x="473" y="155"/>
                      </a:lnTo>
                      <a:lnTo>
                        <a:pt x="484" y="103"/>
                      </a:lnTo>
                      <a:lnTo>
                        <a:pt x="506" y="63"/>
                      </a:lnTo>
                      <a:lnTo>
                        <a:pt x="537" y="31"/>
                      </a:lnTo>
                      <a:lnTo>
                        <a:pt x="573" y="11"/>
                      </a:lnTo>
                      <a:lnTo>
                        <a:pt x="611" y="0"/>
                      </a:lnTo>
                      <a:lnTo>
                        <a:pt x="652" y="6"/>
                      </a:lnTo>
                      <a:lnTo>
                        <a:pt x="691" y="23"/>
                      </a:lnTo>
                      <a:lnTo>
                        <a:pt x="727" y="58"/>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3" name="Freeform 82">
                  <a:extLst>
                    <a:ext uri="{FF2B5EF4-FFF2-40B4-BE49-F238E27FC236}">
                      <a16:creationId xmlns:a16="http://schemas.microsoft.com/office/drawing/2014/main" id="{FCDB78CF-9EE3-374E-9FE8-A2DFABC27240}"/>
                    </a:ext>
                  </a:extLst>
                </p:cNvPr>
                <p:cNvSpPr>
                  <a:spLocks/>
                </p:cNvSpPr>
                <p:nvPr/>
              </p:nvSpPr>
              <p:spPr bwMode="auto">
                <a:xfrm>
                  <a:off x="4379" y="3134"/>
                  <a:ext cx="378" cy="259"/>
                </a:xfrm>
                <a:custGeom>
                  <a:avLst/>
                  <a:gdLst>
                    <a:gd name="T0" fmla="*/ 356 w 756"/>
                    <a:gd name="T1" fmla="*/ 81 h 518"/>
                    <a:gd name="T2" fmla="*/ 374 w 756"/>
                    <a:gd name="T3" fmla="*/ 162 h 518"/>
                    <a:gd name="T4" fmla="*/ 377 w 756"/>
                    <a:gd name="T5" fmla="*/ 218 h 518"/>
                    <a:gd name="T6" fmla="*/ 351 w 756"/>
                    <a:gd name="T7" fmla="*/ 250 h 518"/>
                    <a:gd name="T8" fmla="*/ 249 w 756"/>
                    <a:gd name="T9" fmla="*/ 252 h 518"/>
                    <a:gd name="T10" fmla="*/ 154 w 756"/>
                    <a:gd name="T11" fmla="*/ 234 h 518"/>
                    <a:gd name="T12" fmla="*/ 100 w 756"/>
                    <a:gd name="T13" fmla="*/ 205 h 518"/>
                    <a:gd name="T14" fmla="*/ 58 w 756"/>
                    <a:gd name="T15" fmla="*/ 162 h 518"/>
                    <a:gd name="T16" fmla="*/ 15 w 756"/>
                    <a:gd name="T17" fmla="*/ 126 h 518"/>
                    <a:gd name="T18" fmla="*/ 0 w 756"/>
                    <a:gd name="T19" fmla="*/ 108 h 518"/>
                    <a:gd name="T20" fmla="*/ 6 w 756"/>
                    <a:gd name="T21" fmla="*/ 91 h 518"/>
                    <a:gd name="T22" fmla="*/ 28 w 756"/>
                    <a:gd name="T23" fmla="*/ 83 h 518"/>
                    <a:gd name="T24" fmla="*/ 37 w 756"/>
                    <a:gd name="T25" fmla="*/ 71 h 518"/>
                    <a:gd name="T26" fmla="*/ 36 w 756"/>
                    <a:gd name="T27" fmla="*/ 50 h 518"/>
                    <a:gd name="T28" fmla="*/ 48 w 756"/>
                    <a:gd name="T29" fmla="*/ 39 h 518"/>
                    <a:gd name="T30" fmla="*/ 66 w 756"/>
                    <a:gd name="T31" fmla="*/ 42 h 518"/>
                    <a:gd name="T32" fmla="*/ 69 w 756"/>
                    <a:gd name="T33" fmla="*/ 31 h 518"/>
                    <a:gd name="T34" fmla="*/ 74 w 756"/>
                    <a:gd name="T35" fmla="*/ 12 h 518"/>
                    <a:gd name="T36" fmla="*/ 92 w 756"/>
                    <a:gd name="T37" fmla="*/ 16 h 518"/>
                    <a:gd name="T38" fmla="*/ 113 w 756"/>
                    <a:gd name="T39" fmla="*/ 39 h 518"/>
                    <a:gd name="T40" fmla="*/ 123 w 756"/>
                    <a:gd name="T41" fmla="*/ 64 h 518"/>
                    <a:gd name="T42" fmla="*/ 126 w 756"/>
                    <a:gd name="T43" fmla="*/ 71 h 518"/>
                    <a:gd name="T44" fmla="*/ 130 w 756"/>
                    <a:gd name="T45" fmla="*/ 74 h 518"/>
                    <a:gd name="T46" fmla="*/ 134 w 756"/>
                    <a:gd name="T47" fmla="*/ 81 h 518"/>
                    <a:gd name="T48" fmla="*/ 150 w 756"/>
                    <a:gd name="T49" fmla="*/ 118 h 518"/>
                    <a:gd name="T50" fmla="*/ 177 w 756"/>
                    <a:gd name="T51" fmla="*/ 155 h 518"/>
                    <a:gd name="T52" fmla="*/ 210 w 756"/>
                    <a:gd name="T53" fmla="*/ 169 h 518"/>
                    <a:gd name="T54" fmla="*/ 260 w 756"/>
                    <a:gd name="T55" fmla="*/ 169 h 518"/>
                    <a:gd name="T56" fmla="*/ 287 w 756"/>
                    <a:gd name="T57" fmla="*/ 155 h 518"/>
                    <a:gd name="T58" fmla="*/ 272 w 756"/>
                    <a:gd name="T59" fmla="*/ 131 h 518"/>
                    <a:gd name="T60" fmla="*/ 256 w 756"/>
                    <a:gd name="T61" fmla="*/ 109 h 518"/>
                    <a:gd name="T62" fmla="*/ 241 w 756"/>
                    <a:gd name="T63" fmla="*/ 85 h 518"/>
                    <a:gd name="T64" fmla="*/ 239 w 756"/>
                    <a:gd name="T65" fmla="*/ 48 h 518"/>
                    <a:gd name="T66" fmla="*/ 262 w 756"/>
                    <a:gd name="T67" fmla="*/ 13 h 518"/>
                    <a:gd name="T68" fmla="*/ 295 w 756"/>
                    <a:gd name="T69" fmla="*/ 0 h 518"/>
                    <a:gd name="T70" fmla="*/ 331 w 756"/>
                    <a:gd name="T71" fmla="*/ 12 h 51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56"/>
                    <a:gd name="T109" fmla="*/ 0 h 518"/>
                    <a:gd name="T110" fmla="*/ 756 w 756"/>
                    <a:gd name="T111" fmla="*/ 518 h 51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56" h="518">
                      <a:moveTo>
                        <a:pt x="696" y="60"/>
                      </a:moveTo>
                      <a:lnTo>
                        <a:pt x="712" y="162"/>
                      </a:lnTo>
                      <a:lnTo>
                        <a:pt x="731" y="251"/>
                      </a:lnTo>
                      <a:lnTo>
                        <a:pt x="747" y="325"/>
                      </a:lnTo>
                      <a:lnTo>
                        <a:pt x="756" y="387"/>
                      </a:lnTo>
                      <a:lnTo>
                        <a:pt x="754" y="436"/>
                      </a:lnTo>
                      <a:lnTo>
                        <a:pt x="737" y="474"/>
                      </a:lnTo>
                      <a:lnTo>
                        <a:pt x="702" y="500"/>
                      </a:lnTo>
                      <a:lnTo>
                        <a:pt x="647" y="518"/>
                      </a:lnTo>
                      <a:lnTo>
                        <a:pt x="499" y="505"/>
                      </a:lnTo>
                      <a:lnTo>
                        <a:pt x="389" y="490"/>
                      </a:lnTo>
                      <a:lnTo>
                        <a:pt x="307" y="469"/>
                      </a:lnTo>
                      <a:lnTo>
                        <a:pt x="248" y="444"/>
                      </a:lnTo>
                      <a:lnTo>
                        <a:pt x="201" y="411"/>
                      </a:lnTo>
                      <a:lnTo>
                        <a:pt x="159" y="372"/>
                      </a:lnTo>
                      <a:lnTo>
                        <a:pt x="117" y="325"/>
                      </a:lnTo>
                      <a:lnTo>
                        <a:pt x="64" y="270"/>
                      </a:lnTo>
                      <a:lnTo>
                        <a:pt x="30" y="252"/>
                      </a:lnTo>
                      <a:lnTo>
                        <a:pt x="10" y="235"/>
                      </a:lnTo>
                      <a:lnTo>
                        <a:pt x="0" y="216"/>
                      </a:lnTo>
                      <a:lnTo>
                        <a:pt x="3" y="200"/>
                      </a:lnTo>
                      <a:lnTo>
                        <a:pt x="13" y="183"/>
                      </a:lnTo>
                      <a:lnTo>
                        <a:pt x="31" y="173"/>
                      </a:lnTo>
                      <a:lnTo>
                        <a:pt x="57" y="167"/>
                      </a:lnTo>
                      <a:lnTo>
                        <a:pt x="89" y="169"/>
                      </a:lnTo>
                      <a:lnTo>
                        <a:pt x="74" y="142"/>
                      </a:lnTo>
                      <a:lnTo>
                        <a:pt x="69" y="119"/>
                      </a:lnTo>
                      <a:lnTo>
                        <a:pt x="72" y="101"/>
                      </a:lnTo>
                      <a:lnTo>
                        <a:pt x="83" y="88"/>
                      </a:lnTo>
                      <a:lnTo>
                        <a:pt x="97" y="79"/>
                      </a:lnTo>
                      <a:lnTo>
                        <a:pt x="114" y="79"/>
                      </a:lnTo>
                      <a:lnTo>
                        <a:pt x="132" y="84"/>
                      </a:lnTo>
                      <a:lnTo>
                        <a:pt x="151" y="97"/>
                      </a:lnTo>
                      <a:lnTo>
                        <a:pt x="138" y="62"/>
                      </a:lnTo>
                      <a:lnTo>
                        <a:pt x="138" y="38"/>
                      </a:lnTo>
                      <a:lnTo>
                        <a:pt x="147" y="25"/>
                      </a:lnTo>
                      <a:lnTo>
                        <a:pt x="164" y="24"/>
                      </a:lnTo>
                      <a:lnTo>
                        <a:pt x="184" y="32"/>
                      </a:lnTo>
                      <a:lnTo>
                        <a:pt x="206" y="50"/>
                      </a:lnTo>
                      <a:lnTo>
                        <a:pt x="227" y="78"/>
                      </a:lnTo>
                      <a:lnTo>
                        <a:pt x="245" y="116"/>
                      </a:lnTo>
                      <a:lnTo>
                        <a:pt x="247" y="128"/>
                      </a:lnTo>
                      <a:lnTo>
                        <a:pt x="251" y="137"/>
                      </a:lnTo>
                      <a:lnTo>
                        <a:pt x="253" y="142"/>
                      </a:lnTo>
                      <a:lnTo>
                        <a:pt x="257" y="146"/>
                      </a:lnTo>
                      <a:lnTo>
                        <a:pt x="260" y="148"/>
                      </a:lnTo>
                      <a:lnTo>
                        <a:pt x="263" y="153"/>
                      </a:lnTo>
                      <a:lnTo>
                        <a:pt x="267" y="162"/>
                      </a:lnTo>
                      <a:lnTo>
                        <a:pt x="271" y="178"/>
                      </a:lnTo>
                      <a:lnTo>
                        <a:pt x="300" y="237"/>
                      </a:lnTo>
                      <a:lnTo>
                        <a:pt x="327" y="281"/>
                      </a:lnTo>
                      <a:lnTo>
                        <a:pt x="354" y="311"/>
                      </a:lnTo>
                      <a:lnTo>
                        <a:pt x="385" y="330"/>
                      </a:lnTo>
                      <a:lnTo>
                        <a:pt x="420" y="339"/>
                      </a:lnTo>
                      <a:lnTo>
                        <a:pt x="464" y="341"/>
                      </a:lnTo>
                      <a:lnTo>
                        <a:pt x="519" y="339"/>
                      </a:lnTo>
                      <a:lnTo>
                        <a:pt x="589" y="336"/>
                      </a:lnTo>
                      <a:lnTo>
                        <a:pt x="573" y="310"/>
                      </a:lnTo>
                      <a:lnTo>
                        <a:pt x="558" y="286"/>
                      </a:lnTo>
                      <a:lnTo>
                        <a:pt x="543" y="263"/>
                      </a:lnTo>
                      <a:lnTo>
                        <a:pt x="528" y="241"/>
                      </a:lnTo>
                      <a:lnTo>
                        <a:pt x="512" y="218"/>
                      </a:lnTo>
                      <a:lnTo>
                        <a:pt x="497" y="196"/>
                      </a:lnTo>
                      <a:lnTo>
                        <a:pt x="482" y="171"/>
                      </a:lnTo>
                      <a:lnTo>
                        <a:pt x="468" y="147"/>
                      </a:lnTo>
                      <a:lnTo>
                        <a:pt x="478" y="97"/>
                      </a:lnTo>
                      <a:lnTo>
                        <a:pt x="499" y="57"/>
                      </a:lnTo>
                      <a:lnTo>
                        <a:pt x="524" y="27"/>
                      </a:lnTo>
                      <a:lnTo>
                        <a:pt x="557" y="8"/>
                      </a:lnTo>
                      <a:lnTo>
                        <a:pt x="589" y="0"/>
                      </a:lnTo>
                      <a:lnTo>
                        <a:pt x="626" y="5"/>
                      </a:lnTo>
                      <a:lnTo>
                        <a:pt x="662" y="25"/>
                      </a:lnTo>
                      <a:lnTo>
                        <a:pt x="696" y="6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4" name="Freeform 83">
                  <a:extLst>
                    <a:ext uri="{FF2B5EF4-FFF2-40B4-BE49-F238E27FC236}">
                      <a16:creationId xmlns:a16="http://schemas.microsoft.com/office/drawing/2014/main" id="{9A9A6AAA-7321-E945-9BFD-729049466073}"/>
                    </a:ext>
                  </a:extLst>
                </p:cNvPr>
                <p:cNvSpPr>
                  <a:spLocks/>
                </p:cNvSpPr>
                <p:nvPr/>
              </p:nvSpPr>
              <p:spPr bwMode="auto">
                <a:xfrm>
                  <a:off x="4385" y="3136"/>
                  <a:ext cx="366" cy="249"/>
                </a:xfrm>
                <a:custGeom>
                  <a:avLst/>
                  <a:gdLst>
                    <a:gd name="T0" fmla="*/ 342 w 732"/>
                    <a:gd name="T1" fmla="*/ 82 h 498"/>
                    <a:gd name="T2" fmla="*/ 361 w 732"/>
                    <a:gd name="T3" fmla="*/ 159 h 498"/>
                    <a:gd name="T4" fmla="*/ 366 w 732"/>
                    <a:gd name="T5" fmla="*/ 210 h 498"/>
                    <a:gd name="T6" fmla="*/ 341 w 732"/>
                    <a:gd name="T7" fmla="*/ 240 h 498"/>
                    <a:gd name="T8" fmla="*/ 237 w 732"/>
                    <a:gd name="T9" fmla="*/ 242 h 498"/>
                    <a:gd name="T10" fmla="*/ 142 w 732"/>
                    <a:gd name="T11" fmla="*/ 221 h 498"/>
                    <a:gd name="T12" fmla="*/ 90 w 732"/>
                    <a:gd name="T13" fmla="*/ 192 h 498"/>
                    <a:gd name="T14" fmla="*/ 53 w 732"/>
                    <a:gd name="T15" fmla="*/ 154 h 498"/>
                    <a:gd name="T16" fmla="*/ 14 w 732"/>
                    <a:gd name="T17" fmla="*/ 125 h 498"/>
                    <a:gd name="T18" fmla="*/ 0 w 732"/>
                    <a:gd name="T19" fmla="*/ 108 h 498"/>
                    <a:gd name="T20" fmla="*/ 6 w 732"/>
                    <a:gd name="T21" fmla="*/ 92 h 498"/>
                    <a:gd name="T22" fmla="*/ 27 w 732"/>
                    <a:gd name="T23" fmla="*/ 84 h 498"/>
                    <a:gd name="T24" fmla="*/ 37 w 732"/>
                    <a:gd name="T25" fmla="*/ 72 h 498"/>
                    <a:gd name="T26" fmla="*/ 38 w 732"/>
                    <a:gd name="T27" fmla="*/ 52 h 498"/>
                    <a:gd name="T28" fmla="*/ 50 w 732"/>
                    <a:gd name="T29" fmla="*/ 43 h 498"/>
                    <a:gd name="T30" fmla="*/ 67 w 732"/>
                    <a:gd name="T31" fmla="*/ 47 h 498"/>
                    <a:gd name="T32" fmla="*/ 69 w 732"/>
                    <a:gd name="T33" fmla="*/ 37 h 498"/>
                    <a:gd name="T34" fmla="*/ 75 w 732"/>
                    <a:gd name="T35" fmla="*/ 21 h 498"/>
                    <a:gd name="T36" fmla="*/ 92 w 732"/>
                    <a:gd name="T37" fmla="*/ 26 h 498"/>
                    <a:gd name="T38" fmla="*/ 110 w 732"/>
                    <a:gd name="T39" fmla="*/ 49 h 498"/>
                    <a:gd name="T40" fmla="*/ 117 w 732"/>
                    <a:gd name="T41" fmla="*/ 72 h 498"/>
                    <a:gd name="T42" fmla="*/ 120 w 732"/>
                    <a:gd name="T43" fmla="*/ 76 h 498"/>
                    <a:gd name="T44" fmla="*/ 123 w 732"/>
                    <a:gd name="T45" fmla="*/ 75 h 498"/>
                    <a:gd name="T46" fmla="*/ 127 w 732"/>
                    <a:gd name="T47" fmla="*/ 80 h 498"/>
                    <a:gd name="T48" fmla="*/ 142 w 732"/>
                    <a:gd name="T49" fmla="*/ 117 h 498"/>
                    <a:gd name="T50" fmla="*/ 170 w 732"/>
                    <a:gd name="T51" fmla="*/ 154 h 498"/>
                    <a:gd name="T52" fmla="*/ 205 w 732"/>
                    <a:gd name="T53" fmla="*/ 168 h 498"/>
                    <a:gd name="T54" fmla="*/ 257 w 732"/>
                    <a:gd name="T55" fmla="*/ 169 h 498"/>
                    <a:gd name="T56" fmla="*/ 284 w 732"/>
                    <a:gd name="T57" fmla="*/ 154 h 498"/>
                    <a:gd name="T58" fmla="*/ 269 w 732"/>
                    <a:gd name="T59" fmla="*/ 131 h 498"/>
                    <a:gd name="T60" fmla="*/ 253 w 732"/>
                    <a:gd name="T61" fmla="*/ 107 h 498"/>
                    <a:gd name="T62" fmla="*/ 238 w 732"/>
                    <a:gd name="T63" fmla="*/ 83 h 498"/>
                    <a:gd name="T64" fmla="*/ 235 w 732"/>
                    <a:gd name="T65" fmla="*/ 46 h 498"/>
                    <a:gd name="T66" fmla="*/ 255 w 732"/>
                    <a:gd name="T67" fmla="*/ 12 h 498"/>
                    <a:gd name="T68" fmla="*/ 283 w 732"/>
                    <a:gd name="T69" fmla="*/ 0 h 498"/>
                    <a:gd name="T70" fmla="*/ 317 w 732"/>
                    <a:gd name="T71" fmla="*/ 14 h 4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32"/>
                    <a:gd name="T109" fmla="*/ 0 h 498"/>
                    <a:gd name="T110" fmla="*/ 732 w 732"/>
                    <a:gd name="T111" fmla="*/ 498 h 4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32" h="498">
                      <a:moveTo>
                        <a:pt x="667" y="64"/>
                      </a:moveTo>
                      <a:lnTo>
                        <a:pt x="684" y="164"/>
                      </a:lnTo>
                      <a:lnTo>
                        <a:pt x="704" y="249"/>
                      </a:lnTo>
                      <a:lnTo>
                        <a:pt x="721" y="318"/>
                      </a:lnTo>
                      <a:lnTo>
                        <a:pt x="732" y="376"/>
                      </a:lnTo>
                      <a:lnTo>
                        <a:pt x="731" y="419"/>
                      </a:lnTo>
                      <a:lnTo>
                        <a:pt x="716" y="454"/>
                      </a:lnTo>
                      <a:lnTo>
                        <a:pt x="681" y="479"/>
                      </a:lnTo>
                      <a:lnTo>
                        <a:pt x="623" y="498"/>
                      </a:lnTo>
                      <a:lnTo>
                        <a:pt x="475" y="484"/>
                      </a:lnTo>
                      <a:lnTo>
                        <a:pt x="365" y="466"/>
                      </a:lnTo>
                      <a:lnTo>
                        <a:pt x="283" y="442"/>
                      </a:lnTo>
                      <a:lnTo>
                        <a:pt x="225" y="416"/>
                      </a:lnTo>
                      <a:lnTo>
                        <a:pt x="180" y="383"/>
                      </a:lnTo>
                      <a:lnTo>
                        <a:pt x="144" y="348"/>
                      </a:lnTo>
                      <a:lnTo>
                        <a:pt x="106" y="308"/>
                      </a:lnTo>
                      <a:lnTo>
                        <a:pt x="62" y="267"/>
                      </a:lnTo>
                      <a:lnTo>
                        <a:pt x="28" y="251"/>
                      </a:lnTo>
                      <a:lnTo>
                        <a:pt x="8" y="233"/>
                      </a:lnTo>
                      <a:lnTo>
                        <a:pt x="0" y="216"/>
                      </a:lnTo>
                      <a:lnTo>
                        <a:pt x="2" y="199"/>
                      </a:lnTo>
                      <a:lnTo>
                        <a:pt x="12" y="184"/>
                      </a:lnTo>
                      <a:lnTo>
                        <a:pt x="30" y="173"/>
                      </a:lnTo>
                      <a:lnTo>
                        <a:pt x="55" y="168"/>
                      </a:lnTo>
                      <a:lnTo>
                        <a:pt x="89" y="170"/>
                      </a:lnTo>
                      <a:lnTo>
                        <a:pt x="74" y="143"/>
                      </a:lnTo>
                      <a:lnTo>
                        <a:pt x="70" y="120"/>
                      </a:lnTo>
                      <a:lnTo>
                        <a:pt x="75" y="103"/>
                      </a:lnTo>
                      <a:lnTo>
                        <a:pt x="86" y="93"/>
                      </a:lnTo>
                      <a:lnTo>
                        <a:pt x="100" y="86"/>
                      </a:lnTo>
                      <a:lnTo>
                        <a:pt x="116" y="86"/>
                      </a:lnTo>
                      <a:lnTo>
                        <a:pt x="133" y="93"/>
                      </a:lnTo>
                      <a:lnTo>
                        <a:pt x="148" y="107"/>
                      </a:lnTo>
                      <a:lnTo>
                        <a:pt x="138" y="73"/>
                      </a:lnTo>
                      <a:lnTo>
                        <a:pt x="140" y="53"/>
                      </a:lnTo>
                      <a:lnTo>
                        <a:pt x="149" y="41"/>
                      </a:lnTo>
                      <a:lnTo>
                        <a:pt x="166" y="43"/>
                      </a:lnTo>
                      <a:lnTo>
                        <a:pt x="184" y="51"/>
                      </a:lnTo>
                      <a:lnTo>
                        <a:pt x="204" y="70"/>
                      </a:lnTo>
                      <a:lnTo>
                        <a:pt x="220" y="97"/>
                      </a:lnTo>
                      <a:lnTo>
                        <a:pt x="234" y="130"/>
                      </a:lnTo>
                      <a:lnTo>
                        <a:pt x="235" y="144"/>
                      </a:lnTo>
                      <a:lnTo>
                        <a:pt x="239" y="150"/>
                      </a:lnTo>
                      <a:lnTo>
                        <a:pt x="240" y="152"/>
                      </a:lnTo>
                      <a:lnTo>
                        <a:pt x="244" y="152"/>
                      </a:lnTo>
                      <a:lnTo>
                        <a:pt x="247" y="150"/>
                      </a:lnTo>
                      <a:lnTo>
                        <a:pt x="250" y="153"/>
                      </a:lnTo>
                      <a:lnTo>
                        <a:pt x="254" y="159"/>
                      </a:lnTo>
                      <a:lnTo>
                        <a:pt x="258" y="174"/>
                      </a:lnTo>
                      <a:lnTo>
                        <a:pt x="284" y="234"/>
                      </a:lnTo>
                      <a:lnTo>
                        <a:pt x="311" y="278"/>
                      </a:lnTo>
                      <a:lnTo>
                        <a:pt x="339" y="308"/>
                      </a:lnTo>
                      <a:lnTo>
                        <a:pt x="372" y="327"/>
                      </a:lnTo>
                      <a:lnTo>
                        <a:pt x="410" y="336"/>
                      </a:lnTo>
                      <a:lnTo>
                        <a:pt x="456" y="340"/>
                      </a:lnTo>
                      <a:lnTo>
                        <a:pt x="514" y="337"/>
                      </a:lnTo>
                      <a:lnTo>
                        <a:pt x="584" y="335"/>
                      </a:lnTo>
                      <a:lnTo>
                        <a:pt x="568" y="308"/>
                      </a:lnTo>
                      <a:lnTo>
                        <a:pt x="553" y="284"/>
                      </a:lnTo>
                      <a:lnTo>
                        <a:pt x="538" y="261"/>
                      </a:lnTo>
                      <a:lnTo>
                        <a:pt x="523" y="238"/>
                      </a:lnTo>
                      <a:lnTo>
                        <a:pt x="506" y="214"/>
                      </a:lnTo>
                      <a:lnTo>
                        <a:pt x="491" y="190"/>
                      </a:lnTo>
                      <a:lnTo>
                        <a:pt x="476" y="165"/>
                      </a:lnTo>
                      <a:lnTo>
                        <a:pt x="461" y="142"/>
                      </a:lnTo>
                      <a:lnTo>
                        <a:pt x="470" y="91"/>
                      </a:lnTo>
                      <a:lnTo>
                        <a:pt x="487" y="53"/>
                      </a:lnTo>
                      <a:lnTo>
                        <a:pt x="510" y="24"/>
                      </a:lnTo>
                      <a:lnTo>
                        <a:pt x="538" y="6"/>
                      </a:lnTo>
                      <a:lnTo>
                        <a:pt x="566" y="0"/>
                      </a:lnTo>
                      <a:lnTo>
                        <a:pt x="599" y="8"/>
                      </a:lnTo>
                      <a:lnTo>
                        <a:pt x="633" y="28"/>
                      </a:lnTo>
                      <a:lnTo>
                        <a:pt x="667" y="64"/>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5" name="Freeform 84">
                  <a:extLst>
                    <a:ext uri="{FF2B5EF4-FFF2-40B4-BE49-F238E27FC236}">
                      <a16:creationId xmlns:a16="http://schemas.microsoft.com/office/drawing/2014/main" id="{66AC0F13-4E5A-C145-A07C-5EA59BFAD2DE}"/>
                    </a:ext>
                  </a:extLst>
                </p:cNvPr>
                <p:cNvSpPr>
                  <a:spLocks/>
                </p:cNvSpPr>
                <p:nvPr/>
              </p:nvSpPr>
              <p:spPr bwMode="auto">
                <a:xfrm>
                  <a:off x="4391" y="3138"/>
                  <a:ext cx="355" cy="239"/>
                </a:xfrm>
                <a:custGeom>
                  <a:avLst/>
                  <a:gdLst>
                    <a:gd name="T0" fmla="*/ 328 w 710"/>
                    <a:gd name="T1" fmla="*/ 83 h 478"/>
                    <a:gd name="T2" fmla="*/ 348 w 710"/>
                    <a:gd name="T3" fmla="*/ 156 h 478"/>
                    <a:gd name="T4" fmla="*/ 355 w 710"/>
                    <a:gd name="T5" fmla="*/ 201 h 478"/>
                    <a:gd name="T6" fmla="*/ 331 w 710"/>
                    <a:gd name="T7" fmla="*/ 229 h 478"/>
                    <a:gd name="T8" fmla="*/ 227 w 710"/>
                    <a:gd name="T9" fmla="*/ 232 h 478"/>
                    <a:gd name="T10" fmla="*/ 132 w 710"/>
                    <a:gd name="T11" fmla="*/ 209 h 478"/>
                    <a:gd name="T12" fmla="*/ 82 w 710"/>
                    <a:gd name="T13" fmla="*/ 178 h 478"/>
                    <a:gd name="T14" fmla="*/ 50 w 710"/>
                    <a:gd name="T15" fmla="*/ 147 h 478"/>
                    <a:gd name="T16" fmla="*/ 15 w 710"/>
                    <a:gd name="T17" fmla="*/ 125 h 478"/>
                    <a:gd name="T18" fmla="*/ 0 w 710"/>
                    <a:gd name="T19" fmla="*/ 108 h 478"/>
                    <a:gd name="T20" fmla="*/ 6 w 710"/>
                    <a:gd name="T21" fmla="*/ 92 h 478"/>
                    <a:gd name="T22" fmla="*/ 28 w 710"/>
                    <a:gd name="T23" fmla="*/ 85 h 478"/>
                    <a:gd name="T24" fmla="*/ 38 w 710"/>
                    <a:gd name="T25" fmla="*/ 72 h 478"/>
                    <a:gd name="T26" fmla="*/ 39 w 710"/>
                    <a:gd name="T27" fmla="*/ 54 h 478"/>
                    <a:gd name="T28" fmla="*/ 52 w 710"/>
                    <a:gd name="T29" fmla="*/ 47 h 478"/>
                    <a:gd name="T30" fmla="*/ 67 w 710"/>
                    <a:gd name="T31" fmla="*/ 52 h 478"/>
                    <a:gd name="T32" fmla="*/ 70 w 710"/>
                    <a:gd name="T33" fmla="*/ 43 h 478"/>
                    <a:gd name="T34" fmla="*/ 77 w 710"/>
                    <a:gd name="T35" fmla="*/ 30 h 478"/>
                    <a:gd name="T36" fmla="*/ 92 w 710"/>
                    <a:gd name="T37" fmla="*/ 36 h 478"/>
                    <a:gd name="T38" fmla="*/ 107 w 710"/>
                    <a:gd name="T39" fmla="*/ 58 h 478"/>
                    <a:gd name="T40" fmla="*/ 113 w 710"/>
                    <a:gd name="T41" fmla="*/ 80 h 478"/>
                    <a:gd name="T42" fmla="*/ 116 w 710"/>
                    <a:gd name="T43" fmla="*/ 82 h 478"/>
                    <a:gd name="T44" fmla="*/ 118 w 710"/>
                    <a:gd name="T45" fmla="*/ 77 h 478"/>
                    <a:gd name="T46" fmla="*/ 121 w 710"/>
                    <a:gd name="T47" fmla="*/ 78 h 478"/>
                    <a:gd name="T48" fmla="*/ 136 w 710"/>
                    <a:gd name="T49" fmla="*/ 115 h 478"/>
                    <a:gd name="T50" fmla="*/ 163 w 710"/>
                    <a:gd name="T51" fmla="*/ 154 h 478"/>
                    <a:gd name="T52" fmla="*/ 200 w 710"/>
                    <a:gd name="T53" fmla="*/ 168 h 478"/>
                    <a:gd name="T54" fmla="*/ 254 w 710"/>
                    <a:gd name="T55" fmla="*/ 168 h 478"/>
                    <a:gd name="T56" fmla="*/ 282 w 710"/>
                    <a:gd name="T57" fmla="*/ 154 h 478"/>
                    <a:gd name="T58" fmla="*/ 267 w 710"/>
                    <a:gd name="T59" fmla="*/ 129 h 478"/>
                    <a:gd name="T60" fmla="*/ 251 w 710"/>
                    <a:gd name="T61" fmla="*/ 104 h 478"/>
                    <a:gd name="T62" fmla="*/ 235 w 710"/>
                    <a:gd name="T63" fmla="*/ 79 h 478"/>
                    <a:gd name="T64" fmla="*/ 232 w 710"/>
                    <a:gd name="T65" fmla="*/ 42 h 478"/>
                    <a:gd name="T66" fmla="*/ 248 w 710"/>
                    <a:gd name="T67" fmla="*/ 10 h 478"/>
                    <a:gd name="T68" fmla="*/ 272 w 710"/>
                    <a:gd name="T69" fmla="*/ 0 h 478"/>
                    <a:gd name="T70" fmla="*/ 302 w 710"/>
                    <a:gd name="T71" fmla="*/ 15 h 4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0"/>
                    <a:gd name="T109" fmla="*/ 0 h 478"/>
                    <a:gd name="T110" fmla="*/ 710 w 710"/>
                    <a:gd name="T111" fmla="*/ 478 h 4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0" h="478">
                      <a:moveTo>
                        <a:pt x="637" y="66"/>
                      </a:moveTo>
                      <a:lnTo>
                        <a:pt x="655" y="165"/>
                      </a:lnTo>
                      <a:lnTo>
                        <a:pt x="676" y="247"/>
                      </a:lnTo>
                      <a:lnTo>
                        <a:pt x="696" y="311"/>
                      </a:lnTo>
                      <a:lnTo>
                        <a:pt x="708" y="362"/>
                      </a:lnTo>
                      <a:lnTo>
                        <a:pt x="710" y="401"/>
                      </a:lnTo>
                      <a:lnTo>
                        <a:pt x="696" y="432"/>
                      </a:lnTo>
                      <a:lnTo>
                        <a:pt x="661" y="457"/>
                      </a:lnTo>
                      <a:lnTo>
                        <a:pt x="602" y="478"/>
                      </a:lnTo>
                      <a:lnTo>
                        <a:pt x="454" y="463"/>
                      </a:lnTo>
                      <a:lnTo>
                        <a:pt x="344" y="443"/>
                      </a:lnTo>
                      <a:lnTo>
                        <a:pt x="263" y="417"/>
                      </a:lnTo>
                      <a:lnTo>
                        <a:pt x="207" y="388"/>
                      </a:lnTo>
                      <a:lnTo>
                        <a:pt x="164" y="356"/>
                      </a:lnTo>
                      <a:lnTo>
                        <a:pt x="132" y="324"/>
                      </a:lnTo>
                      <a:lnTo>
                        <a:pt x="100" y="293"/>
                      </a:lnTo>
                      <a:lnTo>
                        <a:pt x="64" y="267"/>
                      </a:lnTo>
                      <a:lnTo>
                        <a:pt x="30" y="250"/>
                      </a:lnTo>
                      <a:lnTo>
                        <a:pt x="10" y="233"/>
                      </a:lnTo>
                      <a:lnTo>
                        <a:pt x="0" y="215"/>
                      </a:lnTo>
                      <a:lnTo>
                        <a:pt x="2" y="199"/>
                      </a:lnTo>
                      <a:lnTo>
                        <a:pt x="12" y="184"/>
                      </a:lnTo>
                      <a:lnTo>
                        <a:pt x="31" y="174"/>
                      </a:lnTo>
                      <a:lnTo>
                        <a:pt x="56" y="169"/>
                      </a:lnTo>
                      <a:lnTo>
                        <a:pt x="90" y="171"/>
                      </a:lnTo>
                      <a:lnTo>
                        <a:pt x="75" y="144"/>
                      </a:lnTo>
                      <a:lnTo>
                        <a:pt x="73" y="123"/>
                      </a:lnTo>
                      <a:lnTo>
                        <a:pt x="78" y="108"/>
                      </a:lnTo>
                      <a:lnTo>
                        <a:pt x="90" y="99"/>
                      </a:lnTo>
                      <a:lnTo>
                        <a:pt x="104" y="94"/>
                      </a:lnTo>
                      <a:lnTo>
                        <a:pt x="120" y="95"/>
                      </a:lnTo>
                      <a:lnTo>
                        <a:pt x="134" y="103"/>
                      </a:lnTo>
                      <a:lnTo>
                        <a:pt x="145" y="116"/>
                      </a:lnTo>
                      <a:lnTo>
                        <a:pt x="139" y="85"/>
                      </a:lnTo>
                      <a:lnTo>
                        <a:pt x="143" y="67"/>
                      </a:lnTo>
                      <a:lnTo>
                        <a:pt x="153" y="59"/>
                      </a:lnTo>
                      <a:lnTo>
                        <a:pt x="168" y="62"/>
                      </a:lnTo>
                      <a:lnTo>
                        <a:pt x="184" y="72"/>
                      </a:lnTo>
                      <a:lnTo>
                        <a:pt x="202" y="91"/>
                      </a:lnTo>
                      <a:lnTo>
                        <a:pt x="214" y="116"/>
                      </a:lnTo>
                      <a:lnTo>
                        <a:pt x="224" y="148"/>
                      </a:lnTo>
                      <a:lnTo>
                        <a:pt x="227" y="160"/>
                      </a:lnTo>
                      <a:lnTo>
                        <a:pt x="229" y="164"/>
                      </a:lnTo>
                      <a:lnTo>
                        <a:pt x="232" y="163"/>
                      </a:lnTo>
                      <a:lnTo>
                        <a:pt x="234" y="159"/>
                      </a:lnTo>
                      <a:lnTo>
                        <a:pt x="237" y="154"/>
                      </a:lnTo>
                      <a:lnTo>
                        <a:pt x="239" y="153"/>
                      </a:lnTo>
                      <a:lnTo>
                        <a:pt x="243" y="156"/>
                      </a:lnTo>
                      <a:lnTo>
                        <a:pt x="247" y="170"/>
                      </a:lnTo>
                      <a:lnTo>
                        <a:pt x="271" y="230"/>
                      </a:lnTo>
                      <a:lnTo>
                        <a:pt x="297" y="277"/>
                      </a:lnTo>
                      <a:lnTo>
                        <a:pt x="326" y="307"/>
                      </a:lnTo>
                      <a:lnTo>
                        <a:pt x="361" y="327"/>
                      </a:lnTo>
                      <a:lnTo>
                        <a:pt x="400" y="336"/>
                      </a:lnTo>
                      <a:lnTo>
                        <a:pt x="449" y="338"/>
                      </a:lnTo>
                      <a:lnTo>
                        <a:pt x="508" y="336"/>
                      </a:lnTo>
                      <a:lnTo>
                        <a:pt x="579" y="333"/>
                      </a:lnTo>
                      <a:lnTo>
                        <a:pt x="563" y="307"/>
                      </a:lnTo>
                      <a:lnTo>
                        <a:pt x="548" y="282"/>
                      </a:lnTo>
                      <a:lnTo>
                        <a:pt x="533" y="257"/>
                      </a:lnTo>
                      <a:lnTo>
                        <a:pt x="518" y="233"/>
                      </a:lnTo>
                      <a:lnTo>
                        <a:pt x="502" y="208"/>
                      </a:lnTo>
                      <a:lnTo>
                        <a:pt x="486" y="183"/>
                      </a:lnTo>
                      <a:lnTo>
                        <a:pt x="471" y="158"/>
                      </a:lnTo>
                      <a:lnTo>
                        <a:pt x="458" y="134"/>
                      </a:lnTo>
                      <a:lnTo>
                        <a:pt x="465" y="84"/>
                      </a:lnTo>
                      <a:lnTo>
                        <a:pt x="479" y="46"/>
                      </a:lnTo>
                      <a:lnTo>
                        <a:pt x="496" y="19"/>
                      </a:lnTo>
                      <a:lnTo>
                        <a:pt x="519" y="4"/>
                      </a:lnTo>
                      <a:lnTo>
                        <a:pt x="544" y="0"/>
                      </a:lnTo>
                      <a:lnTo>
                        <a:pt x="573" y="9"/>
                      </a:lnTo>
                      <a:lnTo>
                        <a:pt x="603" y="30"/>
                      </a:lnTo>
                      <a:lnTo>
                        <a:pt x="637" y="66"/>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6" name="Freeform 85">
                  <a:extLst>
                    <a:ext uri="{FF2B5EF4-FFF2-40B4-BE49-F238E27FC236}">
                      <a16:creationId xmlns:a16="http://schemas.microsoft.com/office/drawing/2014/main" id="{9220AC44-408B-B545-9414-46E8E3B66933}"/>
                    </a:ext>
                  </a:extLst>
                </p:cNvPr>
                <p:cNvSpPr>
                  <a:spLocks/>
                </p:cNvSpPr>
                <p:nvPr/>
              </p:nvSpPr>
              <p:spPr bwMode="auto">
                <a:xfrm>
                  <a:off x="4397" y="3140"/>
                  <a:ext cx="343" cy="230"/>
                </a:xfrm>
                <a:custGeom>
                  <a:avLst/>
                  <a:gdLst>
                    <a:gd name="T0" fmla="*/ 312 w 687"/>
                    <a:gd name="T1" fmla="*/ 84 h 459"/>
                    <a:gd name="T2" fmla="*/ 335 w 687"/>
                    <a:gd name="T3" fmla="*/ 152 h 459"/>
                    <a:gd name="T4" fmla="*/ 343 w 687"/>
                    <a:gd name="T5" fmla="*/ 192 h 459"/>
                    <a:gd name="T6" fmla="*/ 320 w 687"/>
                    <a:gd name="T7" fmla="*/ 218 h 459"/>
                    <a:gd name="T8" fmla="*/ 216 w 687"/>
                    <a:gd name="T9" fmla="*/ 222 h 459"/>
                    <a:gd name="T10" fmla="*/ 121 w 687"/>
                    <a:gd name="T11" fmla="*/ 196 h 459"/>
                    <a:gd name="T12" fmla="*/ 73 w 687"/>
                    <a:gd name="T13" fmla="*/ 164 h 459"/>
                    <a:gd name="T14" fmla="*/ 46 w 687"/>
                    <a:gd name="T15" fmla="*/ 138 h 459"/>
                    <a:gd name="T16" fmla="*/ 15 w 687"/>
                    <a:gd name="T17" fmla="*/ 124 h 459"/>
                    <a:gd name="T18" fmla="*/ 0 w 687"/>
                    <a:gd name="T19" fmla="*/ 107 h 459"/>
                    <a:gd name="T20" fmla="*/ 6 w 687"/>
                    <a:gd name="T21" fmla="*/ 92 h 459"/>
                    <a:gd name="T22" fmla="*/ 28 w 687"/>
                    <a:gd name="T23" fmla="*/ 85 h 459"/>
                    <a:gd name="T24" fmla="*/ 38 w 687"/>
                    <a:gd name="T25" fmla="*/ 72 h 459"/>
                    <a:gd name="T26" fmla="*/ 40 w 687"/>
                    <a:gd name="T27" fmla="*/ 56 h 459"/>
                    <a:gd name="T28" fmla="*/ 54 w 687"/>
                    <a:gd name="T29" fmla="*/ 51 h 459"/>
                    <a:gd name="T30" fmla="*/ 68 w 687"/>
                    <a:gd name="T31" fmla="*/ 57 h 459"/>
                    <a:gd name="T32" fmla="*/ 70 w 687"/>
                    <a:gd name="T33" fmla="*/ 50 h 459"/>
                    <a:gd name="T34" fmla="*/ 79 w 687"/>
                    <a:gd name="T35" fmla="*/ 39 h 459"/>
                    <a:gd name="T36" fmla="*/ 93 w 687"/>
                    <a:gd name="T37" fmla="*/ 47 h 459"/>
                    <a:gd name="T38" fmla="*/ 105 w 687"/>
                    <a:gd name="T39" fmla="*/ 69 h 459"/>
                    <a:gd name="T40" fmla="*/ 108 w 687"/>
                    <a:gd name="T41" fmla="*/ 88 h 459"/>
                    <a:gd name="T42" fmla="*/ 110 w 687"/>
                    <a:gd name="T43" fmla="*/ 87 h 459"/>
                    <a:gd name="T44" fmla="*/ 113 w 687"/>
                    <a:gd name="T45" fmla="*/ 78 h 459"/>
                    <a:gd name="T46" fmla="*/ 116 w 687"/>
                    <a:gd name="T47" fmla="*/ 76 h 459"/>
                    <a:gd name="T48" fmla="*/ 128 w 687"/>
                    <a:gd name="T49" fmla="*/ 114 h 459"/>
                    <a:gd name="T50" fmla="*/ 157 w 687"/>
                    <a:gd name="T51" fmla="*/ 153 h 459"/>
                    <a:gd name="T52" fmla="*/ 196 w 687"/>
                    <a:gd name="T53" fmla="*/ 167 h 459"/>
                    <a:gd name="T54" fmla="*/ 252 w 687"/>
                    <a:gd name="T55" fmla="*/ 168 h 459"/>
                    <a:gd name="T56" fmla="*/ 279 w 687"/>
                    <a:gd name="T57" fmla="*/ 154 h 459"/>
                    <a:gd name="T58" fmla="*/ 264 w 687"/>
                    <a:gd name="T59" fmla="*/ 127 h 459"/>
                    <a:gd name="T60" fmla="*/ 248 w 687"/>
                    <a:gd name="T61" fmla="*/ 102 h 459"/>
                    <a:gd name="T62" fmla="*/ 233 w 687"/>
                    <a:gd name="T63" fmla="*/ 76 h 459"/>
                    <a:gd name="T64" fmla="*/ 229 w 687"/>
                    <a:gd name="T65" fmla="*/ 39 h 459"/>
                    <a:gd name="T66" fmla="*/ 242 w 687"/>
                    <a:gd name="T67" fmla="*/ 8 h 459"/>
                    <a:gd name="T68" fmla="*/ 261 w 687"/>
                    <a:gd name="T69" fmla="*/ 0 h 459"/>
                    <a:gd name="T70" fmla="*/ 287 w 687"/>
                    <a:gd name="T71" fmla="*/ 17 h 45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7"/>
                    <a:gd name="T109" fmla="*/ 0 h 459"/>
                    <a:gd name="T110" fmla="*/ 687 w 687"/>
                    <a:gd name="T111" fmla="*/ 459 h 45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7" h="459">
                      <a:moveTo>
                        <a:pt x="606" y="71"/>
                      </a:moveTo>
                      <a:lnTo>
                        <a:pt x="625" y="167"/>
                      </a:lnTo>
                      <a:lnTo>
                        <a:pt x="649" y="245"/>
                      </a:lnTo>
                      <a:lnTo>
                        <a:pt x="670" y="304"/>
                      </a:lnTo>
                      <a:lnTo>
                        <a:pt x="685" y="350"/>
                      </a:lnTo>
                      <a:lnTo>
                        <a:pt x="687" y="384"/>
                      </a:lnTo>
                      <a:lnTo>
                        <a:pt x="676" y="412"/>
                      </a:lnTo>
                      <a:lnTo>
                        <a:pt x="641" y="436"/>
                      </a:lnTo>
                      <a:lnTo>
                        <a:pt x="581" y="459"/>
                      </a:lnTo>
                      <a:lnTo>
                        <a:pt x="433" y="443"/>
                      </a:lnTo>
                      <a:lnTo>
                        <a:pt x="322" y="419"/>
                      </a:lnTo>
                      <a:lnTo>
                        <a:pt x="242" y="391"/>
                      </a:lnTo>
                      <a:lnTo>
                        <a:pt x="187" y="359"/>
                      </a:lnTo>
                      <a:lnTo>
                        <a:pt x="147" y="327"/>
                      </a:lnTo>
                      <a:lnTo>
                        <a:pt x="118" y="299"/>
                      </a:lnTo>
                      <a:lnTo>
                        <a:pt x="92" y="276"/>
                      </a:lnTo>
                      <a:lnTo>
                        <a:pt x="63" y="264"/>
                      </a:lnTo>
                      <a:lnTo>
                        <a:pt x="30" y="248"/>
                      </a:lnTo>
                      <a:lnTo>
                        <a:pt x="10" y="230"/>
                      </a:lnTo>
                      <a:lnTo>
                        <a:pt x="0" y="213"/>
                      </a:lnTo>
                      <a:lnTo>
                        <a:pt x="3" y="198"/>
                      </a:lnTo>
                      <a:lnTo>
                        <a:pt x="13" y="184"/>
                      </a:lnTo>
                      <a:lnTo>
                        <a:pt x="32" y="174"/>
                      </a:lnTo>
                      <a:lnTo>
                        <a:pt x="57" y="169"/>
                      </a:lnTo>
                      <a:lnTo>
                        <a:pt x="90" y="171"/>
                      </a:lnTo>
                      <a:lnTo>
                        <a:pt x="77" y="144"/>
                      </a:lnTo>
                      <a:lnTo>
                        <a:pt x="75" y="125"/>
                      </a:lnTo>
                      <a:lnTo>
                        <a:pt x="80" y="111"/>
                      </a:lnTo>
                      <a:lnTo>
                        <a:pt x="94" y="105"/>
                      </a:lnTo>
                      <a:lnTo>
                        <a:pt x="108" y="102"/>
                      </a:lnTo>
                      <a:lnTo>
                        <a:pt x="124" y="106"/>
                      </a:lnTo>
                      <a:lnTo>
                        <a:pt x="136" y="114"/>
                      </a:lnTo>
                      <a:lnTo>
                        <a:pt x="144" y="129"/>
                      </a:lnTo>
                      <a:lnTo>
                        <a:pt x="141" y="99"/>
                      </a:lnTo>
                      <a:lnTo>
                        <a:pt x="147" y="82"/>
                      </a:lnTo>
                      <a:lnTo>
                        <a:pt x="158" y="77"/>
                      </a:lnTo>
                      <a:lnTo>
                        <a:pt x="173" y="82"/>
                      </a:lnTo>
                      <a:lnTo>
                        <a:pt x="187" y="94"/>
                      </a:lnTo>
                      <a:lnTo>
                        <a:pt x="201" y="114"/>
                      </a:lnTo>
                      <a:lnTo>
                        <a:pt x="210" y="137"/>
                      </a:lnTo>
                      <a:lnTo>
                        <a:pt x="213" y="166"/>
                      </a:lnTo>
                      <a:lnTo>
                        <a:pt x="216" y="176"/>
                      </a:lnTo>
                      <a:lnTo>
                        <a:pt x="218" y="179"/>
                      </a:lnTo>
                      <a:lnTo>
                        <a:pt x="221" y="174"/>
                      </a:lnTo>
                      <a:lnTo>
                        <a:pt x="223" y="165"/>
                      </a:lnTo>
                      <a:lnTo>
                        <a:pt x="226" y="156"/>
                      </a:lnTo>
                      <a:lnTo>
                        <a:pt x="228" y="151"/>
                      </a:lnTo>
                      <a:lnTo>
                        <a:pt x="232" y="152"/>
                      </a:lnTo>
                      <a:lnTo>
                        <a:pt x="236" y="166"/>
                      </a:lnTo>
                      <a:lnTo>
                        <a:pt x="257" y="228"/>
                      </a:lnTo>
                      <a:lnTo>
                        <a:pt x="284" y="274"/>
                      </a:lnTo>
                      <a:lnTo>
                        <a:pt x="314" y="305"/>
                      </a:lnTo>
                      <a:lnTo>
                        <a:pt x="350" y="325"/>
                      </a:lnTo>
                      <a:lnTo>
                        <a:pt x="393" y="334"/>
                      </a:lnTo>
                      <a:lnTo>
                        <a:pt x="444" y="338"/>
                      </a:lnTo>
                      <a:lnTo>
                        <a:pt x="504" y="335"/>
                      </a:lnTo>
                      <a:lnTo>
                        <a:pt x="576" y="333"/>
                      </a:lnTo>
                      <a:lnTo>
                        <a:pt x="559" y="307"/>
                      </a:lnTo>
                      <a:lnTo>
                        <a:pt x="544" y="280"/>
                      </a:lnTo>
                      <a:lnTo>
                        <a:pt x="528" y="254"/>
                      </a:lnTo>
                      <a:lnTo>
                        <a:pt x="513" y="229"/>
                      </a:lnTo>
                      <a:lnTo>
                        <a:pt x="497" y="203"/>
                      </a:lnTo>
                      <a:lnTo>
                        <a:pt x="482" y="177"/>
                      </a:lnTo>
                      <a:lnTo>
                        <a:pt x="467" y="151"/>
                      </a:lnTo>
                      <a:lnTo>
                        <a:pt x="453" y="126"/>
                      </a:lnTo>
                      <a:lnTo>
                        <a:pt x="459" y="77"/>
                      </a:lnTo>
                      <a:lnTo>
                        <a:pt x="470" y="41"/>
                      </a:lnTo>
                      <a:lnTo>
                        <a:pt x="484" y="15"/>
                      </a:lnTo>
                      <a:lnTo>
                        <a:pt x="503" y="2"/>
                      </a:lnTo>
                      <a:lnTo>
                        <a:pt x="523" y="0"/>
                      </a:lnTo>
                      <a:lnTo>
                        <a:pt x="547" y="11"/>
                      </a:lnTo>
                      <a:lnTo>
                        <a:pt x="575" y="33"/>
                      </a:lnTo>
                      <a:lnTo>
                        <a:pt x="606" y="71"/>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7" name="Freeform 86">
                  <a:extLst>
                    <a:ext uri="{FF2B5EF4-FFF2-40B4-BE49-F238E27FC236}">
                      <a16:creationId xmlns:a16="http://schemas.microsoft.com/office/drawing/2014/main" id="{D674E9D5-341A-714F-8C09-87CA4CDC0F20}"/>
                    </a:ext>
                  </a:extLst>
                </p:cNvPr>
                <p:cNvSpPr>
                  <a:spLocks/>
                </p:cNvSpPr>
                <p:nvPr/>
              </p:nvSpPr>
              <p:spPr bwMode="auto">
                <a:xfrm>
                  <a:off x="4288" y="3368"/>
                  <a:ext cx="118" cy="69"/>
                </a:xfrm>
                <a:custGeom>
                  <a:avLst/>
                  <a:gdLst>
                    <a:gd name="T0" fmla="*/ 17 w 236"/>
                    <a:gd name="T1" fmla="*/ 0 h 138"/>
                    <a:gd name="T2" fmla="*/ 29 w 236"/>
                    <a:gd name="T3" fmla="*/ 3 h 138"/>
                    <a:gd name="T4" fmla="*/ 42 w 236"/>
                    <a:gd name="T5" fmla="*/ 7 h 138"/>
                    <a:gd name="T6" fmla="*/ 54 w 236"/>
                    <a:gd name="T7" fmla="*/ 11 h 138"/>
                    <a:gd name="T8" fmla="*/ 67 w 236"/>
                    <a:gd name="T9" fmla="*/ 15 h 138"/>
                    <a:gd name="T10" fmla="*/ 79 w 236"/>
                    <a:gd name="T11" fmla="*/ 19 h 138"/>
                    <a:gd name="T12" fmla="*/ 92 w 236"/>
                    <a:gd name="T13" fmla="*/ 23 h 138"/>
                    <a:gd name="T14" fmla="*/ 104 w 236"/>
                    <a:gd name="T15" fmla="*/ 27 h 138"/>
                    <a:gd name="T16" fmla="*/ 117 w 236"/>
                    <a:gd name="T17" fmla="*/ 32 h 138"/>
                    <a:gd name="T18" fmla="*/ 118 w 236"/>
                    <a:gd name="T19" fmla="*/ 37 h 138"/>
                    <a:gd name="T20" fmla="*/ 118 w 236"/>
                    <a:gd name="T21" fmla="*/ 42 h 138"/>
                    <a:gd name="T22" fmla="*/ 118 w 236"/>
                    <a:gd name="T23" fmla="*/ 47 h 138"/>
                    <a:gd name="T24" fmla="*/ 118 w 236"/>
                    <a:gd name="T25" fmla="*/ 52 h 138"/>
                    <a:gd name="T26" fmla="*/ 116 w 236"/>
                    <a:gd name="T27" fmla="*/ 56 h 138"/>
                    <a:gd name="T28" fmla="*/ 114 w 236"/>
                    <a:gd name="T29" fmla="*/ 60 h 138"/>
                    <a:gd name="T30" fmla="*/ 111 w 236"/>
                    <a:gd name="T31" fmla="*/ 65 h 138"/>
                    <a:gd name="T32" fmla="*/ 108 w 236"/>
                    <a:gd name="T33" fmla="*/ 69 h 138"/>
                    <a:gd name="T34" fmla="*/ 98 w 236"/>
                    <a:gd name="T35" fmla="*/ 67 h 138"/>
                    <a:gd name="T36" fmla="*/ 88 w 236"/>
                    <a:gd name="T37" fmla="*/ 66 h 138"/>
                    <a:gd name="T38" fmla="*/ 77 w 236"/>
                    <a:gd name="T39" fmla="*/ 65 h 138"/>
                    <a:gd name="T40" fmla="*/ 67 w 236"/>
                    <a:gd name="T41" fmla="*/ 63 h 138"/>
                    <a:gd name="T42" fmla="*/ 56 w 236"/>
                    <a:gd name="T43" fmla="*/ 62 h 138"/>
                    <a:gd name="T44" fmla="*/ 46 w 236"/>
                    <a:gd name="T45" fmla="*/ 61 h 138"/>
                    <a:gd name="T46" fmla="*/ 36 w 236"/>
                    <a:gd name="T47" fmla="*/ 60 h 138"/>
                    <a:gd name="T48" fmla="*/ 27 w 236"/>
                    <a:gd name="T49" fmla="*/ 59 h 138"/>
                    <a:gd name="T50" fmla="*/ 15 w 236"/>
                    <a:gd name="T51" fmla="*/ 52 h 138"/>
                    <a:gd name="T52" fmla="*/ 7 w 236"/>
                    <a:gd name="T53" fmla="*/ 44 h 138"/>
                    <a:gd name="T54" fmla="*/ 3 w 236"/>
                    <a:gd name="T55" fmla="*/ 37 h 138"/>
                    <a:gd name="T56" fmla="*/ 1 w 236"/>
                    <a:gd name="T57" fmla="*/ 29 h 138"/>
                    <a:gd name="T58" fmla="*/ 0 w 236"/>
                    <a:gd name="T59" fmla="*/ 22 h 138"/>
                    <a:gd name="T60" fmla="*/ 4 w 236"/>
                    <a:gd name="T61" fmla="*/ 14 h 138"/>
                    <a:gd name="T62" fmla="*/ 9 w 236"/>
                    <a:gd name="T63" fmla="*/ 6 h 138"/>
                    <a:gd name="T64" fmla="*/ 17 w 236"/>
                    <a:gd name="T65" fmla="*/ 0 h 1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6"/>
                    <a:gd name="T100" fmla="*/ 0 h 138"/>
                    <a:gd name="T101" fmla="*/ 236 w 236"/>
                    <a:gd name="T102" fmla="*/ 138 h 1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6" h="138">
                      <a:moveTo>
                        <a:pt x="34" y="0"/>
                      </a:moveTo>
                      <a:lnTo>
                        <a:pt x="58" y="7"/>
                      </a:lnTo>
                      <a:lnTo>
                        <a:pt x="83" y="15"/>
                      </a:lnTo>
                      <a:lnTo>
                        <a:pt x="108" y="22"/>
                      </a:lnTo>
                      <a:lnTo>
                        <a:pt x="133" y="31"/>
                      </a:lnTo>
                      <a:lnTo>
                        <a:pt x="158" y="39"/>
                      </a:lnTo>
                      <a:lnTo>
                        <a:pt x="183" y="47"/>
                      </a:lnTo>
                      <a:lnTo>
                        <a:pt x="208" y="55"/>
                      </a:lnTo>
                      <a:lnTo>
                        <a:pt x="233" y="64"/>
                      </a:lnTo>
                      <a:lnTo>
                        <a:pt x="235" y="74"/>
                      </a:lnTo>
                      <a:lnTo>
                        <a:pt x="236" y="85"/>
                      </a:lnTo>
                      <a:lnTo>
                        <a:pt x="236" y="94"/>
                      </a:lnTo>
                      <a:lnTo>
                        <a:pt x="235" y="104"/>
                      </a:lnTo>
                      <a:lnTo>
                        <a:pt x="231" y="112"/>
                      </a:lnTo>
                      <a:lnTo>
                        <a:pt x="227" y="121"/>
                      </a:lnTo>
                      <a:lnTo>
                        <a:pt x="222" y="129"/>
                      </a:lnTo>
                      <a:lnTo>
                        <a:pt x="216" y="138"/>
                      </a:lnTo>
                      <a:lnTo>
                        <a:pt x="195" y="134"/>
                      </a:lnTo>
                      <a:lnTo>
                        <a:pt x="175" y="131"/>
                      </a:lnTo>
                      <a:lnTo>
                        <a:pt x="153" y="129"/>
                      </a:lnTo>
                      <a:lnTo>
                        <a:pt x="133" y="127"/>
                      </a:lnTo>
                      <a:lnTo>
                        <a:pt x="112" y="124"/>
                      </a:lnTo>
                      <a:lnTo>
                        <a:pt x="92" y="122"/>
                      </a:lnTo>
                      <a:lnTo>
                        <a:pt x="72" y="120"/>
                      </a:lnTo>
                      <a:lnTo>
                        <a:pt x="53" y="119"/>
                      </a:lnTo>
                      <a:lnTo>
                        <a:pt x="30" y="104"/>
                      </a:lnTo>
                      <a:lnTo>
                        <a:pt x="15" y="89"/>
                      </a:lnTo>
                      <a:lnTo>
                        <a:pt x="5" y="74"/>
                      </a:lnTo>
                      <a:lnTo>
                        <a:pt x="1" y="59"/>
                      </a:lnTo>
                      <a:lnTo>
                        <a:pt x="0" y="44"/>
                      </a:lnTo>
                      <a:lnTo>
                        <a:pt x="7" y="28"/>
                      </a:lnTo>
                      <a:lnTo>
                        <a:pt x="17" y="13"/>
                      </a:lnTo>
                      <a:lnTo>
                        <a:pt x="34"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8" name="Freeform 87">
                  <a:extLst>
                    <a:ext uri="{FF2B5EF4-FFF2-40B4-BE49-F238E27FC236}">
                      <a16:creationId xmlns:a16="http://schemas.microsoft.com/office/drawing/2014/main" id="{1CCBCB14-7478-DE4A-8E48-A146E9566C01}"/>
                    </a:ext>
                  </a:extLst>
                </p:cNvPr>
                <p:cNvSpPr>
                  <a:spLocks/>
                </p:cNvSpPr>
                <p:nvPr/>
              </p:nvSpPr>
              <p:spPr bwMode="auto">
                <a:xfrm>
                  <a:off x="4291" y="3370"/>
                  <a:ext cx="112" cy="65"/>
                </a:xfrm>
                <a:custGeom>
                  <a:avLst/>
                  <a:gdLst>
                    <a:gd name="T0" fmla="*/ 16 w 226"/>
                    <a:gd name="T1" fmla="*/ 0 h 131"/>
                    <a:gd name="T2" fmla="*/ 27 w 226"/>
                    <a:gd name="T3" fmla="*/ 4 h 131"/>
                    <a:gd name="T4" fmla="*/ 39 w 226"/>
                    <a:gd name="T5" fmla="*/ 7 h 131"/>
                    <a:gd name="T6" fmla="*/ 51 w 226"/>
                    <a:gd name="T7" fmla="*/ 11 h 131"/>
                    <a:gd name="T8" fmla="*/ 63 w 226"/>
                    <a:gd name="T9" fmla="*/ 15 h 131"/>
                    <a:gd name="T10" fmla="*/ 75 w 226"/>
                    <a:gd name="T11" fmla="*/ 19 h 131"/>
                    <a:gd name="T12" fmla="*/ 87 w 226"/>
                    <a:gd name="T13" fmla="*/ 23 h 131"/>
                    <a:gd name="T14" fmla="*/ 98 w 226"/>
                    <a:gd name="T15" fmla="*/ 26 h 131"/>
                    <a:gd name="T16" fmla="*/ 111 w 226"/>
                    <a:gd name="T17" fmla="*/ 30 h 131"/>
                    <a:gd name="T18" fmla="*/ 112 w 226"/>
                    <a:gd name="T19" fmla="*/ 35 h 131"/>
                    <a:gd name="T20" fmla="*/ 112 w 226"/>
                    <a:gd name="T21" fmla="*/ 40 h 131"/>
                    <a:gd name="T22" fmla="*/ 112 w 226"/>
                    <a:gd name="T23" fmla="*/ 44 h 131"/>
                    <a:gd name="T24" fmla="*/ 112 w 226"/>
                    <a:gd name="T25" fmla="*/ 49 h 131"/>
                    <a:gd name="T26" fmla="*/ 110 w 226"/>
                    <a:gd name="T27" fmla="*/ 53 h 131"/>
                    <a:gd name="T28" fmla="*/ 108 w 226"/>
                    <a:gd name="T29" fmla="*/ 58 h 131"/>
                    <a:gd name="T30" fmla="*/ 105 w 226"/>
                    <a:gd name="T31" fmla="*/ 61 h 131"/>
                    <a:gd name="T32" fmla="*/ 102 w 226"/>
                    <a:gd name="T33" fmla="*/ 65 h 131"/>
                    <a:gd name="T34" fmla="*/ 92 w 226"/>
                    <a:gd name="T35" fmla="*/ 64 h 131"/>
                    <a:gd name="T36" fmla="*/ 82 w 226"/>
                    <a:gd name="T37" fmla="*/ 63 h 131"/>
                    <a:gd name="T38" fmla="*/ 72 w 226"/>
                    <a:gd name="T39" fmla="*/ 61 h 131"/>
                    <a:gd name="T40" fmla="*/ 63 w 226"/>
                    <a:gd name="T41" fmla="*/ 61 h 131"/>
                    <a:gd name="T42" fmla="*/ 53 w 226"/>
                    <a:gd name="T43" fmla="*/ 59 h 131"/>
                    <a:gd name="T44" fmla="*/ 43 w 226"/>
                    <a:gd name="T45" fmla="*/ 58 h 131"/>
                    <a:gd name="T46" fmla="*/ 34 w 226"/>
                    <a:gd name="T47" fmla="*/ 57 h 131"/>
                    <a:gd name="T48" fmla="*/ 24 w 226"/>
                    <a:gd name="T49" fmla="*/ 56 h 131"/>
                    <a:gd name="T50" fmla="*/ 14 w 226"/>
                    <a:gd name="T51" fmla="*/ 49 h 131"/>
                    <a:gd name="T52" fmla="*/ 7 w 226"/>
                    <a:gd name="T53" fmla="*/ 42 h 131"/>
                    <a:gd name="T54" fmla="*/ 2 w 226"/>
                    <a:gd name="T55" fmla="*/ 35 h 131"/>
                    <a:gd name="T56" fmla="*/ 0 w 226"/>
                    <a:gd name="T57" fmla="*/ 28 h 131"/>
                    <a:gd name="T58" fmla="*/ 0 w 226"/>
                    <a:gd name="T59" fmla="*/ 21 h 131"/>
                    <a:gd name="T60" fmla="*/ 2 w 226"/>
                    <a:gd name="T61" fmla="*/ 14 h 131"/>
                    <a:gd name="T62" fmla="*/ 7 w 226"/>
                    <a:gd name="T63" fmla="*/ 7 h 131"/>
                    <a:gd name="T64" fmla="*/ 16 w 226"/>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131"/>
                    <a:gd name="T101" fmla="*/ 226 w 226"/>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131">
                      <a:moveTo>
                        <a:pt x="32" y="0"/>
                      </a:moveTo>
                      <a:lnTo>
                        <a:pt x="54" y="8"/>
                      </a:lnTo>
                      <a:lnTo>
                        <a:pt x="79" y="15"/>
                      </a:lnTo>
                      <a:lnTo>
                        <a:pt x="102" y="23"/>
                      </a:lnTo>
                      <a:lnTo>
                        <a:pt x="127" y="31"/>
                      </a:lnTo>
                      <a:lnTo>
                        <a:pt x="151" y="38"/>
                      </a:lnTo>
                      <a:lnTo>
                        <a:pt x="175" y="46"/>
                      </a:lnTo>
                      <a:lnTo>
                        <a:pt x="198" y="53"/>
                      </a:lnTo>
                      <a:lnTo>
                        <a:pt x="223" y="61"/>
                      </a:lnTo>
                      <a:lnTo>
                        <a:pt x="225" y="71"/>
                      </a:lnTo>
                      <a:lnTo>
                        <a:pt x="226" y="81"/>
                      </a:lnTo>
                      <a:lnTo>
                        <a:pt x="225" y="89"/>
                      </a:lnTo>
                      <a:lnTo>
                        <a:pt x="225" y="99"/>
                      </a:lnTo>
                      <a:lnTo>
                        <a:pt x="221" y="107"/>
                      </a:lnTo>
                      <a:lnTo>
                        <a:pt x="217" y="116"/>
                      </a:lnTo>
                      <a:lnTo>
                        <a:pt x="211" y="123"/>
                      </a:lnTo>
                      <a:lnTo>
                        <a:pt x="206" y="131"/>
                      </a:lnTo>
                      <a:lnTo>
                        <a:pt x="186" y="128"/>
                      </a:lnTo>
                      <a:lnTo>
                        <a:pt x="166" y="126"/>
                      </a:lnTo>
                      <a:lnTo>
                        <a:pt x="146" y="123"/>
                      </a:lnTo>
                      <a:lnTo>
                        <a:pt x="127" y="122"/>
                      </a:lnTo>
                      <a:lnTo>
                        <a:pt x="107" y="118"/>
                      </a:lnTo>
                      <a:lnTo>
                        <a:pt x="87" y="117"/>
                      </a:lnTo>
                      <a:lnTo>
                        <a:pt x="68" y="114"/>
                      </a:lnTo>
                      <a:lnTo>
                        <a:pt x="49" y="113"/>
                      </a:lnTo>
                      <a:lnTo>
                        <a:pt x="28" y="98"/>
                      </a:lnTo>
                      <a:lnTo>
                        <a:pt x="14" y="84"/>
                      </a:lnTo>
                      <a:lnTo>
                        <a:pt x="4" y="71"/>
                      </a:lnTo>
                      <a:lnTo>
                        <a:pt x="0" y="57"/>
                      </a:lnTo>
                      <a:lnTo>
                        <a:pt x="0" y="42"/>
                      </a:lnTo>
                      <a:lnTo>
                        <a:pt x="5" y="28"/>
                      </a:lnTo>
                      <a:lnTo>
                        <a:pt x="15" y="14"/>
                      </a:lnTo>
                      <a:lnTo>
                        <a:pt x="32"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9" name="Freeform 88">
                  <a:extLst>
                    <a:ext uri="{FF2B5EF4-FFF2-40B4-BE49-F238E27FC236}">
                      <a16:creationId xmlns:a16="http://schemas.microsoft.com/office/drawing/2014/main" id="{3F018392-8385-7F45-9131-C9E8C622D7C4}"/>
                    </a:ext>
                  </a:extLst>
                </p:cNvPr>
                <p:cNvSpPr>
                  <a:spLocks/>
                </p:cNvSpPr>
                <p:nvPr/>
              </p:nvSpPr>
              <p:spPr bwMode="auto">
                <a:xfrm>
                  <a:off x="4293" y="3371"/>
                  <a:ext cx="107" cy="62"/>
                </a:xfrm>
                <a:custGeom>
                  <a:avLst/>
                  <a:gdLst>
                    <a:gd name="T0" fmla="*/ 15 w 215"/>
                    <a:gd name="T1" fmla="*/ 0 h 124"/>
                    <a:gd name="T2" fmla="*/ 26 w 215"/>
                    <a:gd name="T3" fmla="*/ 3 h 124"/>
                    <a:gd name="T4" fmla="*/ 38 w 215"/>
                    <a:gd name="T5" fmla="*/ 7 h 124"/>
                    <a:gd name="T6" fmla="*/ 49 w 215"/>
                    <a:gd name="T7" fmla="*/ 11 h 124"/>
                    <a:gd name="T8" fmla="*/ 61 w 215"/>
                    <a:gd name="T9" fmla="*/ 15 h 124"/>
                    <a:gd name="T10" fmla="*/ 72 w 215"/>
                    <a:gd name="T11" fmla="*/ 18 h 124"/>
                    <a:gd name="T12" fmla="*/ 83 w 215"/>
                    <a:gd name="T13" fmla="*/ 22 h 124"/>
                    <a:gd name="T14" fmla="*/ 95 w 215"/>
                    <a:gd name="T15" fmla="*/ 25 h 124"/>
                    <a:gd name="T16" fmla="*/ 106 w 215"/>
                    <a:gd name="T17" fmla="*/ 29 h 124"/>
                    <a:gd name="T18" fmla="*/ 106 w 215"/>
                    <a:gd name="T19" fmla="*/ 33 h 124"/>
                    <a:gd name="T20" fmla="*/ 107 w 215"/>
                    <a:gd name="T21" fmla="*/ 38 h 124"/>
                    <a:gd name="T22" fmla="*/ 106 w 215"/>
                    <a:gd name="T23" fmla="*/ 43 h 124"/>
                    <a:gd name="T24" fmla="*/ 106 w 215"/>
                    <a:gd name="T25" fmla="*/ 48 h 124"/>
                    <a:gd name="T26" fmla="*/ 105 w 215"/>
                    <a:gd name="T27" fmla="*/ 52 h 124"/>
                    <a:gd name="T28" fmla="*/ 103 w 215"/>
                    <a:gd name="T29" fmla="*/ 55 h 124"/>
                    <a:gd name="T30" fmla="*/ 101 w 215"/>
                    <a:gd name="T31" fmla="*/ 58 h 124"/>
                    <a:gd name="T32" fmla="*/ 99 w 215"/>
                    <a:gd name="T33" fmla="*/ 62 h 124"/>
                    <a:gd name="T34" fmla="*/ 89 w 215"/>
                    <a:gd name="T35" fmla="*/ 61 h 124"/>
                    <a:gd name="T36" fmla="*/ 80 w 215"/>
                    <a:gd name="T37" fmla="*/ 60 h 124"/>
                    <a:gd name="T38" fmla="*/ 70 w 215"/>
                    <a:gd name="T39" fmla="*/ 59 h 124"/>
                    <a:gd name="T40" fmla="*/ 61 w 215"/>
                    <a:gd name="T41" fmla="*/ 58 h 124"/>
                    <a:gd name="T42" fmla="*/ 51 w 215"/>
                    <a:gd name="T43" fmla="*/ 57 h 124"/>
                    <a:gd name="T44" fmla="*/ 42 w 215"/>
                    <a:gd name="T45" fmla="*/ 57 h 124"/>
                    <a:gd name="T46" fmla="*/ 32 w 215"/>
                    <a:gd name="T47" fmla="*/ 55 h 124"/>
                    <a:gd name="T48" fmla="*/ 24 w 215"/>
                    <a:gd name="T49" fmla="*/ 55 h 124"/>
                    <a:gd name="T50" fmla="*/ 14 w 215"/>
                    <a:gd name="T51" fmla="*/ 47 h 124"/>
                    <a:gd name="T52" fmla="*/ 7 w 215"/>
                    <a:gd name="T53" fmla="*/ 41 h 124"/>
                    <a:gd name="T54" fmla="*/ 2 w 215"/>
                    <a:gd name="T55" fmla="*/ 33 h 124"/>
                    <a:gd name="T56" fmla="*/ 0 w 215"/>
                    <a:gd name="T57" fmla="*/ 27 h 124"/>
                    <a:gd name="T58" fmla="*/ 0 w 215"/>
                    <a:gd name="T59" fmla="*/ 20 h 124"/>
                    <a:gd name="T60" fmla="*/ 2 w 215"/>
                    <a:gd name="T61" fmla="*/ 13 h 124"/>
                    <a:gd name="T62" fmla="*/ 7 w 215"/>
                    <a:gd name="T63" fmla="*/ 6 h 124"/>
                    <a:gd name="T64" fmla="*/ 15 w 215"/>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24"/>
                    <a:gd name="T101" fmla="*/ 215 w 215"/>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24">
                      <a:moveTo>
                        <a:pt x="30" y="0"/>
                      </a:moveTo>
                      <a:lnTo>
                        <a:pt x="53" y="6"/>
                      </a:lnTo>
                      <a:lnTo>
                        <a:pt x="76" y="14"/>
                      </a:lnTo>
                      <a:lnTo>
                        <a:pt x="98" y="21"/>
                      </a:lnTo>
                      <a:lnTo>
                        <a:pt x="122" y="29"/>
                      </a:lnTo>
                      <a:lnTo>
                        <a:pt x="144" y="35"/>
                      </a:lnTo>
                      <a:lnTo>
                        <a:pt x="167" y="43"/>
                      </a:lnTo>
                      <a:lnTo>
                        <a:pt x="190" y="50"/>
                      </a:lnTo>
                      <a:lnTo>
                        <a:pt x="213" y="58"/>
                      </a:lnTo>
                      <a:lnTo>
                        <a:pt x="213" y="66"/>
                      </a:lnTo>
                      <a:lnTo>
                        <a:pt x="215" y="76"/>
                      </a:lnTo>
                      <a:lnTo>
                        <a:pt x="213" y="85"/>
                      </a:lnTo>
                      <a:lnTo>
                        <a:pt x="213" y="95"/>
                      </a:lnTo>
                      <a:lnTo>
                        <a:pt x="210" y="103"/>
                      </a:lnTo>
                      <a:lnTo>
                        <a:pt x="207" y="110"/>
                      </a:lnTo>
                      <a:lnTo>
                        <a:pt x="202" y="116"/>
                      </a:lnTo>
                      <a:lnTo>
                        <a:pt x="198" y="124"/>
                      </a:lnTo>
                      <a:lnTo>
                        <a:pt x="178" y="121"/>
                      </a:lnTo>
                      <a:lnTo>
                        <a:pt x="160" y="120"/>
                      </a:lnTo>
                      <a:lnTo>
                        <a:pt x="141" y="118"/>
                      </a:lnTo>
                      <a:lnTo>
                        <a:pt x="122" y="116"/>
                      </a:lnTo>
                      <a:lnTo>
                        <a:pt x="103" y="114"/>
                      </a:lnTo>
                      <a:lnTo>
                        <a:pt x="84" y="113"/>
                      </a:lnTo>
                      <a:lnTo>
                        <a:pt x="65" y="110"/>
                      </a:lnTo>
                      <a:lnTo>
                        <a:pt x="48" y="109"/>
                      </a:lnTo>
                      <a:lnTo>
                        <a:pt x="28" y="94"/>
                      </a:lnTo>
                      <a:lnTo>
                        <a:pt x="14" y="81"/>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0" name="Freeform 89">
                  <a:extLst>
                    <a:ext uri="{FF2B5EF4-FFF2-40B4-BE49-F238E27FC236}">
                      <a16:creationId xmlns:a16="http://schemas.microsoft.com/office/drawing/2014/main" id="{C8AEA803-560F-0543-BF01-D5EA508835CA}"/>
                    </a:ext>
                  </a:extLst>
                </p:cNvPr>
                <p:cNvSpPr>
                  <a:spLocks/>
                </p:cNvSpPr>
                <p:nvPr/>
              </p:nvSpPr>
              <p:spPr bwMode="auto">
                <a:xfrm>
                  <a:off x="4296" y="3372"/>
                  <a:ext cx="102" cy="60"/>
                </a:xfrm>
                <a:custGeom>
                  <a:avLst/>
                  <a:gdLst>
                    <a:gd name="T0" fmla="*/ 14 w 205"/>
                    <a:gd name="T1" fmla="*/ 0 h 119"/>
                    <a:gd name="T2" fmla="*/ 25 w 205"/>
                    <a:gd name="T3" fmla="*/ 4 h 119"/>
                    <a:gd name="T4" fmla="*/ 36 w 205"/>
                    <a:gd name="T5" fmla="*/ 7 h 119"/>
                    <a:gd name="T6" fmla="*/ 46 w 205"/>
                    <a:gd name="T7" fmla="*/ 10 h 119"/>
                    <a:gd name="T8" fmla="*/ 58 w 205"/>
                    <a:gd name="T9" fmla="*/ 14 h 119"/>
                    <a:gd name="T10" fmla="*/ 68 w 205"/>
                    <a:gd name="T11" fmla="*/ 17 h 119"/>
                    <a:gd name="T12" fmla="*/ 79 w 205"/>
                    <a:gd name="T13" fmla="*/ 21 h 119"/>
                    <a:gd name="T14" fmla="*/ 90 w 205"/>
                    <a:gd name="T15" fmla="*/ 25 h 119"/>
                    <a:gd name="T16" fmla="*/ 101 w 205"/>
                    <a:gd name="T17" fmla="*/ 29 h 119"/>
                    <a:gd name="T18" fmla="*/ 101 w 205"/>
                    <a:gd name="T19" fmla="*/ 33 h 119"/>
                    <a:gd name="T20" fmla="*/ 102 w 205"/>
                    <a:gd name="T21" fmla="*/ 37 h 119"/>
                    <a:gd name="T22" fmla="*/ 101 w 205"/>
                    <a:gd name="T23" fmla="*/ 42 h 119"/>
                    <a:gd name="T24" fmla="*/ 101 w 205"/>
                    <a:gd name="T25" fmla="*/ 46 h 119"/>
                    <a:gd name="T26" fmla="*/ 100 w 205"/>
                    <a:gd name="T27" fmla="*/ 50 h 119"/>
                    <a:gd name="T28" fmla="*/ 98 w 205"/>
                    <a:gd name="T29" fmla="*/ 54 h 119"/>
                    <a:gd name="T30" fmla="*/ 96 w 205"/>
                    <a:gd name="T31" fmla="*/ 57 h 119"/>
                    <a:gd name="T32" fmla="*/ 93 w 205"/>
                    <a:gd name="T33" fmla="*/ 60 h 119"/>
                    <a:gd name="T34" fmla="*/ 84 w 205"/>
                    <a:gd name="T35" fmla="*/ 58 h 119"/>
                    <a:gd name="T36" fmla="*/ 75 w 205"/>
                    <a:gd name="T37" fmla="*/ 57 h 119"/>
                    <a:gd name="T38" fmla="*/ 66 w 205"/>
                    <a:gd name="T39" fmla="*/ 56 h 119"/>
                    <a:gd name="T40" fmla="*/ 58 w 205"/>
                    <a:gd name="T41" fmla="*/ 56 h 119"/>
                    <a:gd name="T42" fmla="*/ 48 w 205"/>
                    <a:gd name="T43" fmla="*/ 54 h 119"/>
                    <a:gd name="T44" fmla="*/ 39 w 205"/>
                    <a:gd name="T45" fmla="*/ 54 h 119"/>
                    <a:gd name="T46" fmla="*/ 31 w 205"/>
                    <a:gd name="T47" fmla="*/ 52 h 119"/>
                    <a:gd name="T48" fmla="*/ 22 w 205"/>
                    <a:gd name="T49" fmla="*/ 52 h 119"/>
                    <a:gd name="T50" fmla="*/ 12 w 205"/>
                    <a:gd name="T51" fmla="*/ 45 h 119"/>
                    <a:gd name="T52" fmla="*/ 6 w 205"/>
                    <a:gd name="T53" fmla="*/ 39 h 119"/>
                    <a:gd name="T54" fmla="*/ 2 w 205"/>
                    <a:gd name="T55" fmla="*/ 32 h 119"/>
                    <a:gd name="T56" fmla="*/ 0 w 205"/>
                    <a:gd name="T57" fmla="*/ 26 h 119"/>
                    <a:gd name="T58" fmla="*/ 0 w 205"/>
                    <a:gd name="T59" fmla="*/ 19 h 119"/>
                    <a:gd name="T60" fmla="*/ 2 w 205"/>
                    <a:gd name="T61" fmla="*/ 13 h 119"/>
                    <a:gd name="T62" fmla="*/ 7 w 205"/>
                    <a:gd name="T63" fmla="*/ 6 h 119"/>
                    <a:gd name="T64" fmla="*/ 14 w 205"/>
                    <a:gd name="T65" fmla="*/ 0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
                    <a:gd name="T100" fmla="*/ 0 h 119"/>
                    <a:gd name="T101" fmla="*/ 205 w 205"/>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 h="119">
                      <a:moveTo>
                        <a:pt x="29" y="0"/>
                      </a:moveTo>
                      <a:lnTo>
                        <a:pt x="50" y="7"/>
                      </a:lnTo>
                      <a:lnTo>
                        <a:pt x="72" y="14"/>
                      </a:lnTo>
                      <a:lnTo>
                        <a:pt x="93" y="20"/>
                      </a:lnTo>
                      <a:lnTo>
                        <a:pt x="116" y="28"/>
                      </a:lnTo>
                      <a:lnTo>
                        <a:pt x="137" y="34"/>
                      </a:lnTo>
                      <a:lnTo>
                        <a:pt x="158" y="42"/>
                      </a:lnTo>
                      <a:lnTo>
                        <a:pt x="181" y="49"/>
                      </a:lnTo>
                      <a:lnTo>
                        <a:pt x="203" y="57"/>
                      </a:lnTo>
                      <a:lnTo>
                        <a:pt x="203" y="66"/>
                      </a:lnTo>
                      <a:lnTo>
                        <a:pt x="205" y="74"/>
                      </a:lnTo>
                      <a:lnTo>
                        <a:pt x="203" y="83"/>
                      </a:lnTo>
                      <a:lnTo>
                        <a:pt x="203" y="92"/>
                      </a:lnTo>
                      <a:lnTo>
                        <a:pt x="200" y="99"/>
                      </a:lnTo>
                      <a:lnTo>
                        <a:pt x="197" y="107"/>
                      </a:lnTo>
                      <a:lnTo>
                        <a:pt x="192" y="113"/>
                      </a:lnTo>
                      <a:lnTo>
                        <a:pt x="187" y="119"/>
                      </a:lnTo>
                      <a:lnTo>
                        <a:pt x="168" y="116"/>
                      </a:lnTo>
                      <a:lnTo>
                        <a:pt x="151" y="114"/>
                      </a:lnTo>
                      <a:lnTo>
                        <a:pt x="133" y="112"/>
                      </a:lnTo>
                      <a:lnTo>
                        <a:pt x="116" y="111"/>
                      </a:lnTo>
                      <a:lnTo>
                        <a:pt x="97" y="108"/>
                      </a:lnTo>
                      <a:lnTo>
                        <a:pt x="79" y="107"/>
                      </a:lnTo>
                      <a:lnTo>
                        <a:pt x="62" y="104"/>
                      </a:lnTo>
                      <a:lnTo>
                        <a:pt x="44" y="103"/>
                      </a:lnTo>
                      <a:lnTo>
                        <a:pt x="25" y="89"/>
                      </a:lnTo>
                      <a:lnTo>
                        <a:pt x="13" y="77"/>
                      </a:lnTo>
                      <a:lnTo>
                        <a:pt x="4" y="63"/>
                      </a:lnTo>
                      <a:lnTo>
                        <a:pt x="0" y="52"/>
                      </a:lnTo>
                      <a:lnTo>
                        <a:pt x="0" y="38"/>
                      </a:lnTo>
                      <a:lnTo>
                        <a:pt x="5" y="26"/>
                      </a:lnTo>
                      <a:lnTo>
                        <a:pt x="14" y="12"/>
                      </a:lnTo>
                      <a:lnTo>
                        <a:pt x="29"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1" name="Freeform 90">
                  <a:extLst>
                    <a:ext uri="{FF2B5EF4-FFF2-40B4-BE49-F238E27FC236}">
                      <a16:creationId xmlns:a16="http://schemas.microsoft.com/office/drawing/2014/main" id="{54DA40C0-D235-7241-8F6B-46021E51453F}"/>
                    </a:ext>
                  </a:extLst>
                </p:cNvPr>
                <p:cNvSpPr>
                  <a:spLocks/>
                </p:cNvSpPr>
                <p:nvPr/>
              </p:nvSpPr>
              <p:spPr bwMode="auto">
                <a:xfrm>
                  <a:off x="4298" y="3373"/>
                  <a:ext cx="97" cy="57"/>
                </a:xfrm>
                <a:custGeom>
                  <a:avLst/>
                  <a:gdLst>
                    <a:gd name="T0" fmla="*/ 14 w 195"/>
                    <a:gd name="T1" fmla="*/ 0 h 114"/>
                    <a:gd name="T2" fmla="*/ 24 w 195"/>
                    <a:gd name="T3" fmla="*/ 3 h 114"/>
                    <a:gd name="T4" fmla="*/ 34 w 195"/>
                    <a:gd name="T5" fmla="*/ 6 h 114"/>
                    <a:gd name="T6" fmla="*/ 44 w 195"/>
                    <a:gd name="T7" fmla="*/ 10 h 114"/>
                    <a:gd name="T8" fmla="*/ 55 w 195"/>
                    <a:gd name="T9" fmla="*/ 13 h 114"/>
                    <a:gd name="T10" fmla="*/ 65 w 195"/>
                    <a:gd name="T11" fmla="*/ 17 h 114"/>
                    <a:gd name="T12" fmla="*/ 76 w 195"/>
                    <a:gd name="T13" fmla="*/ 20 h 114"/>
                    <a:gd name="T14" fmla="*/ 86 w 195"/>
                    <a:gd name="T15" fmla="*/ 23 h 114"/>
                    <a:gd name="T16" fmla="*/ 96 w 195"/>
                    <a:gd name="T17" fmla="*/ 27 h 114"/>
                    <a:gd name="T18" fmla="*/ 96 w 195"/>
                    <a:gd name="T19" fmla="*/ 31 h 114"/>
                    <a:gd name="T20" fmla="*/ 97 w 195"/>
                    <a:gd name="T21" fmla="*/ 36 h 114"/>
                    <a:gd name="T22" fmla="*/ 96 w 195"/>
                    <a:gd name="T23" fmla="*/ 40 h 114"/>
                    <a:gd name="T24" fmla="*/ 96 w 195"/>
                    <a:gd name="T25" fmla="*/ 44 h 114"/>
                    <a:gd name="T26" fmla="*/ 95 w 195"/>
                    <a:gd name="T27" fmla="*/ 47 h 114"/>
                    <a:gd name="T28" fmla="*/ 93 w 195"/>
                    <a:gd name="T29" fmla="*/ 51 h 114"/>
                    <a:gd name="T30" fmla="*/ 91 w 195"/>
                    <a:gd name="T31" fmla="*/ 54 h 114"/>
                    <a:gd name="T32" fmla="*/ 88 w 195"/>
                    <a:gd name="T33" fmla="*/ 57 h 114"/>
                    <a:gd name="T34" fmla="*/ 80 w 195"/>
                    <a:gd name="T35" fmla="*/ 56 h 114"/>
                    <a:gd name="T36" fmla="*/ 71 w 195"/>
                    <a:gd name="T37" fmla="*/ 55 h 114"/>
                    <a:gd name="T38" fmla="*/ 63 w 195"/>
                    <a:gd name="T39" fmla="*/ 54 h 114"/>
                    <a:gd name="T40" fmla="*/ 54 w 195"/>
                    <a:gd name="T41" fmla="*/ 53 h 114"/>
                    <a:gd name="T42" fmla="*/ 46 w 195"/>
                    <a:gd name="T43" fmla="*/ 52 h 114"/>
                    <a:gd name="T44" fmla="*/ 38 w 195"/>
                    <a:gd name="T45" fmla="*/ 52 h 114"/>
                    <a:gd name="T46" fmla="*/ 29 w 195"/>
                    <a:gd name="T47" fmla="*/ 50 h 114"/>
                    <a:gd name="T48" fmla="*/ 21 w 195"/>
                    <a:gd name="T49" fmla="*/ 50 h 114"/>
                    <a:gd name="T50" fmla="*/ 12 w 195"/>
                    <a:gd name="T51" fmla="*/ 43 h 114"/>
                    <a:gd name="T52" fmla="*/ 6 w 195"/>
                    <a:gd name="T53" fmla="*/ 37 h 114"/>
                    <a:gd name="T54" fmla="*/ 2 w 195"/>
                    <a:gd name="T55" fmla="*/ 30 h 114"/>
                    <a:gd name="T56" fmla="*/ 0 w 195"/>
                    <a:gd name="T57" fmla="*/ 25 h 114"/>
                    <a:gd name="T58" fmla="*/ 0 w 195"/>
                    <a:gd name="T59" fmla="*/ 18 h 114"/>
                    <a:gd name="T60" fmla="*/ 2 w 195"/>
                    <a:gd name="T61" fmla="*/ 12 h 114"/>
                    <a:gd name="T62" fmla="*/ 6 w 195"/>
                    <a:gd name="T63" fmla="*/ 6 h 114"/>
                    <a:gd name="T64" fmla="*/ 14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8" y="0"/>
                      </a:moveTo>
                      <a:lnTo>
                        <a:pt x="48" y="6"/>
                      </a:lnTo>
                      <a:lnTo>
                        <a:pt x="69" y="12"/>
                      </a:lnTo>
                      <a:lnTo>
                        <a:pt x="89" y="19"/>
                      </a:lnTo>
                      <a:lnTo>
                        <a:pt x="111" y="26"/>
                      </a:lnTo>
                      <a:lnTo>
                        <a:pt x="131" y="33"/>
                      </a:lnTo>
                      <a:lnTo>
                        <a:pt x="152" y="40"/>
                      </a:lnTo>
                      <a:lnTo>
                        <a:pt x="172" y="46"/>
                      </a:lnTo>
                      <a:lnTo>
                        <a:pt x="193" y="54"/>
                      </a:lnTo>
                      <a:lnTo>
                        <a:pt x="193" y="63"/>
                      </a:lnTo>
                      <a:lnTo>
                        <a:pt x="195" y="71"/>
                      </a:lnTo>
                      <a:lnTo>
                        <a:pt x="193" y="79"/>
                      </a:lnTo>
                      <a:lnTo>
                        <a:pt x="193" y="88"/>
                      </a:lnTo>
                      <a:lnTo>
                        <a:pt x="190" y="94"/>
                      </a:lnTo>
                      <a:lnTo>
                        <a:pt x="187" y="101"/>
                      </a:lnTo>
                      <a:lnTo>
                        <a:pt x="182" y="108"/>
                      </a:lnTo>
                      <a:lnTo>
                        <a:pt x="177" y="114"/>
                      </a:lnTo>
                      <a:lnTo>
                        <a:pt x="160" y="111"/>
                      </a:lnTo>
                      <a:lnTo>
                        <a:pt x="143" y="110"/>
                      </a:lnTo>
                      <a:lnTo>
                        <a:pt x="126" y="108"/>
                      </a:lnTo>
                      <a:lnTo>
                        <a:pt x="109" y="106"/>
                      </a:lnTo>
                      <a:lnTo>
                        <a:pt x="92" y="104"/>
                      </a:lnTo>
                      <a:lnTo>
                        <a:pt x="76" y="103"/>
                      </a:lnTo>
                      <a:lnTo>
                        <a:pt x="59" y="100"/>
                      </a:lnTo>
                      <a:lnTo>
                        <a:pt x="43" y="99"/>
                      </a:lnTo>
                      <a:lnTo>
                        <a:pt x="25" y="86"/>
                      </a:lnTo>
                      <a:lnTo>
                        <a:pt x="13" y="74"/>
                      </a:lnTo>
                      <a:lnTo>
                        <a:pt x="4" y="61"/>
                      </a:lnTo>
                      <a:lnTo>
                        <a:pt x="0" y="49"/>
                      </a:lnTo>
                      <a:lnTo>
                        <a:pt x="0" y="36"/>
                      </a:lnTo>
                      <a:lnTo>
                        <a:pt x="4" y="24"/>
                      </a:lnTo>
                      <a:lnTo>
                        <a:pt x="13" y="11"/>
                      </a:lnTo>
                      <a:lnTo>
                        <a:pt x="28"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2" name="Freeform 91">
                  <a:extLst>
                    <a:ext uri="{FF2B5EF4-FFF2-40B4-BE49-F238E27FC236}">
                      <a16:creationId xmlns:a16="http://schemas.microsoft.com/office/drawing/2014/main" id="{48EBADCE-E3C9-5F46-9CD0-F21E186CCC20}"/>
                    </a:ext>
                  </a:extLst>
                </p:cNvPr>
                <p:cNvSpPr>
                  <a:spLocks/>
                </p:cNvSpPr>
                <p:nvPr/>
              </p:nvSpPr>
              <p:spPr bwMode="auto">
                <a:xfrm>
                  <a:off x="4301" y="3375"/>
                  <a:ext cx="92" cy="54"/>
                </a:xfrm>
                <a:custGeom>
                  <a:avLst/>
                  <a:gdLst>
                    <a:gd name="T0" fmla="*/ 12 w 185"/>
                    <a:gd name="T1" fmla="*/ 0 h 106"/>
                    <a:gd name="T2" fmla="*/ 22 w 185"/>
                    <a:gd name="T3" fmla="*/ 3 h 106"/>
                    <a:gd name="T4" fmla="*/ 32 w 185"/>
                    <a:gd name="T5" fmla="*/ 6 h 106"/>
                    <a:gd name="T6" fmla="*/ 42 w 185"/>
                    <a:gd name="T7" fmla="*/ 9 h 106"/>
                    <a:gd name="T8" fmla="*/ 52 w 185"/>
                    <a:gd name="T9" fmla="*/ 12 h 106"/>
                    <a:gd name="T10" fmla="*/ 61 w 185"/>
                    <a:gd name="T11" fmla="*/ 15 h 106"/>
                    <a:gd name="T12" fmla="*/ 71 w 185"/>
                    <a:gd name="T13" fmla="*/ 18 h 106"/>
                    <a:gd name="T14" fmla="*/ 81 w 185"/>
                    <a:gd name="T15" fmla="*/ 21 h 106"/>
                    <a:gd name="T16" fmla="*/ 91 w 185"/>
                    <a:gd name="T17" fmla="*/ 25 h 106"/>
                    <a:gd name="T18" fmla="*/ 91 w 185"/>
                    <a:gd name="T19" fmla="*/ 29 h 106"/>
                    <a:gd name="T20" fmla="*/ 92 w 185"/>
                    <a:gd name="T21" fmla="*/ 34 h 106"/>
                    <a:gd name="T22" fmla="*/ 91 w 185"/>
                    <a:gd name="T23" fmla="*/ 38 h 106"/>
                    <a:gd name="T24" fmla="*/ 91 w 185"/>
                    <a:gd name="T25" fmla="*/ 41 h 106"/>
                    <a:gd name="T26" fmla="*/ 90 w 185"/>
                    <a:gd name="T27" fmla="*/ 44 h 106"/>
                    <a:gd name="T28" fmla="*/ 89 w 185"/>
                    <a:gd name="T29" fmla="*/ 48 h 106"/>
                    <a:gd name="T30" fmla="*/ 86 w 185"/>
                    <a:gd name="T31" fmla="*/ 51 h 106"/>
                    <a:gd name="T32" fmla="*/ 85 w 185"/>
                    <a:gd name="T33" fmla="*/ 54 h 106"/>
                    <a:gd name="T34" fmla="*/ 76 w 185"/>
                    <a:gd name="T35" fmla="*/ 53 h 106"/>
                    <a:gd name="T36" fmla="*/ 68 w 185"/>
                    <a:gd name="T37" fmla="*/ 52 h 106"/>
                    <a:gd name="T38" fmla="*/ 59 w 185"/>
                    <a:gd name="T39" fmla="*/ 51 h 106"/>
                    <a:gd name="T40" fmla="*/ 52 w 185"/>
                    <a:gd name="T41" fmla="*/ 50 h 106"/>
                    <a:gd name="T42" fmla="*/ 43 w 185"/>
                    <a:gd name="T43" fmla="*/ 49 h 106"/>
                    <a:gd name="T44" fmla="*/ 35 w 185"/>
                    <a:gd name="T45" fmla="*/ 48 h 106"/>
                    <a:gd name="T46" fmla="*/ 27 w 185"/>
                    <a:gd name="T47" fmla="*/ 48 h 106"/>
                    <a:gd name="T48" fmla="*/ 19 w 185"/>
                    <a:gd name="T49" fmla="*/ 47 h 106"/>
                    <a:gd name="T50" fmla="*/ 11 w 185"/>
                    <a:gd name="T51" fmla="*/ 41 h 106"/>
                    <a:gd name="T52" fmla="*/ 6 w 185"/>
                    <a:gd name="T53" fmla="*/ 35 h 106"/>
                    <a:gd name="T54" fmla="*/ 2 w 185"/>
                    <a:gd name="T55" fmla="*/ 29 h 106"/>
                    <a:gd name="T56" fmla="*/ 0 w 185"/>
                    <a:gd name="T57" fmla="*/ 23 h 106"/>
                    <a:gd name="T58" fmla="*/ 0 w 185"/>
                    <a:gd name="T59" fmla="*/ 17 h 106"/>
                    <a:gd name="T60" fmla="*/ 2 w 185"/>
                    <a:gd name="T61" fmla="*/ 11 h 106"/>
                    <a:gd name="T62" fmla="*/ 6 w 185"/>
                    <a:gd name="T63" fmla="*/ 6 h 106"/>
                    <a:gd name="T64" fmla="*/ 12 w 185"/>
                    <a:gd name="T65" fmla="*/ 0 h 1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06"/>
                    <a:gd name="T101" fmla="*/ 185 w 185"/>
                    <a:gd name="T102" fmla="*/ 106 h 1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06">
                      <a:moveTo>
                        <a:pt x="25" y="0"/>
                      </a:moveTo>
                      <a:lnTo>
                        <a:pt x="44" y="5"/>
                      </a:lnTo>
                      <a:lnTo>
                        <a:pt x="64" y="11"/>
                      </a:lnTo>
                      <a:lnTo>
                        <a:pt x="84" y="17"/>
                      </a:lnTo>
                      <a:lnTo>
                        <a:pt x="104" y="24"/>
                      </a:lnTo>
                      <a:lnTo>
                        <a:pt x="123" y="30"/>
                      </a:lnTo>
                      <a:lnTo>
                        <a:pt x="143" y="36"/>
                      </a:lnTo>
                      <a:lnTo>
                        <a:pt x="163" y="42"/>
                      </a:lnTo>
                      <a:lnTo>
                        <a:pt x="183" y="50"/>
                      </a:lnTo>
                      <a:lnTo>
                        <a:pt x="183" y="57"/>
                      </a:lnTo>
                      <a:lnTo>
                        <a:pt x="185" y="66"/>
                      </a:lnTo>
                      <a:lnTo>
                        <a:pt x="183" y="74"/>
                      </a:lnTo>
                      <a:lnTo>
                        <a:pt x="183" y="81"/>
                      </a:lnTo>
                      <a:lnTo>
                        <a:pt x="181" y="87"/>
                      </a:lnTo>
                      <a:lnTo>
                        <a:pt x="178" y="94"/>
                      </a:lnTo>
                      <a:lnTo>
                        <a:pt x="173" y="100"/>
                      </a:lnTo>
                      <a:lnTo>
                        <a:pt x="170" y="106"/>
                      </a:lnTo>
                      <a:lnTo>
                        <a:pt x="152" y="104"/>
                      </a:lnTo>
                      <a:lnTo>
                        <a:pt x="136" y="102"/>
                      </a:lnTo>
                      <a:lnTo>
                        <a:pt x="119" y="100"/>
                      </a:lnTo>
                      <a:lnTo>
                        <a:pt x="104" y="99"/>
                      </a:lnTo>
                      <a:lnTo>
                        <a:pt x="87" y="96"/>
                      </a:lnTo>
                      <a:lnTo>
                        <a:pt x="71" y="95"/>
                      </a:lnTo>
                      <a:lnTo>
                        <a:pt x="54" y="94"/>
                      </a:lnTo>
                      <a:lnTo>
                        <a:pt x="39" y="92"/>
                      </a:lnTo>
                      <a:lnTo>
                        <a:pt x="23" y="80"/>
                      </a:lnTo>
                      <a:lnTo>
                        <a:pt x="12" y="69"/>
                      </a:lnTo>
                      <a:lnTo>
                        <a:pt x="4" y="57"/>
                      </a:lnTo>
                      <a:lnTo>
                        <a:pt x="0" y="46"/>
                      </a:lnTo>
                      <a:lnTo>
                        <a:pt x="0" y="34"/>
                      </a:lnTo>
                      <a:lnTo>
                        <a:pt x="4" y="22"/>
                      </a:lnTo>
                      <a:lnTo>
                        <a:pt x="13" y="11"/>
                      </a:lnTo>
                      <a:lnTo>
                        <a:pt x="25"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3" name="Freeform 92">
                  <a:extLst>
                    <a:ext uri="{FF2B5EF4-FFF2-40B4-BE49-F238E27FC236}">
                      <a16:creationId xmlns:a16="http://schemas.microsoft.com/office/drawing/2014/main" id="{3BF477BF-9A1D-7348-B2C1-EE4D0DBC89B7}"/>
                    </a:ext>
                  </a:extLst>
                </p:cNvPr>
                <p:cNvSpPr>
                  <a:spLocks/>
                </p:cNvSpPr>
                <p:nvPr/>
              </p:nvSpPr>
              <p:spPr bwMode="auto">
                <a:xfrm>
                  <a:off x="4303" y="3377"/>
                  <a:ext cx="87" cy="50"/>
                </a:xfrm>
                <a:custGeom>
                  <a:avLst/>
                  <a:gdLst>
                    <a:gd name="T0" fmla="*/ 12 w 175"/>
                    <a:gd name="T1" fmla="*/ 0 h 101"/>
                    <a:gd name="T2" fmla="*/ 21 w 175"/>
                    <a:gd name="T3" fmla="*/ 2 h 101"/>
                    <a:gd name="T4" fmla="*/ 30 w 175"/>
                    <a:gd name="T5" fmla="*/ 6 h 101"/>
                    <a:gd name="T6" fmla="*/ 39 w 175"/>
                    <a:gd name="T7" fmla="*/ 8 h 101"/>
                    <a:gd name="T8" fmla="*/ 49 w 175"/>
                    <a:gd name="T9" fmla="*/ 11 h 101"/>
                    <a:gd name="T10" fmla="*/ 58 w 175"/>
                    <a:gd name="T11" fmla="*/ 14 h 101"/>
                    <a:gd name="T12" fmla="*/ 67 w 175"/>
                    <a:gd name="T13" fmla="*/ 17 h 101"/>
                    <a:gd name="T14" fmla="*/ 76 w 175"/>
                    <a:gd name="T15" fmla="*/ 20 h 101"/>
                    <a:gd name="T16" fmla="*/ 86 w 175"/>
                    <a:gd name="T17" fmla="*/ 23 h 101"/>
                    <a:gd name="T18" fmla="*/ 86 w 175"/>
                    <a:gd name="T19" fmla="*/ 27 h 101"/>
                    <a:gd name="T20" fmla="*/ 87 w 175"/>
                    <a:gd name="T21" fmla="*/ 31 h 101"/>
                    <a:gd name="T22" fmla="*/ 86 w 175"/>
                    <a:gd name="T23" fmla="*/ 34 h 101"/>
                    <a:gd name="T24" fmla="*/ 86 w 175"/>
                    <a:gd name="T25" fmla="*/ 38 h 101"/>
                    <a:gd name="T26" fmla="*/ 83 w 175"/>
                    <a:gd name="T27" fmla="*/ 44 h 101"/>
                    <a:gd name="T28" fmla="*/ 79 w 175"/>
                    <a:gd name="T29" fmla="*/ 50 h 101"/>
                    <a:gd name="T30" fmla="*/ 71 w 175"/>
                    <a:gd name="T31" fmla="*/ 49 h 101"/>
                    <a:gd name="T32" fmla="*/ 64 w 175"/>
                    <a:gd name="T33" fmla="*/ 48 h 101"/>
                    <a:gd name="T34" fmla="*/ 56 w 175"/>
                    <a:gd name="T35" fmla="*/ 47 h 101"/>
                    <a:gd name="T36" fmla="*/ 49 w 175"/>
                    <a:gd name="T37" fmla="*/ 47 h 101"/>
                    <a:gd name="T38" fmla="*/ 41 w 175"/>
                    <a:gd name="T39" fmla="*/ 46 h 101"/>
                    <a:gd name="T40" fmla="*/ 34 w 175"/>
                    <a:gd name="T41" fmla="*/ 45 h 101"/>
                    <a:gd name="T42" fmla="*/ 26 w 175"/>
                    <a:gd name="T43" fmla="*/ 44 h 101"/>
                    <a:gd name="T44" fmla="*/ 19 w 175"/>
                    <a:gd name="T45" fmla="*/ 44 h 101"/>
                    <a:gd name="T46" fmla="*/ 11 w 175"/>
                    <a:gd name="T47" fmla="*/ 38 h 101"/>
                    <a:gd name="T48" fmla="*/ 6 w 175"/>
                    <a:gd name="T49" fmla="*/ 33 h 101"/>
                    <a:gd name="T50" fmla="*/ 2 w 175"/>
                    <a:gd name="T51" fmla="*/ 27 h 101"/>
                    <a:gd name="T52" fmla="*/ 0 w 175"/>
                    <a:gd name="T53" fmla="*/ 22 h 101"/>
                    <a:gd name="T54" fmla="*/ 0 w 175"/>
                    <a:gd name="T55" fmla="*/ 16 h 101"/>
                    <a:gd name="T56" fmla="*/ 2 w 175"/>
                    <a:gd name="T57" fmla="*/ 11 h 101"/>
                    <a:gd name="T58" fmla="*/ 6 w 175"/>
                    <a:gd name="T59" fmla="*/ 5 h 101"/>
                    <a:gd name="T60" fmla="*/ 12 w 175"/>
                    <a:gd name="T61" fmla="*/ 0 h 10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1"/>
                    <a:gd name="T95" fmla="*/ 175 w 175"/>
                    <a:gd name="T96" fmla="*/ 101 h 10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1">
                      <a:moveTo>
                        <a:pt x="24" y="0"/>
                      </a:moveTo>
                      <a:lnTo>
                        <a:pt x="42" y="5"/>
                      </a:lnTo>
                      <a:lnTo>
                        <a:pt x="61" y="12"/>
                      </a:lnTo>
                      <a:lnTo>
                        <a:pt x="79" y="17"/>
                      </a:lnTo>
                      <a:lnTo>
                        <a:pt x="98" y="23"/>
                      </a:lnTo>
                      <a:lnTo>
                        <a:pt x="116" y="28"/>
                      </a:lnTo>
                      <a:lnTo>
                        <a:pt x="135" y="34"/>
                      </a:lnTo>
                      <a:lnTo>
                        <a:pt x="153" y="41"/>
                      </a:lnTo>
                      <a:lnTo>
                        <a:pt x="172" y="47"/>
                      </a:lnTo>
                      <a:lnTo>
                        <a:pt x="173" y="54"/>
                      </a:lnTo>
                      <a:lnTo>
                        <a:pt x="175" y="62"/>
                      </a:lnTo>
                      <a:lnTo>
                        <a:pt x="173" y="69"/>
                      </a:lnTo>
                      <a:lnTo>
                        <a:pt x="173" y="77"/>
                      </a:lnTo>
                      <a:lnTo>
                        <a:pt x="167" y="89"/>
                      </a:lnTo>
                      <a:lnTo>
                        <a:pt x="158" y="101"/>
                      </a:lnTo>
                      <a:lnTo>
                        <a:pt x="143" y="98"/>
                      </a:lnTo>
                      <a:lnTo>
                        <a:pt x="128" y="97"/>
                      </a:lnTo>
                      <a:lnTo>
                        <a:pt x="113" y="94"/>
                      </a:lnTo>
                      <a:lnTo>
                        <a:pt x="98" y="94"/>
                      </a:lnTo>
                      <a:lnTo>
                        <a:pt x="83" y="92"/>
                      </a:lnTo>
                      <a:lnTo>
                        <a:pt x="68" y="91"/>
                      </a:lnTo>
                      <a:lnTo>
                        <a:pt x="53" y="88"/>
                      </a:lnTo>
                      <a:lnTo>
                        <a:pt x="38" y="88"/>
                      </a:lnTo>
                      <a:lnTo>
                        <a:pt x="23" y="77"/>
                      </a:lnTo>
                      <a:lnTo>
                        <a:pt x="12" y="66"/>
                      </a:lnTo>
                      <a:lnTo>
                        <a:pt x="4" y="54"/>
                      </a:lnTo>
                      <a:lnTo>
                        <a:pt x="0" y="44"/>
                      </a:lnTo>
                      <a:lnTo>
                        <a:pt x="0" y="33"/>
                      </a:lnTo>
                      <a:lnTo>
                        <a:pt x="4" y="22"/>
                      </a:lnTo>
                      <a:lnTo>
                        <a:pt x="12" y="10"/>
                      </a:lnTo>
                      <a:lnTo>
                        <a:pt x="24"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4" name="Freeform 93">
                  <a:extLst>
                    <a:ext uri="{FF2B5EF4-FFF2-40B4-BE49-F238E27FC236}">
                      <a16:creationId xmlns:a16="http://schemas.microsoft.com/office/drawing/2014/main" id="{DD5FB6E5-C68E-064A-BE5D-C1000AC76112}"/>
                    </a:ext>
                  </a:extLst>
                </p:cNvPr>
                <p:cNvSpPr>
                  <a:spLocks/>
                </p:cNvSpPr>
                <p:nvPr/>
              </p:nvSpPr>
              <p:spPr bwMode="auto">
                <a:xfrm>
                  <a:off x="4306" y="3378"/>
                  <a:ext cx="81" cy="48"/>
                </a:xfrm>
                <a:custGeom>
                  <a:avLst/>
                  <a:gdLst>
                    <a:gd name="T0" fmla="*/ 11 w 163"/>
                    <a:gd name="T1" fmla="*/ 0 h 96"/>
                    <a:gd name="T2" fmla="*/ 19 w 163"/>
                    <a:gd name="T3" fmla="*/ 3 h 96"/>
                    <a:gd name="T4" fmla="*/ 28 w 163"/>
                    <a:gd name="T5" fmla="*/ 6 h 96"/>
                    <a:gd name="T6" fmla="*/ 37 w 163"/>
                    <a:gd name="T7" fmla="*/ 8 h 96"/>
                    <a:gd name="T8" fmla="*/ 46 w 163"/>
                    <a:gd name="T9" fmla="*/ 11 h 96"/>
                    <a:gd name="T10" fmla="*/ 54 w 163"/>
                    <a:gd name="T11" fmla="*/ 13 h 96"/>
                    <a:gd name="T12" fmla="*/ 63 w 163"/>
                    <a:gd name="T13" fmla="*/ 17 h 96"/>
                    <a:gd name="T14" fmla="*/ 71 w 163"/>
                    <a:gd name="T15" fmla="*/ 20 h 96"/>
                    <a:gd name="T16" fmla="*/ 81 w 163"/>
                    <a:gd name="T17" fmla="*/ 23 h 96"/>
                    <a:gd name="T18" fmla="*/ 81 w 163"/>
                    <a:gd name="T19" fmla="*/ 26 h 96"/>
                    <a:gd name="T20" fmla="*/ 81 w 163"/>
                    <a:gd name="T21" fmla="*/ 30 h 96"/>
                    <a:gd name="T22" fmla="*/ 81 w 163"/>
                    <a:gd name="T23" fmla="*/ 33 h 96"/>
                    <a:gd name="T24" fmla="*/ 81 w 163"/>
                    <a:gd name="T25" fmla="*/ 37 h 96"/>
                    <a:gd name="T26" fmla="*/ 79 w 163"/>
                    <a:gd name="T27" fmla="*/ 43 h 96"/>
                    <a:gd name="T28" fmla="*/ 75 w 163"/>
                    <a:gd name="T29" fmla="*/ 48 h 96"/>
                    <a:gd name="T30" fmla="*/ 68 w 163"/>
                    <a:gd name="T31" fmla="*/ 47 h 96"/>
                    <a:gd name="T32" fmla="*/ 60 w 163"/>
                    <a:gd name="T33" fmla="*/ 46 h 96"/>
                    <a:gd name="T34" fmla="*/ 53 w 163"/>
                    <a:gd name="T35" fmla="*/ 45 h 96"/>
                    <a:gd name="T36" fmla="*/ 46 w 163"/>
                    <a:gd name="T37" fmla="*/ 45 h 96"/>
                    <a:gd name="T38" fmla="*/ 39 w 163"/>
                    <a:gd name="T39" fmla="*/ 43 h 96"/>
                    <a:gd name="T40" fmla="*/ 31 w 163"/>
                    <a:gd name="T41" fmla="*/ 43 h 96"/>
                    <a:gd name="T42" fmla="*/ 24 w 163"/>
                    <a:gd name="T43" fmla="*/ 42 h 96"/>
                    <a:gd name="T44" fmla="*/ 17 w 163"/>
                    <a:gd name="T45" fmla="*/ 41 h 96"/>
                    <a:gd name="T46" fmla="*/ 10 w 163"/>
                    <a:gd name="T47" fmla="*/ 36 h 96"/>
                    <a:gd name="T48" fmla="*/ 5 w 163"/>
                    <a:gd name="T49" fmla="*/ 30 h 96"/>
                    <a:gd name="T50" fmla="*/ 1 w 163"/>
                    <a:gd name="T51" fmla="*/ 25 h 96"/>
                    <a:gd name="T52" fmla="*/ 0 w 163"/>
                    <a:gd name="T53" fmla="*/ 21 h 96"/>
                    <a:gd name="T54" fmla="*/ 0 w 163"/>
                    <a:gd name="T55" fmla="*/ 15 h 96"/>
                    <a:gd name="T56" fmla="*/ 2 w 163"/>
                    <a:gd name="T57" fmla="*/ 10 h 96"/>
                    <a:gd name="T58" fmla="*/ 6 w 163"/>
                    <a:gd name="T59" fmla="*/ 5 h 96"/>
                    <a:gd name="T60" fmla="*/ 11 w 163"/>
                    <a:gd name="T61" fmla="*/ 0 h 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3"/>
                    <a:gd name="T94" fmla="*/ 0 h 96"/>
                    <a:gd name="T95" fmla="*/ 163 w 163"/>
                    <a:gd name="T96" fmla="*/ 96 h 9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3" h="96">
                      <a:moveTo>
                        <a:pt x="23" y="0"/>
                      </a:moveTo>
                      <a:lnTo>
                        <a:pt x="39" y="5"/>
                      </a:lnTo>
                      <a:lnTo>
                        <a:pt x="57" y="11"/>
                      </a:lnTo>
                      <a:lnTo>
                        <a:pt x="74" y="16"/>
                      </a:lnTo>
                      <a:lnTo>
                        <a:pt x="92" y="22"/>
                      </a:lnTo>
                      <a:lnTo>
                        <a:pt x="108" y="27"/>
                      </a:lnTo>
                      <a:lnTo>
                        <a:pt x="127" y="34"/>
                      </a:lnTo>
                      <a:lnTo>
                        <a:pt x="143" y="39"/>
                      </a:lnTo>
                      <a:lnTo>
                        <a:pt x="162" y="45"/>
                      </a:lnTo>
                      <a:lnTo>
                        <a:pt x="162" y="52"/>
                      </a:lnTo>
                      <a:lnTo>
                        <a:pt x="163" y="60"/>
                      </a:lnTo>
                      <a:lnTo>
                        <a:pt x="163" y="66"/>
                      </a:lnTo>
                      <a:lnTo>
                        <a:pt x="163" y="74"/>
                      </a:lnTo>
                      <a:lnTo>
                        <a:pt x="158" y="85"/>
                      </a:lnTo>
                      <a:lnTo>
                        <a:pt x="151" y="96"/>
                      </a:lnTo>
                      <a:lnTo>
                        <a:pt x="136" y="94"/>
                      </a:lnTo>
                      <a:lnTo>
                        <a:pt x="121" y="92"/>
                      </a:lnTo>
                      <a:lnTo>
                        <a:pt x="107" y="90"/>
                      </a:lnTo>
                      <a:lnTo>
                        <a:pt x="93" y="89"/>
                      </a:lnTo>
                      <a:lnTo>
                        <a:pt x="78" y="86"/>
                      </a:lnTo>
                      <a:lnTo>
                        <a:pt x="63" y="85"/>
                      </a:lnTo>
                      <a:lnTo>
                        <a:pt x="49" y="84"/>
                      </a:lnTo>
                      <a:lnTo>
                        <a:pt x="35" y="82"/>
                      </a:lnTo>
                      <a:lnTo>
                        <a:pt x="20"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5" name="Freeform 94">
                  <a:extLst>
                    <a:ext uri="{FF2B5EF4-FFF2-40B4-BE49-F238E27FC236}">
                      <a16:creationId xmlns:a16="http://schemas.microsoft.com/office/drawing/2014/main" id="{264D17CC-7371-2847-A6AD-374EDABEF5FC}"/>
                    </a:ext>
                  </a:extLst>
                </p:cNvPr>
                <p:cNvSpPr>
                  <a:spLocks/>
                </p:cNvSpPr>
                <p:nvPr/>
              </p:nvSpPr>
              <p:spPr bwMode="auto">
                <a:xfrm>
                  <a:off x="4291" y="3412"/>
                  <a:ext cx="118" cy="69"/>
                </a:xfrm>
                <a:custGeom>
                  <a:avLst/>
                  <a:gdLst>
                    <a:gd name="T0" fmla="*/ 16 w 235"/>
                    <a:gd name="T1" fmla="*/ 0 h 136"/>
                    <a:gd name="T2" fmla="*/ 28 w 235"/>
                    <a:gd name="T3" fmla="*/ 4 h 136"/>
                    <a:gd name="T4" fmla="*/ 41 w 235"/>
                    <a:gd name="T5" fmla="*/ 8 h 136"/>
                    <a:gd name="T6" fmla="*/ 53 w 235"/>
                    <a:gd name="T7" fmla="*/ 12 h 136"/>
                    <a:gd name="T8" fmla="*/ 66 w 235"/>
                    <a:gd name="T9" fmla="*/ 16 h 136"/>
                    <a:gd name="T10" fmla="*/ 79 w 235"/>
                    <a:gd name="T11" fmla="*/ 20 h 136"/>
                    <a:gd name="T12" fmla="*/ 92 w 235"/>
                    <a:gd name="T13" fmla="*/ 24 h 136"/>
                    <a:gd name="T14" fmla="*/ 104 w 235"/>
                    <a:gd name="T15" fmla="*/ 28 h 136"/>
                    <a:gd name="T16" fmla="*/ 117 w 235"/>
                    <a:gd name="T17" fmla="*/ 32 h 136"/>
                    <a:gd name="T18" fmla="*/ 117 w 235"/>
                    <a:gd name="T19" fmla="*/ 38 h 136"/>
                    <a:gd name="T20" fmla="*/ 118 w 235"/>
                    <a:gd name="T21" fmla="*/ 43 h 136"/>
                    <a:gd name="T22" fmla="*/ 117 w 235"/>
                    <a:gd name="T23" fmla="*/ 48 h 136"/>
                    <a:gd name="T24" fmla="*/ 117 w 235"/>
                    <a:gd name="T25" fmla="*/ 53 h 136"/>
                    <a:gd name="T26" fmla="*/ 115 w 235"/>
                    <a:gd name="T27" fmla="*/ 57 h 136"/>
                    <a:gd name="T28" fmla="*/ 113 w 235"/>
                    <a:gd name="T29" fmla="*/ 61 h 136"/>
                    <a:gd name="T30" fmla="*/ 110 w 235"/>
                    <a:gd name="T31" fmla="*/ 65 h 136"/>
                    <a:gd name="T32" fmla="*/ 108 w 235"/>
                    <a:gd name="T33" fmla="*/ 69 h 136"/>
                    <a:gd name="T34" fmla="*/ 97 w 235"/>
                    <a:gd name="T35" fmla="*/ 68 h 136"/>
                    <a:gd name="T36" fmla="*/ 87 w 235"/>
                    <a:gd name="T37" fmla="*/ 66 h 136"/>
                    <a:gd name="T38" fmla="*/ 77 w 235"/>
                    <a:gd name="T39" fmla="*/ 65 h 136"/>
                    <a:gd name="T40" fmla="*/ 66 w 235"/>
                    <a:gd name="T41" fmla="*/ 64 h 136"/>
                    <a:gd name="T42" fmla="*/ 56 w 235"/>
                    <a:gd name="T43" fmla="*/ 63 h 136"/>
                    <a:gd name="T44" fmla="*/ 46 w 235"/>
                    <a:gd name="T45" fmla="*/ 62 h 136"/>
                    <a:gd name="T46" fmla="*/ 36 w 235"/>
                    <a:gd name="T47" fmla="*/ 61 h 136"/>
                    <a:gd name="T48" fmla="*/ 26 w 235"/>
                    <a:gd name="T49" fmla="*/ 60 h 136"/>
                    <a:gd name="T50" fmla="*/ 15 w 235"/>
                    <a:gd name="T51" fmla="*/ 53 h 136"/>
                    <a:gd name="T52" fmla="*/ 8 w 235"/>
                    <a:gd name="T53" fmla="*/ 45 h 136"/>
                    <a:gd name="T54" fmla="*/ 2 w 235"/>
                    <a:gd name="T55" fmla="*/ 38 h 136"/>
                    <a:gd name="T56" fmla="*/ 0 w 235"/>
                    <a:gd name="T57" fmla="*/ 30 h 136"/>
                    <a:gd name="T58" fmla="*/ 0 w 235"/>
                    <a:gd name="T59" fmla="*/ 22 h 136"/>
                    <a:gd name="T60" fmla="*/ 3 w 235"/>
                    <a:gd name="T61" fmla="*/ 14 h 136"/>
                    <a:gd name="T62" fmla="*/ 8 w 235"/>
                    <a:gd name="T63" fmla="*/ 7 h 136"/>
                    <a:gd name="T64" fmla="*/ 16 w 235"/>
                    <a:gd name="T65" fmla="*/ 0 h 1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36"/>
                    <a:gd name="T101" fmla="*/ 235 w 235"/>
                    <a:gd name="T102" fmla="*/ 136 h 1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36">
                      <a:moveTo>
                        <a:pt x="32" y="0"/>
                      </a:moveTo>
                      <a:lnTo>
                        <a:pt x="56" y="7"/>
                      </a:lnTo>
                      <a:lnTo>
                        <a:pt x="81" y="16"/>
                      </a:lnTo>
                      <a:lnTo>
                        <a:pt x="106" y="23"/>
                      </a:lnTo>
                      <a:lnTo>
                        <a:pt x="132" y="32"/>
                      </a:lnTo>
                      <a:lnTo>
                        <a:pt x="158" y="40"/>
                      </a:lnTo>
                      <a:lnTo>
                        <a:pt x="183" y="47"/>
                      </a:lnTo>
                      <a:lnTo>
                        <a:pt x="208" y="55"/>
                      </a:lnTo>
                      <a:lnTo>
                        <a:pt x="234" y="64"/>
                      </a:lnTo>
                      <a:lnTo>
                        <a:pt x="234" y="74"/>
                      </a:lnTo>
                      <a:lnTo>
                        <a:pt x="235" y="85"/>
                      </a:lnTo>
                      <a:lnTo>
                        <a:pt x="234" y="95"/>
                      </a:lnTo>
                      <a:lnTo>
                        <a:pt x="234" y="105"/>
                      </a:lnTo>
                      <a:lnTo>
                        <a:pt x="230" y="112"/>
                      </a:lnTo>
                      <a:lnTo>
                        <a:pt x="226" y="121"/>
                      </a:lnTo>
                      <a:lnTo>
                        <a:pt x="220" y="129"/>
                      </a:lnTo>
                      <a:lnTo>
                        <a:pt x="215" y="136"/>
                      </a:lnTo>
                      <a:lnTo>
                        <a:pt x="194" y="134"/>
                      </a:lnTo>
                      <a:lnTo>
                        <a:pt x="174" y="131"/>
                      </a:lnTo>
                      <a:lnTo>
                        <a:pt x="153" y="129"/>
                      </a:lnTo>
                      <a:lnTo>
                        <a:pt x="132" y="127"/>
                      </a:lnTo>
                      <a:lnTo>
                        <a:pt x="111" y="124"/>
                      </a:lnTo>
                      <a:lnTo>
                        <a:pt x="91" y="122"/>
                      </a:lnTo>
                      <a:lnTo>
                        <a:pt x="71" y="120"/>
                      </a:lnTo>
                      <a:lnTo>
                        <a:pt x="51" y="119"/>
                      </a:lnTo>
                      <a:lnTo>
                        <a:pt x="30" y="104"/>
                      </a:lnTo>
                      <a:lnTo>
                        <a:pt x="15" y="89"/>
                      </a:lnTo>
                      <a:lnTo>
                        <a:pt x="3" y="74"/>
                      </a:lnTo>
                      <a:lnTo>
                        <a:pt x="0" y="59"/>
                      </a:lnTo>
                      <a:lnTo>
                        <a:pt x="0" y="44"/>
                      </a:lnTo>
                      <a:lnTo>
                        <a:pt x="5" y="28"/>
                      </a:lnTo>
                      <a:lnTo>
                        <a:pt x="16" y="13"/>
                      </a:lnTo>
                      <a:lnTo>
                        <a:pt x="32"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6" name="Freeform 95">
                  <a:extLst>
                    <a:ext uri="{FF2B5EF4-FFF2-40B4-BE49-F238E27FC236}">
                      <a16:creationId xmlns:a16="http://schemas.microsoft.com/office/drawing/2014/main" id="{A065DFF6-D558-F345-89E1-C413C44E6415}"/>
                    </a:ext>
                  </a:extLst>
                </p:cNvPr>
                <p:cNvSpPr>
                  <a:spLocks/>
                </p:cNvSpPr>
                <p:nvPr/>
              </p:nvSpPr>
              <p:spPr bwMode="auto">
                <a:xfrm>
                  <a:off x="4294" y="3414"/>
                  <a:ext cx="110" cy="64"/>
                </a:xfrm>
                <a:custGeom>
                  <a:avLst/>
                  <a:gdLst>
                    <a:gd name="T0" fmla="*/ 15 w 220"/>
                    <a:gd name="T1" fmla="*/ 0 h 128"/>
                    <a:gd name="T2" fmla="*/ 27 w 220"/>
                    <a:gd name="T3" fmla="*/ 3 h 128"/>
                    <a:gd name="T4" fmla="*/ 39 w 220"/>
                    <a:gd name="T5" fmla="*/ 7 h 128"/>
                    <a:gd name="T6" fmla="*/ 50 w 220"/>
                    <a:gd name="T7" fmla="*/ 11 h 128"/>
                    <a:gd name="T8" fmla="*/ 62 w 220"/>
                    <a:gd name="T9" fmla="*/ 14 h 128"/>
                    <a:gd name="T10" fmla="*/ 73 w 220"/>
                    <a:gd name="T11" fmla="*/ 17 h 128"/>
                    <a:gd name="T12" fmla="*/ 85 w 220"/>
                    <a:gd name="T13" fmla="*/ 21 h 128"/>
                    <a:gd name="T14" fmla="*/ 97 w 220"/>
                    <a:gd name="T15" fmla="*/ 25 h 128"/>
                    <a:gd name="T16" fmla="*/ 109 w 220"/>
                    <a:gd name="T17" fmla="*/ 29 h 128"/>
                    <a:gd name="T18" fmla="*/ 110 w 220"/>
                    <a:gd name="T19" fmla="*/ 34 h 128"/>
                    <a:gd name="T20" fmla="*/ 110 w 220"/>
                    <a:gd name="T21" fmla="*/ 39 h 128"/>
                    <a:gd name="T22" fmla="*/ 110 w 220"/>
                    <a:gd name="T23" fmla="*/ 44 h 128"/>
                    <a:gd name="T24" fmla="*/ 110 w 220"/>
                    <a:gd name="T25" fmla="*/ 49 h 128"/>
                    <a:gd name="T26" fmla="*/ 109 w 220"/>
                    <a:gd name="T27" fmla="*/ 53 h 128"/>
                    <a:gd name="T28" fmla="*/ 107 w 220"/>
                    <a:gd name="T29" fmla="*/ 57 h 128"/>
                    <a:gd name="T30" fmla="*/ 105 w 220"/>
                    <a:gd name="T31" fmla="*/ 60 h 128"/>
                    <a:gd name="T32" fmla="*/ 102 w 220"/>
                    <a:gd name="T33" fmla="*/ 64 h 128"/>
                    <a:gd name="T34" fmla="*/ 91 w 220"/>
                    <a:gd name="T35" fmla="*/ 63 h 128"/>
                    <a:gd name="T36" fmla="*/ 82 w 220"/>
                    <a:gd name="T37" fmla="*/ 62 h 128"/>
                    <a:gd name="T38" fmla="*/ 72 w 220"/>
                    <a:gd name="T39" fmla="*/ 61 h 128"/>
                    <a:gd name="T40" fmla="*/ 62 w 220"/>
                    <a:gd name="T41" fmla="*/ 60 h 128"/>
                    <a:gd name="T42" fmla="*/ 53 w 220"/>
                    <a:gd name="T43" fmla="*/ 59 h 128"/>
                    <a:gd name="T44" fmla="*/ 43 w 220"/>
                    <a:gd name="T45" fmla="*/ 58 h 128"/>
                    <a:gd name="T46" fmla="*/ 33 w 220"/>
                    <a:gd name="T47" fmla="*/ 58 h 128"/>
                    <a:gd name="T48" fmla="*/ 24 w 220"/>
                    <a:gd name="T49" fmla="*/ 57 h 128"/>
                    <a:gd name="T50" fmla="*/ 14 w 220"/>
                    <a:gd name="T51" fmla="*/ 49 h 128"/>
                    <a:gd name="T52" fmla="*/ 7 w 220"/>
                    <a:gd name="T53" fmla="*/ 43 h 128"/>
                    <a:gd name="T54" fmla="*/ 2 w 220"/>
                    <a:gd name="T55" fmla="*/ 35 h 128"/>
                    <a:gd name="T56" fmla="*/ 0 w 220"/>
                    <a:gd name="T57" fmla="*/ 28 h 128"/>
                    <a:gd name="T58" fmla="*/ 0 w 220"/>
                    <a:gd name="T59" fmla="*/ 21 h 128"/>
                    <a:gd name="T60" fmla="*/ 3 w 220"/>
                    <a:gd name="T61" fmla="*/ 14 h 128"/>
                    <a:gd name="T62" fmla="*/ 7 w 220"/>
                    <a:gd name="T63" fmla="*/ 7 h 128"/>
                    <a:gd name="T64" fmla="*/ 15 w 220"/>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0"/>
                    <a:gd name="T100" fmla="*/ 0 h 128"/>
                    <a:gd name="T101" fmla="*/ 220 w 220"/>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0" h="128">
                      <a:moveTo>
                        <a:pt x="31" y="0"/>
                      </a:moveTo>
                      <a:lnTo>
                        <a:pt x="53" y="7"/>
                      </a:lnTo>
                      <a:lnTo>
                        <a:pt x="77" y="14"/>
                      </a:lnTo>
                      <a:lnTo>
                        <a:pt x="100" y="22"/>
                      </a:lnTo>
                      <a:lnTo>
                        <a:pt x="124" y="29"/>
                      </a:lnTo>
                      <a:lnTo>
                        <a:pt x="146" y="35"/>
                      </a:lnTo>
                      <a:lnTo>
                        <a:pt x="170" y="43"/>
                      </a:lnTo>
                      <a:lnTo>
                        <a:pt x="194" y="51"/>
                      </a:lnTo>
                      <a:lnTo>
                        <a:pt x="218" y="59"/>
                      </a:lnTo>
                      <a:lnTo>
                        <a:pt x="219" y="69"/>
                      </a:lnTo>
                      <a:lnTo>
                        <a:pt x="220" y="79"/>
                      </a:lnTo>
                      <a:lnTo>
                        <a:pt x="220" y="89"/>
                      </a:lnTo>
                      <a:lnTo>
                        <a:pt x="220" y="99"/>
                      </a:lnTo>
                      <a:lnTo>
                        <a:pt x="218" y="107"/>
                      </a:lnTo>
                      <a:lnTo>
                        <a:pt x="214" y="114"/>
                      </a:lnTo>
                      <a:lnTo>
                        <a:pt x="209" y="121"/>
                      </a:lnTo>
                      <a:lnTo>
                        <a:pt x="203" y="128"/>
                      </a:lnTo>
                      <a:lnTo>
                        <a:pt x="181" y="126"/>
                      </a:lnTo>
                      <a:lnTo>
                        <a:pt x="163" y="124"/>
                      </a:lnTo>
                      <a:lnTo>
                        <a:pt x="144" y="122"/>
                      </a:lnTo>
                      <a:lnTo>
                        <a:pt x="125" y="121"/>
                      </a:lnTo>
                      <a:lnTo>
                        <a:pt x="105" y="118"/>
                      </a:lnTo>
                      <a:lnTo>
                        <a:pt x="86" y="117"/>
                      </a:lnTo>
                      <a:lnTo>
                        <a:pt x="66" y="116"/>
                      </a:lnTo>
                      <a:lnTo>
                        <a:pt x="47" y="114"/>
                      </a:lnTo>
                      <a:lnTo>
                        <a:pt x="27" y="99"/>
                      </a:lnTo>
                      <a:lnTo>
                        <a:pt x="13" y="86"/>
                      </a:lnTo>
                      <a:lnTo>
                        <a:pt x="3" y="71"/>
                      </a:lnTo>
                      <a:lnTo>
                        <a:pt x="0" y="57"/>
                      </a:lnTo>
                      <a:lnTo>
                        <a:pt x="0" y="42"/>
                      </a:lnTo>
                      <a:lnTo>
                        <a:pt x="5" y="28"/>
                      </a:lnTo>
                      <a:lnTo>
                        <a:pt x="15" y="14"/>
                      </a:lnTo>
                      <a:lnTo>
                        <a:pt x="31"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7" name="Freeform 96">
                  <a:extLst>
                    <a:ext uri="{FF2B5EF4-FFF2-40B4-BE49-F238E27FC236}">
                      <a16:creationId xmlns:a16="http://schemas.microsoft.com/office/drawing/2014/main" id="{B8EC020A-410C-7B47-A337-8FA9BEFC1163}"/>
                    </a:ext>
                  </a:extLst>
                </p:cNvPr>
                <p:cNvSpPr>
                  <a:spLocks/>
                </p:cNvSpPr>
                <p:nvPr/>
              </p:nvSpPr>
              <p:spPr bwMode="auto">
                <a:xfrm>
                  <a:off x="4296" y="3416"/>
                  <a:ext cx="104" cy="60"/>
                </a:xfrm>
                <a:custGeom>
                  <a:avLst/>
                  <a:gdLst>
                    <a:gd name="T0" fmla="*/ 14 w 206"/>
                    <a:gd name="T1" fmla="*/ 0 h 120"/>
                    <a:gd name="T2" fmla="*/ 25 w 206"/>
                    <a:gd name="T3" fmla="*/ 3 h 120"/>
                    <a:gd name="T4" fmla="*/ 36 w 206"/>
                    <a:gd name="T5" fmla="*/ 7 h 120"/>
                    <a:gd name="T6" fmla="*/ 47 w 206"/>
                    <a:gd name="T7" fmla="*/ 10 h 120"/>
                    <a:gd name="T8" fmla="*/ 59 w 206"/>
                    <a:gd name="T9" fmla="*/ 13 h 120"/>
                    <a:gd name="T10" fmla="*/ 69 w 206"/>
                    <a:gd name="T11" fmla="*/ 17 h 120"/>
                    <a:gd name="T12" fmla="*/ 80 w 206"/>
                    <a:gd name="T13" fmla="*/ 20 h 120"/>
                    <a:gd name="T14" fmla="*/ 91 w 206"/>
                    <a:gd name="T15" fmla="*/ 24 h 120"/>
                    <a:gd name="T16" fmla="*/ 102 w 206"/>
                    <a:gd name="T17" fmla="*/ 28 h 120"/>
                    <a:gd name="T18" fmla="*/ 103 w 206"/>
                    <a:gd name="T19" fmla="*/ 32 h 120"/>
                    <a:gd name="T20" fmla="*/ 104 w 206"/>
                    <a:gd name="T21" fmla="*/ 37 h 120"/>
                    <a:gd name="T22" fmla="*/ 104 w 206"/>
                    <a:gd name="T23" fmla="*/ 41 h 120"/>
                    <a:gd name="T24" fmla="*/ 104 w 206"/>
                    <a:gd name="T25" fmla="*/ 46 h 120"/>
                    <a:gd name="T26" fmla="*/ 103 w 206"/>
                    <a:gd name="T27" fmla="*/ 50 h 120"/>
                    <a:gd name="T28" fmla="*/ 101 w 206"/>
                    <a:gd name="T29" fmla="*/ 54 h 120"/>
                    <a:gd name="T30" fmla="*/ 98 w 206"/>
                    <a:gd name="T31" fmla="*/ 57 h 120"/>
                    <a:gd name="T32" fmla="*/ 95 w 206"/>
                    <a:gd name="T33" fmla="*/ 60 h 120"/>
                    <a:gd name="T34" fmla="*/ 86 w 206"/>
                    <a:gd name="T35" fmla="*/ 59 h 120"/>
                    <a:gd name="T36" fmla="*/ 76 w 206"/>
                    <a:gd name="T37" fmla="*/ 59 h 120"/>
                    <a:gd name="T38" fmla="*/ 68 w 206"/>
                    <a:gd name="T39" fmla="*/ 57 h 120"/>
                    <a:gd name="T40" fmla="*/ 59 w 206"/>
                    <a:gd name="T41" fmla="*/ 57 h 120"/>
                    <a:gd name="T42" fmla="*/ 50 w 206"/>
                    <a:gd name="T43" fmla="*/ 56 h 120"/>
                    <a:gd name="T44" fmla="*/ 41 w 206"/>
                    <a:gd name="T45" fmla="*/ 55 h 120"/>
                    <a:gd name="T46" fmla="*/ 32 w 206"/>
                    <a:gd name="T47" fmla="*/ 54 h 120"/>
                    <a:gd name="T48" fmla="*/ 23 w 206"/>
                    <a:gd name="T49" fmla="*/ 54 h 120"/>
                    <a:gd name="T50" fmla="*/ 14 w 206"/>
                    <a:gd name="T51" fmla="*/ 46 h 120"/>
                    <a:gd name="T52" fmla="*/ 7 w 206"/>
                    <a:gd name="T53" fmla="*/ 40 h 120"/>
                    <a:gd name="T54" fmla="*/ 2 w 206"/>
                    <a:gd name="T55" fmla="*/ 32 h 120"/>
                    <a:gd name="T56" fmla="*/ 0 w 206"/>
                    <a:gd name="T57" fmla="*/ 26 h 120"/>
                    <a:gd name="T58" fmla="*/ 0 w 206"/>
                    <a:gd name="T59" fmla="*/ 19 h 120"/>
                    <a:gd name="T60" fmla="*/ 3 w 206"/>
                    <a:gd name="T61" fmla="*/ 13 h 120"/>
                    <a:gd name="T62" fmla="*/ 7 w 206"/>
                    <a:gd name="T63" fmla="*/ 6 h 120"/>
                    <a:gd name="T64" fmla="*/ 14 w 206"/>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20"/>
                    <a:gd name="T101" fmla="*/ 206 w 206"/>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20">
                      <a:moveTo>
                        <a:pt x="28" y="0"/>
                      </a:moveTo>
                      <a:lnTo>
                        <a:pt x="50" y="6"/>
                      </a:lnTo>
                      <a:lnTo>
                        <a:pt x="72" y="13"/>
                      </a:lnTo>
                      <a:lnTo>
                        <a:pt x="94" y="19"/>
                      </a:lnTo>
                      <a:lnTo>
                        <a:pt x="116" y="26"/>
                      </a:lnTo>
                      <a:lnTo>
                        <a:pt x="136" y="33"/>
                      </a:lnTo>
                      <a:lnTo>
                        <a:pt x="158" y="39"/>
                      </a:lnTo>
                      <a:lnTo>
                        <a:pt x="180" y="47"/>
                      </a:lnTo>
                      <a:lnTo>
                        <a:pt x="203" y="55"/>
                      </a:lnTo>
                      <a:lnTo>
                        <a:pt x="204" y="64"/>
                      </a:lnTo>
                      <a:lnTo>
                        <a:pt x="206" y="73"/>
                      </a:lnTo>
                      <a:lnTo>
                        <a:pt x="206" y="82"/>
                      </a:lnTo>
                      <a:lnTo>
                        <a:pt x="206" y="92"/>
                      </a:lnTo>
                      <a:lnTo>
                        <a:pt x="204" y="99"/>
                      </a:lnTo>
                      <a:lnTo>
                        <a:pt x="201" y="107"/>
                      </a:lnTo>
                      <a:lnTo>
                        <a:pt x="195" y="113"/>
                      </a:lnTo>
                      <a:lnTo>
                        <a:pt x="189" y="120"/>
                      </a:lnTo>
                      <a:lnTo>
                        <a:pt x="170" y="118"/>
                      </a:lnTo>
                      <a:lnTo>
                        <a:pt x="151" y="117"/>
                      </a:lnTo>
                      <a:lnTo>
                        <a:pt x="134" y="114"/>
                      </a:lnTo>
                      <a:lnTo>
                        <a:pt x="117" y="114"/>
                      </a:lnTo>
                      <a:lnTo>
                        <a:pt x="99" y="112"/>
                      </a:lnTo>
                      <a:lnTo>
                        <a:pt x="81" y="110"/>
                      </a:lnTo>
                      <a:lnTo>
                        <a:pt x="63" y="108"/>
                      </a:lnTo>
                      <a:lnTo>
                        <a:pt x="46" y="107"/>
                      </a:lnTo>
                      <a:lnTo>
                        <a:pt x="27" y="92"/>
                      </a:lnTo>
                      <a:lnTo>
                        <a:pt x="13" y="79"/>
                      </a:lnTo>
                      <a:lnTo>
                        <a:pt x="3" y="64"/>
                      </a:lnTo>
                      <a:lnTo>
                        <a:pt x="0" y="52"/>
                      </a:lnTo>
                      <a:lnTo>
                        <a:pt x="0" y="38"/>
                      </a:lnTo>
                      <a:lnTo>
                        <a:pt x="5" y="25"/>
                      </a:lnTo>
                      <a:lnTo>
                        <a:pt x="13" y="11"/>
                      </a:lnTo>
                      <a:lnTo>
                        <a:pt x="28"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8" name="Freeform 97">
                  <a:extLst>
                    <a:ext uri="{FF2B5EF4-FFF2-40B4-BE49-F238E27FC236}">
                      <a16:creationId xmlns:a16="http://schemas.microsoft.com/office/drawing/2014/main" id="{D977B494-8F07-8649-87AF-6ABB471A9301}"/>
                    </a:ext>
                  </a:extLst>
                </p:cNvPr>
                <p:cNvSpPr>
                  <a:spLocks/>
                </p:cNvSpPr>
                <p:nvPr/>
              </p:nvSpPr>
              <p:spPr bwMode="auto">
                <a:xfrm>
                  <a:off x="4299" y="3417"/>
                  <a:ext cx="98" cy="57"/>
                </a:xfrm>
                <a:custGeom>
                  <a:avLst/>
                  <a:gdLst>
                    <a:gd name="T0" fmla="*/ 14 w 195"/>
                    <a:gd name="T1" fmla="*/ 0 h 114"/>
                    <a:gd name="T2" fmla="*/ 24 w 195"/>
                    <a:gd name="T3" fmla="*/ 4 h 114"/>
                    <a:gd name="T4" fmla="*/ 34 w 195"/>
                    <a:gd name="T5" fmla="*/ 7 h 114"/>
                    <a:gd name="T6" fmla="*/ 44 w 195"/>
                    <a:gd name="T7" fmla="*/ 10 h 114"/>
                    <a:gd name="T8" fmla="*/ 54 w 195"/>
                    <a:gd name="T9" fmla="*/ 13 h 114"/>
                    <a:gd name="T10" fmla="*/ 63 w 195"/>
                    <a:gd name="T11" fmla="*/ 15 h 114"/>
                    <a:gd name="T12" fmla="*/ 73 w 195"/>
                    <a:gd name="T13" fmla="*/ 19 h 114"/>
                    <a:gd name="T14" fmla="*/ 83 w 195"/>
                    <a:gd name="T15" fmla="*/ 22 h 114"/>
                    <a:gd name="T16" fmla="*/ 94 w 195"/>
                    <a:gd name="T17" fmla="*/ 26 h 114"/>
                    <a:gd name="T18" fmla="*/ 95 w 195"/>
                    <a:gd name="T19" fmla="*/ 30 h 114"/>
                    <a:gd name="T20" fmla="*/ 97 w 195"/>
                    <a:gd name="T21" fmla="*/ 35 h 114"/>
                    <a:gd name="T22" fmla="*/ 97 w 195"/>
                    <a:gd name="T23" fmla="*/ 39 h 114"/>
                    <a:gd name="T24" fmla="*/ 98 w 195"/>
                    <a:gd name="T25" fmla="*/ 44 h 114"/>
                    <a:gd name="T26" fmla="*/ 97 w 195"/>
                    <a:gd name="T27" fmla="*/ 48 h 114"/>
                    <a:gd name="T28" fmla="*/ 95 w 195"/>
                    <a:gd name="T29" fmla="*/ 52 h 114"/>
                    <a:gd name="T30" fmla="*/ 93 w 195"/>
                    <a:gd name="T31" fmla="*/ 55 h 114"/>
                    <a:gd name="T32" fmla="*/ 89 w 195"/>
                    <a:gd name="T33" fmla="*/ 57 h 114"/>
                    <a:gd name="T34" fmla="*/ 80 w 195"/>
                    <a:gd name="T35" fmla="*/ 56 h 114"/>
                    <a:gd name="T36" fmla="*/ 71 w 195"/>
                    <a:gd name="T37" fmla="*/ 56 h 114"/>
                    <a:gd name="T38" fmla="*/ 63 w 195"/>
                    <a:gd name="T39" fmla="*/ 55 h 114"/>
                    <a:gd name="T40" fmla="*/ 55 w 195"/>
                    <a:gd name="T41" fmla="*/ 55 h 114"/>
                    <a:gd name="T42" fmla="*/ 46 w 195"/>
                    <a:gd name="T43" fmla="*/ 54 h 114"/>
                    <a:gd name="T44" fmla="*/ 38 w 195"/>
                    <a:gd name="T45" fmla="*/ 54 h 114"/>
                    <a:gd name="T46" fmla="*/ 29 w 195"/>
                    <a:gd name="T47" fmla="*/ 53 h 114"/>
                    <a:gd name="T48" fmla="*/ 21 w 195"/>
                    <a:gd name="T49" fmla="*/ 52 h 114"/>
                    <a:gd name="T50" fmla="*/ 12 w 195"/>
                    <a:gd name="T51" fmla="*/ 46 h 114"/>
                    <a:gd name="T52" fmla="*/ 6 w 195"/>
                    <a:gd name="T53" fmla="*/ 39 h 114"/>
                    <a:gd name="T54" fmla="*/ 2 w 195"/>
                    <a:gd name="T55" fmla="*/ 32 h 114"/>
                    <a:gd name="T56" fmla="*/ 0 w 195"/>
                    <a:gd name="T57" fmla="*/ 26 h 114"/>
                    <a:gd name="T58" fmla="*/ 0 w 195"/>
                    <a:gd name="T59" fmla="*/ 19 h 114"/>
                    <a:gd name="T60" fmla="*/ 2 w 195"/>
                    <a:gd name="T61" fmla="*/ 13 h 114"/>
                    <a:gd name="T62" fmla="*/ 6 w 195"/>
                    <a:gd name="T63" fmla="*/ 7 h 114"/>
                    <a:gd name="T64" fmla="*/ 14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7" y="0"/>
                      </a:moveTo>
                      <a:lnTo>
                        <a:pt x="47" y="7"/>
                      </a:lnTo>
                      <a:lnTo>
                        <a:pt x="67" y="13"/>
                      </a:lnTo>
                      <a:lnTo>
                        <a:pt x="87" y="19"/>
                      </a:lnTo>
                      <a:lnTo>
                        <a:pt x="107" y="25"/>
                      </a:lnTo>
                      <a:lnTo>
                        <a:pt x="126" y="30"/>
                      </a:lnTo>
                      <a:lnTo>
                        <a:pt x="145" y="38"/>
                      </a:lnTo>
                      <a:lnTo>
                        <a:pt x="165" y="44"/>
                      </a:lnTo>
                      <a:lnTo>
                        <a:pt x="188" y="52"/>
                      </a:lnTo>
                      <a:lnTo>
                        <a:pt x="190" y="61"/>
                      </a:lnTo>
                      <a:lnTo>
                        <a:pt x="193" y="69"/>
                      </a:lnTo>
                      <a:lnTo>
                        <a:pt x="194" y="78"/>
                      </a:lnTo>
                      <a:lnTo>
                        <a:pt x="195" y="88"/>
                      </a:lnTo>
                      <a:lnTo>
                        <a:pt x="193" y="96"/>
                      </a:lnTo>
                      <a:lnTo>
                        <a:pt x="190" y="103"/>
                      </a:lnTo>
                      <a:lnTo>
                        <a:pt x="185" y="109"/>
                      </a:lnTo>
                      <a:lnTo>
                        <a:pt x="178" y="114"/>
                      </a:lnTo>
                      <a:lnTo>
                        <a:pt x="159" y="112"/>
                      </a:lnTo>
                      <a:lnTo>
                        <a:pt x="141" y="111"/>
                      </a:lnTo>
                      <a:lnTo>
                        <a:pt x="125" y="109"/>
                      </a:lnTo>
                      <a:lnTo>
                        <a:pt x="110" y="109"/>
                      </a:lnTo>
                      <a:lnTo>
                        <a:pt x="92" y="108"/>
                      </a:lnTo>
                      <a:lnTo>
                        <a:pt x="76" y="107"/>
                      </a:lnTo>
                      <a:lnTo>
                        <a:pt x="58" y="106"/>
                      </a:lnTo>
                      <a:lnTo>
                        <a:pt x="42" y="104"/>
                      </a:lnTo>
                      <a:lnTo>
                        <a:pt x="23" y="91"/>
                      </a:lnTo>
                      <a:lnTo>
                        <a:pt x="11" y="78"/>
                      </a:lnTo>
                      <a:lnTo>
                        <a:pt x="3" y="64"/>
                      </a:lnTo>
                      <a:lnTo>
                        <a:pt x="0" y="52"/>
                      </a:lnTo>
                      <a:lnTo>
                        <a:pt x="0" y="38"/>
                      </a:lnTo>
                      <a:lnTo>
                        <a:pt x="3" y="25"/>
                      </a:lnTo>
                      <a:lnTo>
                        <a:pt x="12" y="13"/>
                      </a:lnTo>
                      <a:lnTo>
                        <a:pt x="27"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9" name="Freeform 98">
                  <a:extLst>
                    <a:ext uri="{FF2B5EF4-FFF2-40B4-BE49-F238E27FC236}">
                      <a16:creationId xmlns:a16="http://schemas.microsoft.com/office/drawing/2014/main" id="{45E8C5B8-C222-6F40-BAC3-8AA3D14F11B6}"/>
                    </a:ext>
                  </a:extLst>
                </p:cNvPr>
                <p:cNvSpPr>
                  <a:spLocks/>
                </p:cNvSpPr>
                <p:nvPr/>
              </p:nvSpPr>
              <p:spPr bwMode="auto">
                <a:xfrm>
                  <a:off x="4301" y="3419"/>
                  <a:ext cx="92" cy="52"/>
                </a:xfrm>
                <a:custGeom>
                  <a:avLst/>
                  <a:gdLst>
                    <a:gd name="T0" fmla="*/ 13 w 183"/>
                    <a:gd name="T1" fmla="*/ 0 h 105"/>
                    <a:gd name="T2" fmla="*/ 23 w 183"/>
                    <a:gd name="T3" fmla="*/ 2 h 105"/>
                    <a:gd name="T4" fmla="*/ 32 w 183"/>
                    <a:gd name="T5" fmla="*/ 5 h 105"/>
                    <a:gd name="T6" fmla="*/ 41 w 183"/>
                    <a:gd name="T7" fmla="*/ 8 h 105"/>
                    <a:gd name="T8" fmla="*/ 50 w 183"/>
                    <a:gd name="T9" fmla="*/ 11 h 105"/>
                    <a:gd name="T10" fmla="*/ 58 w 183"/>
                    <a:gd name="T11" fmla="*/ 14 h 105"/>
                    <a:gd name="T12" fmla="*/ 67 w 183"/>
                    <a:gd name="T13" fmla="*/ 17 h 105"/>
                    <a:gd name="T14" fmla="*/ 76 w 183"/>
                    <a:gd name="T15" fmla="*/ 19 h 105"/>
                    <a:gd name="T16" fmla="*/ 87 w 183"/>
                    <a:gd name="T17" fmla="*/ 23 h 105"/>
                    <a:gd name="T18" fmla="*/ 88 w 183"/>
                    <a:gd name="T19" fmla="*/ 27 h 105"/>
                    <a:gd name="T20" fmla="*/ 90 w 183"/>
                    <a:gd name="T21" fmla="*/ 31 h 105"/>
                    <a:gd name="T22" fmla="*/ 90 w 183"/>
                    <a:gd name="T23" fmla="*/ 35 h 105"/>
                    <a:gd name="T24" fmla="*/ 92 w 183"/>
                    <a:gd name="T25" fmla="*/ 40 h 105"/>
                    <a:gd name="T26" fmla="*/ 91 w 183"/>
                    <a:gd name="T27" fmla="*/ 44 h 105"/>
                    <a:gd name="T28" fmla="*/ 90 w 183"/>
                    <a:gd name="T29" fmla="*/ 47 h 105"/>
                    <a:gd name="T30" fmla="*/ 87 w 183"/>
                    <a:gd name="T31" fmla="*/ 50 h 105"/>
                    <a:gd name="T32" fmla="*/ 82 w 183"/>
                    <a:gd name="T33" fmla="*/ 52 h 105"/>
                    <a:gd name="T34" fmla="*/ 73 w 183"/>
                    <a:gd name="T35" fmla="*/ 51 h 105"/>
                    <a:gd name="T36" fmla="*/ 66 w 183"/>
                    <a:gd name="T37" fmla="*/ 51 h 105"/>
                    <a:gd name="T38" fmla="*/ 58 w 183"/>
                    <a:gd name="T39" fmla="*/ 51 h 105"/>
                    <a:gd name="T40" fmla="*/ 51 w 183"/>
                    <a:gd name="T41" fmla="*/ 51 h 105"/>
                    <a:gd name="T42" fmla="*/ 44 w 183"/>
                    <a:gd name="T43" fmla="*/ 50 h 105"/>
                    <a:gd name="T44" fmla="*/ 36 w 183"/>
                    <a:gd name="T45" fmla="*/ 49 h 105"/>
                    <a:gd name="T46" fmla="*/ 28 w 183"/>
                    <a:gd name="T47" fmla="*/ 49 h 105"/>
                    <a:gd name="T48" fmla="*/ 21 w 183"/>
                    <a:gd name="T49" fmla="*/ 49 h 105"/>
                    <a:gd name="T50" fmla="*/ 12 w 183"/>
                    <a:gd name="T51" fmla="*/ 42 h 105"/>
                    <a:gd name="T52" fmla="*/ 6 w 183"/>
                    <a:gd name="T53" fmla="*/ 36 h 105"/>
                    <a:gd name="T54" fmla="*/ 2 w 183"/>
                    <a:gd name="T55" fmla="*/ 30 h 105"/>
                    <a:gd name="T56" fmla="*/ 0 w 183"/>
                    <a:gd name="T57" fmla="*/ 24 h 105"/>
                    <a:gd name="T58" fmla="*/ 0 w 183"/>
                    <a:gd name="T59" fmla="*/ 18 h 105"/>
                    <a:gd name="T60" fmla="*/ 2 w 183"/>
                    <a:gd name="T61" fmla="*/ 12 h 105"/>
                    <a:gd name="T62" fmla="*/ 6 w 183"/>
                    <a:gd name="T63" fmla="*/ 5 h 105"/>
                    <a:gd name="T64" fmla="*/ 13 w 183"/>
                    <a:gd name="T65" fmla="*/ 0 h 1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
                    <a:gd name="T100" fmla="*/ 0 h 105"/>
                    <a:gd name="T101" fmla="*/ 183 w 183"/>
                    <a:gd name="T102" fmla="*/ 105 h 1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 h="105">
                      <a:moveTo>
                        <a:pt x="26" y="0"/>
                      </a:moveTo>
                      <a:lnTo>
                        <a:pt x="45" y="5"/>
                      </a:lnTo>
                      <a:lnTo>
                        <a:pt x="64" y="11"/>
                      </a:lnTo>
                      <a:lnTo>
                        <a:pt x="81" y="16"/>
                      </a:lnTo>
                      <a:lnTo>
                        <a:pt x="99" y="23"/>
                      </a:lnTo>
                      <a:lnTo>
                        <a:pt x="115" y="28"/>
                      </a:lnTo>
                      <a:lnTo>
                        <a:pt x="134" y="34"/>
                      </a:lnTo>
                      <a:lnTo>
                        <a:pt x="151" y="39"/>
                      </a:lnTo>
                      <a:lnTo>
                        <a:pt x="173" y="47"/>
                      </a:lnTo>
                      <a:lnTo>
                        <a:pt x="175" y="54"/>
                      </a:lnTo>
                      <a:lnTo>
                        <a:pt x="179" y="63"/>
                      </a:lnTo>
                      <a:lnTo>
                        <a:pt x="180" y="70"/>
                      </a:lnTo>
                      <a:lnTo>
                        <a:pt x="183" y="80"/>
                      </a:lnTo>
                      <a:lnTo>
                        <a:pt x="181" y="88"/>
                      </a:lnTo>
                      <a:lnTo>
                        <a:pt x="179" y="95"/>
                      </a:lnTo>
                      <a:lnTo>
                        <a:pt x="173" y="100"/>
                      </a:lnTo>
                      <a:lnTo>
                        <a:pt x="164" y="105"/>
                      </a:lnTo>
                      <a:lnTo>
                        <a:pt x="146" y="103"/>
                      </a:lnTo>
                      <a:lnTo>
                        <a:pt x="131" y="103"/>
                      </a:lnTo>
                      <a:lnTo>
                        <a:pt x="116" y="102"/>
                      </a:lnTo>
                      <a:lnTo>
                        <a:pt x="102" y="102"/>
                      </a:lnTo>
                      <a:lnTo>
                        <a:pt x="87" y="100"/>
                      </a:lnTo>
                      <a:lnTo>
                        <a:pt x="72" y="99"/>
                      </a:lnTo>
                      <a:lnTo>
                        <a:pt x="56" y="98"/>
                      </a:lnTo>
                      <a:lnTo>
                        <a:pt x="41" y="98"/>
                      </a:lnTo>
                      <a:lnTo>
                        <a:pt x="23" y="85"/>
                      </a:lnTo>
                      <a:lnTo>
                        <a:pt x="11" y="73"/>
                      </a:lnTo>
                      <a:lnTo>
                        <a:pt x="3" y="60"/>
                      </a:lnTo>
                      <a:lnTo>
                        <a:pt x="0" y="49"/>
                      </a:lnTo>
                      <a:lnTo>
                        <a:pt x="0" y="37"/>
                      </a:lnTo>
                      <a:lnTo>
                        <a:pt x="3" y="24"/>
                      </a:lnTo>
                      <a:lnTo>
                        <a:pt x="12" y="11"/>
                      </a:lnTo>
                      <a:lnTo>
                        <a:pt x="26"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0" name="Freeform 99">
                  <a:extLst>
                    <a:ext uri="{FF2B5EF4-FFF2-40B4-BE49-F238E27FC236}">
                      <a16:creationId xmlns:a16="http://schemas.microsoft.com/office/drawing/2014/main" id="{E2453DBB-C368-3E4C-B0FC-6DC24436AEB3}"/>
                    </a:ext>
                  </a:extLst>
                </p:cNvPr>
                <p:cNvSpPr>
                  <a:spLocks/>
                </p:cNvSpPr>
                <p:nvPr/>
              </p:nvSpPr>
              <p:spPr bwMode="auto">
                <a:xfrm>
                  <a:off x="4303" y="3419"/>
                  <a:ext cx="85" cy="50"/>
                </a:xfrm>
                <a:custGeom>
                  <a:avLst/>
                  <a:gdLst>
                    <a:gd name="T0" fmla="*/ 13 w 171"/>
                    <a:gd name="T1" fmla="*/ 0 h 101"/>
                    <a:gd name="T2" fmla="*/ 22 w 171"/>
                    <a:gd name="T3" fmla="*/ 2 h 101"/>
                    <a:gd name="T4" fmla="*/ 31 w 171"/>
                    <a:gd name="T5" fmla="*/ 6 h 101"/>
                    <a:gd name="T6" fmla="*/ 38 w 171"/>
                    <a:gd name="T7" fmla="*/ 8 h 101"/>
                    <a:gd name="T8" fmla="*/ 46 w 171"/>
                    <a:gd name="T9" fmla="*/ 11 h 101"/>
                    <a:gd name="T10" fmla="*/ 53 w 171"/>
                    <a:gd name="T11" fmla="*/ 12 h 101"/>
                    <a:gd name="T12" fmla="*/ 61 w 171"/>
                    <a:gd name="T13" fmla="*/ 16 h 101"/>
                    <a:gd name="T14" fmla="*/ 69 w 171"/>
                    <a:gd name="T15" fmla="*/ 18 h 101"/>
                    <a:gd name="T16" fmla="*/ 79 w 171"/>
                    <a:gd name="T17" fmla="*/ 22 h 101"/>
                    <a:gd name="T18" fmla="*/ 80 w 171"/>
                    <a:gd name="T19" fmla="*/ 25 h 101"/>
                    <a:gd name="T20" fmla="*/ 82 w 171"/>
                    <a:gd name="T21" fmla="*/ 29 h 101"/>
                    <a:gd name="T22" fmla="*/ 83 w 171"/>
                    <a:gd name="T23" fmla="*/ 33 h 101"/>
                    <a:gd name="T24" fmla="*/ 85 w 171"/>
                    <a:gd name="T25" fmla="*/ 38 h 101"/>
                    <a:gd name="T26" fmla="*/ 85 w 171"/>
                    <a:gd name="T27" fmla="*/ 41 h 101"/>
                    <a:gd name="T28" fmla="*/ 83 w 171"/>
                    <a:gd name="T29" fmla="*/ 45 h 101"/>
                    <a:gd name="T30" fmla="*/ 81 w 171"/>
                    <a:gd name="T31" fmla="*/ 48 h 101"/>
                    <a:gd name="T32" fmla="*/ 76 w 171"/>
                    <a:gd name="T33" fmla="*/ 50 h 101"/>
                    <a:gd name="T34" fmla="*/ 68 w 171"/>
                    <a:gd name="T35" fmla="*/ 49 h 101"/>
                    <a:gd name="T36" fmla="*/ 61 w 171"/>
                    <a:gd name="T37" fmla="*/ 48 h 101"/>
                    <a:gd name="T38" fmla="*/ 54 w 171"/>
                    <a:gd name="T39" fmla="*/ 48 h 101"/>
                    <a:gd name="T40" fmla="*/ 48 w 171"/>
                    <a:gd name="T41" fmla="*/ 48 h 101"/>
                    <a:gd name="T42" fmla="*/ 41 w 171"/>
                    <a:gd name="T43" fmla="*/ 48 h 101"/>
                    <a:gd name="T44" fmla="*/ 34 w 171"/>
                    <a:gd name="T45" fmla="*/ 48 h 101"/>
                    <a:gd name="T46" fmla="*/ 28 w 171"/>
                    <a:gd name="T47" fmla="*/ 48 h 101"/>
                    <a:gd name="T48" fmla="*/ 21 w 171"/>
                    <a:gd name="T49" fmla="*/ 48 h 101"/>
                    <a:gd name="T50" fmla="*/ 12 w 171"/>
                    <a:gd name="T51" fmla="*/ 41 h 101"/>
                    <a:gd name="T52" fmla="*/ 6 w 171"/>
                    <a:gd name="T53" fmla="*/ 35 h 101"/>
                    <a:gd name="T54" fmla="*/ 2 w 171"/>
                    <a:gd name="T55" fmla="*/ 29 h 101"/>
                    <a:gd name="T56" fmla="*/ 0 w 171"/>
                    <a:gd name="T57" fmla="*/ 24 h 101"/>
                    <a:gd name="T58" fmla="*/ 0 w 171"/>
                    <a:gd name="T59" fmla="*/ 18 h 101"/>
                    <a:gd name="T60" fmla="*/ 2 w 171"/>
                    <a:gd name="T61" fmla="*/ 12 h 101"/>
                    <a:gd name="T62" fmla="*/ 6 w 171"/>
                    <a:gd name="T63" fmla="*/ 6 h 101"/>
                    <a:gd name="T64" fmla="*/ 13 w 171"/>
                    <a:gd name="T65" fmla="*/ 0 h 1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101"/>
                    <a:gd name="T101" fmla="*/ 171 w 171"/>
                    <a:gd name="T102" fmla="*/ 101 h 1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101">
                      <a:moveTo>
                        <a:pt x="27" y="0"/>
                      </a:moveTo>
                      <a:lnTo>
                        <a:pt x="44" y="5"/>
                      </a:lnTo>
                      <a:lnTo>
                        <a:pt x="62" y="12"/>
                      </a:lnTo>
                      <a:lnTo>
                        <a:pt x="77" y="17"/>
                      </a:lnTo>
                      <a:lnTo>
                        <a:pt x="92" y="22"/>
                      </a:lnTo>
                      <a:lnTo>
                        <a:pt x="107" y="25"/>
                      </a:lnTo>
                      <a:lnTo>
                        <a:pt x="122" y="32"/>
                      </a:lnTo>
                      <a:lnTo>
                        <a:pt x="138" y="37"/>
                      </a:lnTo>
                      <a:lnTo>
                        <a:pt x="158" y="44"/>
                      </a:lnTo>
                      <a:lnTo>
                        <a:pt x="161" y="51"/>
                      </a:lnTo>
                      <a:lnTo>
                        <a:pt x="165" y="59"/>
                      </a:lnTo>
                      <a:lnTo>
                        <a:pt x="167" y="67"/>
                      </a:lnTo>
                      <a:lnTo>
                        <a:pt x="171" y="77"/>
                      </a:lnTo>
                      <a:lnTo>
                        <a:pt x="170" y="83"/>
                      </a:lnTo>
                      <a:lnTo>
                        <a:pt x="167" y="91"/>
                      </a:lnTo>
                      <a:lnTo>
                        <a:pt x="162" y="96"/>
                      </a:lnTo>
                      <a:lnTo>
                        <a:pt x="153" y="101"/>
                      </a:lnTo>
                      <a:lnTo>
                        <a:pt x="137" y="98"/>
                      </a:lnTo>
                      <a:lnTo>
                        <a:pt x="123" y="97"/>
                      </a:lnTo>
                      <a:lnTo>
                        <a:pt x="109" y="97"/>
                      </a:lnTo>
                      <a:lnTo>
                        <a:pt x="97" y="97"/>
                      </a:lnTo>
                      <a:lnTo>
                        <a:pt x="83" y="96"/>
                      </a:lnTo>
                      <a:lnTo>
                        <a:pt x="69" y="96"/>
                      </a:lnTo>
                      <a:lnTo>
                        <a:pt x="56" y="96"/>
                      </a:lnTo>
                      <a:lnTo>
                        <a:pt x="42" y="96"/>
                      </a:lnTo>
                      <a:lnTo>
                        <a:pt x="24" y="83"/>
                      </a:lnTo>
                      <a:lnTo>
                        <a:pt x="12" y="71"/>
                      </a:lnTo>
                      <a:lnTo>
                        <a:pt x="4" y="59"/>
                      </a:lnTo>
                      <a:lnTo>
                        <a:pt x="0" y="48"/>
                      </a:lnTo>
                      <a:lnTo>
                        <a:pt x="0" y="36"/>
                      </a:lnTo>
                      <a:lnTo>
                        <a:pt x="4" y="24"/>
                      </a:lnTo>
                      <a:lnTo>
                        <a:pt x="13" y="12"/>
                      </a:lnTo>
                      <a:lnTo>
                        <a:pt x="27"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1" name="Freeform 100">
                  <a:extLst>
                    <a:ext uri="{FF2B5EF4-FFF2-40B4-BE49-F238E27FC236}">
                      <a16:creationId xmlns:a16="http://schemas.microsoft.com/office/drawing/2014/main" id="{FDC7909F-0F87-5445-81E5-0F8B86C52F02}"/>
                    </a:ext>
                  </a:extLst>
                </p:cNvPr>
                <p:cNvSpPr>
                  <a:spLocks/>
                </p:cNvSpPr>
                <p:nvPr/>
              </p:nvSpPr>
              <p:spPr bwMode="auto">
                <a:xfrm>
                  <a:off x="4306" y="3421"/>
                  <a:ext cx="79" cy="46"/>
                </a:xfrm>
                <a:custGeom>
                  <a:avLst/>
                  <a:gdLst>
                    <a:gd name="T0" fmla="*/ 12 w 158"/>
                    <a:gd name="T1" fmla="*/ 0 h 92"/>
                    <a:gd name="T2" fmla="*/ 20 w 158"/>
                    <a:gd name="T3" fmla="*/ 2 h 92"/>
                    <a:gd name="T4" fmla="*/ 28 w 158"/>
                    <a:gd name="T5" fmla="*/ 5 h 92"/>
                    <a:gd name="T6" fmla="*/ 36 w 158"/>
                    <a:gd name="T7" fmla="*/ 7 h 92"/>
                    <a:gd name="T8" fmla="*/ 42 w 158"/>
                    <a:gd name="T9" fmla="*/ 10 h 92"/>
                    <a:gd name="T10" fmla="*/ 48 w 158"/>
                    <a:gd name="T11" fmla="*/ 12 h 92"/>
                    <a:gd name="T12" fmla="*/ 56 w 158"/>
                    <a:gd name="T13" fmla="*/ 13 h 92"/>
                    <a:gd name="T14" fmla="*/ 63 w 158"/>
                    <a:gd name="T15" fmla="*/ 16 h 92"/>
                    <a:gd name="T16" fmla="*/ 73 w 158"/>
                    <a:gd name="T17" fmla="*/ 19 h 92"/>
                    <a:gd name="T18" fmla="*/ 74 w 158"/>
                    <a:gd name="T19" fmla="*/ 22 h 92"/>
                    <a:gd name="T20" fmla="*/ 76 w 158"/>
                    <a:gd name="T21" fmla="*/ 26 h 92"/>
                    <a:gd name="T22" fmla="*/ 78 w 158"/>
                    <a:gd name="T23" fmla="*/ 30 h 92"/>
                    <a:gd name="T24" fmla="*/ 79 w 158"/>
                    <a:gd name="T25" fmla="*/ 35 h 92"/>
                    <a:gd name="T26" fmla="*/ 79 w 158"/>
                    <a:gd name="T27" fmla="*/ 38 h 92"/>
                    <a:gd name="T28" fmla="*/ 78 w 158"/>
                    <a:gd name="T29" fmla="*/ 42 h 92"/>
                    <a:gd name="T30" fmla="*/ 75 w 158"/>
                    <a:gd name="T31" fmla="*/ 44 h 92"/>
                    <a:gd name="T32" fmla="*/ 70 w 158"/>
                    <a:gd name="T33" fmla="*/ 46 h 92"/>
                    <a:gd name="T34" fmla="*/ 62 w 158"/>
                    <a:gd name="T35" fmla="*/ 45 h 92"/>
                    <a:gd name="T36" fmla="*/ 56 w 158"/>
                    <a:gd name="T37" fmla="*/ 45 h 92"/>
                    <a:gd name="T38" fmla="*/ 50 w 158"/>
                    <a:gd name="T39" fmla="*/ 45 h 92"/>
                    <a:gd name="T40" fmla="*/ 44 w 158"/>
                    <a:gd name="T41" fmla="*/ 45 h 92"/>
                    <a:gd name="T42" fmla="*/ 39 w 158"/>
                    <a:gd name="T43" fmla="*/ 45 h 92"/>
                    <a:gd name="T44" fmla="*/ 33 w 158"/>
                    <a:gd name="T45" fmla="*/ 45 h 92"/>
                    <a:gd name="T46" fmla="*/ 26 w 158"/>
                    <a:gd name="T47" fmla="*/ 44 h 92"/>
                    <a:gd name="T48" fmla="*/ 19 w 158"/>
                    <a:gd name="T49" fmla="*/ 44 h 92"/>
                    <a:gd name="T50" fmla="*/ 11 w 158"/>
                    <a:gd name="T51" fmla="*/ 39 h 92"/>
                    <a:gd name="T52" fmla="*/ 6 w 158"/>
                    <a:gd name="T53" fmla="*/ 33 h 92"/>
                    <a:gd name="T54" fmla="*/ 2 w 158"/>
                    <a:gd name="T55" fmla="*/ 27 h 92"/>
                    <a:gd name="T56" fmla="*/ 0 w 158"/>
                    <a:gd name="T57" fmla="*/ 22 h 92"/>
                    <a:gd name="T58" fmla="*/ 0 w 158"/>
                    <a:gd name="T59" fmla="*/ 17 h 92"/>
                    <a:gd name="T60" fmla="*/ 2 w 158"/>
                    <a:gd name="T61" fmla="*/ 11 h 92"/>
                    <a:gd name="T62" fmla="*/ 6 w 158"/>
                    <a:gd name="T63" fmla="*/ 5 h 92"/>
                    <a:gd name="T64" fmla="*/ 12 w 158"/>
                    <a:gd name="T65" fmla="*/ 0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8"/>
                    <a:gd name="T100" fmla="*/ 0 h 92"/>
                    <a:gd name="T101" fmla="*/ 158 w 158"/>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8" h="92">
                      <a:moveTo>
                        <a:pt x="24" y="0"/>
                      </a:moveTo>
                      <a:lnTo>
                        <a:pt x="40" y="4"/>
                      </a:lnTo>
                      <a:lnTo>
                        <a:pt x="57" y="9"/>
                      </a:lnTo>
                      <a:lnTo>
                        <a:pt x="71" y="14"/>
                      </a:lnTo>
                      <a:lnTo>
                        <a:pt x="84" y="19"/>
                      </a:lnTo>
                      <a:lnTo>
                        <a:pt x="97" y="23"/>
                      </a:lnTo>
                      <a:lnTo>
                        <a:pt x="112" y="27"/>
                      </a:lnTo>
                      <a:lnTo>
                        <a:pt x="127" y="32"/>
                      </a:lnTo>
                      <a:lnTo>
                        <a:pt x="146" y="38"/>
                      </a:lnTo>
                      <a:lnTo>
                        <a:pt x="148" y="44"/>
                      </a:lnTo>
                      <a:lnTo>
                        <a:pt x="152" y="53"/>
                      </a:lnTo>
                      <a:lnTo>
                        <a:pt x="155" y="60"/>
                      </a:lnTo>
                      <a:lnTo>
                        <a:pt x="158" y="69"/>
                      </a:lnTo>
                      <a:lnTo>
                        <a:pt x="158" y="75"/>
                      </a:lnTo>
                      <a:lnTo>
                        <a:pt x="156" y="83"/>
                      </a:lnTo>
                      <a:lnTo>
                        <a:pt x="150" y="88"/>
                      </a:lnTo>
                      <a:lnTo>
                        <a:pt x="140" y="92"/>
                      </a:lnTo>
                      <a:lnTo>
                        <a:pt x="125" y="89"/>
                      </a:lnTo>
                      <a:lnTo>
                        <a:pt x="112" y="89"/>
                      </a:lnTo>
                      <a:lnTo>
                        <a:pt x="101" y="89"/>
                      </a:lnTo>
                      <a:lnTo>
                        <a:pt x="89" y="89"/>
                      </a:lnTo>
                      <a:lnTo>
                        <a:pt x="77" y="89"/>
                      </a:lnTo>
                      <a:lnTo>
                        <a:pt x="66" y="89"/>
                      </a:lnTo>
                      <a:lnTo>
                        <a:pt x="52" y="88"/>
                      </a:lnTo>
                      <a:lnTo>
                        <a:pt x="38" y="88"/>
                      </a:lnTo>
                      <a:lnTo>
                        <a:pt x="23" y="77"/>
                      </a:lnTo>
                      <a:lnTo>
                        <a:pt x="12" y="65"/>
                      </a:lnTo>
                      <a:lnTo>
                        <a:pt x="4" y="54"/>
                      </a:lnTo>
                      <a:lnTo>
                        <a:pt x="0" y="44"/>
                      </a:lnTo>
                      <a:lnTo>
                        <a:pt x="0" y="33"/>
                      </a:lnTo>
                      <a:lnTo>
                        <a:pt x="4" y="21"/>
                      </a:lnTo>
                      <a:lnTo>
                        <a:pt x="12" y="10"/>
                      </a:lnTo>
                      <a:lnTo>
                        <a:pt x="24"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2" name="Freeform 101">
                  <a:extLst>
                    <a:ext uri="{FF2B5EF4-FFF2-40B4-BE49-F238E27FC236}">
                      <a16:creationId xmlns:a16="http://schemas.microsoft.com/office/drawing/2014/main" id="{38E16FF8-9B1D-DC42-B4DB-FCA03B7A064D}"/>
                    </a:ext>
                  </a:extLst>
                </p:cNvPr>
                <p:cNvSpPr>
                  <a:spLocks/>
                </p:cNvSpPr>
                <p:nvPr/>
              </p:nvSpPr>
              <p:spPr bwMode="auto">
                <a:xfrm>
                  <a:off x="4308" y="3423"/>
                  <a:ext cx="73" cy="41"/>
                </a:xfrm>
                <a:custGeom>
                  <a:avLst/>
                  <a:gdLst>
                    <a:gd name="T0" fmla="*/ 11 w 146"/>
                    <a:gd name="T1" fmla="*/ 0 h 83"/>
                    <a:gd name="T2" fmla="*/ 19 w 146"/>
                    <a:gd name="T3" fmla="*/ 2 h 83"/>
                    <a:gd name="T4" fmla="*/ 26 w 146"/>
                    <a:gd name="T5" fmla="*/ 4 h 83"/>
                    <a:gd name="T6" fmla="*/ 31 w 146"/>
                    <a:gd name="T7" fmla="*/ 6 h 83"/>
                    <a:gd name="T8" fmla="*/ 38 w 146"/>
                    <a:gd name="T9" fmla="*/ 8 h 83"/>
                    <a:gd name="T10" fmla="*/ 43 w 146"/>
                    <a:gd name="T11" fmla="*/ 9 h 83"/>
                    <a:gd name="T12" fmla="*/ 49 w 146"/>
                    <a:gd name="T13" fmla="*/ 11 h 83"/>
                    <a:gd name="T14" fmla="*/ 56 w 146"/>
                    <a:gd name="T15" fmla="*/ 13 h 83"/>
                    <a:gd name="T16" fmla="*/ 65 w 146"/>
                    <a:gd name="T17" fmla="*/ 16 h 83"/>
                    <a:gd name="T18" fmla="*/ 66 w 146"/>
                    <a:gd name="T19" fmla="*/ 19 h 83"/>
                    <a:gd name="T20" fmla="*/ 69 w 146"/>
                    <a:gd name="T21" fmla="*/ 23 h 83"/>
                    <a:gd name="T22" fmla="*/ 71 w 146"/>
                    <a:gd name="T23" fmla="*/ 27 h 83"/>
                    <a:gd name="T24" fmla="*/ 73 w 146"/>
                    <a:gd name="T25" fmla="*/ 31 h 83"/>
                    <a:gd name="T26" fmla="*/ 73 w 146"/>
                    <a:gd name="T27" fmla="*/ 34 h 83"/>
                    <a:gd name="T28" fmla="*/ 73 w 146"/>
                    <a:gd name="T29" fmla="*/ 38 h 83"/>
                    <a:gd name="T30" fmla="*/ 69 w 146"/>
                    <a:gd name="T31" fmla="*/ 40 h 83"/>
                    <a:gd name="T32" fmla="*/ 64 w 146"/>
                    <a:gd name="T33" fmla="*/ 41 h 83"/>
                    <a:gd name="T34" fmla="*/ 57 w 146"/>
                    <a:gd name="T35" fmla="*/ 40 h 83"/>
                    <a:gd name="T36" fmla="*/ 51 w 146"/>
                    <a:gd name="T37" fmla="*/ 40 h 83"/>
                    <a:gd name="T38" fmla="*/ 46 w 146"/>
                    <a:gd name="T39" fmla="*/ 40 h 83"/>
                    <a:gd name="T40" fmla="*/ 41 w 146"/>
                    <a:gd name="T41" fmla="*/ 41 h 83"/>
                    <a:gd name="T42" fmla="*/ 36 w 146"/>
                    <a:gd name="T43" fmla="*/ 41 h 83"/>
                    <a:gd name="T44" fmla="*/ 30 w 146"/>
                    <a:gd name="T45" fmla="*/ 41 h 83"/>
                    <a:gd name="T46" fmla="*/ 24 w 146"/>
                    <a:gd name="T47" fmla="*/ 41 h 83"/>
                    <a:gd name="T48" fmla="*/ 18 w 146"/>
                    <a:gd name="T49" fmla="*/ 41 h 83"/>
                    <a:gd name="T50" fmla="*/ 11 w 146"/>
                    <a:gd name="T51" fmla="*/ 35 h 83"/>
                    <a:gd name="T52" fmla="*/ 5 w 146"/>
                    <a:gd name="T53" fmla="*/ 30 h 83"/>
                    <a:gd name="T54" fmla="*/ 1 w 146"/>
                    <a:gd name="T55" fmla="*/ 25 h 83"/>
                    <a:gd name="T56" fmla="*/ 0 w 146"/>
                    <a:gd name="T57" fmla="*/ 20 h 83"/>
                    <a:gd name="T58" fmla="*/ 0 w 146"/>
                    <a:gd name="T59" fmla="*/ 15 h 83"/>
                    <a:gd name="T60" fmla="*/ 2 w 146"/>
                    <a:gd name="T61" fmla="*/ 10 h 83"/>
                    <a:gd name="T62" fmla="*/ 6 w 146"/>
                    <a:gd name="T63" fmla="*/ 5 h 83"/>
                    <a:gd name="T64" fmla="*/ 11 w 146"/>
                    <a:gd name="T65" fmla="*/ 0 h 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6"/>
                    <a:gd name="T100" fmla="*/ 0 h 83"/>
                    <a:gd name="T101" fmla="*/ 146 w 146"/>
                    <a:gd name="T102" fmla="*/ 83 h 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6" h="83">
                      <a:moveTo>
                        <a:pt x="23" y="0"/>
                      </a:moveTo>
                      <a:lnTo>
                        <a:pt x="38" y="4"/>
                      </a:lnTo>
                      <a:lnTo>
                        <a:pt x="52" y="9"/>
                      </a:lnTo>
                      <a:lnTo>
                        <a:pt x="63" y="12"/>
                      </a:lnTo>
                      <a:lnTo>
                        <a:pt x="76" y="16"/>
                      </a:lnTo>
                      <a:lnTo>
                        <a:pt x="87" y="19"/>
                      </a:lnTo>
                      <a:lnTo>
                        <a:pt x="98" y="23"/>
                      </a:lnTo>
                      <a:lnTo>
                        <a:pt x="112" y="26"/>
                      </a:lnTo>
                      <a:lnTo>
                        <a:pt x="130" y="33"/>
                      </a:lnTo>
                      <a:lnTo>
                        <a:pt x="132" y="39"/>
                      </a:lnTo>
                      <a:lnTo>
                        <a:pt x="137" y="46"/>
                      </a:lnTo>
                      <a:lnTo>
                        <a:pt x="141" y="54"/>
                      </a:lnTo>
                      <a:lnTo>
                        <a:pt x="146" y="63"/>
                      </a:lnTo>
                      <a:lnTo>
                        <a:pt x="146" y="69"/>
                      </a:lnTo>
                      <a:lnTo>
                        <a:pt x="145" y="76"/>
                      </a:lnTo>
                      <a:lnTo>
                        <a:pt x="138" y="80"/>
                      </a:lnTo>
                      <a:lnTo>
                        <a:pt x="128" y="83"/>
                      </a:lnTo>
                      <a:lnTo>
                        <a:pt x="114" y="80"/>
                      </a:lnTo>
                      <a:lnTo>
                        <a:pt x="103" y="80"/>
                      </a:lnTo>
                      <a:lnTo>
                        <a:pt x="92" y="81"/>
                      </a:lnTo>
                      <a:lnTo>
                        <a:pt x="82" y="83"/>
                      </a:lnTo>
                      <a:lnTo>
                        <a:pt x="71" y="83"/>
                      </a:lnTo>
                      <a:lnTo>
                        <a:pt x="61" y="83"/>
                      </a:lnTo>
                      <a:lnTo>
                        <a:pt x="48" y="83"/>
                      </a:lnTo>
                      <a:lnTo>
                        <a:pt x="37" y="83"/>
                      </a:lnTo>
                      <a:lnTo>
                        <a:pt x="22"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3" name="Freeform 102">
                  <a:extLst>
                    <a:ext uri="{FF2B5EF4-FFF2-40B4-BE49-F238E27FC236}">
                      <a16:creationId xmlns:a16="http://schemas.microsoft.com/office/drawing/2014/main" id="{78804A33-66A1-8A4E-9F54-DA39BD909C91}"/>
                    </a:ext>
                  </a:extLst>
                </p:cNvPr>
                <p:cNvSpPr>
                  <a:spLocks/>
                </p:cNvSpPr>
                <p:nvPr/>
              </p:nvSpPr>
              <p:spPr bwMode="auto">
                <a:xfrm>
                  <a:off x="4308" y="3324"/>
                  <a:ext cx="117" cy="79"/>
                </a:xfrm>
                <a:custGeom>
                  <a:avLst/>
                  <a:gdLst>
                    <a:gd name="T0" fmla="*/ 16 w 235"/>
                    <a:gd name="T1" fmla="*/ 0 h 158"/>
                    <a:gd name="T2" fmla="*/ 28 w 235"/>
                    <a:gd name="T3" fmla="*/ 3 h 158"/>
                    <a:gd name="T4" fmla="*/ 41 w 235"/>
                    <a:gd name="T5" fmla="*/ 7 h 158"/>
                    <a:gd name="T6" fmla="*/ 53 w 235"/>
                    <a:gd name="T7" fmla="*/ 11 h 158"/>
                    <a:gd name="T8" fmla="*/ 66 w 235"/>
                    <a:gd name="T9" fmla="*/ 15 h 158"/>
                    <a:gd name="T10" fmla="*/ 78 w 235"/>
                    <a:gd name="T11" fmla="*/ 19 h 158"/>
                    <a:gd name="T12" fmla="*/ 91 w 235"/>
                    <a:gd name="T13" fmla="*/ 23 h 158"/>
                    <a:gd name="T14" fmla="*/ 103 w 235"/>
                    <a:gd name="T15" fmla="*/ 27 h 158"/>
                    <a:gd name="T16" fmla="*/ 117 w 235"/>
                    <a:gd name="T17" fmla="*/ 32 h 158"/>
                    <a:gd name="T18" fmla="*/ 117 w 235"/>
                    <a:gd name="T19" fmla="*/ 38 h 158"/>
                    <a:gd name="T20" fmla="*/ 117 w 235"/>
                    <a:gd name="T21" fmla="*/ 44 h 158"/>
                    <a:gd name="T22" fmla="*/ 117 w 235"/>
                    <a:gd name="T23" fmla="*/ 50 h 158"/>
                    <a:gd name="T24" fmla="*/ 117 w 235"/>
                    <a:gd name="T25" fmla="*/ 57 h 158"/>
                    <a:gd name="T26" fmla="*/ 115 w 235"/>
                    <a:gd name="T27" fmla="*/ 63 h 158"/>
                    <a:gd name="T28" fmla="*/ 113 w 235"/>
                    <a:gd name="T29" fmla="*/ 70 h 158"/>
                    <a:gd name="T30" fmla="*/ 110 w 235"/>
                    <a:gd name="T31" fmla="*/ 75 h 158"/>
                    <a:gd name="T32" fmla="*/ 107 w 235"/>
                    <a:gd name="T33" fmla="*/ 79 h 158"/>
                    <a:gd name="T34" fmla="*/ 96 w 235"/>
                    <a:gd name="T35" fmla="*/ 77 h 158"/>
                    <a:gd name="T36" fmla="*/ 86 w 235"/>
                    <a:gd name="T37" fmla="*/ 75 h 158"/>
                    <a:gd name="T38" fmla="*/ 76 w 235"/>
                    <a:gd name="T39" fmla="*/ 72 h 158"/>
                    <a:gd name="T40" fmla="*/ 66 w 235"/>
                    <a:gd name="T41" fmla="*/ 69 h 158"/>
                    <a:gd name="T42" fmla="*/ 55 w 235"/>
                    <a:gd name="T43" fmla="*/ 65 h 158"/>
                    <a:gd name="T44" fmla="*/ 45 w 235"/>
                    <a:gd name="T45" fmla="*/ 62 h 158"/>
                    <a:gd name="T46" fmla="*/ 35 w 235"/>
                    <a:gd name="T47" fmla="*/ 59 h 158"/>
                    <a:gd name="T48" fmla="*/ 25 w 235"/>
                    <a:gd name="T49" fmla="*/ 58 h 158"/>
                    <a:gd name="T50" fmla="*/ 14 w 235"/>
                    <a:gd name="T51" fmla="*/ 50 h 158"/>
                    <a:gd name="T52" fmla="*/ 7 w 235"/>
                    <a:gd name="T53" fmla="*/ 43 h 158"/>
                    <a:gd name="T54" fmla="*/ 2 w 235"/>
                    <a:gd name="T55" fmla="*/ 36 h 158"/>
                    <a:gd name="T56" fmla="*/ 0 w 235"/>
                    <a:gd name="T57" fmla="*/ 29 h 158"/>
                    <a:gd name="T58" fmla="*/ 0 w 235"/>
                    <a:gd name="T59" fmla="*/ 21 h 158"/>
                    <a:gd name="T60" fmla="*/ 3 w 235"/>
                    <a:gd name="T61" fmla="*/ 14 h 158"/>
                    <a:gd name="T62" fmla="*/ 8 w 235"/>
                    <a:gd name="T63" fmla="*/ 7 h 158"/>
                    <a:gd name="T64" fmla="*/ 16 w 235"/>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58"/>
                    <a:gd name="T101" fmla="*/ 235 w 235"/>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58">
                      <a:moveTo>
                        <a:pt x="33" y="0"/>
                      </a:moveTo>
                      <a:lnTo>
                        <a:pt x="57" y="7"/>
                      </a:lnTo>
                      <a:lnTo>
                        <a:pt x="82" y="15"/>
                      </a:lnTo>
                      <a:lnTo>
                        <a:pt x="107" y="23"/>
                      </a:lnTo>
                      <a:lnTo>
                        <a:pt x="132" y="30"/>
                      </a:lnTo>
                      <a:lnTo>
                        <a:pt x="157" y="38"/>
                      </a:lnTo>
                      <a:lnTo>
                        <a:pt x="182" y="46"/>
                      </a:lnTo>
                      <a:lnTo>
                        <a:pt x="207" y="55"/>
                      </a:lnTo>
                      <a:lnTo>
                        <a:pt x="234" y="64"/>
                      </a:lnTo>
                      <a:lnTo>
                        <a:pt x="234" y="75"/>
                      </a:lnTo>
                      <a:lnTo>
                        <a:pt x="235" y="88"/>
                      </a:lnTo>
                      <a:lnTo>
                        <a:pt x="234" y="101"/>
                      </a:lnTo>
                      <a:lnTo>
                        <a:pt x="234" y="115"/>
                      </a:lnTo>
                      <a:lnTo>
                        <a:pt x="230" y="127"/>
                      </a:lnTo>
                      <a:lnTo>
                        <a:pt x="226" y="139"/>
                      </a:lnTo>
                      <a:lnTo>
                        <a:pt x="221" y="149"/>
                      </a:lnTo>
                      <a:lnTo>
                        <a:pt x="215" y="158"/>
                      </a:lnTo>
                      <a:lnTo>
                        <a:pt x="193" y="153"/>
                      </a:lnTo>
                      <a:lnTo>
                        <a:pt x="173" y="149"/>
                      </a:lnTo>
                      <a:lnTo>
                        <a:pt x="152" y="143"/>
                      </a:lnTo>
                      <a:lnTo>
                        <a:pt x="132" y="137"/>
                      </a:lnTo>
                      <a:lnTo>
                        <a:pt x="111" y="130"/>
                      </a:lnTo>
                      <a:lnTo>
                        <a:pt x="91" y="124"/>
                      </a:lnTo>
                      <a:lnTo>
                        <a:pt x="71" y="119"/>
                      </a:lnTo>
                      <a:lnTo>
                        <a:pt x="51" y="116"/>
                      </a:lnTo>
                      <a:lnTo>
                        <a:pt x="29" y="101"/>
                      </a:lnTo>
                      <a:lnTo>
                        <a:pt x="15" y="86"/>
                      </a:lnTo>
                      <a:lnTo>
                        <a:pt x="4" y="71"/>
                      </a:lnTo>
                      <a:lnTo>
                        <a:pt x="0" y="58"/>
                      </a:lnTo>
                      <a:lnTo>
                        <a:pt x="0" y="43"/>
                      </a:lnTo>
                      <a:lnTo>
                        <a:pt x="7" y="29"/>
                      </a:lnTo>
                      <a:lnTo>
                        <a:pt x="17" y="14"/>
                      </a:lnTo>
                      <a:lnTo>
                        <a:pt x="33"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4" name="Freeform 103">
                  <a:extLst>
                    <a:ext uri="{FF2B5EF4-FFF2-40B4-BE49-F238E27FC236}">
                      <a16:creationId xmlns:a16="http://schemas.microsoft.com/office/drawing/2014/main" id="{FBAE13CF-AA31-AB44-898E-4285BCB8960B}"/>
                    </a:ext>
                  </a:extLst>
                </p:cNvPr>
                <p:cNvSpPr>
                  <a:spLocks/>
                </p:cNvSpPr>
                <p:nvPr/>
              </p:nvSpPr>
              <p:spPr bwMode="auto">
                <a:xfrm>
                  <a:off x="4311" y="3325"/>
                  <a:ext cx="112" cy="75"/>
                </a:xfrm>
                <a:custGeom>
                  <a:avLst/>
                  <a:gdLst>
                    <a:gd name="T0" fmla="*/ 16 w 225"/>
                    <a:gd name="T1" fmla="*/ 0 h 151"/>
                    <a:gd name="T2" fmla="*/ 27 w 225"/>
                    <a:gd name="T3" fmla="*/ 4 h 151"/>
                    <a:gd name="T4" fmla="*/ 39 w 225"/>
                    <a:gd name="T5" fmla="*/ 7 h 151"/>
                    <a:gd name="T6" fmla="*/ 51 w 225"/>
                    <a:gd name="T7" fmla="*/ 11 h 151"/>
                    <a:gd name="T8" fmla="*/ 63 w 225"/>
                    <a:gd name="T9" fmla="*/ 16 h 151"/>
                    <a:gd name="T10" fmla="*/ 75 w 225"/>
                    <a:gd name="T11" fmla="*/ 19 h 151"/>
                    <a:gd name="T12" fmla="*/ 87 w 225"/>
                    <a:gd name="T13" fmla="*/ 23 h 151"/>
                    <a:gd name="T14" fmla="*/ 99 w 225"/>
                    <a:gd name="T15" fmla="*/ 27 h 151"/>
                    <a:gd name="T16" fmla="*/ 112 w 225"/>
                    <a:gd name="T17" fmla="*/ 31 h 151"/>
                    <a:gd name="T18" fmla="*/ 112 w 225"/>
                    <a:gd name="T19" fmla="*/ 36 h 151"/>
                    <a:gd name="T20" fmla="*/ 112 w 225"/>
                    <a:gd name="T21" fmla="*/ 42 h 151"/>
                    <a:gd name="T22" fmla="*/ 112 w 225"/>
                    <a:gd name="T23" fmla="*/ 48 h 151"/>
                    <a:gd name="T24" fmla="*/ 112 w 225"/>
                    <a:gd name="T25" fmla="*/ 55 h 151"/>
                    <a:gd name="T26" fmla="*/ 110 w 225"/>
                    <a:gd name="T27" fmla="*/ 61 h 151"/>
                    <a:gd name="T28" fmla="*/ 108 w 225"/>
                    <a:gd name="T29" fmla="*/ 66 h 151"/>
                    <a:gd name="T30" fmla="*/ 105 w 225"/>
                    <a:gd name="T31" fmla="*/ 71 h 151"/>
                    <a:gd name="T32" fmla="*/ 103 w 225"/>
                    <a:gd name="T33" fmla="*/ 75 h 151"/>
                    <a:gd name="T34" fmla="*/ 92 w 225"/>
                    <a:gd name="T35" fmla="*/ 73 h 151"/>
                    <a:gd name="T36" fmla="*/ 82 w 225"/>
                    <a:gd name="T37" fmla="*/ 71 h 151"/>
                    <a:gd name="T38" fmla="*/ 72 w 225"/>
                    <a:gd name="T39" fmla="*/ 68 h 151"/>
                    <a:gd name="T40" fmla="*/ 63 w 225"/>
                    <a:gd name="T41" fmla="*/ 66 h 151"/>
                    <a:gd name="T42" fmla="*/ 53 w 225"/>
                    <a:gd name="T43" fmla="*/ 63 h 151"/>
                    <a:gd name="T44" fmla="*/ 43 w 225"/>
                    <a:gd name="T45" fmla="*/ 60 h 151"/>
                    <a:gd name="T46" fmla="*/ 34 w 225"/>
                    <a:gd name="T47" fmla="*/ 58 h 151"/>
                    <a:gd name="T48" fmla="*/ 24 w 225"/>
                    <a:gd name="T49" fmla="*/ 57 h 151"/>
                    <a:gd name="T50" fmla="*/ 14 w 225"/>
                    <a:gd name="T51" fmla="*/ 49 h 151"/>
                    <a:gd name="T52" fmla="*/ 7 w 225"/>
                    <a:gd name="T53" fmla="*/ 42 h 151"/>
                    <a:gd name="T54" fmla="*/ 2 w 225"/>
                    <a:gd name="T55" fmla="*/ 35 h 151"/>
                    <a:gd name="T56" fmla="*/ 0 w 225"/>
                    <a:gd name="T57" fmla="*/ 28 h 151"/>
                    <a:gd name="T58" fmla="*/ 0 w 225"/>
                    <a:gd name="T59" fmla="*/ 21 h 151"/>
                    <a:gd name="T60" fmla="*/ 2 w 225"/>
                    <a:gd name="T61" fmla="*/ 14 h 151"/>
                    <a:gd name="T62" fmla="*/ 7 w 225"/>
                    <a:gd name="T63" fmla="*/ 7 h 151"/>
                    <a:gd name="T64" fmla="*/ 16 w 225"/>
                    <a:gd name="T65" fmla="*/ 0 h 1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5"/>
                    <a:gd name="T100" fmla="*/ 0 h 151"/>
                    <a:gd name="T101" fmla="*/ 225 w 225"/>
                    <a:gd name="T102" fmla="*/ 151 h 1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5" h="151">
                      <a:moveTo>
                        <a:pt x="32" y="0"/>
                      </a:moveTo>
                      <a:lnTo>
                        <a:pt x="54" y="8"/>
                      </a:lnTo>
                      <a:lnTo>
                        <a:pt x="79" y="15"/>
                      </a:lnTo>
                      <a:lnTo>
                        <a:pt x="102" y="23"/>
                      </a:lnTo>
                      <a:lnTo>
                        <a:pt x="127" y="32"/>
                      </a:lnTo>
                      <a:lnTo>
                        <a:pt x="151" y="39"/>
                      </a:lnTo>
                      <a:lnTo>
                        <a:pt x="175" y="47"/>
                      </a:lnTo>
                      <a:lnTo>
                        <a:pt x="199" y="54"/>
                      </a:lnTo>
                      <a:lnTo>
                        <a:pt x="224" y="63"/>
                      </a:lnTo>
                      <a:lnTo>
                        <a:pt x="224" y="73"/>
                      </a:lnTo>
                      <a:lnTo>
                        <a:pt x="225" y="85"/>
                      </a:lnTo>
                      <a:lnTo>
                        <a:pt x="224" y="97"/>
                      </a:lnTo>
                      <a:lnTo>
                        <a:pt x="224" y="110"/>
                      </a:lnTo>
                      <a:lnTo>
                        <a:pt x="220" y="122"/>
                      </a:lnTo>
                      <a:lnTo>
                        <a:pt x="216" y="133"/>
                      </a:lnTo>
                      <a:lnTo>
                        <a:pt x="211" y="142"/>
                      </a:lnTo>
                      <a:lnTo>
                        <a:pt x="206" y="151"/>
                      </a:lnTo>
                      <a:lnTo>
                        <a:pt x="185" y="147"/>
                      </a:lnTo>
                      <a:lnTo>
                        <a:pt x="165" y="143"/>
                      </a:lnTo>
                      <a:lnTo>
                        <a:pt x="145" y="137"/>
                      </a:lnTo>
                      <a:lnTo>
                        <a:pt x="126" y="132"/>
                      </a:lnTo>
                      <a:lnTo>
                        <a:pt x="106" y="126"/>
                      </a:lnTo>
                      <a:lnTo>
                        <a:pt x="87" y="121"/>
                      </a:lnTo>
                      <a:lnTo>
                        <a:pt x="68" y="117"/>
                      </a:lnTo>
                      <a:lnTo>
                        <a:pt x="49" y="114"/>
                      </a:lnTo>
                      <a:lnTo>
                        <a:pt x="28" y="99"/>
                      </a:lnTo>
                      <a:lnTo>
                        <a:pt x="14" y="85"/>
                      </a:lnTo>
                      <a:lnTo>
                        <a:pt x="4" y="70"/>
                      </a:lnTo>
                      <a:lnTo>
                        <a:pt x="0" y="57"/>
                      </a:lnTo>
                      <a:lnTo>
                        <a:pt x="0" y="42"/>
                      </a:lnTo>
                      <a:lnTo>
                        <a:pt x="5" y="28"/>
                      </a:lnTo>
                      <a:lnTo>
                        <a:pt x="15" y="14"/>
                      </a:lnTo>
                      <a:lnTo>
                        <a:pt x="32"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5" name="Freeform 104">
                  <a:extLst>
                    <a:ext uri="{FF2B5EF4-FFF2-40B4-BE49-F238E27FC236}">
                      <a16:creationId xmlns:a16="http://schemas.microsoft.com/office/drawing/2014/main" id="{187737F3-EB20-094B-950E-367607B1D69C}"/>
                    </a:ext>
                  </a:extLst>
                </p:cNvPr>
                <p:cNvSpPr>
                  <a:spLocks/>
                </p:cNvSpPr>
                <p:nvPr/>
              </p:nvSpPr>
              <p:spPr bwMode="auto">
                <a:xfrm>
                  <a:off x="4313" y="3326"/>
                  <a:ext cx="107" cy="71"/>
                </a:xfrm>
                <a:custGeom>
                  <a:avLst/>
                  <a:gdLst>
                    <a:gd name="T0" fmla="*/ 15 w 215"/>
                    <a:gd name="T1" fmla="*/ 0 h 142"/>
                    <a:gd name="T2" fmla="*/ 26 w 215"/>
                    <a:gd name="T3" fmla="*/ 3 h 142"/>
                    <a:gd name="T4" fmla="*/ 38 w 215"/>
                    <a:gd name="T5" fmla="*/ 7 h 142"/>
                    <a:gd name="T6" fmla="*/ 49 w 215"/>
                    <a:gd name="T7" fmla="*/ 10 h 142"/>
                    <a:gd name="T8" fmla="*/ 60 w 215"/>
                    <a:gd name="T9" fmla="*/ 14 h 142"/>
                    <a:gd name="T10" fmla="*/ 71 w 215"/>
                    <a:gd name="T11" fmla="*/ 18 h 142"/>
                    <a:gd name="T12" fmla="*/ 83 w 215"/>
                    <a:gd name="T13" fmla="*/ 22 h 142"/>
                    <a:gd name="T14" fmla="*/ 95 w 215"/>
                    <a:gd name="T15" fmla="*/ 25 h 142"/>
                    <a:gd name="T16" fmla="*/ 107 w 215"/>
                    <a:gd name="T17" fmla="*/ 29 h 142"/>
                    <a:gd name="T18" fmla="*/ 107 w 215"/>
                    <a:gd name="T19" fmla="*/ 35 h 142"/>
                    <a:gd name="T20" fmla="*/ 107 w 215"/>
                    <a:gd name="T21" fmla="*/ 40 h 142"/>
                    <a:gd name="T22" fmla="*/ 107 w 215"/>
                    <a:gd name="T23" fmla="*/ 45 h 142"/>
                    <a:gd name="T24" fmla="*/ 107 w 215"/>
                    <a:gd name="T25" fmla="*/ 52 h 142"/>
                    <a:gd name="T26" fmla="*/ 105 w 215"/>
                    <a:gd name="T27" fmla="*/ 57 h 142"/>
                    <a:gd name="T28" fmla="*/ 103 w 215"/>
                    <a:gd name="T29" fmla="*/ 62 h 142"/>
                    <a:gd name="T30" fmla="*/ 100 w 215"/>
                    <a:gd name="T31" fmla="*/ 67 h 142"/>
                    <a:gd name="T32" fmla="*/ 98 w 215"/>
                    <a:gd name="T33" fmla="*/ 71 h 142"/>
                    <a:gd name="T34" fmla="*/ 88 w 215"/>
                    <a:gd name="T35" fmla="*/ 69 h 142"/>
                    <a:gd name="T36" fmla="*/ 79 w 215"/>
                    <a:gd name="T37" fmla="*/ 67 h 142"/>
                    <a:gd name="T38" fmla="*/ 70 w 215"/>
                    <a:gd name="T39" fmla="*/ 65 h 142"/>
                    <a:gd name="T40" fmla="*/ 60 w 215"/>
                    <a:gd name="T41" fmla="*/ 62 h 142"/>
                    <a:gd name="T42" fmla="*/ 51 w 215"/>
                    <a:gd name="T43" fmla="*/ 59 h 142"/>
                    <a:gd name="T44" fmla="*/ 41 w 215"/>
                    <a:gd name="T45" fmla="*/ 57 h 142"/>
                    <a:gd name="T46" fmla="*/ 32 w 215"/>
                    <a:gd name="T47" fmla="*/ 55 h 142"/>
                    <a:gd name="T48" fmla="*/ 23 w 215"/>
                    <a:gd name="T49" fmla="*/ 54 h 142"/>
                    <a:gd name="T50" fmla="*/ 13 w 215"/>
                    <a:gd name="T51" fmla="*/ 47 h 142"/>
                    <a:gd name="T52" fmla="*/ 6 w 215"/>
                    <a:gd name="T53" fmla="*/ 40 h 142"/>
                    <a:gd name="T54" fmla="*/ 2 w 215"/>
                    <a:gd name="T55" fmla="*/ 33 h 142"/>
                    <a:gd name="T56" fmla="*/ 0 w 215"/>
                    <a:gd name="T57" fmla="*/ 27 h 142"/>
                    <a:gd name="T58" fmla="*/ 0 w 215"/>
                    <a:gd name="T59" fmla="*/ 20 h 142"/>
                    <a:gd name="T60" fmla="*/ 2 w 215"/>
                    <a:gd name="T61" fmla="*/ 13 h 142"/>
                    <a:gd name="T62" fmla="*/ 7 w 215"/>
                    <a:gd name="T63" fmla="*/ 6 h 142"/>
                    <a:gd name="T64" fmla="*/ 15 w 215"/>
                    <a:gd name="T65" fmla="*/ 0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42"/>
                    <a:gd name="T101" fmla="*/ 215 w 215"/>
                    <a:gd name="T102" fmla="*/ 142 h 1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42">
                      <a:moveTo>
                        <a:pt x="30" y="0"/>
                      </a:moveTo>
                      <a:lnTo>
                        <a:pt x="53" y="6"/>
                      </a:lnTo>
                      <a:lnTo>
                        <a:pt x="76" y="14"/>
                      </a:lnTo>
                      <a:lnTo>
                        <a:pt x="98" y="21"/>
                      </a:lnTo>
                      <a:lnTo>
                        <a:pt x="121" y="29"/>
                      </a:lnTo>
                      <a:lnTo>
                        <a:pt x="143" y="36"/>
                      </a:lnTo>
                      <a:lnTo>
                        <a:pt x="166" y="44"/>
                      </a:lnTo>
                      <a:lnTo>
                        <a:pt x="190" y="51"/>
                      </a:lnTo>
                      <a:lnTo>
                        <a:pt x="214" y="59"/>
                      </a:lnTo>
                      <a:lnTo>
                        <a:pt x="214" y="69"/>
                      </a:lnTo>
                      <a:lnTo>
                        <a:pt x="215" y="80"/>
                      </a:lnTo>
                      <a:lnTo>
                        <a:pt x="214" y="91"/>
                      </a:lnTo>
                      <a:lnTo>
                        <a:pt x="214" y="104"/>
                      </a:lnTo>
                      <a:lnTo>
                        <a:pt x="210" y="114"/>
                      </a:lnTo>
                      <a:lnTo>
                        <a:pt x="206" y="124"/>
                      </a:lnTo>
                      <a:lnTo>
                        <a:pt x="201" y="133"/>
                      </a:lnTo>
                      <a:lnTo>
                        <a:pt x="196" y="142"/>
                      </a:lnTo>
                      <a:lnTo>
                        <a:pt x="177" y="138"/>
                      </a:lnTo>
                      <a:lnTo>
                        <a:pt x="158" y="134"/>
                      </a:lnTo>
                      <a:lnTo>
                        <a:pt x="140" y="129"/>
                      </a:lnTo>
                      <a:lnTo>
                        <a:pt x="121" y="124"/>
                      </a:lnTo>
                      <a:lnTo>
                        <a:pt x="102" y="118"/>
                      </a:lnTo>
                      <a:lnTo>
                        <a:pt x="83" y="114"/>
                      </a:lnTo>
                      <a:lnTo>
                        <a:pt x="64" y="110"/>
                      </a:lnTo>
                      <a:lnTo>
                        <a:pt x="46" y="108"/>
                      </a:lnTo>
                      <a:lnTo>
                        <a:pt x="27" y="94"/>
                      </a:lnTo>
                      <a:lnTo>
                        <a:pt x="13" y="80"/>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6" name="Freeform 105">
                  <a:extLst>
                    <a:ext uri="{FF2B5EF4-FFF2-40B4-BE49-F238E27FC236}">
                      <a16:creationId xmlns:a16="http://schemas.microsoft.com/office/drawing/2014/main" id="{2859FA11-A2D7-AC4C-BA5F-F13AB8A906DC}"/>
                    </a:ext>
                  </a:extLst>
                </p:cNvPr>
                <p:cNvSpPr>
                  <a:spLocks/>
                </p:cNvSpPr>
                <p:nvPr/>
              </p:nvSpPr>
              <p:spPr bwMode="auto">
                <a:xfrm>
                  <a:off x="4315" y="3328"/>
                  <a:ext cx="103" cy="66"/>
                </a:xfrm>
                <a:custGeom>
                  <a:avLst/>
                  <a:gdLst>
                    <a:gd name="T0" fmla="*/ 15 w 206"/>
                    <a:gd name="T1" fmla="*/ 0 h 130"/>
                    <a:gd name="T2" fmla="*/ 26 w 206"/>
                    <a:gd name="T3" fmla="*/ 3 h 130"/>
                    <a:gd name="T4" fmla="*/ 37 w 206"/>
                    <a:gd name="T5" fmla="*/ 6 h 130"/>
                    <a:gd name="T6" fmla="*/ 47 w 206"/>
                    <a:gd name="T7" fmla="*/ 10 h 130"/>
                    <a:gd name="T8" fmla="*/ 58 w 206"/>
                    <a:gd name="T9" fmla="*/ 13 h 130"/>
                    <a:gd name="T10" fmla="*/ 69 w 206"/>
                    <a:gd name="T11" fmla="*/ 16 h 130"/>
                    <a:gd name="T12" fmla="*/ 80 w 206"/>
                    <a:gd name="T13" fmla="*/ 20 h 130"/>
                    <a:gd name="T14" fmla="*/ 91 w 206"/>
                    <a:gd name="T15" fmla="*/ 24 h 130"/>
                    <a:gd name="T16" fmla="*/ 102 w 206"/>
                    <a:gd name="T17" fmla="*/ 28 h 130"/>
                    <a:gd name="T18" fmla="*/ 103 w 206"/>
                    <a:gd name="T19" fmla="*/ 33 h 130"/>
                    <a:gd name="T20" fmla="*/ 103 w 206"/>
                    <a:gd name="T21" fmla="*/ 38 h 130"/>
                    <a:gd name="T22" fmla="*/ 103 w 206"/>
                    <a:gd name="T23" fmla="*/ 43 h 130"/>
                    <a:gd name="T24" fmla="*/ 103 w 206"/>
                    <a:gd name="T25" fmla="*/ 49 h 130"/>
                    <a:gd name="T26" fmla="*/ 101 w 206"/>
                    <a:gd name="T27" fmla="*/ 53 h 130"/>
                    <a:gd name="T28" fmla="*/ 99 w 206"/>
                    <a:gd name="T29" fmla="*/ 58 h 130"/>
                    <a:gd name="T30" fmla="*/ 97 w 206"/>
                    <a:gd name="T31" fmla="*/ 62 h 130"/>
                    <a:gd name="T32" fmla="*/ 94 w 206"/>
                    <a:gd name="T33" fmla="*/ 66 h 130"/>
                    <a:gd name="T34" fmla="*/ 85 w 206"/>
                    <a:gd name="T35" fmla="*/ 64 h 130"/>
                    <a:gd name="T36" fmla="*/ 76 w 206"/>
                    <a:gd name="T37" fmla="*/ 63 h 130"/>
                    <a:gd name="T38" fmla="*/ 67 w 206"/>
                    <a:gd name="T39" fmla="*/ 61 h 130"/>
                    <a:gd name="T40" fmla="*/ 58 w 206"/>
                    <a:gd name="T41" fmla="*/ 59 h 130"/>
                    <a:gd name="T42" fmla="*/ 49 w 206"/>
                    <a:gd name="T43" fmla="*/ 56 h 130"/>
                    <a:gd name="T44" fmla="*/ 40 w 206"/>
                    <a:gd name="T45" fmla="*/ 54 h 130"/>
                    <a:gd name="T46" fmla="*/ 31 w 206"/>
                    <a:gd name="T47" fmla="*/ 53 h 130"/>
                    <a:gd name="T48" fmla="*/ 23 w 206"/>
                    <a:gd name="T49" fmla="*/ 52 h 130"/>
                    <a:gd name="T50" fmla="*/ 13 w 206"/>
                    <a:gd name="T51" fmla="*/ 45 h 130"/>
                    <a:gd name="T52" fmla="*/ 6 w 206"/>
                    <a:gd name="T53" fmla="*/ 39 h 130"/>
                    <a:gd name="T54" fmla="*/ 2 w 206"/>
                    <a:gd name="T55" fmla="*/ 31 h 130"/>
                    <a:gd name="T56" fmla="*/ 0 w 206"/>
                    <a:gd name="T57" fmla="*/ 26 h 130"/>
                    <a:gd name="T58" fmla="*/ 0 w 206"/>
                    <a:gd name="T59" fmla="*/ 19 h 130"/>
                    <a:gd name="T60" fmla="*/ 3 w 206"/>
                    <a:gd name="T61" fmla="*/ 13 h 130"/>
                    <a:gd name="T62" fmla="*/ 7 w 206"/>
                    <a:gd name="T63" fmla="*/ 6 h 130"/>
                    <a:gd name="T64" fmla="*/ 15 w 206"/>
                    <a:gd name="T65" fmla="*/ 0 h 1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30"/>
                    <a:gd name="T101" fmla="*/ 206 w 206"/>
                    <a:gd name="T102" fmla="*/ 130 h 1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30">
                      <a:moveTo>
                        <a:pt x="30" y="0"/>
                      </a:moveTo>
                      <a:lnTo>
                        <a:pt x="52" y="6"/>
                      </a:lnTo>
                      <a:lnTo>
                        <a:pt x="73" y="12"/>
                      </a:lnTo>
                      <a:lnTo>
                        <a:pt x="94" y="19"/>
                      </a:lnTo>
                      <a:lnTo>
                        <a:pt x="117" y="26"/>
                      </a:lnTo>
                      <a:lnTo>
                        <a:pt x="138" y="32"/>
                      </a:lnTo>
                      <a:lnTo>
                        <a:pt x="159" y="40"/>
                      </a:lnTo>
                      <a:lnTo>
                        <a:pt x="181" y="47"/>
                      </a:lnTo>
                      <a:lnTo>
                        <a:pt x="203" y="55"/>
                      </a:lnTo>
                      <a:lnTo>
                        <a:pt x="205" y="65"/>
                      </a:lnTo>
                      <a:lnTo>
                        <a:pt x="206" y="75"/>
                      </a:lnTo>
                      <a:lnTo>
                        <a:pt x="205" y="85"/>
                      </a:lnTo>
                      <a:lnTo>
                        <a:pt x="205" y="96"/>
                      </a:lnTo>
                      <a:lnTo>
                        <a:pt x="201" y="105"/>
                      </a:lnTo>
                      <a:lnTo>
                        <a:pt x="198" y="115"/>
                      </a:lnTo>
                      <a:lnTo>
                        <a:pt x="193" y="123"/>
                      </a:lnTo>
                      <a:lnTo>
                        <a:pt x="188" y="130"/>
                      </a:lnTo>
                      <a:lnTo>
                        <a:pt x="169" y="126"/>
                      </a:lnTo>
                      <a:lnTo>
                        <a:pt x="152" y="124"/>
                      </a:lnTo>
                      <a:lnTo>
                        <a:pt x="133" y="120"/>
                      </a:lnTo>
                      <a:lnTo>
                        <a:pt x="116" y="116"/>
                      </a:lnTo>
                      <a:lnTo>
                        <a:pt x="97" y="111"/>
                      </a:lnTo>
                      <a:lnTo>
                        <a:pt x="79" y="107"/>
                      </a:lnTo>
                      <a:lnTo>
                        <a:pt x="62" y="104"/>
                      </a:lnTo>
                      <a:lnTo>
                        <a:pt x="45" y="102"/>
                      </a:lnTo>
                      <a:lnTo>
                        <a:pt x="26" y="89"/>
                      </a:lnTo>
                      <a:lnTo>
                        <a:pt x="13" y="76"/>
                      </a:lnTo>
                      <a:lnTo>
                        <a:pt x="4" y="62"/>
                      </a:lnTo>
                      <a:lnTo>
                        <a:pt x="0" y="51"/>
                      </a:lnTo>
                      <a:lnTo>
                        <a:pt x="0" y="37"/>
                      </a:lnTo>
                      <a:lnTo>
                        <a:pt x="5" y="25"/>
                      </a:lnTo>
                      <a:lnTo>
                        <a:pt x="15" y="11"/>
                      </a:lnTo>
                      <a:lnTo>
                        <a:pt x="30"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7" name="Freeform 106">
                  <a:extLst>
                    <a:ext uri="{FF2B5EF4-FFF2-40B4-BE49-F238E27FC236}">
                      <a16:creationId xmlns:a16="http://schemas.microsoft.com/office/drawing/2014/main" id="{1778C6B4-121E-7548-BD6B-55A42E4A572B}"/>
                    </a:ext>
                  </a:extLst>
                </p:cNvPr>
                <p:cNvSpPr>
                  <a:spLocks/>
                </p:cNvSpPr>
                <p:nvPr/>
              </p:nvSpPr>
              <p:spPr bwMode="auto">
                <a:xfrm>
                  <a:off x="4318" y="3329"/>
                  <a:ext cx="97" cy="62"/>
                </a:xfrm>
                <a:custGeom>
                  <a:avLst/>
                  <a:gdLst>
                    <a:gd name="T0" fmla="*/ 14 w 196"/>
                    <a:gd name="T1" fmla="*/ 0 h 124"/>
                    <a:gd name="T2" fmla="*/ 24 w 196"/>
                    <a:gd name="T3" fmla="*/ 3 h 124"/>
                    <a:gd name="T4" fmla="*/ 34 w 196"/>
                    <a:gd name="T5" fmla="*/ 7 h 124"/>
                    <a:gd name="T6" fmla="*/ 44 w 196"/>
                    <a:gd name="T7" fmla="*/ 10 h 124"/>
                    <a:gd name="T8" fmla="*/ 55 w 196"/>
                    <a:gd name="T9" fmla="*/ 13 h 124"/>
                    <a:gd name="T10" fmla="*/ 65 w 196"/>
                    <a:gd name="T11" fmla="*/ 17 h 124"/>
                    <a:gd name="T12" fmla="*/ 75 w 196"/>
                    <a:gd name="T13" fmla="*/ 20 h 124"/>
                    <a:gd name="T14" fmla="*/ 85 w 196"/>
                    <a:gd name="T15" fmla="*/ 23 h 124"/>
                    <a:gd name="T16" fmla="*/ 96 w 196"/>
                    <a:gd name="T17" fmla="*/ 27 h 124"/>
                    <a:gd name="T18" fmla="*/ 97 w 196"/>
                    <a:gd name="T19" fmla="*/ 31 h 124"/>
                    <a:gd name="T20" fmla="*/ 97 w 196"/>
                    <a:gd name="T21" fmla="*/ 37 h 124"/>
                    <a:gd name="T22" fmla="*/ 97 w 196"/>
                    <a:gd name="T23" fmla="*/ 42 h 124"/>
                    <a:gd name="T24" fmla="*/ 97 w 196"/>
                    <a:gd name="T25" fmla="*/ 47 h 124"/>
                    <a:gd name="T26" fmla="*/ 95 w 196"/>
                    <a:gd name="T27" fmla="*/ 51 h 124"/>
                    <a:gd name="T28" fmla="*/ 93 w 196"/>
                    <a:gd name="T29" fmla="*/ 55 h 124"/>
                    <a:gd name="T30" fmla="*/ 91 w 196"/>
                    <a:gd name="T31" fmla="*/ 59 h 124"/>
                    <a:gd name="T32" fmla="*/ 88 w 196"/>
                    <a:gd name="T33" fmla="*/ 62 h 124"/>
                    <a:gd name="T34" fmla="*/ 80 w 196"/>
                    <a:gd name="T35" fmla="*/ 60 h 124"/>
                    <a:gd name="T36" fmla="*/ 71 w 196"/>
                    <a:gd name="T37" fmla="*/ 59 h 124"/>
                    <a:gd name="T38" fmla="*/ 62 w 196"/>
                    <a:gd name="T39" fmla="*/ 57 h 124"/>
                    <a:gd name="T40" fmla="*/ 54 w 196"/>
                    <a:gd name="T41" fmla="*/ 55 h 124"/>
                    <a:gd name="T42" fmla="*/ 46 w 196"/>
                    <a:gd name="T43" fmla="*/ 53 h 124"/>
                    <a:gd name="T44" fmla="*/ 37 w 196"/>
                    <a:gd name="T45" fmla="*/ 52 h 124"/>
                    <a:gd name="T46" fmla="*/ 29 w 196"/>
                    <a:gd name="T47" fmla="*/ 50 h 124"/>
                    <a:gd name="T48" fmla="*/ 21 w 196"/>
                    <a:gd name="T49" fmla="*/ 49 h 124"/>
                    <a:gd name="T50" fmla="*/ 12 w 196"/>
                    <a:gd name="T51" fmla="*/ 43 h 124"/>
                    <a:gd name="T52" fmla="*/ 5 w 196"/>
                    <a:gd name="T53" fmla="*/ 37 h 124"/>
                    <a:gd name="T54" fmla="*/ 2 w 196"/>
                    <a:gd name="T55" fmla="*/ 30 h 124"/>
                    <a:gd name="T56" fmla="*/ 0 w 196"/>
                    <a:gd name="T57" fmla="*/ 25 h 124"/>
                    <a:gd name="T58" fmla="*/ 0 w 196"/>
                    <a:gd name="T59" fmla="*/ 18 h 124"/>
                    <a:gd name="T60" fmla="*/ 2 w 196"/>
                    <a:gd name="T61" fmla="*/ 12 h 124"/>
                    <a:gd name="T62" fmla="*/ 6 w 196"/>
                    <a:gd name="T63" fmla="*/ 6 h 124"/>
                    <a:gd name="T64" fmla="*/ 14 w 196"/>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6"/>
                    <a:gd name="T100" fmla="*/ 0 h 124"/>
                    <a:gd name="T101" fmla="*/ 196 w 196"/>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6" h="124">
                      <a:moveTo>
                        <a:pt x="28" y="0"/>
                      </a:moveTo>
                      <a:lnTo>
                        <a:pt x="48" y="6"/>
                      </a:lnTo>
                      <a:lnTo>
                        <a:pt x="69" y="13"/>
                      </a:lnTo>
                      <a:lnTo>
                        <a:pt x="89" y="19"/>
                      </a:lnTo>
                      <a:lnTo>
                        <a:pt x="111" y="26"/>
                      </a:lnTo>
                      <a:lnTo>
                        <a:pt x="131" y="33"/>
                      </a:lnTo>
                      <a:lnTo>
                        <a:pt x="152" y="40"/>
                      </a:lnTo>
                      <a:lnTo>
                        <a:pt x="172" y="46"/>
                      </a:lnTo>
                      <a:lnTo>
                        <a:pt x="193" y="54"/>
                      </a:lnTo>
                      <a:lnTo>
                        <a:pt x="195" y="63"/>
                      </a:lnTo>
                      <a:lnTo>
                        <a:pt x="196" y="73"/>
                      </a:lnTo>
                      <a:lnTo>
                        <a:pt x="195" y="83"/>
                      </a:lnTo>
                      <a:lnTo>
                        <a:pt x="195" y="93"/>
                      </a:lnTo>
                      <a:lnTo>
                        <a:pt x="191" y="101"/>
                      </a:lnTo>
                      <a:lnTo>
                        <a:pt x="188" y="110"/>
                      </a:lnTo>
                      <a:lnTo>
                        <a:pt x="183" y="117"/>
                      </a:lnTo>
                      <a:lnTo>
                        <a:pt x="178" y="124"/>
                      </a:lnTo>
                      <a:lnTo>
                        <a:pt x="161" y="120"/>
                      </a:lnTo>
                      <a:lnTo>
                        <a:pt x="143" y="118"/>
                      </a:lnTo>
                      <a:lnTo>
                        <a:pt x="126" y="114"/>
                      </a:lnTo>
                      <a:lnTo>
                        <a:pt x="109" y="110"/>
                      </a:lnTo>
                      <a:lnTo>
                        <a:pt x="92" y="106"/>
                      </a:lnTo>
                      <a:lnTo>
                        <a:pt x="75" y="103"/>
                      </a:lnTo>
                      <a:lnTo>
                        <a:pt x="58" y="99"/>
                      </a:lnTo>
                      <a:lnTo>
                        <a:pt x="42" y="98"/>
                      </a:lnTo>
                      <a:lnTo>
                        <a:pt x="24" y="85"/>
                      </a:lnTo>
                      <a:lnTo>
                        <a:pt x="11" y="73"/>
                      </a:lnTo>
                      <a:lnTo>
                        <a:pt x="4" y="60"/>
                      </a:lnTo>
                      <a:lnTo>
                        <a:pt x="0" y="49"/>
                      </a:lnTo>
                      <a:lnTo>
                        <a:pt x="0" y="36"/>
                      </a:lnTo>
                      <a:lnTo>
                        <a:pt x="4" y="24"/>
                      </a:lnTo>
                      <a:lnTo>
                        <a:pt x="13" y="11"/>
                      </a:lnTo>
                      <a:lnTo>
                        <a:pt x="28"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8" name="Freeform 107">
                  <a:extLst>
                    <a:ext uri="{FF2B5EF4-FFF2-40B4-BE49-F238E27FC236}">
                      <a16:creationId xmlns:a16="http://schemas.microsoft.com/office/drawing/2014/main" id="{6EFA0C47-22D1-E145-B6BB-C71E6A9DBD37}"/>
                    </a:ext>
                  </a:extLst>
                </p:cNvPr>
                <p:cNvSpPr>
                  <a:spLocks/>
                </p:cNvSpPr>
                <p:nvPr/>
              </p:nvSpPr>
              <p:spPr bwMode="auto">
                <a:xfrm>
                  <a:off x="4320" y="3331"/>
                  <a:ext cx="92" cy="56"/>
                </a:xfrm>
                <a:custGeom>
                  <a:avLst/>
                  <a:gdLst>
                    <a:gd name="T0" fmla="*/ 13 w 185"/>
                    <a:gd name="T1" fmla="*/ 0 h 113"/>
                    <a:gd name="T2" fmla="*/ 22 w 185"/>
                    <a:gd name="T3" fmla="*/ 2 h 113"/>
                    <a:gd name="T4" fmla="*/ 32 w 185"/>
                    <a:gd name="T5" fmla="*/ 5 h 113"/>
                    <a:gd name="T6" fmla="*/ 42 w 185"/>
                    <a:gd name="T7" fmla="*/ 8 h 113"/>
                    <a:gd name="T8" fmla="*/ 52 w 185"/>
                    <a:gd name="T9" fmla="*/ 12 h 113"/>
                    <a:gd name="T10" fmla="*/ 61 w 185"/>
                    <a:gd name="T11" fmla="*/ 15 h 113"/>
                    <a:gd name="T12" fmla="*/ 71 w 185"/>
                    <a:gd name="T13" fmla="*/ 18 h 113"/>
                    <a:gd name="T14" fmla="*/ 81 w 185"/>
                    <a:gd name="T15" fmla="*/ 21 h 113"/>
                    <a:gd name="T16" fmla="*/ 91 w 185"/>
                    <a:gd name="T17" fmla="*/ 25 h 113"/>
                    <a:gd name="T18" fmla="*/ 91 w 185"/>
                    <a:gd name="T19" fmla="*/ 28 h 113"/>
                    <a:gd name="T20" fmla="*/ 92 w 185"/>
                    <a:gd name="T21" fmla="*/ 33 h 113"/>
                    <a:gd name="T22" fmla="*/ 91 w 185"/>
                    <a:gd name="T23" fmla="*/ 37 h 113"/>
                    <a:gd name="T24" fmla="*/ 91 w 185"/>
                    <a:gd name="T25" fmla="*/ 42 h 113"/>
                    <a:gd name="T26" fmla="*/ 90 w 185"/>
                    <a:gd name="T27" fmla="*/ 45 h 113"/>
                    <a:gd name="T28" fmla="*/ 88 w 185"/>
                    <a:gd name="T29" fmla="*/ 49 h 113"/>
                    <a:gd name="T30" fmla="*/ 86 w 185"/>
                    <a:gd name="T31" fmla="*/ 52 h 113"/>
                    <a:gd name="T32" fmla="*/ 84 w 185"/>
                    <a:gd name="T33" fmla="*/ 56 h 113"/>
                    <a:gd name="T34" fmla="*/ 76 w 185"/>
                    <a:gd name="T35" fmla="*/ 55 h 113"/>
                    <a:gd name="T36" fmla="*/ 68 w 185"/>
                    <a:gd name="T37" fmla="*/ 54 h 113"/>
                    <a:gd name="T38" fmla="*/ 59 w 185"/>
                    <a:gd name="T39" fmla="*/ 52 h 113"/>
                    <a:gd name="T40" fmla="*/ 52 w 185"/>
                    <a:gd name="T41" fmla="*/ 51 h 113"/>
                    <a:gd name="T42" fmla="*/ 44 w 185"/>
                    <a:gd name="T43" fmla="*/ 49 h 113"/>
                    <a:gd name="T44" fmla="*/ 36 w 185"/>
                    <a:gd name="T45" fmla="*/ 48 h 113"/>
                    <a:gd name="T46" fmla="*/ 27 w 185"/>
                    <a:gd name="T47" fmla="*/ 47 h 113"/>
                    <a:gd name="T48" fmla="*/ 20 w 185"/>
                    <a:gd name="T49" fmla="*/ 46 h 113"/>
                    <a:gd name="T50" fmla="*/ 12 w 185"/>
                    <a:gd name="T51" fmla="*/ 40 h 113"/>
                    <a:gd name="T52" fmla="*/ 5 w 185"/>
                    <a:gd name="T53" fmla="*/ 34 h 113"/>
                    <a:gd name="T54" fmla="*/ 2 w 185"/>
                    <a:gd name="T55" fmla="*/ 28 h 113"/>
                    <a:gd name="T56" fmla="*/ 0 w 185"/>
                    <a:gd name="T57" fmla="*/ 22 h 113"/>
                    <a:gd name="T58" fmla="*/ 0 w 185"/>
                    <a:gd name="T59" fmla="*/ 17 h 113"/>
                    <a:gd name="T60" fmla="*/ 2 w 185"/>
                    <a:gd name="T61" fmla="*/ 11 h 113"/>
                    <a:gd name="T62" fmla="*/ 6 w 185"/>
                    <a:gd name="T63" fmla="*/ 5 h 113"/>
                    <a:gd name="T64" fmla="*/ 13 w 185"/>
                    <a:gd name="T65" fmla="*/ 0 h 1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13"/>
                    <a:gd name="T101" fmla="*/ 185 w 185"/>
                    <a:gd name="T102" fmla="*/ 113 h 1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13">
                      <a:moveTo>
                        <a:pt x="27" y="0"/>
                      </a:moveTo>
                      <a:lnTo>
                        <a:pt x="45" y="5"/>
                      </a:lnTo>
                      <a:lnTo>
                        <a:pt x="64" y="11"/>
                      </a:lnTo>
                      <a:lnTo>
                        <a:pt x="84" y="17"/>
                      </a:lnTo>
                      <a:lnTo>
                        <a:pt x="104" y="24"/>
                      </a:lnTo>
                      <a:lnTo>
                        <a:pt x="123" y="30"/>
                      </a:lnTo>
                      <a:lnTo>
                        <a:pt x="143" y="36"/>
                      </a:lnTo>
                      <a:lnTo>
                        <a:pt x="163" y="42"/>
                      </a:lnTo>
                      <a:lnTo>
                        <a:pt x="183" y="50"/>
                      </a:lnTo>
                      <a:lnTo>
                        <a:pt x="183" y="57"/>
                      </a:lnTo>
                      <a:lnTo>
                        <a:pt x="185" y="67"/>
                      </a:lnTo>
                      <a:lnTo>
                        <a:pt x="183" y="75"/>
                      </a:lnTo>
                      <a:lnTo>
                        <a:pt x="183" y="85"/>
                      </a:lnTo>
                      <a:lnTo>
                        <a:pt x="180" y="91"/>
                      </a:lnTo>
                      <a:lnTo>
                        <a:pt x="177" y="99"/>
                      </a:lnTo>
                      <a:lnTo>
                        <a:pt x="173" y="105"/>
                      </a:lnTo>
                      <a:lnTo>
                        <a:pt x="169" y="113"/>
                      </a:lnTo>
                      <a:lnTo>
                        <a:pt x="152" y="110"/>
                      </a:lnTo>
                      <a:lnTo>
                        <a:pt x="137" y="108"/>
                      </a:lnTo>
                      <a:lnTo>
                        <a:pt x="119" y="105"/>
                      </a:lnTo>
                      <a:lnTo>
                        <a:pt x="104" y="102"/>
                      </a:lnTo>
                      <a:lnTo>
                        <a:pt x="88" y="99"/>
                      </a:lnTo>
                      <a:lnTo>
                        <a:pt x="72" y="96"/>
                      </a:lnTo>
                      <a:lnTo>
                        <a:pt x="55" y="94"/>
                      </a:lnTo>
                      <a:lnTo>
                        <a:pt x="40" y="92"/>
                      </a:lnTo>
                      <a:lnTo>
                        <a:pt x="24" y="80"/>
                      </a:lnTo>
                      <a:lnTo>
                        <a:pt x="11" y="69"/>
                      </a:lnTo>
                      <a:lnTo>
                        <a:pt x="4" y="56"/>
                      </a:lnTo>
                      <a:lnTo>
                        <a:pt x="0" y="45"/>
                      </a:lnTo>
                      <a:lnTo>
                        <a:pt x="0" y="34"/>
                      </a:lnTo>
                      <a:lnTo>
                        <a:pt x="4" y="22"/>
                      </a:lnTo>
                      <a:lnTo>
                        <a:pt x="13" y="11"/>
                      </a:lnTo>
                      <a:lnTo>
                        <a:pt x="27"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9" name="Freeform 108">
                  <a:extLst>
                    <a:ext uri="{FF2B5EF4-FFF2-40B4-BE49-F238E27FC236}">
                      <a16:creationId xmlns:a16="http://schemas.microsoft.com/office/drawing/2014/main" id="{B3370FA8-2657-C54B-BB84-3148FC7656C3}"/>
                    </a:ext>
                  </a:extLst>
                </p:cNvPr>
                <p:cNvSpPr>
                  <a:spLocks/>
                </p:cNvSpPr>
                <p:nvPr/>
              </p:nvSpPr>
              <p:spPr bwMode="auto">
                <a:xfrm>
                  <a:off x="4323" y="3332"/>
                  <a:ext cx="87" cy="53"/>
                </a:xfrm>
                <a:custGeom>
                  <a:avLst/>
                  <a:gdLst>
                    <a:gd name="T0" fmla="*/ 12 w 175"/>
                    <a:gd name="T1" fmla="*/ 0 h 106"/>
                    <a:gd name="T2" fmla="*/ 21 w 175"/>
                    <a:gd name="T3" fmla="*/ 3 h 106"/>
                    <a:gd name="T4" fmla="*/ 30 w 175"/>
                    <a:gd name="T5" fmla="*/ 6 h 106"/>
                    <a:gd name="T6" fmla="*/ 39 w 175"/>
                    <a:gd name="T7" fmla="*/ 9 h 106"/>
                    <a:gd name="T8" fmla="*/ 49 w 175"/>
                    <a:gd name="T9" fmla="*/ 12 h 106"/>
                    <a:gd name="T10" fmla="*/ 58 w 175"/>
                    <a:gd name="T11" fmla="*/ 14 h 106"/>
                    <a:gd name="T12" fmla="*/ 68 w 175"/>
                    <a:gd name="T13" fmla="*/ 18 h 106"/>
                    <a:gd name="T14" fmla="*/ 77 w 175"/>
                    <a:gd name="T15" fmla="*/ 20 h 106"/>
                    <a:gd name="T16" fmla="*/ 86 w 175"/>
                    <a:gd name="T17" fmla="*/ 24 h 106"/>
                    <a:gd name="T18" fmla="*/ 86 w 175"/>
                    <a:gd name="T19" fmla="*/ 27 h 106"/>
                    <a:gd name="T20" fmla="*/ 87 w 175"/>
                    <a:gd name="T21" fmla="*/ 32 h 106"/>
                    <a:gd name="T22" fmla="*/ 86 w 175"/>
                    <a:gd name="T23" fmla="*/ 36 h 106"/>
                    <a:gd name="T24" fmla="*/ 86 w 175"/>
                    <a:gd name="T25" fmla="*/ 40 h 106"/>
                    <a:gd name="T26" fmla="*/ 84 w 175"/>
                    <a:gd name="T27" fmla="*/ 47 h 106"/>
                    <a:gd name="T28" fmla="*/ 79 w 175"/>
                    <a:gd name="T29" fmla="*/ 53 h 106"/>
                    <a:gd name="T30" fmla="*/ 71 w 175"/>
                    <a:gd name="T31" fmla="*/ 52 h 106"/>
                    <a:gd name="T32" fmla="*/ 64 w 175"/>
                    <a:gd name="T33" fmla="*/ 50 h 106"/>
                    <a:gd name="T34" fmla="*/ 56 w 175"/>
                    <a:gd name="T35" fmla="*/ 49 h 106"/>
                    <a:gd name="T36" fmla="*/ 49 w 175"/>
                    <a:gd name="T37" fmla="*/ 48 h 106"/>
                    <a:gd name="T38" fmla="*/ 41 w 175"/>
                    <a:gd name="T39" fmla="*/ 47 h 106"/>
                    <a:gd name="T40" fmla="*/ 33 w 175"/>
                    <a:gd name="T41" fmla="*/ 46 h 106"/>
                    <a:gd name="T42" fmla="*/ 26 w 175"/>
                    <a:gd name="T43" fmla="*/ 45 h 106"/>
                    <a:gd name="T44" fmla="*/ 18 w 175"/>
                    <a:gd name="T45" fmla="*/ 45 h 106"/>
                    <a:gd name="T46" fmla="*/ 11 w 175"/>
                    <a:gd name="T47" fmla="*/ 39 h 106"/>
                    <a:gd name="T48" fmla="*/ 5 w 175"/>
                    <a:gd name="T49" fmla="*/ 34 h 106"/>
                    <a:gd name="T50" fmla="*/ 1 w 175"/>
                    <a:gd name="T51" fmla="*/ 27 h 106"/>
                    <a:gd name="T52" fmla="*/ 0 w 175"/>
                    <a:gd name="T53" fmla="*/ 22 h 106"/>
                    <a:gd name="T54" fmla="*/ 0 w 175"/>
                    <a:gd name="T55" fmla="*/ 17 h 106"/>
                    <a:gd name="T56" fmla="*/ 2 w 175"/>
                    <a:gd name="T57" fmla="*/ 11 h 106"/>
                    <a:gd name="T58" fmla="*/ 6 w 175"/>
                    <a:gd name="T59" fmla="*/ 5 h 106"/>
                    <a:gd name="T60" fmla="*/ 12 w 175"/>
                    <a:gd name="T61" fmla="*/ 0 h 10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6"/>
                    <a:gd name="T95" fmla="*/ 175 w 175"/>
                    <a:gd name="T96" fmla="*/ 106 h 10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6">
                      <a:moveTo>
                        <a:pt x="25" y="0"/>
                      </a:moveTo>
                      <a:lnTo>
                        <a:pt x="43" y="5"/>
                      </a:lnTo>
                      <a:lnTo>
                        <a:pt x="60" y="12"/>
                      </a:lnTo>
                      <a:lnTo>
                        <a:pt x="79" y="17"/>
                      </a:lnTo>
                      <a:lnTo>
                        <a:pt x="98" y="24"/>
                      </a:lnTo>
                      <a:lnTo>
                        <a:pt x="117" y="29"/>
                      </a:lnTo>
                      <a:lnTo>
                        <a:pt x="136" y="35"/>
                      </a:lnTo>
                      <a:lnTo>
                        <a:pt x="154" y="40"/>
                      </a:lnTo>
                      <a:lnTo>
                        <a:pt x="173" y="48"/>
                      </a:lnTo>
                      <a:lnTo>
                        <a:pt x="173" y="55"/>
                      </a:lnTo>
                      <a:lnTo>
                        <a:pt x="175" y="64"/>
                      </a:lnTo>
                      <a:lnTo>
                        <a:pt x="173" y="72"/>
                      </a:lnTo>
                      <a:lnTo>
                        <a:pt x="173" y="80"/>
                      </a:lnTo>
                      <a:lnTo>
                        <a:pt x="168" y="93"/>
                      </a:lnTo>
                      <a:lnTo>
                        <a:pt x="159" y="106"/>
                      </a:lnTo>
                      <a:lnTo>
                        <a:pt x="143" y="103"/>
                      </a:lnTo>
                      <a:lnTo>
                        <a:pt x="128" y="100"/>
                      </a:lnTo>
                      <a:lnTo>
                        <a:pt x="113" y="98"/>
                      </a:lnTo>
                      <a:lnTo>
                        <a:pt x="98" y="95"/>
                      </a:lnTo>
                      <a:lnTo>
                        <a:pt x="82" y="93"/>
                      </a:lnTo>
                      <a:lnTo>
                        <a:pt x="67" y="92"/>
                      </a:lnTo>
                      <a:lnTo>
                        <a:pt x="52" y="89"/>
                      </a:lnTo>
                      <a:lnTo>
                        <a:pt x="37" y="89"/>
                      </a:lnTo>
                      <a:lnTo>
                        <a:pt x="22" y="78"/>
                      </a:lnTo>
                      <a:lnTo>
                        <a:pt x="10" y="67"/>
                      </a:lnTo>
                      <a:lnTo>
                        <a:pt x="3" y="55"/>
                      </a:lnTo>
                      <a:lnTo>
                        <a:pt x="0" y="44"/>
                      </a:lnTo>
                      <a:lnTo>
                        <a:pt x="0" y="33"/>
                      </a:lnTo>
                      <a:lnTo>
                        <a:pt x="5" y="22"/>
                      </a:lnTo>
                      <a:lnTo>
                        <a:pt x="13" y="10"/>
                      </a:lnTo>
                      <a:lnTo>
                        <a:pt x="25"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0" name="Freeform 109">
                  <a:extLst>
                    <a:ext uri="{FF2B5EF4-FFF2-40B4-BE49-F238E27FC236}">
                      <a16:creationId xmlns:a16="http://schemas.microsoft.com/office/drawing/2014/main" id="{722B8978-61BF-EC40-9B32-59E0DF7964BF}"/>
                    </a:ext>
                  </a:extLst>
                </p:cNvPr>
                <p:cNvSpPr>
                  <a:spLocks/>
                </p:cNvSpPr>
                <p:nvPr/>
              </p:nvSpPr>
              <p:spPr bwMode="auto">
                <a:xfrm>
                  <a:off x="4325" y="3334"/>
                  <a:ext cx="82" cy="48"/>
                </a:xfrm>
                <a:custGeom>
                  <a:avLst/>
                  <a:gdLst>
                    <a:gd name="T0" fmla="*/ 12 w 165"/>
                    <a:gd name="T1" fmla="*/ 0 h 95"/>
                    <a:gd name="T2" fmla="*/ 20 w 165"/>
                    <a:gd name="T3" fmla="*/ 2 h 95"/>
                    <a:gd name="T4" fmla="*/ 29 w 165"/>
                    <a:gd name="T5" fmla="*/ 5 h 95"/>
                    <a:gd name="T6" fmla="*/ 37 w 165"/>
                    <a:gd name="T7" fmla="*/ 8 h 95"/>
                    <a:gd name="T8" fmla="*/ 46 w 165"/>
                    <a:gd name="T9" fmla="*/ 11 h 95"/>
                    <a:gd name="T10" fmla="*/ 54 w 165"/>
                    <a:gd name="T11" fmla="*/ 13 h 95"/>
                    <a:gd name="T12" fmla="*/ 64 w 165"/>
                    <a:gd name="T13" fmla="*/ 17 h 95"/>
                    <a:gd name="T14" fmla="*/ 72 w 165"/>
                    <a:gd name="T15" fmla="*/ 19 h 95"/>
                    <a:gd name="T16" fmla="*/ 81 w 165"/>
                    <a:gd name="T17" fmla="*/ 22 h 95"/>
                    <a:gd name="T18" fmla="*/ 81 w 165"/>
                    <a:gd name="T19" fmla="*/ 25 h 95"/>
                    <a:gd name="T20" fmla="*/ 82 w 165"/>
                    <a:gd name="T21" fmla="*/ 29 h 95"/>
                    <a:gd name="T22" fmla="*/ 81 w 165"/>
                    <a:gd name="T23" fmla="*/ 33 h 95"/>
                    <a:gd name="T24" fmla="*/ 81 w 165"/>
                    <a:gd name="T25" fmla="*/ 37 h 95"/>
                    <a:gd name="T26" fmla="*/ 78 w 165"/>
                    <a:gd name="T27" fmla="*/ 42 h 95"/>
                    <a:gd name="T28" fmla="*/ 74 w 165"/>
                    <a:gd name="T29" fmla="*/ 48 h 95"/>
                    <a:gd name="T30" fmla="*/ 67 w 165"/>
                    <a:gd name="T31" fmla="*/ 47 h 95"/>
                    <a:gd name="T32" fmla="*/ 60 w 165"/>
                    <a:gd name="T33" fmla="*/ 46 h 95"/>
                    <a:gd name="T34" fmla="*/ 53 w 165"/>
                    <a:gd name="T35" fmla="*/ 45 h 95"/>
                    <a:gd name="T36" fmla="*/ 46 w 165"/>
                    <a:gd name="T37" fmla="*/ 45 h 95"/>
                    <a:gd name="T38" fmla="*/ 38 w 165"/>
                    <a:gd name="T39" fmla="*/ 43 h 95"/>
                    <a:gd name="T40" fmla="*/ 31 w 165"/>
                    <a:gd name="T41" fmla="*/ 43 h 95"/>
                    <a:gd name="T42" fmla="*/ 24 w 165"/>
                    <a:gd name="T43" fmla="*/ 42 h 95"/>
                    <a:gd name="T44" fmla="*/ 17 w 165"/>
                    <a:gd name="T45" fmla="*/ 42 h 95"/>
                    <a:gd name="T46" fmla="*/ 10 w 165"/>
                    <a:gd name="T47" fmla="*/ 36 h 95"/>
                    <a:gd name="T48" fmla="*/ 5 w 165"/>
                    <a:gd name="T49" fmla="*/ 31 h 95"/>
                    <a:gd name="T50" fmla="*/ 1 w 165"/>
                    <a:gd name="T51" fmla="*/ 25 h 95"/>
                    <a:gd name="T52" fmla="*/ 0 w 165"/>
                    <a:gd name="T53" fmla="*/ 20 h 95"/>
                    <a:gd name="T54" fmla="*/ 0 w 165"/>
                    <a:gd name="T55" fmla="*/ 15 h 95"/>
                    <a:gd name="T56" fmla="*/ 2 w 165"/>
                    <a:gd name="T57" fmla="*/ 10 h 95"/>
                    <a:gd name="T58" fmla="*/ 6 w 165"/>
                    <a:gd name="T59" fmla="*/ 5 h 95"/>
                    <a:gd name="T60" fmla="*/ 12 w 165"/>
                    <a:gd name="T61" fmla="*/ 0 h 9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5"/>
                    <a:gd name="T94" fmla="*/ 0 h 95"/>
                    <a:gd name="T95" fmla="*/ 165 w 165"/>
                    <a:gd name="T96" fmla="*/ 95 h 9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5" h="95">
                      <a:moveTo>
                        <a:pt x="24" y="0"/>
                      </a:moveTo>
                      <a:lnTo>
                        <a:pt x="40" y="4"/>
                      </a:lnTo>
                      <a:lnTo>
                        <a:pt x="58" y="10"/>
                      </a:lnTo>
                      <a:lnTo>
                        <a:pt x="75" y="15"/>
                      </a:lnTo>
                      <a:lnTo>
                        <a:pt x="93" y="21"/>
                      </a:lnTo>
                      <a:lnTo>
                        <a:pt x="109" y="26"/>
                      </a:lnTo>
                      <a:lnTo>
                        <a:pt x="128" y="33"/>
                      </a:lnTo>
                      <a:lnTo>
                        <a:pt x="144" y="38"/>
                      </a:lnTo>
                      <a:lnTo>
                        <a:pt x="163" y="44"/>
                      </a:lnTo>
                      <a:lnTo>
                        <a:pt x="163" y="50"/>
                      </a:lnTo>
                      <a:lnTo>
                        <a:pt x="165" y="58"/>
                      </a:lnTo>
                      <a:lnTo>
                        <a:pt x="163" y="65"/>
                      </a:lnTo>
                      <a:lnTo>
                        <a:pt x="163" y="73"/>
                      </a:lnTo>
                      <a:lnTo>
                        <a:pt x="157" y="84"/>
                      </a:lnTo>
                      <a:lnTo>
                        <a:pt x="149" y="95"/>
                      </a:lnTo>
                      <a:lnTo>
                        <a:pt x="134" y="93"/>
                      </a:lnTo>
                      <a:lnTo>
                        <a:pt x="121" y="91"/>
                      </a:lnTo>
                      <a:lnTo>
                        <a:pt x="106" y="89"/>
                      </a:lnTo>
                      <a:lnTo>
                        <a:pt x="92" y="89"/>
                      </a:lnTo>
                      <a:lnTo>
                        <a:pt x="77" y="86"/>
                      </a:lnTo>
                      <a:lnTo>
                        <a:pt x="63" y="85"/>
                      </a:lnTo>
                      <a:lnTo>
                        <a:pt x="49" y="83"/>
                      </a:lnTo>
                      <a:lnTo>
                        <a:pt x="35" y="83"/>
                      </a:lnTo>
                      <a:lnTo>
                        <a:pt x="20" y="71"/>
                      </a:lnTo>
                      <a:lnTo>
                        <a:pt x="10" y="61"/>
                      </a:lnTo>
                      <a:lnTo>
                        <a:pt x="3" y="50"/>
                      </a:lnTo>
                      <a:lnTo>
                        <a:pt x="0" y="40"/>
                      </a:lnTo>
                      <a:lnTo>
                        <a:pt x="0" y="29"/>
                      </a:lnTo>
                      <a:lnTo>
                        <a:pt x="4" y="19"/>
                      </a:lnTo>
                      <a:lnTo>
                        <a:pt x="12" y="9"/>
                      </a:lnTo>
                      <a:lnTo>
                        <a:pt x="24"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1" name="Freeform 110">
                  <a:extLst>
                    <a:ext uri="{FF2B5EF4-FFF2-40B4-BE49-F238E27FC236}">
                      <a16:creationId xmlns:a16="http://schemas.microsoft.com/office/drawing/2014/main" id="{933DBE6C-9C32-BC43-9B9B-A91C9BE7E27A}"/>
                    </a:ext>
                  </a:extLst>
                </p:cNvPr>
                <p:cNvSpPr>
                  <a:spLocks/>
                </p:cNvSpPr>
                <p:nvPr/>
              </p:nvSpPr>
              <p:spPr bwMode="auto">
                <a:xfrm>
                  <a:off x="4255" y="2929"/>
                  <a:ext cx="31" cy="37"/>
                </a:xfrm>
                <a:custGeom>
                  <a:avLst/>
                  <a:gdLst>
                    <a:gd name="T0" fmla="*/ 16 w 61"/>
                    <a:gd name="T1" fmla="*/ 0 h 73"/>
                    <a:gd name="T2" fmla="*/ 21 w 61"/>
                    <a:gd name="T3" fmla="*/ 2 h 73"/>
                    <a:gd name="T4" fmla="*/ 26 w 61"/>
                    <a:gd name="T5" fmla="*/ 6 h 73"/>
                    <a:gd name="T6" fmla="*/ 27 w 61"/>
                    <a:gd name="T7" fmla="*/ 8 h 73"/>
                    <a:gd name="T8" fmla="*/ 29 w 61"/>
                    <a:gd name="T9" fmla="*/ 11 h 73"/>
                    <a:gd name="T10" fmla="*/ 30 w 61"/>
                    <a:gd name="T11" fmla="*/ 15 h 73"/>
                    <a:gd name="T12" fmla="*/ 31 w 61"/>
                    <a:gd name="T13" fmla="*/ 19 h 73"/>
                    <a:gd name="T14" fmla="*/ 30 w 61"/>
                    <a:gd name="T15" fmla="*/ 22 h 73"/>
                    <a:gd name="T16" fmla="*/ 29 w 61"/>
                    <a:gd name="T17" fmla="*/ 26 h 73"/>
                    <a:gd name="T18" fmla="*/ 27 w 61"/>
                    <a:gd name="T19" fmla="*/ 28 h 73"/>
                    <a:gd name="T20" fmla="*/ 26 w 61"/>
                    <a:gd name="T21" fmla="*/ 31 h 73"/>
                    <a:gd name="T22" fmla="*/ 21 w 61"/>
                    <a:gd name="T23" fmla="*/ 35 h 73"/>
                    <a:gd name="T24" fmla="*/ 16 w 61"/>
                    <a:gd name="T25" fmla="*/ 37 h 73"/>
                    <a:gd name="T26" fmla="*/ 9 w 61"/>
                    <a:gd name="T27" fmla="*/ 35 h 73"/>
                    <a:gd name="T28" fmla="*/ 5 w 61"/>
                    <a:gd name="T29" fmla="*/ 31 h 73"/>
                    <a:gd name="T30" fmla="*/ 2 w 61"/>
                    <a:gd name="T31" fmla="*/ 28 h 73"/>
                    <a:gd name="T32" fmla="*/ 1 w 61"/>
                    <a:gd name="T33" fmla="*/ 26 h 73"/>
                    <a:gd name="T34" fmla="*/ 0 w 61"/>
                    <a:gd name="T35" fmla="*/ 22 h 73"/>
                    <a:gd name="T36" fmla="*/ 0 w 61"/>
                    <a:gd name="T37" fmla="*/ 19 h 73"/>
                    <a:gd name="T38" fmla="*/ 0 w 61"/>
                    <a:gd name="T39" fmla="*/ 15 h 73"/>
                    <a:gd name="T40" fmla="*/ 1 w 61"/>
                    <a:gd name="T41" fmla="*/ 11 h 73"/>
                    <a:gd name="T42" fmla="*/ 2 w 61"/>
                    <a:gd name="T43" fmla="*/ 8 h 73"/>
                    <a:gd name="T44" fmla="*/ 5 w 61"/>
                    <a:gd name="T45" fmla="*/ 6 h 73"/>
                    <a:gd name="T46" fmla="*/ 9 w 61"/>
                    <a:gd name="T47" fmla="*/ 2 h 73"/>
                    <a:gd name="T48" fmla="*/ 16 w 61"/>
                    <a:gd name="T49" fmla="*/ 0 h 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73"/>
                    <a:gd name="T77" fmla="*/ 61 w 61"/>
                    <a:gd name="T78" fmla="*/ 73 h 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73">
                      <a:moveTo>
                        <a:pt x="31" y="0"/>
                      </a:moveTo>
                      <a:lnTo>
                        <a:pt x="41" y="3"/>
                      </a:lnTo>
                      <a:lnTo>
                        <a:pt x="51" y="11"/>
                      </a:lnTo>
                      <a:lnTo>
                        <a:pt x="54" y="16"/>
                      </a:lnTo>
                      <a:lnTo>
                        <a:pt x="57" y="22"/>
                      </a:lnTo>
                      <a:lnTo>
                        <a:pt x="60" y="29"/>
                      </a:lnTo>
                      <a:lnTo>
                        <a:pt x="61" y="37"/>
                      </a:lnTo>
                      <a:lnTo>
                        <a:pt x="60" y="43"/>
                      </a:lnTo>
                      <a:lnTo>
                        <a:pt x="57" y="51"/>
                      </a:lnTo>
                      <a:lnTo>
                        <a:pt x="54" y="56"/>
                      </a:lnTo>
                      <a:lnTo>
                        <a:pt x="51" y="62"/>
                      </a:lnTo>
                      <a:lnTo>
                        <a:pt x="41" y="69"/>
                      </a:lnTo>
                      <a:lnTo>
                        <a:pt x="31" y="73"/>
                      </a:lnTo>
                      <a:lnTo>
                        <a:pt x="17" y="69"/>
                      </a:lnTo>
                      <a:lnTo>
                        <a:pt x="9" y="62"/>
                      </a:lnTo>
                      <a:lnTo>
                        <a:pt x="4" y="56"/>
                      </a:lnTo>
                      <a:lnTo>
                        <a:pt x="1" y="51"/>
                      </a:lnTo>
                      <a:lnTo>
                        <a:pt x="0" y="43"/>
                      </a:lnTo>
                      <a:lnTo>
                        <a:pt x="0" y="37"/>
                      </a:lnTo>
                      <a:lnTo>
                        <a:pt x="0" y="29"/>
                      </a:lnTo>
                      <a:lnTo>
                        <a:pt x="1" y="22"/>
                      </a:lnTo>
                      <a:lnTo>
                        <a:pt x="4" y="16"/>
                      </a:lnTo>
                      <a:lnTo>
                        <a:pt x="9" y="11"/>
                      </a:lnTo>
                      <a:lnTo>
                        <a:pt x="17" y="3"/>
                      </a:lnTo>
                      <a:lnTo>
                        <a:pt x="31" y="0"/>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2" name="Freeform 111">
                  <a:extLst>
                    <a:ext uri="{FF2B5EF4-FFF2-40B4-BE49-F238E27FC236}">
                      <a16:creationId xmlns:a16="http://schemas.microsoft.com/office/drawing/2014/main" id="{1B6249F8-CEF5-4B46-B2E4-E700E66EA0F5}"/>
                    </a:ext>
                  </a:extLst>
                </p:cNvPr>
                <p:cNvSpPr>
                  <a:spLocks/>
                </p:cNvSpPr>
                <p:nvPr/>
              </p:nvSpPr>
              <p:spPr bwMode="auto">
                <a:xfrm>
                  <a:off x="4120" y="2873"/>
                  <a:ext cx="32" cy="37"/>
                </a:xfrm>
                <a:custGeom>
                  <a:avLst/>
                  <a:gdLst>
                    <a:gd name="T0" fmla="*/ 17 w 64"/>
                    <a:gd name="T1" fmla="*/ 0 h 74"/>
                    <a:gd name="T2" fmla="*/ 22 w 64"/>
                    <a:gd name="T3" fmla="*/ 1 h 74"/>
                    <a:gd name="T4" fmla="*/ 27 w 64"/>
                    <a:gd name="T5" fmla="*/ 5 h 74"/>
                    <a:gd name="T6" fmla="*/ 28 w 64"/>
                    <a:gd name="T7" fmla="*/ 7 h 74"/>
                    <a:gd name="T8" fmla="*/ 30 w 64"/>
                    <a:gd name="T9" fmla="*/ 10 h 74"/>
                    <a:gd name="T10" fmla="*/ 31 w 64"/>
                    <a:gd name="T11" fmla="*/ 14 h 74"/>
                    <a:gd name="T12" fmla="*/ 32 w 64"/>
                    <a:gd name="T13" fmla="*/ 19 h 74"/>
                    <a:gd name="T14" fmla="*/ 30 w 64"/>
                    <a:gd name="T15" fmla="*/ 25 h 74"/>
                    <a:gd name="T16" fmla="*/ 27 w 64"/>
                    <a:gd name="T17" fmla="*/ 31 h 74"/>
                    <a:gd name="T18" fmla="*/ 22 w 64"/>
                    <a:gd name="T19" fmla="*/ 35 h 74"/>
                    <a:gd name="T20" fmla="*/ 17 w 64"/>
                    <a:gd name="T21" fmla="*/ 37 h 74"/>
                    <a:gd name="T22" fmla="*/ 10 w 64"/>
                    <a:gd name="T23" fmla="*/ 35 h 74"/>
                    <a:gd name="T24" fmla="*/ 5 w 64"/>
                    <a:gd name="T25" fmla="*/ 31 h 74"/>
                    <a:gd name="T26" fmla="*/ 1 w 64"/>
                    <a:gd name="T27" fmla="*/ 25 h 74"/>
                    <a:gd name="T28" fmla="*/ 0 w 64"/>
                    <a:gd name="T29" fmla="*/ 19 h 74"/>
                    <a:gd name="T30" fmla="*/ 0 w 64"/>
                    <a:gd name="T31" fmla="*/ 14 h 74"/>
                    <a:gd name="T32" fmla="*/ 1 w 64"/>
                    <a:gd name="T33" fmla="*/ 10 h 74"/>
                    <a:gd name="T34" fmla="*/ 2 w 64"/>
                    <a:gd name="T35" fmla="*/ 7 h 74"/>
                    <a:gd name="T36" fmla="*/ 5 w 64"/>
                    <a:gd name="T37" fmla="*/ 5 h 74"/>
                    <a:gd name="T38" fmla="*/ 10 w 64"/>
                    <a:gd name="T39" fmla="*/ 1 h 74"/>
                    <a:gd name="T40" fmla="*/ 17 w 64"/>
                    <a:gd name="T41" fmla="*/ 0 h 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74"/>
                    <a:gd name="T65" fmla="*/ 64 w 64"/>
                    <a:gd name="T66" fmla="*/ 74 h 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74">
                      <a:moveTo>
                        <a:pt x="34" y="0"/>
                      </a:moveTo>
                      <a:lnTo>
                        <a:pt x="44" y="2"/>
                      </a:lnTo>
                      <a:lnTo>
                        <a:pt x="54" y="10"/>
                      </a:lnTo>
                      <a:lnTo>
                        <a:pt x="57" y="15"/>
                      </a:lnTo>
                      <a:lnTo>
                        <a:pt x="60" y="21"/>
                      </a:lnTo>
                      <a:lnTo>
                        <a:pt x="63" y="29"/>
                      </a:lnTo>
                      <a:lnTo>
                        <a:pt x="64" y="38"/>
                      </a:lnTo>
                      <a:lnTo>
                        <a:pt x="60" y="50"/>
                      </a:lnTo>
                      <a:lnTo>
                        <a:pt x="54" y="63"/>
                      </a:lnTo>
                      <a:lnTo>
                        <a:pt x="44" y="70"/>
                      </a:lnTo>
                      <a:lnTo>
                        <a:pt x="34" y="74"/>
                      </a:lnTo>
                      <a:lnTo>
                        <a:pt x="20" y="70"/>
                      </a:lnTo>
                      <a:lnTo>
                        <a:pt x="10" y="63"/>
                      </a:lnTo>
                      <a:lnTo>
                        <a:pt x="3" y="50"/>
                      </a:lnTo>
                      <a:lnTo>
                        <a:pt x="0" y="38"/>
                      </a:lnTo>
                      <a:lnTo>
                        <a:pt x="0" y="29"/>
                      </a:lnTo>
                      <a:lnTo>
                        <a:pt x="3" y="21"/>
                      </a:lnTo>
                      <a:lnTo>
                        <a:pt x="5" y="15"/>
                      </a:lnTo>
                      <a:lnTo>
                        <a:pt x="10" y="10"/>
                      </a:lnTo>
                      <a:lnTo>
                        <a:pt x="20" y="2"/>
                      </a:lnTo>
                      <a:lnTo>
                        <a:pt x="34" y="0"/>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3" name="Freeform 112">
                  <a:extLst>
                    <a:ext uri="{FF2B5EF4-FFF2-40B4-BE49-F238E27FC236}">
                      <a16:creationId xmlns:a16="http://schemas.microsoft.com/office/drawing/2014/main" id="{68FCE4DD-0372-BF4C-B1CA-22A978010F99}"/>
                    </a:ext>
                  </a:extLst>
                </p:cNvPr>
                <p:cNvSpPr>
                  <a:spLocks/>
                </p:cNvSpPr>
                <p:nvPr/>
              </p:nvSpPr>
              <p:spPr bwMode="auto">
                <a:xfrm>
                  <a:off x="4176" y="3677"/>
                  <a:ext cx="39" cy="27"/>
                </a:xfrm>
                <a:custGeom>
                  <a:avLst/>
                  <a:gdLst>
                    <a:gd name="T0" fmla="*/ 24 w 79"/>
                    <a:gd name="T1" fmla="*/ 3 h 56"/>
                    <a:gd name="T2" fmla="*/ 27 w 79"/>
                    <a:gd name="T3" fmla="*/ 4 h 56"/>
                    <a:gd name="T4" fmla="*/ 31 w 79"/>
                    <a:gd name="T5" fmla="*/ 6 h 56"/>
                    <a:gd name="T6" fmla="*/ 33 w 79"/>
                    <a:gd name="T7" fmla="*/ 8 h 56"/>
                    <a:gd name="T8" fmla="*/ 36 w 79"/>
                    <a:gd name="T9" fmla="*/ 11 h 56"/>
                    <a:gd name="T10" fmla="*/ 39 w 79"/>
                    <a:gd name="T11" fmla="*/ 16 h 56"/>
                    <a:gd name="T12" fmla="*/ 39 w 79"/>
                    <a:gd name="T13" fmla="*/ 21 h 56"/>
                    <a:gd name="T14" fmla="*/ 35 w 79"/>
                    <a:gd name="T15" fmla="*/ 25 h 56"/>
                    <a:gd name="T16" fmla="*/ 30 w 79"/>
                    <a:gd name="T17" fmla="*/ 27 h 56"/>
                    <a:gd name="T18" fmla="*/ 27 w 79"/>
                    <a:gd name="T19" fmla="*/ 27 h 56"/>
                    <a:gd name="T20" fmla="*/ 23 w 79"/>
                    <a:gd name="T21" fmla="*/ 27 h 56"/>
                    <a:gd name="T22" fmla="*/ 19 w 79"/>
                    <a:gd name="T23" fmla="*/ 26 h 56"/>
                    <a:gd name="T24" fmla="*/ 16 w 79"/>
                    <a:gd name="T25" fmla="*/ 26 h 56"/>
                    <a:gd name="T26" fmla="*/ 12 w 79"/>
                    <a:gd name="T27" fmla="*/ 23 h 56"/>
                    <a:gd name="T28" fmla="*/ 8 w 79"/>
                    <a:gd name="T29" fmla="*/ 21 h 56"/>
                    <a:gd name="T30" fmla="*/ 5 w 79"/>
                    <a:gd name="T31" fmla="*/ 19 h 56"/>
                    <a:gd name="T32" fmla="*/ 3 w 79"/>
                    <a:gd name="T33" fmla="*/ 17 h 56"/>
                    <a:gd name="T34" fmla="*/ 0 w 79"/>
                    <a:gd name="T35" fmla="*/ 12 h 56"/>
                    <a:gd name="T36" fmla="*/ 0 w 79"/>
                    <a:gd name="T37" fmla="*/ 7 h 56"/>
                    <a:gd name="T38" fmla="*/ 3 w 79"/>
                    <a:gd name="T39" fmla="*/ 3 h 56"/>
                    <a:gd name="T40" fmla="*/ 8 w 79"/>
                    <a:gd name="T41" fmla="*/ 1 h 56"/>
                    <a:gd name="T42" fmla="*/ 12 w 79"/>
                    <a:gd name="T43" fmla="*/ 0 h 56"/>
                    <a:gd name="T44" fmla="*/ 15 w 79"/>
                    <a:gd name="T45" fmla="*/ 1 h 56"/>
                    <a:gd name="T46" fmla="*/ 20 w 79"/>
                    <a:gd name="T47" fmla="*/ 1 h 56"/>
                    <a:gd name="T48" fmla="*/ 24 w 79"/>
                    <a:gd name="T49" fmla="*/ 3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9"/>
                    <a:gd name="T76" fmla="*/ 0 h 56"/>
                    <a:gd name="T77" fmla="*/ 79 w 79"/>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9" h="56">
                      <a:moveTo>
                        <a:pt x="49" y="7"/>
                      </a:moveTo>
                      <a:lnTo>
                        <a:pt x="55" y="9"/>
                      </a:lnTo>
                      <a:lnTo>
                        <a:pt x="62" y="13"/>
                      </a:lnTo>
                      <a:lnTo>
                        <a:pt x="67" y="17"/>
                      </a:lnTo>
                      <a:lnTo>
                        <a:pt x="73" y="23"/>
                      </a:lnTo>
                      <a:lnTo>
                        <a:pt x="79" y="33"/>
                      </a:lnTo>
                      <a:lnTo>
                        <a:pt x="79" y="44"/>
                      </a:lnTo>
                      <a:lnTo>
                        <a:pt x="71" y="51"/>
                      </a:lnTo>
                      <a:lnTo>
                        <a:pt x="61" y="56"/>
                      </a:lnTo>
                      <a:lnTo>
                        <a:pt x="54" y="56"/>
                      </a:lnTo>
                      <a:lnTo>
                        <a:pt x="46" y="56"/>
                      </a:lnTo>
                      <a:lnTo>
                        <a:pt x="39" y="54"/>
                      </a:lnTo>
                      <a:lnTo>
                        <a:pt x="32" y="53"/>
                      </a:lnTo>
                      <a:lnTo>
                        <a:pt x="24" y="48"/>
                      </a:lnTo>
                      <a:lnTo>
                        <a:pt x="16" y="44"/>
                      </a:lnTo>
                      <a:lnTo>
                        <a:pt x="10" y="39"/>
                      </a:lnTo>
                      <a:lnTo>
                        <a:pt x="6" y="36"/>
                      </a:lnTo>
                      <a:lnTo>
                        <a:pt x="0" y="24"/>
                      </a:lnTo>
                      <a:lnTo>
                        <a:pt x="1" y="14"/>
                      </a:lnTo>
                      <a:lnTo>
                        <a:pt x="7" y="7"/>
                      </a:lnTo>
                      <a:lnTo>
                        <a:pt x="17" y="3"/>
                      </a:lnTo>
                      <a:lnTo>
                        <a:pt x="24" y="0"/>
                      </a:lnTo>
                      <a:lnTo>
                        <a:pt x="31" y="2"/>
                      </a:lnTo>
                      <a:lnTo>
                        <a:pt x="40" y="3"/>
                      </a:lnTo>
                      <a:lnTo>
                        <a:pt x="49" y="7"/>
                      </a:lnTo>
                      <a:close/>
                    </a:path>
                  </a:pathLst>
                </a:custGeom>
                <a:solidFill>
                  <a:srgbClr val="FFDE1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4" name="Freeform 113">
                  <a:extLst>
                    <a:ext uri="{FF2B5EF4-FFF2-40B4-BE49-F238E27FC236}">
                      <a16:creationId xmlns:a16="http://schemas.microsoft.com/office/drawing/2014/main" id="{BF978707-7000-9C4E-82EB-7B19269468D3}"/>
                    </a:ext>
                  </a:extLst>
                </p:cNvPr>
                <p:cNvSpPr>
                  <a:spLocks/>
                </p:cNvSpPr>
                <p:nvPr/>
              </p:nvSpPr>
              <p:spPr bwMode="auto">
                <a:xfrm>
                  <a:off x="4672" y="3921"/>
                  <a:ext cx="38" cy="30"/>
                </a:xfrm>
                <a:custGeom>
                  <a:avLst/>
                  <a:gdLst>
                    <a:gd name="T0" fmla="*/ 13 w 75"/>
                    <a:gd name="T1" fmla="*/ 4 h 59"/>
                    <a:gd name="T2" fmla="*/ 17 w 75"/>
                    <a:gd name="T3" fmla="*/ 2 h 59"/>
                    <a:gd name="T4" fmla="*/ 20 w 75"/>
                    <a:gd name="T5" fmla="*/ 1 h 59"/>
                    <a:gd name="T6" fmla="*/ 24 w 75"/>
                    <a:gd name="T7" fmla="*/ 0 h 59"/>
                    <a:gd name="T8" fmla="*/ 28 w 75"/>
                    <a:gd name="T9" fmla="*/ 0 h 59"/>
                    <a:gd name="T10" fmla="*/ 33 w 75"/>
                    <a:gd name="T11" fmla="*/ 2 h 59"/>
                    <a:gd name="T12" fmla="*/ 38 w 75"/>
                    <a:gd name="T13" fmla="*/ 5 h 59"/>
                    <a:gd name="T14" fmla="*/ 38 w 75"/>
                    <a:gd name="T15" fmla="*/ 10 h 59"/>
                    <a:gd name="T16" fmla="*/ 37 w 75"/>
                    <a:gd name="T17" fmla="*/ 16 h 59"/>
                    <a:gd name="T18" fmla="*/ 34 w 75"/>
                    <a:gd name="T19" fmla="*/ 19 h 59"/>
                    <a:gd name="T20" fmla="*/ 32 w 75"/>
                    <a:gd name="T21" fmla="*/ 21 h 59"/>
                    <a:gd name="T22" fmla="*/ 29 w 75"/>
                    <a:gd name="T23" fmla="*/ 24 h 59"/>
                    <a:gd name="T24" fmla="*/ 26 w 75"/>
                    <a:gd name="T25" fmla="*/ 27 h 59"/>
                    <a:gd name="T26" fmla="*/ 22 w 75"/>
                    <a:gd name="T27" fmla="*/ 28 h 59"/>
                    <a:gd name="T28" fmla="*/ 18 w 75"/>
                    <a:gd name="T29" fmla="*/ 29 h 59"/>
                    <a:gd name="T30" fmla="*/ 14 w 75"/>
                    <a:gd name="T31" fmla="*/ 29 h 59"/>
                    <a:gd name="T32" fmla="*/ 11 w 75"/>
                    <a:gd name="T33" fmla="*/ 30 h 59"/>
                    <a:gd name="T34" fmla="*/ 5 w 75"/>
                    <a:gd name="T35" fmla="*/ 29 h 59"/>
                    <a:gd name="T36" fmla="*/ 1 w 75"/>
                    <a:gd name="T37" fmla="*/ 26 h 59"/>
                    <a:gd name="T38" fmla="*/ 0 w 75"/>
                    <a:gd name="T39" fmla="*/ 20 h 59"/>
                    <a:gd name="T40" fmla="*/ 2 w 75"/>
                    <a:gd name="T41" fmla="*/ 15 h 59"/>
                    <a:gd name="T42" fmla="*/ 4 w 75"/>
                    <a:gd name="T43" fmla="*/ 12 h 59"/>
                    <a:gd name="T44" fmla="*/ 7 w 75"/>
                    <a:gd name="T45" fmla="*/ 9 h 59"/>
                    <a:gd name="T46" fmla="*/ 10 w 75"/>
                    <a:gd name="T47" fmla="*/ 6 h 59"/>
                    <a:gd name="T48" fmla="*/ 13 w 75"/>
                    <a:gd name="T49" fmla="*/ 4 h 5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59"/>
                    <a:gd name="T77" fmla="*/ 75 w 75"/>
                    <a:gd name="T78" fmla="*/ 59 h 5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59">
                      <a:moveTo>
                        <a:pt x="26" y="8"/>
                      </a:moveTo>
                      <a:lnTo>
                        <a:pt x="33" y="4"/>
                      </a:lnTo>
                      <a:lnTo>
                        <a:pt x="40" y="1"/>
                      </a:lnTo>
                      <a:lnTo>
                        <a:pt x="48" y="0"/>
                      </a:lnTo>
                      <a:lnTo>
                        <a:pt x="55" y="0"/>
                      </a:lnTo>
                      <a:lnTo>
                        <a:pt x="66" y="3"/>
                      </a:lnTo>
                      <a:lnTo>
                        <a:pt x="75" y="10"/>
                      </a:lnTo>
                      <a:lnTo>
                        <a:pt x="75" y="19"/>
                      </a:lnTo>
                      <a:lnTo>
                        <a:pt x="73" y="32"/>
                      </a:lnTo>
                      <a:lnTo>
                        <a:pt x="68" y="37"/>
                      </a:lnTo>
                      <a:lnTo>
                        <a:pt x="64" y="42"/>
                      </a:lnTo>
                      <a:lnTo>
                        <a:pt x="58" y="47"/>
                      </a:lnTo>
                      <a:lnTo>
                        <a:pt x="51" y="53"/>
                      </a:lnTo>
                      <a:lnTo>
                        <a:pt x="43" y="55"/>
                      </a:lnTo>
                      <a:lnTo>
                        <a:pt x="35" y="58"/>
                      </a:lnTo>
                      <a:lnTo>
                        <a:pt x="28" y="58"/>
                      </a:lnTo>
                      <a:lnTo>
                        <a:pt x="21" y="59"/>
                      </a:lnTo>
                      <a:lnTo>
                        <a:pt x="10" y="57"/>
                      </a:lnTo>
                      <a:lnTo>
                        <a:pt x="2" y="52"/>
                      </a:lnTo>
                      <a:lnTo>
                        <a:pt x="0" y="40"/>
                      </a:lnTo>
                      <a:lnTo>
                        <a:pt x="4" y="29"/>
                      </a:lnTo>
                      <a:lnTo>
                        <a:pt x="7" y="23"/>
                      </a:lnTo>
                      <a:lnTo>
                        <a:pt x="13" y="18"/>
                      </a:lnTo>
                      <a:lnTo>
                        <a:pt x="19" y="11"/>
                      </a:lnTo>
                      <a:lnTo>
                        <a:pt x="26" y="8"/>
                      </a:lnTo>
                      <a:close/>
                    </a:path>
                  </a:pathLst>
                </a:custGeom>
                <a:solidFill>
                  <a:srgbClr val="FFDE1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grpSp>
          <p:grpSp>
            <p:nvGrpSpPr>
              <p:cNvPr id="291" name="Group 114">
                <a:extLst>
                  <a:ext uri="{FF2B5EF4-FFF2-40B4-BE49-F238E27FC236}">
                    <a16:creationId xmlns:a16="http://schemas.microsoft.com/office/drawing/2014/main" id="{E1A03A4B-2444-9B47-A914-724C6B2DC07A}"/>
                  </a:ext>
                </a:extLst>
              </p:cNvPr>
              <p:cNvGrpSpPr>
                <a:grpSpLocks/>
              </p:cNvGrpSpPr>
              <p:nvPr/>
            </p:nvGrpSpPr>
            <p:grpSpPr bwMode="auto">
              <a:xfrm>
                <a:off x="3798" y="1098"/>
                <a:ext cx="737" cy="294"/>
                <a:chOff x="3510" y="2756"/>
                <a:chExt cx="737" cy="294"/>
              </a:xfrm>
            </p:grpSpPr>
            <p:sp>
              <p:nvSpPr>
                <p:cNvPr id="292" name="Freeform 115">
                  <a:extLst>
                    <a:ext uri="{FF2B5EF4-FFF2-40B4-BE49-F238E27FC236}">
                      <a16:creationId xmlns:a16="http://schemas.microsoft.com/office/drawing/2014/main" id="{FC0A3C19-04B1-5E4B-A132-17A130E53D48}"/>
                    </a:ext>
                  </a:extLst>
                </p:cNvPr>
                <p:cNvSpPr>
                  <a:spLocks/>
                </p:cNvSpPr>
                <p:nvPr/>
              </p:nvSpPr>
              <p:spPr bwMode="auto">
                <a:xfrm>
                  <a:off x="3613" y="2761"/>
                  <a:ext cx="452" cy="51"/>
                </a:xfrm>
                <a:custGeom>
                  <a:avLst/>
                  <a:gdLst>
                    <a:gd name="T0" fmla="*/ 4 w 902"/>
                    <a:gd name="T1" fmla="*/ 51 h 101"/>
                    <a:gd name="T2" fmla="*/ 452 w 902"/>
                    <a:gd name="T3" fmla="*/ 46 h 101"/>
                    <a:gd name="T4" fmla="*/ 452 w 902"/>
                    <a:gd name="T5" fmla="*/ 22 h 101"/>
                    <a:gd name="T6" fmla="*/ 441 w 902"/>
                    <a:gd name="T7" fmla="*/ 2 h 101"/>
                    <a:gd name="T8" fmla="*/ 403 w 902"/>
                    <a:gd name="T9" fmla="*/ 3 h 101"/>
                    <a:gd name="T10" fmla="*/ 364 w 902"/>
                    <a:gd name="T11" fmla="*/ 0 h 101"/>
                    <a:gd name="T12" fmla="*/ 320 w 902"/>
                    <a:gd name="T13" fmla="*/ 9 h 101"/>
                    <a:gd name="T14" fmla="*/ 283 w 902"/>
                    <a:gd name="T15" fmla="*/ 20 h 101"/>
                    <a:gd name="T16" fmla="*/ 257 w 902"/>
                    <a:gd name="T17" fmla="*/ 16 h 101"/>
                    <a:gd name="T18" fmla="*/ 227 w 902"/>
                    <a:gd name="T19" fmla="*/ 4 h 101"/>
                    <a:gd name="T20" fmla="*/ 169 w 902"/>
                    <a:gd name="T21" fmla="*/ 19 h 101"/>
                    <a:gd name="T22" fmla="*/ 129 w 902"/>
                    <a:gd name="T23" fmla="*/ 16 h 101"/>
                    <a:gd name="T24" fmla="*/ 36 w 902"/>
                    <a:gd name="T25" fmla="*/ 9 h 101"/>
                    <a:gd name="T26" fmla="*/ 18 w 902"/>
                    <a:gd name="T27" fmla="*/ 4 h 101"/>
                    <a:gd name="T28" fmla="*/ 0 w 902"/>
                    <a:gd name="T29" fmla="*/ 19 h 101"/>
                    <a:gd name="T30" fmla="*/ 4 w 902"/>
                    <a:gd name="T31" fmla="*/ 51 h 101"/>
                    <a:gd name="T32" fmla="*/ 4 w 902"/>
                    <a:gd name="T33" fmla="*/ 51 h 1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02"/>
                    <a:gd name="T52" fmla="*/ 0 h 101"/>
                    <a:gd name="T53" fmla="*/ 902 w 902"/>
                    <a:gd name="T54" fmla="*/ 101 h 10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02" h="101">
                      <a:moveTo>
                        <a:pt x="7" y="101"/>
                      </a:moveTo>
                      <a:lnTo>
                        <a:pt x="902" y="92"/>
                      </a:lnTo>
                      <a:lnTo>
                        <a:pt x="902" y="44"/>
                      </a:lnTo>
                      <a:lnTo>
                        <a:pt x="880" y="4"/>
                      </a:lnTo>
                      <a:lnTo>
                        <a:pt x="805" y="6"/>
                      </a:lnTo>
                      <a:lnTo>
                        <a:pt x="726" y="0"/>
                      </a:lnTo>
                      <a:lnTo>
                        <a:pt x="638" y="18"/>
                      </a:lnTo>
                      <a:lnTo>
                        <a:pt x="564" y="40"/>
                      </a:lnTo>
                      <a:lnTo>
                        <a:pt x="513" y="31"/>
                      </a:lnTo>
                      <a:lnTo>
                        <a:pt x="452" y="8"/>
                      </a:lnTo>
                      <a:lnTo>
                        <a:pt x="338" y="37"/>
                      </a:lnTo>
                      <a:lnTo>
                        <a:pt x="258" y="31"/>
                      </a:lnTo>
                      <a:lnTo>
                        <a:pt x="72" y="18"/>
                      </a:lnTo>
                      <a:lnTo>
                        <a:pt x="36" y="8"/>
                      </a:lnTo>
                      <a:lnTo>
                        <a:pt x="0" y="38"/>
                      </a:lnTo>
                      <a:lnTo>
                        <a:pt x="7" y="101"/>
                      </a:lnTo>
                      <a:close/>
                    </a:path>
                  </a:pathLst>
                </a:custGeom>
                <a:solidFill>
                  <a:srgbClr val="D1BD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3" name="Freeform 116">
                  <a:extLst>
                    <a:ext uri="{FF2B5EF4-FFF2-40B4-BE49-F238E27FC236}">
                      <a16:creationId xmlns:a16="http://schemas.microsoft.com/office/drawing/2014/main" id="{605ED907-77F0-F34E-BF07-50725FA8AD4B}"/>
                    </a:ext>
                  </a:extLst>
                </p:cNvPr>
                <p:cNvSpPr>
                  <a:spLocks/>
                </p:cNvSpPr>
                <p:nvPr/>
              </p:nvSpPr>
              <p:spPr bwMode="auto">
                <a:xfrm>
                  <a:off x="3948" y="2895"/>
                  <a:ext cx="212" cy="129"/>
                </a:xfrm>
                <a:custGeom>
                  <a:avLst/>
                  <a:gdLst>
                    <a:gd name="T0" fmla="*/ 0 w 423"/>
                    <a:gd name="T1" fmla="*/ 14 h 259"/>
                    <a:gd name="T2" fmla="*/ 195 w 423"/>
                    <a:gd name="T3" fmla="*/ 0 h 259"/>
                    <a:gd name="T4" fmla="*/ 212 w 423"/>
                    <a:gd name="T5" fmla="*/ 112 h 259"/>
                    <a:gd name="T6" fmla="*/ 3 w 423"/>
                    <a:gd name="T7" fmla="*/ 129 h 259"/>
                    <a:gd name="T8" fmla="*/ 0 w 423"/>
                    <a:gd name="T9" fmla="*/ 14 h 259"/>
                    <a:gd name="T10" fmla="*/ 0 w 423"/>
                    <a:gd name="T11" fmla="*/ 14 h 259"/>
                    <a:gd name="T12" fmla="*/ 0 60000 65536"/>
                    <a:gd name="T13" fmla="*/ 0 60000 65536"/>
                    <a:gd name="T14" fmla="*/ 0 60000 65536"/>
                    <a:gd name="T15" fmla="*/ 0 60000 65536"/>
                    <a:gd name="T16" fmla="*/ 0 60000 65536"/>
                    <a:gd name="T17" fmla="*/ 0 60000 65536"/>
                    <a:gd name="T18" fmla="*/ 0 w 423"/>
                    <a:gd name="T19" fmla="*/ 0 h 259"/>
                    <a:gd name="T20" fmla="*/ 423 w 423"/>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23" h="259">
                      <a:moveTo>
                        <a:pt x="0" y="29"/>
                      </a:moveTo>
                      <a:lnTo>
                        <a:pt x="389" y="0"/>
                      </a:lnTo>
                      <a:lnTo>
                        <a:pt x="423" y="225"/>
                      </a:lnTo>
                      <a:lnTo>
                        <a:pt x="5" y="259"/>
                      </a:lnTo>
                      <a:lnTo>
                        <a:pt x="0" y="29"/>
                      </a:lnTo>
                      <a:close/>
                    </a:path>
                  </a:pathLst>
                </a:custGeom>
                <a:solidFill>
                  <a:srgbClr val="D9996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4" name="Freeform 117">
                  <a:extLst>
                    <a:ext uri="{FF2B5EF4-FFF2-40B4-BE49-F238E27FC236}">
                      <a16:creationId xmlns:a16="http://schemas.microsoft.com/office/drawing/2014/main" id="{F6AAC743-6A4F-9F4D-9065-B859FC5FF75B}"/>
                    </a:ext>
                  </a:extLst>
                </p:cNvPr>
                <p:cNvSpPr>
                  <a:spLocks/>
                </p:cNvSpPr>
                <p:nvPr/>
              </p:nvSpPr>
              <p:spPr bwMode="auto">
                <a:xfrm>
                  <a:off x="3724" y="2906"/>
                  <a:ext cx="238" cy="129"/>
                </a:xfrm>
                <a:custGeom>
                  <a:avLst/>
                  <a:gdLst>
                    <a:gd name="T0" fmla="*/ 9 w 475"/>
                    <a:gd name="T1" fmla="*/ 10 h 259"/>
                    <a:gd name="T2" fmla="*/ 238 w 475"/>
                    <a:gd name="T3" fmla="*/ 0 h 259"/>
                    <a:gd name="T4" fmla="*/ 226 w 475"/>
                    <a:gd name="T5" fmla="*/ 114 h 259"/>
                    <a:gd name="T6" fmla="*/ 0 w 475"/>
                    <a:gd name="T7" fmla="*/ 129 h 259"/>
                    <a:gd name="T8" fmla="*/ 9 w 475"/>
                    <a:gd name="T9" fmla="*/ 10 h 259"/>
                    <a:gd name="T10" fmla="*/ 9 w 475"/>
                    <a:gd name="T11" fmla="*/ 10 h 259"/>
                    <a:gd name="T12" fmla="*/ 0 60000 65536"/>
                    <a:gd name="T13" fmla="*/ 0 60000 65536"/>
                    <a:gd name="T14" fmla="*/ 0 60000 65536"/>
                    <a:gd name="T15" fmla="*/ 0 60000 65536"/>
                    <a:gd name="T16" fmla="*/ 0 60000 65536"/>
                    <a:gd name="T17" fmla="*/ 0 60000 65536"/>
                    <a:gd name="T18" fmla="*/ 0 w 475"/>
                    <a:gd name="T19" fmla="*/ 0 h 259"/>
                    <a:gd name="T20" fmla="*/ 475 w 475"/>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75" h="259">
                      <a:moveTo>
                        <a:pt x="17" y="21"/>
                      </a:moveTo>
                      <a:lnTo>
                        <a:pt x="475" y="0"/>
                      </a:lnTo>
                      <a:lnTo>
                        <a:pt x="452" y="228"/>
                      </a:lnTo>
                      <a:lnTo>
                        <a:pt x="0" y="259"/>
                      </a:lnTo>
                      <a:lnTo>
                        <a:pt x="17" y="21"/>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5" name="Freeform 118">
                  <a:extLst>
                    <a:ext uri="{FF2B5EF4-FFF2-40B4-BE49-F238E27FC236}">
                      <a16:creationId xmlns:a16="http://schemas.microsoft.com/office/drawing/2014/main" id="{D81E2C1D-49A1-F648-9896-1B9193178074}"/>
                    </a:ext>
                  </a:extLst>
                </p:cNvPr>
                <p:cNvSpPr>
                  <a:spLocks/>
                </p:cNvSpPr>
                <p:nvPr/>
              </p:nvSpPr>
              <p:spPr bwMode="auto">
                <a:xfrm>
                  <a:off x="3517" y="2909"/>
                  <a:ext cx="216" cy="126"/>
                </a:xfrm>
                <a:custGeom>
                  <a:avLst/>
                  <a:gdLst>
                    <a:gd name="T0" fmla="*/ 0 w 431"/>
                    <a:gd name="T1" fmla="*/ 20 h 253"/>
                    <a:gd name="T2" fmla="*/ 216 w 431"/>
                    <a:gd name="T3" fmla="*/ 0 h 253"/>
                    <a:gd name="T4" fmla="*/ 212 w 431"/>
                    <a:gd name="T5" fmla="*/ 126 h 253"/>
                    <a:gd name="T6" fmla="*/ 6 w 431"/>
                    <a:gd name="T7" fmla="*/ 125 h 253"/>
                    <a:gd name="T8" fmla="*/ 0 w 431"/>
                    <a:gd name="T9" fmla="*/ 20 h 253"/>
                    <a:gd name="T10" fmla="*/ 0 w 431"/>
                    <a:gd name="T11" fmla="*/ 20 h 253"/>
                    <a:gd name="T12" fmla="*/ 0 60000 65536"/>
                    <a:gd name="T13" fmla="*/ 0 60000 65536"/>
                    <a:gd name="T14" fmla="*/ 0 60000 65536"/>
                    <a:gd name="T15" fmla="*/ 0 60000 65536"/>
                    <a:gd name="T16" fmla="*/ 0 60000 65536"/>
                    <a:gd name="T17" fmla="*/ 0 60000 65536"/>
                    <a:gd name="T18" fmla="*/ 0 w 431"/>
                    <a:gd name="T19" fmla="*/ 0 h 253"/>
                    <a:gd name="T20" fmla="*/ 431 w 431"/>
                    <a:gd name="T21" fmla="*/ 253 h 253"/>
                  </a:gdLst>
                  <a:ahLst/>
                  <a:cxnLst>
                    <a:cxn ang="T12">
                      <a:pos x="T0" y="T1"/>
                    </a:cxn>
                    <a:cxn ang="T13">
                      <a:pos x="T2" y="T3"/>
                    </a:cxn>
                    <a:cxn ang="T14">
                      <a:pos x="T4" y="T5"/>
                    </a:cxn>
                    <a:cxn ang="T15">
                      <a:pos x="T6" y="T7"/>
                    </a:cxn>
                    <a:cxn ang="T16">
                      <a:pos x="T8" y="T9"/>
                    </a:cxn>
                    <a:cxn ang="T17">
                      <a:pos x="T10" y="T11"/>
                    </a:cxn>
                  </a:cxnLst>
                  <a:rect l="T18" t="T19" r="T20" b="T21"/>
                  <a:pathLst>
                    <a:path w="431" h="253">
                      <a:moveTo>
                        <a:pt x="0" y="40"/>
                      </a:moveTo>
                      <a:lnTo>
                        <a:pt x="431" y="0"/>
                      </a:lnTo>
                      <a:lnTo>
                        <a:pt x="423" y="253"/>
                      </a:lnTo>
                      <a:lnTo>
                        <a:pt x="11" y="251"/>
                      </a:lnTo>
                      <a:lnTo>
                        <a:pt x="0" y="40"/>
                      </a:lnTo>
                      <a:close/>
                    </a:path>
                  </a:pathLst>
                </a:custGeom>
                <a:solidFill>
                  <a:srgbClr val="D9996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6" name="Freeform 119">
                  <a:extLst>
                    <a:ext uri="{FF2B5EF4-FFF2-40B4-BE49-F238E27FC236}">
                      <a16:creationId xmlns:a16="http://schemas.microsoft.com/office/drawing/2014/main" id="{0DD32798-1F82-2345-8929-4E6DC70E75F5}"/>
                    </a:ext>
                  </a:extLst>
                </p:cNvPr>
                <p:cNvSpPr>
                  <a:spLocks/>
                </p:cNvSpPr>
                <p:nvPr/>
              </p:nvSpPr>
              <p:spPr bwMode="auto">
                <a:xfrm>
                  <a:off x="3833" y="2804"/>
                  <a:ext cx="233" cy="106"/>
                </a:xfrm>
                <a:custGeom>
                  <a:avLst/>
                  <a:gdLst>
                    <a:gd name="T0" fmla="*/ 2 w 465"/>
                    <a:gd name="T1" fmla="*/ 11 h 213"/>
                    <a:gd name="T2" fmla="*/ 221 w 465"/>
                    <a:gd name="T3" fmla="*/ 0 h 213"/>
                    <a:gd name="T4" fmla="*/ 233 w 465"/>
                    <a:gd name="T5" fmla="*/ 94 h 213"/>
                    <a:gd name="T6" fmla="*/ 0 w 465"/>
                    <a:gd name="T7" fmla="*/ 106 h 213"/>
                    <a:gd name="T8" fmla="*/ 2 w 465"/>
                    <a:gd name="T9" fmla="*/ 11 h 213"/>
                    <a:gd name="T10" fmla="*/ 2 w 465"/>
                    <a:gd name="T11" fmla="*/ 11 h 213"/>
                    <a:gd name="T12" fmla="*/ 0 60000 65536"/>
                    <a:gd name="T13" fmla="*/ 0 60000 65536"/>
                    <a:gd name="T14" fmla="*/ 0 60000 65536"/>
                    <a:gd name="T15" fmla="*/ 0 60000 65536"/>
                    <a:gd name="T16" fmla="*/ 0 60000 65536"/>
                    <a:gd name="T17" fmla="*/ 0 60000 65536"/>
                    <a:gd name="T18" fmla="*/ 0 w 465"/>
                    <a:gd name="T19" fmla="*/ 0 h 213"/>
                    <a:gd name="T20" fmla="*/ 465 w 465"/>
                    <a:gd name="T21" fmla="*/ 213 h 213"/>
                  </a:gdLst>
                  <a:ahLst/>
                  <a:cxnLst>
                    <a:cxn ang="T12">
                      <a:pos x="T0" y="T1"/>
                    </a:cxn>
                    <a:cxn ang="T13">
                      <a:pos x="T2" y="T3"/>
                    </a:cxn>
                    <a:cxn ang="T14">
                      <a:pos x="T4" y="T5"/>
                    </a:cxn>
                    <a:cxn ang="T15">
                      <a:pos x="T6" y="T7"/>
                    </a:cxn>
                    <a:cxn ang="T16">
                      <a:pos x="T8" y="T9"/>
                    </a:cxn>
                    <a:cxn ang="T17">
                      <a:pos x="T10" y="T11"/>
                    </a:cxn>
                  </a:cxnLst>
                  <a:rect l="T18" t="T19" r="T20" b="T21"/>
                  <a:pathLst>
                    <a:path w="465" h="213">
                      <a:moveTo>
                        <a:pt x="3" y="23"/>
                      </a:moveTo>
                      <a:lnTo>
                        <a:pt x="441" y="0"/>
                      </a:lnTo>
                      <a:lnTo>
                        <a:pt x="465" y="188"/>
                      </a:lnTo>
                      <a:lnTo>
                        <a:pt x="0" y="213"/>
                      </a:lnTo>
                      <a:lnTo>
                        <a:pt x="3" y="23"/>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7" name="Freeform 120">
                  <a:extLst>
                    <a:ext uri="{FF2B5EF4-FFF2-40B4-BE49-F238E27FC236}">
                      <a16:creationId xmlns:a16="http://schemas.microsoft.com/office/drawing/2014/main" id="{27918CA5-D5AA-6C45-93A5-A7C0862BE32D}"/>
                    </a:ext>
                  </a:extLst>
                </p:cNvPr>
                <p:cNvSpPr>
                  <a:spLocks/>
                </p:cNvSpPr>
                <p:nvPr/>
              </p:nvSpPr>
              <p:spPr bwMode="auto">
                <a:xfrm>
                  <a:off x="3614" y="2804"/>
                  <a:ext cx="228" cy="108"/>
                </a:xfrm>
                <a:custGeom>
                  <a:avLst/>
                  <a:gdLst>
                    <a:gd name="T0" fmla="*/ 0 w 457"/>
                    <a:gd name="T1" fmla="*/ 6 h 217"/>
                    <a:gd name="T2" fmla="*/ 1 w 457"/>
                    <a:gd name="T3" fmla="*/ 105 h 217"/>
                    <a:gd name="T4" fmla="*/ 137 w 457"/>
                    <a:gd name="T5" fmla="*/ 108 h 217"/>
                    <a:gd name="T6" fmla="*/ 228 w 457"/>
                    <a:gd name="T7" fmla="*/ 102 h 217"/>
                    <a:gd name="T8" fmla="*/ 224 w 457"/>
                    <a:gd name="T9" fmla="*/ 0 h 217"/>
                    <a:gd name="T10" fmla="*/ 0 w 457"/>
                    <a:gd name="T11" fmla="*/ 6 h 217"/>
                    <a:gd name="T12" fmla="*/ 0 w 457"/>
                    <a:gd name="T13" fmla="*/ 6 h 217"/>
                    <a:gd name="T14" fmla="*/ 0 60000 65536"/>
                    <a:gd name="T15" fmla="*/ 0 60000 65536"/>
                    <a:gd name="T16" fmla="*/ 0 60000 65536"/>
                    <a:gd name="T17" fmla="*/ 0 60000 65536"/>
                    <a:gd name="T18" fmla="*/ 0 60000 65536"/>
                    <a:gd name="T19" fmla="*/ 0 60000 65536"/>
                    <a:gd name="T20" fmla="*/ 0 60000 65536"/>
                    <a:gd name="T21" fmla="*/ 0 w 457"/>
                    <a:gd name="T22" fmla="*/ 0 h 217"/>
                    <a:gd name="T23" fmla="*/ 457 w 457"/>
                    <a:gd name="T24" fmla="*/ 217 h 2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7" h="217">
                      <a:moveTo>
                        <a:pt x="0" y="13"/>
                      </a:moveTo>
                      <a:lnTo>
                        <a:pt x="2" y="211"/>
                      </a:lnTo>
                      <a:lnTo>
                        <a:pt x="274" y="217"/>
                      </a:lnTo>
                      <a:lnTo>
                        <a:pt x="457" y="205"/>
                      </a:lnTo>
                      <a:lnTo>
                        <a:pt x="449" y="0"/>
                      </a:lnTo>
                      <a:lnTo>
                        <a:pt x="0" y="13"/>
                      </a:lnTo>
                      <a:close/>
                    </a:path>
                  </a:pathLst>
                </a:custGeom>
                <a:solidFill>
                  <a:srgbClr val="D9996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8" name="Freeform 121">
                  <a:extLst>
                    <a:ext uri="{FF2B5EF4-FFF2-40B4-BE49-F238E27FC236}">
                      <a16:creationId xmlns:a16="http://schemas.microsoft.com/office/drawing/2014/main" id="{0A9DD435-E77F-224F-A6CA-BB2D20CBFFE7}"/>
                    </a:ext>
                  </a:extLst>
                </p:cNvPr>
                <p:cNvSpPr>
                  <a:spLocks/>
                </p:cNvSpPr>
                <p:nvPr/>
              </p:nvSpPr>
              <p:spPr bwMode="auto">
                <a:xfrm>
                  <a:off x="3510" y="2891"/>
                  <a:ext cx="654" cy="143"/>
                </a:xfrm>
                <a:custGeom>
                  <a:avLst/>
                  <a:gdLst>
                    <a:gd name="T0" fmla="*/ 222 w 1310"/>
                    <a:gd name="T1" fmla="*/ 140 h 285"/>
                    <a:gd name="T2" fmla="*/ 216 w 1310"/>
                    <a:gd name="T3" fmla="*/ 140 h 285"/>
                    <a:gd name="T4" fmla="*/ 210 w 1310"/>
                    <a:gd name="T5" fmla="*/ 32 h 285"/>
                    <a:gd name="T6" fmla="*/ 122 w 1310"/>
                    <a:gd name="T7" fmla="*/ 36 h 285"/>
                    <a:gd name="T8" fmla="*/ 33 w 1310"/>
                    <a:gd name="T9" fmla="*/ 48 h 285"/>
                    <a:gd name="T10" fmla="*/ 24 w 1310"/>
                    <a:gd name="T11" fmla="*/ 94 h 285"/>
                    <a:gd name="T12" fmla="*/ 18 w 1310"/>
                    <a:gd name="T13" fmla="*/ 143 h 285"/>
                    <a:gd name="T14" fmla="*/ 13 w 1310"/>
                    <a:gd name="T15" fmla="*/ 140 h 285"/>
                    <a:gd name="T16" fmla="*/ 7 w 1310"/>
                    <a:gd name="T17" fmla="*/ 138 h 285"/>
                    <a:gd name="T18" fmla="*/ 0 w 1310"/>
                    <a:gd name="T19" fmla="*/ 32 h 285"/>
                    <a:gd name="T20" fmla="*/ 12 w 1310"/>
                    <a:gd name="T21" fmla="*/ 25 h 285"/>
                    <a:gd name="T22" fmla="*/ 32 w 1310"/>
                    <a:gd name="T23" fmla="*/ 20 h 285"/>
                    <a:gd name="T24" fmla="*/ 89 w 1310"/>
                    <a:gd name="T25" fmla="*/ 13 h 285"/>
                    <a:gd name="T26" fmla="*/ 246 w 1310"/>
                    <a:gd name="T27" fmla="*/ 7 h 285"/>
                    <a:gd name="T28" fmla="*/ 516 w 1310"/>
                    <a:gd name="T29" fmla="*/ 5 h 285"/>
                    <a:gd name="T30" fmla="*/ 582 w 1310"/>
                    <a:gd name="T31" fmla="*/ 0 h 285"/>
                    <a:gd name="T32" fmla="*/ 647 w 1310"/>
                    <a:gd name="T33" fmla="*/ 2 h 285"/>
                    <a:gd name="T34" fmla="*/ 654 w 1310"/>
                    <a:gd name="T35" fmla="*/ 116 h 285"/>
                    <a:gd name="T36" fmla="*/ 645 w 1310"/>
                    <a:gd name="T37" fmla="*/ 117 h 285"/>
                    <a:gd name="T38" fmla="*/ 623 w 1310"/>
                    <a:gd name="T39" fmla="*/ 12 h 285"/>
                    <a:gd name="T40" fmla="*/ 538 w 1310"/>
                    <a:gd name="T41" fmla="*/ 21 h 285"/>
                    <a:gd name="T42" fmla="*/ 455 w 1310"/>
                    <a:gd name="T43" fmla="*/ 32 h 285"/>
                    <a:gd name="T44" fmla="*/ 448 w 1310"/>
                    <a:gd name="T45" fmla="*/ 129 h 285"/>
                    <a:gd name="T46" fmla="*/ 439 w 1310"/>
                    <a:gd name="T47" fmla="*/ 130 h 285"/>
                    <a:gd name="T48" fmla="*/ 430 w 1310"/>
                    <a:gd name="T49" fmla="*/ 23 h 285"/>
                    <a:gd name="T50" fmla="*/ 332 w 1310"/>
                    <a:gd name="T51" fmla="*/ 31 h 285"/>
                    <a:gd name="T52" fmla="*/ 235 w 1310"/>
                    <a:gd name="T53" fmla="*/ 49 h 285"/>
                    <a:gd name="T54" fmla="*/ 222 w 1310"/>
                    <a:gd name="T55" fmla="*/ 140 h 285"/>
                    <a:gd name="T56" fmla="*/ 222 w 1310"/>
                    <a:gd name="T57" fmla="*/ 140 h 28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10"/>
                    <a:gd name="T88" fmla="*/ 0 h 285"/>
                    <a:gd name="T89" fmla="*/ 1310 w 1310"/>
                    <a:gd name="T90" fmla="*/ 285 h 28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10" h="285">
                      <a:moveTo>
                        <a:pt x="445" y="279"/>
                      </a:moveTo>
                      <a:lnTo>
                        <a:pt x="432" y="279"/>
                      </a:lnTo>
                      <a:lnTo>
                        <a:pt x="420" y="63"/>
                      </a:lnTo>
                      <a:lnTo>
                        <a:pt x="244" y="72"/>
                      </a:lnTo>
                      <a:lnTo>
                        <a:pt x="67" y="95"/>
                      </a:lnTo>
                      <a:lnTo>
                        <a:pt x="48" y="188"/>
                      </a:lnTo>
                      <a:lnTo>
                        <a:pt x="36" y="285"/>
                      </a:lnTo>
                      <a:lnTo>
                        <a:pt x="27" y="279"/>
                      </a:lnTo>
                      <a:lnTo>
                        <a:pt x="14" y="275"/>
                      </a:lnTo>
                      <a:lnTo>
                        <a:pt x="0" y="63"/>
                      </a:lnTo>
                      <a:lnTo>
                        <a:pt x="25" y="49"/>
                      </a:lnTo>
                      <a:lnTo>
                        <a:pt x="65" y="40"/>
                      </a:lnTo>
                      <a:lnTo>
                        <a:pt x="179" y="26"/>
                      </a:lnTo>
                      <a:lnTo>
                        <a:pt x="493" y="13"/>
                      </a:lnTo>
                      <a:lnTo>
                        <a:pt x="1034" y="9"/>
                      </a:lnTo>
                      <a:lnTo>
                        <a:pt x="1166" y="0"/>
                      </a:lnTo>
                      <a:lnTo>
                        <a:pt x="1295" y="4"/>
                      </a:lnTo>
                      <a:lnTo>
                        <a:pt x="1310" y="232"/>
                      </a:lnTo>
                      <a:lnTo>
                        <a:pt x="1291" y="234"/>
                      </a:lnTo>
                      <a:lnTo>
                        <a:pt x="1247" y="23"/>
                      </a:lnTo>
                      <a:lnTo>
                        <a:pt x="1078" y="42"/>
                      </a:lnTo>
                      <a:lnTo>
                        <a:pt x="911" y="64"/>
                      </a:lnTo>
                      <a:lnTo>
                        <a:pt x="898" y="258"/>
                      </a:lnTo>
                      <a:lnTo>
                        <a:pt x="879" y="260"/>
                      </a:lnTo>
                      <a:lnTo>
                        <a:pt x="861" y="45"/>
                      </a:lnTo>
                      <a:lnTo>
                        <a:pt x="666" y="61"/>
                      </a:lnTo>
                      <a:lnTo>
                        <a:pt x="470" y="97"/>
                      </a:lnTo>
                      <a:lnTo>
                        <a:pt x="445" y="279"/>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9" name="Freeform 122">
                  <a:extLst>
                    <a:ext uri="{FF2B5EF4-FFF2-40B4-BE49-F238E27FC236}">
                      <a16:creationId xmlns:a16="http://schemas.microsoft.com/office/drawing/2014/main" id="{30D346F4-F5EB-A944-83D7-16F3E581E1D3}"/>
                    </a:ext>
                  </a:extLst>
                </p:cNvPr>
                <p:cNvSpPr>
                  <a:spLocks/>
                </p:cNvSpPr>
                <p:nvPr/>
              </p:nvSpPr>
              <p:spPr bwMode="auto">
                <a:xfrm>
                  <a:off x="3604" y="2798"/>
                  <a:ext cx="472" cy="120"/>
                </a:xfrm>
                <a:custGeom>
                  <a:avLst/>
                  <a:gdLst>
                    <a:gd name="T0" fmla="*/ 7 w 944"/>
                    <a:gd name="T1" fmla="*/ 120 h 239"/>
                    <a:gd name="T2" fmla="*/ 0 w 944"/>
                    <a:gd name="T3" fmla="*/ 8 h 239"/>
                    <a:gd name="T4" fmla="*/ 62 w 944"/>
                    <a:gd name="T5" fmla="*/ 3 h 239"/>
                    <a:gd name="T6" fmla="*/ 180 w 944"/>
                    <a:gd name="T7" fmla="*/ 3 h 239"/>
                    <a:gd name="T8" fmla="*/ 383 w 944"/>
                    <a:gd name="T9" fmla="*/ 4 h 239"/>
                    <a:gd name="T10" fmla="*/ 429 w 944"/>
                    <a:gd name="T11" fmla="*/ 0 h 239"/>
                    <a:gd name="T12" fmla="*/ 472 w 944"/>
                    <a:gd name="T13" fmla="*/ 2 h 239"/>
                    <a:gd name="T14" fmla="*/ 466 w 944"/>
                    <a:gd name="T15" fmla="*/ 101 h 239"/>
                    <a:gd name="T16" fmla="*/ 457 w 944"/>
                    <a:gd name="T17" fmla="*/ 102 h 239"/>
                    <a:gd name="T18" fmla="*/ 437 w 944"/>
                    <a:gd name="T19" fmla="*/ 13 h 239"/>
                    <a:gd name="T20" fmla="*/ 250 w 944"/>
                    <a:gd name="T21" fmla="*/ 29 h 239"/>
                    <a:gd name="T22" fmla="*/ 240 w 944"/>
                    <a:gd name="T23" fmla="*/ 114 h 239"/>
                    <a:gd name="T24" fmla="*/ 232 w 944"/>
                    <a:gd name="T25" fmla="*/ 113 h 239"/>
                    <a:gd name="T26" fmla="*/ 223 w 944"/>
                    <a:gd name="T27" fmla="*/ 19 h 239"/>
                    <a:gd name="T28" fmla="*/ 28 w 944"/>
                    <a:gd name="T29" fmla="*/ 31 h 239"/>
                    <a:gd name="T30" fmla="*/ 18 w 944"/>
                    <a:gd name="T31" fmla="*/ 120 h 239"/>
                    <a:gd name="T32" fmla="*/ 7 w 944"/>
                    <a:gd name="T33" fmla="*/ 120 h 239"/>
                    <a:gd name="T34" fmla="*/ 7 w 944"/>
                    <a:gd name="T35" fmla="*/ 120 h 2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44"/>
                    <a:gd name="T55" fmla="*/ 0 h 239"/>
                    <a:gd name="T56" fmla="*/ 944 w 944"/>
                    <a:gd name="T57" fmla="*/ 239 h 2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44" h="239">
                      <a:moveTo>
                        <a:pt x="15" y="239"/>
                      </a:moveTo>
                      <a:lnTo>
                        <a:pt x="0" y="15"/>
                      </a:lnTo>
                      <a:lnTo>
                        <a:pt x="125" y="5"/>
                      </a:lnTo>
                      <a:lnTo>
                        <a:pt x="359" y="5"/>
                      </a:lnTo>
                      <a:lnTo>
                        <a:pt x="766" y="7"/>
                      </a:lnTo>
                      <a:lnTo>
                        <a:pt x="857" y="0"/>
                      </a:lnTo>
                      <a:lnTo>
                        <a:pt x="944" y="3"/>
                      </a:lnTo>
                      <a:lnTo>
                        <a:pt x="931" y="201"/>
                      </a:lnTo>
                      <a:lnTo>
                        <a:pt x="914" y="203"/>
                      </a:lnTo>
                      <a:lnTo>
                        <a:pt x="874" y="26"/>
                      </a:lnTo>
                      <a:lnTo>
                        <a:pt x="501" y="57"/>
                      </a:lnTo>
                      <a:lnTo>
                        <a:pt x="480" y="228"/>
                      </a:lnTo>
                      <a:lnTo>
                        <a:pt x="463" y="226"/>
                      </a:lnTo>
                      <a:lnTo>
                        <a:pt x="446" y="38"/>
                      </a:lnTo>
                      <a:lnTo>
                        <a:pt x="55" y="62"/>
                      </a:lnTo>
                      <a:lnTo>
                        <a:pt x="36" y="239"/>
                      </a:lnTo>
                      <a:lnTo>
                        <a:pt x="15" y="239"/>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0" name="Freeform 123">
                  <a:extLst>
                    <a:ext uri="{FF2B5EF4-FFF2-40B4-BE49-F238E27FC236}">
                      <a16:creationId xmlns:a16="http://schemas.microsoft.com/office/drawing/2014/main" id="{76F0CDF0-8062-7E41-8A8A-027D9C6C8D3D}"/>
                    </a:ext>
                  </a:extLst>
                </p:cNvPr>
                <p:cNvSpPr>
                  <a:spLocks/>
                </p:cNvSpPr>
                <p:nvPr/>
              </p:nvSpPr>
              <p:spPr bwMode="auto">
                <a:xfrm>
                  <a:off x="3603" y="2756"/>
                  <a:ext cx="471" cy="58"/>
                </a:xfrm>
                <a:custGeom>
                  <a:avLst/>
                  <a:gdLst>
                    <a:gd name="T0" fmla="*/ 0 w 942"/>
                    <a:gd name="T1" fmla="*/ 58 h 118"/>
                    <a:gd name="T2" fmla="*/ 2 w 942"/>
                    <a:gd name="T3" fmla="*/ 36 h 118"/>
                    <a:gd name="T4" fmla="*/ 10 w 942"/>
                    <a:gd name="T5" fmla="*/ 17 h 118"/>
                    <a:gd name="T6" fmla="*/ 16 w 942"/>
                    <a:gd name="T7" fmla="*/ 9 h 118"/>
                    <a:gd name="T8" fmla="*/ 25 w 942"/>
                    <a:gd name="T9" fmla="*/ 4 h 118"/>
                    <a:gd name="T10" fmla="*/ 47 w 942"/>
                    <a:gd name="T11" fmla="*/ 5 h 118"/>
                    <a:gd name="T12" fmla="*/ 62 w 942"/>
                    <a:gd name="T13" fmla="*/ 12 h 118"/>
                    <a:gd name="T14" fmla="*/ 80 w 942"/>
                    <a:gd name="T15" fmla="*/ 15 h 118"/>
                    <a:gd name="T16" fmla="*/ 113 w 942"/>
                    <a:gd name="T17" fmla="*/ 13 h 118"/>
                    <a:gd name="T18" fmla="*/ 147 w 942"/>
                    <a:gd name="T19" fmla="*/ 10 h 118"/>
                    <a:gd name="T20" fmla="*/ 181 w 942"/>
                    <a:gd name="T21" fmla="*/ 16 h 118"/>
                    <a:gd name="T22" fmla="*/ 203 w 942"/>
                    <a:gd name="T23" fmla="*/ 8 h 118"/>
                    <a:gd name="T24" fmla="*/ 227 w 942"/>
                    <a:gd name="T25" fmla="*/ 4 h 118"/>
                    <a:gd name="T26" fmla="*/ 250 w 942"/>
                    <a:gd name="T27" fmla="*/ 5 h 118"/>
                    <a:gd name="T28" fmla="*/ 273 w 942"/>
                    <a:gd name="T29" fmla="*/ 14 h 118"/>
                    <a:gd name="T30" fmla="*/ 290 w 942"/>
                    <a:gd name="T31" fmla="*/ 19 h 118"/>
                    <a:gd name="T32" fmla="*/ 308 w 942"/>
                    <a:gd name="T33" fmla="*/ 16 h 118"/>
                    <a:gd name="T34" fmla="*/ 325 w 942"/>
                    <a:gd name="T35" fmla="*/ 7 h 118"/>
                    <a:gd name="T36" fmla="*/ 342 w 942"/>
                    <a:gd name="T37" fmla="*/ 3 h 118"/>
                    <a:gd name="T38" fmla="*/ 377 w 942"/>
                    <a:gd name="T39" fmla="*/ 1 h 118"/>
                    <a:gd name="T40" fmla="*/ 412 w 942"/>
                    <a:gd name="T41" fmla="*/ 4 h 118"/>
                    <a:gd name="T42" fmla="*/ 447 w 942"/>
                    <a:gd name="T43" fmla="*/ 0 h 118"/>
                    <a:gd name="T44" fmla="*/ 469 w 942"/>
                    <a:gd name="T45" fmla="*/ 17 h 118"/>
                    <a:gd name="T46" fmla="*/ 471 w 942"/>
                    <a:gd name="T47" fmla="*/ 46 h 118"/>
                    <a:gd name="T48" fmla="*/ 455 w 942"/>
                    <a:gd name="T49" fmla="*/ 45 h 118"/>
                    <a:gd name="T50" fmla="*/ 453 w 942"/>
                    <a:gd name="T51" fmla="*/ 27 h 118"/>
                    <a:gd name="T52" fmla="*/ 448 w 942"/>
                    <a:gd name="T53" fmla="*/ 18 h 118"/>
                    <a:gd name="T54" fmla="*/ 430 w 942"/>
                    <a:gd name="T55" fmla="*/ 18 h 118"/>
                    <a:gd name="T56" fmla="*/ 408 w 942"/>
                    <a:gd name="T57" fmla="*/ 24 h 118"/>
                    <a:gd name="T58" fmla="*/ 386 w 942"/>
                    <a:gd name="T59" fmla="*/ 17 h 118"/>
                    <a:gd name="T60" fmla="*/ 349 w 942"/>
                    <a:gd name="T61" fmla="*/ 22 h 118"/>
                    <a:gd name="T62" fmla="*/ 313 w 942"/>
                    <a:gd name="T63" fmla="*/ 30 h 118"/>
                    <a:gd name="T64" fmla="*/ 276 w 942"/>
                    <a:gd name="T65" fmla="*/ 32 h 118"/>
                    <a:gd name="T66" fmla="*/ 238 w 942"/>
                    <a:gd name="T67" fmla="*/ 18 h 118"/>
                    <a:gd name="T68" fmla="*/ 200 w 942"/>
                    <a:gd name="T69" fmla="*/ 29 h 118"/>
                    <a:gd name="T70" fmla="*/ 181 w 942"/>
                    <a:gd name="T71" fmla="*/ 32 h 118"/>
                    <a:gd name="T72" fmla="*/ 157 w 942"/>
                    <a:gd name="T73" fmla="*/ 30 h 118"/>
                    <a:gd name="T74" fmla="*/ 88 w 942"/>
                    <a:gd name="T75" fmla="*/ 24 h 118"/>
                    <a:gd name="T76" fmla="*/ 26 w 942"/>
                    <a:gd name="T77" fmla="*/ 21 h 118"/>
                    <a:gd name="T78" fmla="*/ 18 w 942"/>
                    <a:gd name="T79" fmla="*/ 58 h 118"/>
                    <a:gd name="T80" fmla="*/ 0 w 942"/>
                    <a:gd name="T81" fmla="*/ 58 h 118"/>
                    <a:gd name="T82" fmla="*/ 0 w 942"/>
                    <a:gd name="T83" fmla="*/ 58 h 1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42"/>
                    <a:gd name="T127" fmla="*/ 0 h 118"/>
                    <a:gd name="T128" fmla="*/ 942 w 942"/>
                    <a:gd name="T129" fmla="*/ 118 h 1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42" h="118">
                      <a:moveTo>
                        <a:pt x="0" y="118"/>
                      </a:moveTo>
                      <a:lnTo>
                        <a:pt x="3" y="74"/>
                      </a:lnTo>
                      <a:lnTo>
                        <a:pt x="19" y="34"/>
                      </a:lnTo>
                      <a:lnTo>
                        <a:pt x="32" y="19"/>
                      </a:lnTo>
                      <a:lnTo>
                        <a:pt x="49" y="8"/>
                      </a:lnTo>
                      <a:lnTo>
                        <a:pt x="93" y="10"/>
                      </a:lnTo>
                      <a:lnTo>
                        <a:pt x="125" y="25"/>
                      </a:lnTo>
                      <a:lnTo>
                        <a:pt x="159" y="30"/>
                      </a:lnTo>
                      <a:lnTo>
                        <a:pt x="226" y="27"/>
                      </a:lnTo>
                      <a:lnTo>
                        <a:pt x="294" y="21"/>
                      </a:lnTo>
                      <a:lnTo>
                        <a:pt x="361" y="32"/>
                      </a:lnTo>
                      <a:lnTo>
                        <a:pt x="406" y="17"/>
                      </a:lnTo>
                      <a:lnTo>
                        <a:pt x="454" y="8"/>
                      </a:lnTo>
                      <a:lnTo>
                        <a:pt x="500" y="10"/>
                      </a:lnTo>
                      <a:lnTo>
                        <a:pt x="545" y="29"/>
                      </a:lnTo>
                      <a:lnTo>
                        <a:pt x="579" y="38"/>
                      </a:lnTo>
                      <a:lnTo>
                        <a:pt x="615" y="32"/>
                      </a:lnTo>
                      <a:lnTo>
                        <a:pt x="650" y="15"/>
                      </a:lnTo>
                      <a:lnTo>
                        <a:pt x="684" y="6"/>
                      </a:lnTo>
                      <a:lnTo>
                        <a:pt x="754" y="2"/>
                      </a:lnTo>
                      <a:lnTo>
                        <a:pt x="823" y="8"/>
                      </a:lnTo>
                      <a:lnTo>
                        <a:pt x="893" y="0"/>
                      </a:lnTo>
                      <a:lnTo>
                        <a:pt x="937" y="34"/>
                      </a:lnTo>
                      <a:lnTo>
                        <a:pt x="942" y="93"/>
                      </a:lnTo>
                      <a:lnTo>
                        <a:pt x="910" y="91"/>
                      </a:lnTo>
                      <a:lnTo>
                        <a:pt x="906" y="55"/>
                      </a:lnTo>
                      <a:lnTo>
                        <a:pt x="895" y="36"/>
                      </a:lnTo>
                      <a:lnTo>
                        <a:pt x="859" y="36"/>
                      </a:lnTo>
                      <a:lnTo>
                        <a:pt x="815" y="49"/>
                      </a:lnTo>
                      <a:lnTo>
                        <a:pt x="771" y="34"/>
                      </a:lnTo>
                      <a:lnTo>
                        <a:pt x="697" y="44"/>
                      </a:lnTo>
                      <a:lnTo>
                        <a:pt x="625" y="61"/>
                      </a:lnTo>
                      <a:lnTo>
                        <a:pt x="551" y="65"/>
                      </a:lnTo>
                      <a:lnTo>
                        <a:pt x="477" y="36"/>
                      </a:lnTo>
                      <a:lnTo>
                        <a:pt x="399" y="59"/>
                      </a:lnTo>
                      <a:lnTo>
                        <a:pt x="361" y="65"/>
                      </a:lnTo>
                      <a:lnTo>
                        <a:pt x="313" y="61"/>
                      </a:lnTo>
                      <a:lnTo>
                        <a:pt x="176" y="49"/>
                      </a:lnTo>
                      <a:lnTo>
                        <a:pt x="51" y="42"/>
                      </a:lnTo>
                      <a:lnTo>
                        <a:pt x="36" y="118"/>
                      </a:lnTo>
                      <a:lnTo>
                        <a:pt x="0" y="118"/>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1" name="Freeform 124">
                  <a:extLst>
                    <a:ext uri="{FF2B5EF4-FFF2-40B4-BE49-F238E27FC236}">
                      <a16:creationId xmlns:a16="http://schemas.microsoft.com/office/drawing/2014/main" id="{A04A6814-E59C-0247-917E-70FBED0BAE07}"/>
                    </a:ext>
                  </a:extLst>
                </p:cNvPr>
                <p:cNvSpPr>
                  <a:spLocks/>
                </p:cNvSpPr>
                <p:nvPr/>
              </p:nvSpPr>
              <p:spPr bwMode="auto">
                <a:xfrm>
                  <a:off x="3630" y="2823"/>
                  <a:ext cx="185" cy="73"/>
                </a:xfrm>
                <a:custGeom>
                  <a:avLst/>
                  <a:gdLst>
                    <a:gd name="T0" fmla="*/ 6 w 368"/>
                    <a:gd name="T1" fmla="*/ 9 h 146"/>
                    <a:gd name="T2" fmla="*/ 60 w 368"/>
                    <a:gd name="T3" fmla="*/ 5 h 146"/>
                    <a:gd name="T4" fmla="*/ 185 w 368"/>
                    <a:gd name="T5" fmla="*/ 0 h 146"/>
                    <a:gd name="T6" fmla="*/ 103 w 368"/>
                    <a:gd name="T7" fmla="*/ 18 h 146"/>
                    <a:gd name="T8" fmla="*/ 180 w 368"/>
                    <a:gd name="T9" fmla="*/ 27 h 146"/>
                    <a:gd name="T10" fmla="*/ 102 w 368"/>
                    <a:gd name="T11" fmla="*/ 42 h 146"/>
                    <a:gd name="T12" fmla="*/ 178 w 368"/>
                    <a:gd name="T13" fmla="*/ 52 h 146"/>
                    <a:gd name="T14" fmla="*/ 108 w 368"/>
                    <a:gd name="T15" fmla="*/ 67 h 146"/>
                    <a:gd name="T16" fmla="*/ 0 w 368"/>
                    <a:gd name="T17" fmla="*/ 73 h 146"/>
                    <a:gd name="T18" fmla="*/ 6 w 368"/>
                    <a:gd name="T19" fmla="*/ 9 h 146"/>
                    <a:gd name="T20" fmla="*/ 6 w 368"/>
                    <a:gd name="T21" fmla="*/ 9 h 1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8"/>
                    <a:gd name="T34" fmla="*/ 0 h 146"/>
                    <a:gd name="T35" fmla="*/ 368 w 368"/>
                    <a:gd name="T36" fmla="*/ 146 h 1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8" h="146">
                      <a:moveTo>
                        <a:pt x="11" y="19"/>
                      </a:moveTo>
                      <a:lnTo>
                        <a:pt x="119" y="11"/>
                      </a:lnTo>
                      <a:lnTo>
                        <a:pt x="368" y="0"/>
                      </a:lnTo>
                      <a:lnTo>
                        <a:pt x="205" y="36"/>
                      </a:lnTo>
                      <a:lnTo>
                        <a:pt x="359" y="55"/>
                      </a:lnTo>
                      <a:lnTo>
                        <a:pt x="203" y="84"/>
                      </a:lnTo>
                      <a:lnTo>
                        <a:pt x="355" y="105"/>
                      </a:lnTo>
                      <a:lnTo>
                        <a:pt x="215" y="133"/>
                      </a:lnTo>
                      <a:lnTo>
                        <a:pt x="0" y="146"/>
                      </a:lnTo>
                      <a:lnTo>
                        <a:pt x="11" y="19"/>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2" name="Freeform 125">
                  <a:extLst>
                    <a:ext uri="{FF2B5EF4-FFF2-40B4-BE49-F238E27FC236}">
                      <a16:creationId xmlns:a16="http://schemas.microsoft.com/office/drawing/2014/main" id="{F02254F2-531D-6148-ACE6-FE71DDE86C93}"/>
                    </a:ext>
                  </a:extLst>
                </p:cNvPr>
                <p:cNvSpPr>
                  <a:spLocks/>
                </p:cNvSpPr>
                <p:nvPr/>
              </p:nvSpPr>
              <p:spPr bwMode="auto">
                <a:xfrm>
                  <a:off x="3535" y="2929"/>
                  <a:ext cx="173" cy="93"/>
                </a:xfrm>
                <a:custGeom>
                  <a:avLst/>
                  <a:gdLst>
                    <a:gd name="T0" fmla="*/ 7 w 346"/>
                    <a:gd name="T1" fmla="*/ 15 h 184"/>
                    <a:gd name="T2" fmla="*/ 172 w 346"/>
                    <a:gd name="T3" fmla="*/ 0 h 184"/>
                    <a:gd name="T4" fmla="*/ 103 w 346"/>
                    <a:gd name="T5" fmla="*/ 20 h 184"/>
                    <a:gd name="T6" fmla="*/ 173 w 346"/>
                    <a:gd name="T7" fmla="*/ 28 h 184"/>
                    <a:gd name="T8" fmla="*/ 99 w 346"/>
                    <a:gd name="T9" fmla="*/ 45 h 184"/>
                    <a:gd name="T10" fmla="*/ 172 w 346"/>
                    <a:gd name="T11" fmla="*/ 52 h 184"/>
                    <a:gd name="T12" fmla="*/ 100 w 346"/>
                    <a:gd name="T13" fmla="*/ 69 h 184"/>
                    <a:gd name="T14" fmla="*/ 169 w 346"/>
                    <a:gd name="T15" fmla="*/ 75 h 184"/>
                    <a:gd name="T16" fmla="*/ 99 w 346"/>
                    <a:gd name="T17" fmla="*/ 93 h 184"/>
                    <a:gd name="T18" fmla="*/ 0 w 346"/>
                    <a:gd name="T19" fmla="*/ 91 h 184"/>
                    <a:gd name="T20" fmla="*/ 7 w 346"/>
                    <a:gd name="T21" fmla="*/ 15 h 184"/>
                    <a:gd name="T22" fmla="*/ 7 w 346"/>
                    <a:gd name="T23" fmla="*/ 15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6"/>
                    <a:gd name="T37" fmla="*/ 0 h 184"/>
                    <a:gd name="T38" fmla="*/ 346 w 34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6" h="184">
                      <a:moveTo>
                        <a:pt x="15" y="30"/>
                      </a:moveTo>
                      <a:lnTo>
                        <a:pt x="344" y="0"/>
                      </a:lnTo>
                      <a:lnTo>
                        <a:pt x="207" y="40"/>
                      </a:lnTo>
                      <a:lnTo>
                        <a:pt x="346" y="55"/>
                      </a:lnTo>
                      <a:lnTo>
                        <a:pt x="199" y="89"/>
                      </a:lnTo>
                      <a:lnTo>
                        <a:pt x="344" y="102"/>
                      </a:lnTo>
                      <a:lnTo>
                        <a:pt x="201" y="137"/>
                      </a:lnTo>
                      <a:lnTo>
                        <a:pt x="338" y="148"/>
                      </a:lnTo>
                      <a:lnTo>
                        <a:pt x="199" y="184"/>
                      </a:lnTo>
                      <a:lnTo>
                        <a:pt x="0" y="180"/>
                      </a:lnTo>
                      <a:lnTo>
                        <a:pt x="15" y="30"/>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3" name="Freeform 126">
                  <a:extLst>
                    <a:ext uri="{FF2B5EF4-FFF2-40B4-BE49-F238E27FC236}">
                      <a16:creationId xmlns:a16="http://schemas.microsoft.com/office/drawing/2014/main" id="{CAF7A31C-A19E-A846-BCCA-C70ADEC1D14A}"/>
                    </a:ext>
                  </a:extLst>
                </p:cNvPr>
                <p:cNvSpPr>
                  <a:spLocks/>
                </p:cNvSpPr>
                <p:nvPr/>
              </p:nvSpPr>
              <p:spPr bwMode="auto">
                <a:xfrm>
                  <a:off x="3964" y="2916"/>
                  <a:ext cx="174" cy="95"/>
                </a:xfrm>
                <a:custGeom>
                  <a:avLst/>
                  <a:gdLst>
                    <a:gd name="T0" fmla="*/ 7 w 348"/>
                    <a:gd name="T1" fmla="*/ 14 h 190"/>
                    <a:gd name="T2" fmla="*/ 0 w 348"/>
                    <a:gd name="T3" fmla="*/ 95 h 190"/>
                    <a:gd name="T4" fmla="*/ 174 w 348"/>
                    <a:gd name="T5" fmla="*/ 76 h 190"/>
                    <a:gd name="T6" fmla="*/ 112 w 348"/>
                    <a:gd name="T7" fmla="*/ 68 h 190"/>
                    <a:gd name="T8" fmla="*/ 167 w 348"/>
                    <a:gd name="T9" fmla="*/ 49 h 190"/>
                    <a:gd name="T10" fmla="*/ 107 w 348"/>
                    <a:gd name="T11" fmla="*/ 47 h 190"/>
                    <a:gd name="T12" fmla="*/ 167 w 348"/>
                    <a:gd name="T13" fmla="*/ 26 h 190"/>
                    <a:gd name="T14" fmla="*/ 106 w 348"/>
                    <a:gd name="T15" fmla="*/ 20 h 190"/>
                    <a:gd name="T16" fmla="*/ 162 w 348"/>
                    <a:gd name="T17" fmla="*/ 2 h 190"/>
                    <a:gd name="T18" fmla="*/ 102 w 348"/>
                    <a:gd name="T19" fmla="*/ 0 h 190"/>
                    <a:gd name="T20" fmla="*/ 7 w 348"/>
                    <a:gd name="T21" fmla="*/ 14 h 190"/>
                    <a:gd name="T22" fmla="*/ 7 w 348"/>
                    <a:gd name="T23" fmla="*/ 14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190"/>
                    <a:gd name="T38" fmla="*/ 348 w 348"/>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190">
                      <a:moveTo>
                        <a:pt x="15" y="29"/>
                      </a:moveTo>
                      <a:lnTo>
                        <a:pt x="0" y="190"/>
                      </a:lnTo>
                      <a:lnTo>
                        <a:pt x="348" y="152"/>
                      </a:lnTo>
                      <a:lnTo>
                        <a:pt x="224" y="135"/>
                      </a:lnTo>
                      <a:lnTo>
                        <a:pt x="333" y="99"/>
                      </a:lnTo>
                      <a:lnTo>
                        <a:pt x="215" y="93"/>
                      </a:lnTo>
                      <a:lnTo>
                        <a:pt x="334" y="53"/>
                      </a:lnTo>
                      <a:lnTo>
                        <a:pt x="213" y="40"/>
                      </a:lnTo>
                      <a:lnTo>
                        <a:pt x="323" y="4"/>
                      </a:lnTo>
                      <a:lnTo>
                        <a:pt x="205" y="0"/>
                      </a:lnTo>
                      <a:lnTo>
                        <a:pt x="15" y="29"/>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4" name="Freeform 127">
                  <a:extLst>
                    <a:ext uri="{FF2B5EF4-FFF2-40B4-BE49-F238E27FC236}">
                      <a16:creationId xmlns:a16="http://schemas.microsoft.com/office/drawing/2014/main" id="{D3BC511F-7CB7-3542-970E-A55F17F2F0E6}"/>
                    </a:ext>
                  </a:extLst>
                </p:cNvPr>
                <p:cNvSpPr>
                  <a:spLocks/>
                </p:cNvSpPr>
                <p:nvPr/>
              </p:nvSpPr>
              <p:spPr bwMode="auto">
                <a:xfrm>
                  <a:off x="3766" y="2827"/>
                  <a:ext cx="59" cy="21"/>
                </a:xfrm>
                <a:custGeom>
                  <a:avLst/>
                  <a:gdLst>
                    <a:gd name="T0" fmla="*/ 56 w 117"/>
                    <a:gd name="T1" fmla="*/ 0 h 41"/>
                    <a:gd name="T2" fmla="*/ 0 w 117"/>
                    <a:gd name="T3" fmla="*/ 11 h 41"/>
                    <a:gd name="T4" fmla="*/ 59 w 117"/>
                    <a:gd name="T5" fmla="*/ 21 h 41"/>
                    <a:gd name="T6" fmla="*/ 56 w 117"/>
                    <a:gd name="T7" fmla="*/ 0 h 41"/>
                    <a:gd name="T8" fmla="*/ 56 w 117"/>
                    <a:gd name="T9" fmla="*/ 0 h 41"/>
                    <a:gd name="T10" fmla="*/ 0 60000 65536"/>
                    <a:gd name="T11" fmla="*/ 0 60000 65536"/>
                    <a:gd name="T12" fmla="*/ 0 60000 65536"/>
                    <a:gd name="T13" fmla="*/ 0 60000 65536"/>
                    <a:gd name="T14" fmla="*/ 0 60000 65536"/>
                    <a:gd name="T15" fmla="*/ 0 w 117"/>
                    <a:gd name="T16" fmla="*/ 0 h 41"/>
                    <a:gd name="T17" fmla="*/ 117 w 117"/>
                    <a:gd name="T18" fmla="*/ 41 h 41"/>
                  </a:gdLst>
                  <a:ahLst/>
                  <a:cxnLst>
                    <a:cxn ang="T10">
                      <a:pos x="T0" y="T1"/>
                    </a:cxn>
                    <a:cxn ang="T11">
                      <a:pos x="T2" y="T3"/>
                    </a:cxn>
                    <a:cxn ang="T12">
                      <a:pos x="T4" y="T5"/>
                    </a:cxn>
                    <a:cxn ang="T13">
                      <a:pos x="T6" y="T7"/>
                    </a:cxn>
                    <a:cxn ang="T14">
                      <a:pos x="T8" y="T9"/>
                    </a:cxn>
                  </a:cxnLst>
                  <a:rect l="T15" t="T16" r="T17" b="T18"/>
                  <a:pathLst>
                    <a:path w="117" h="41">
                      <a:moveTo>
                        <a:pt x="112" y="0"/>
                      </a:moveTo>
                      <a:lnTo>
                        <a:pt x="0" y="22"/>
                      </a:lnTo>
                      <a:lnTo>
                        <a:pt x="117" y="41"/>
                      </a:lnTo>
                      <a:lnTo>
                        <a:pt x="112"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5" name="Freeform 128">
                  <a:extLst>
                    <a:ext uri="{FF2B5EF4-FFF2-40B4-BE49-F238E27FC236}">
                      <a16:creationId xmlns:a16="http://schemas.microsoft.com/office/drawing/2014/main" id="{5AED10F5-690D-604F-82AB-D8EFBF8B8CEC}"/>
                    </a:ext>
                  </a:extLst>
                </p:cNvPr>
                <p:cNvSpPr>
                  <a:spLocks/>
                </p:cNvSpPr>
                <p:nvPr/>
              </p:nvSpPr>
              <p:spPr bwMode="auto">
                <a:xfrm>
                  <a:off x="3766" y="2852"/>
                  <a:ext cx="61" cy="20"/>
                </a:xfrm>
                <a:custGeom>
                  <a:avLst/>
                  <a:gdLst>
                    <a:gd name="T0" fmla="*/ 61 w 121"/>
                    <a:gd name="T1" fmla="*/ 0 h 40"/>
                    <a:gd name="T2" fmla="*/ 0 w 121"/>
                    <a:gd name="T3" fmla="*/ 10 h 40"/>
                    <a:gd name="T4" fmla="*/ 60 w 121"/>
                    <a:gd name="T5" fmla="*/ 20 h 40"/>
                    <a:gd name="T6" fmla="*/ 61 w 121"/>
                    <a:gd name="T7" fmla="*/ 0 h 40"/>
                    <a:gd name="T8" fmla="*/ 61 w 121"/>
                    <a:gd name="T9" fmla="*/ 0 h 40"/>
                    <a:gd name="T10" fmla="*/ 0 60000 65536"/>
                    <a:gd name="T11" fmla="*/ 0 60000 65536"/>
                    <a:gd name="T12" fmla="*/ 0 60000 65536"/>
                    <a:gd name="T13" fmla="*/ 0 60000 65536"/>
                    <a:gd name="T14" fmla="*/ 0 60000 65536"/>
                    <a:gd name="T15" fmla="*/ 0 w 121"/>
                    <a:gd name="T16" fmla="*/ 0 h 40"/>
                    <a:gd name="T17" fmla="*/ 121 w 121"/>
                    <a:gd name="T18" fmla="*/ 40 h 40"/>
                  </a:gdLst>
                  <a:ahLst/>
                  <a:cxnLst>
                    <a:cxn ang="T10">
                      <a:pos x="T0" y="T1"/>
                    </a:cxn>
                    <a:cxn ang="T11">
                      <a:pos x="T2" y="T3"/>
                    </a:cxn>
                    <a:cxn ang="T12">
                      <a:pos x="T4" y="T5"/>
                    </a:cxn>
                    <a:cxn ang="T13">
                      <a:pos x="T6" y="T7"/>
                    </a:cxn>
                    <a:cxn ang="T14">
                      <a:pos x="T8" y="T9"/>
                    </a:cxn>
                  </a:cxnLst>
                  <a:rect l="T15" t="T16" r="T17" b="T18"/>
                  <a:pathLst>
                    <a:path w="121" h="40">
                      <a:moveTo>
                        <a:pt x="121" y="0"/>
                      </a:moveTo>
                      <a:lnTo>
                        <a:pt x="0" y="21"/>
                      </a:lnTo>
                      <a:lnTo>
                        <a:pt x="119" y="40"/>
                      </a:lnTo>
                      <a:lnTo>
                        <a:pt x="121"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6" name="Freeform 129">
                  <a:extLst>
                    <a:ext uri="{FF2B5EF4-FFF2-40B4-BE49-F238E27FC236}">
                      <a16:creationId xmlns:a16="http://schemas.microsoft.com/office/drawing/2014/main" id="{66C66A55-9095-6F42-B658-37B50B3A0BFC}"/>
                    </a:ext>
                  </a:extLst>
                </p:cNvPr>
                <p:cNvSpPr>
                  <a:spLocks/>
                </p:cNvSpPr>
                <p:nvPr/>
              </p:nvSpPr>
              <p:spPr bwMode="auto">
                <a:xfrm>
                  <a:off x="3764" y="2875"/>
                  <a:ext cx="63" cy="18"/>
                </a:xfrm>
                <a:custGeom>
                  <a:avLst/>
                  <a:gdLst>
                    <a:gd name="T0" fmla="*/ 61 w 125"/>
                    <a:gd name="T1" fmla="*/ 0 h 36"/>
                    <a:gd name="T2" fmla="*/ 0 w 125"/>
                    <a:gd name="T3" fmla="*/ 13 h 36"/>
                    <a:gd name="T4" fmla="*/ 63 w 125"/>
                    <a:gd name="T5" fmla="*/ 18 h 36"/>
                    <a:gd name="T6" fmla="*/ 61 w 125"/>
                    <a:gd name="T7" fmla="*/ 0 h 36"/>
                    <a:gd name="T8" fmla="*/ 61 w 125"/>
                    <a:gd name="T9" fmla="*/ 0 h 36"/>
                    <a:gd name="T10" fmla="*/ 0 60000 65536"/>
                    <a:gd name="T11" fmla="*/ 0 60000 65536"/>
                    <a:gd name="T12" fmla="*/ 0 60000 65536"/>
                    <a:gd name="T13" fmla="*/ 0 60000 65536"/>
                    <a:gd name="T14" fmla="*/ 0 60000 65536"/>
                    <a:gd name="T15" fmla="*/ 0 w 125"/>
                    <a:gd name="T16" fmla="*/ 0 h 36"/>
                    <a:gd name="T17" fmla="*/ 125 w 125"/>
                    <a:gd name="T18" fmla="*/ 36 h 36"/>
                  </a:gdLst>
                  <a:ahLst/>
                  <a:cxnLst>
                    <a:cxn ang="T10">
                      <a:pos x="T0" y="T1"/>
                    </a:cxn>
                    <a:cxn ang="T11">
                      <a:pos x="T2" y="T3"/>
                    </a:cxn>
                    <a:cxn ang="T12">
                      <a:pos x="T4" y="T5"/>
                    </a:cxn>
                    <a:cxn ang="T13">
                      <a:pos x="T6" y="T7"/>
                    </a:cxn>
                    <a:cxn ang="T14">
                      <a:pos x="T8" y="T9"/>
                    </a:cxn>
                  </a:cxnLst>
                  <a:rect l="T15" t="T16" r="T17" b="T18"/>
                  <a:pathLst>
                    <a:path w="125" h="36">
                      <a:moveTo>
                        <a:pt x="121" y="0"/>
                      </a:moveTo>
                      <a:lnTo>
                        <a:pt x="0" y="26"/>
                      </a:lnTo>
                      <a:lnTo>
                        <a:pt x="125" y="36"/>
                      </a:lnTo>
                      <a:lnTo>
                        <a:pt x="121"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7" name="Freeform 130">
                  <a:extLst>
                    <a:ext uri="{FF2B5EF4-FFF2-40B4-BE49-F238E27FC236}">
                      <a16:creationId xmlns:a16="http://schemas.microsoft.com/office/drawing/2014/main" id="{7D747939-8F2F-8D47-A61F-3F4D1B2BD1B6}"/>
                    </a:ext>
                  </a:extLst>
                </p:cNvPr>
                <p:cNvSpPr>
                  <a:spLocks/>
                </p:cNvSpPr>
                <p:nvPr/>
              </p:nvSpPr>
              <p:spPr bwMode="auto">
                <a:xfrm>
                  <a:off x="3664" y="2931"/>
                  <a:ext cx="52" cy="21"/>
                </a:xfrm>
                <a:custGeom>
                  <a:avLst/>
                  <a:gdLst>
                    <a:gd name="T0" fmla="*/ 48 w 105"/>
                    <a:gd name="T1" fmla="*/ 0 h 41"/>
                    <a:gd name="T2" fmla="*/ 0 w 105"/>
                    <a:gd name="T3" fmla="*/ 16 h 41"/>
                    <a:gd name="T4" fmla="*/ 52 w 105"/>
                    <a:gd name="T5" fmla="*/ 21 h 41"/>
                    <a:gd name="T6" fmla="*/ 48 w 105"/>
                    <a:gd name="T7" fmla="*/ 0 h 41"/>
                    <a:gd name="T8" fmla="*/ 48 w 105"/>
                    <a:gd name="T9" fmla="*/ 0 h 41"/>
                    <a:gd name="T10" fmla="*/ 0 60000 65536"/>
                    <a:gd name="T11" fmla="*/ 0 60000 65536"/>
                    <a:gd name="T12" fmla="*/ 0 60000 65536"/>
                    <a:gd name="T13" fmla="*/ 0 60000 65536"/>
                    <a:gd name="T14" fmla="*/ 0 60000 65536"/>
                    <a:gd name="T15" fmla="*/ 0 w 105"/>
                    <a:gd name="T16" fmla="*/ 0 h 41"/>
                    <a:gd name="T17" fmla="*/ 105 w 105"/>
                    <a:gd name="T18" fmla="*/ 41 h 41"/>
                  </a:gdLst>
                  <a:ahLst/>
                  <a:cxnLst>
                    <a:cxn ang="T10">
                      <a:pos x="T0" y="T1"/>
                    </a:cxn>
                    <a:cxn ang="T11">
                      <a:pos x="T2" y="T3"/>
                    </a:cxn>
                    <a:cxn ang="T12">
                      <a:pos x="T4" y="T5"/>
                    </a:cxn>
                    <a:cxn ang="T13">
                      <a:pos x="T6" y="T7"/>
                    </a:cxn>
                    <a:cxn ang="T14">
                      <a:pos x="T8" y="T9"/>
                    </a:cxn>
                  </a:cxnLst>
                  <a:rect l="T15" t="T16" r="T17" b="T18"/>
                  <a:pathLst>
                    <a:path w="105" h="41">
                      <a:moveTo>
                        <a:pt x="97" y="0"/>
                      </a:moveTo>
                      <a:lnTo>
                        <a:pt x="0" y="32"/>
                      </a:lnTo>
                      <a:lnTo>
                        <a:pt x="105" y="41"/>
                      </a:lnTo>
                      <a:lnTo>
                        <a:pt x="97"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8" name="Freeform 131">
                  <a:extLst>
                    <a:ext uri="{FF2B5EF4-FFF2-40B4-BE49-F238E27FC236}">
                      <a16:creationId xmlns:a16="http://schemas.microsoft.com/office/drawing/2014/main" id="{8631557E-4EC1-CF45-A33B-740F820F4B71}"/>
                    </a:ext>
                  </a:extLst>
                </p:cNvPr>
                <p:cNvSpPr>
                  <a:spLocks/>
                </p:cNvSpPr>
                <p:nvPr/>
              </p:nvSpPr>
              <p:spPr bwMode="auto">
                <a:xfrm>
                  <a:off x="3663" y="2960"/>
                  <a:ext cx="54" cy="17"/>
                </a:xfrm>
                <a:custGeom>
                  <a:avLst/>
                  <a:gdLst>
                    <a:gd name="T0" fmla="*/ 53 w 109"/>
                    <a:gd name="T1" fmla="*/ 0 h 34"/>
                    <a:gd name="T2" fmla="*/ 0 w 109"/>
                    <a:gd name="T3" fmla="*/ 12 h 34"/>
                    <a:gd name="T4" fmla="*/ 54 w 109"/>
                    <a:gd name="T5" fmla="*/ 17 h 34"/>
                    <a:gd name="T6" fmla="*/ 53 w 109"/>
                    <a:gd name="T7" fmla="*/ 0 h 34"/>
                    <a:gd name="T8" fmla="*/ 53 w 109"/>
                    <a:gd name="T9" fmla="*/ 0 h 34"/>
                    <a:gd name="T10" fmla="*/ 0 60000 65536"/>
                    <a:gd name="T11" fmla="*/ 0 60000 65536"/>
                    <a:gd name="T12" fmla="*/ 0 60000 65536"/>
                    <a:gd name="T13" fmla="*/ 0 60000 65536"/>
                    <a:gd name="T14" fmla="*/ 0 60000 65536"/>
                    <a:gd name="T15" fmla="*/ 0 w 109"/>
                    <a:gd name="T16" fmla="*/ 0 h 34"/>
                    <a:gd name="T17" fmla="*/ 109 w 109"/>
                    <a:gd name="T18" fmla="*/ 34 h 34"/>
                  </a:gdLst>
                  <a:ahLst/>
                  <a:cxnLst>
                    <a:cxn ang="T10">
                      <a:pos x="T0" y="T1"/>
                    </a:cxn>
                    <a:cxn ang="T11">
                      <a:pos x="T2" y="T3"/>
                    </a:cxn>
                    <a:cxn ang="T12">
                      <a:pos x="T4" y="T5"/>
                    </a:cxn>
                    <a:cxn ang="T13">
                      <a:pos x="T6" y="T7"/>
                    </a:cxn>
                    <a:cxn ang="T14">
                      <a:pos x="T8" y="T9"/>
                    </a:cxn>
                  </a:cxnLst>
                  <a:rect l="T15" t="T16" r="T17" b="T18"/>
                  <a:pathLst>
                    <a:path w="109" h="34">
                      <a:moveTo>
                        <a:pt x="107" y="0"/>
                      </a:moveTo>
                      <a:lnTo>
                        <a:pt x="0" y="24"/>
                      </a:lnTo>
                      <a:lnTo>
                        <a:pt x="109" y="34"/>
                      </a:lnTo>
                      <a:lnTo>
                        <a:pt x="107"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9" name="Freeform 132">
                  <a:extLst>
                    <a:ext uri="{FF2B5EF4-FFF2-40B4-BE49-F238E27FC236}">
                      <a16:creationId xmlns:a16="http://schemas.microsoft.com/office/drawing/2014/main" id="{FA4B59EA-1949-164A-8947-3EF171260152}"/>
                    </a:ext>
                  </a:extLst>
                </p:cNvPr>
                <p:cNvSpPr>
                  <a:spLocks/>
                </p:cNvSpPr>
                <p:nvPr/>
              </p:nvSpPr>
              <p:spPr bwMode="auto">
                <a:xfrm>
                  <a:off x="3666" y="2984"/>
                  <a:ext cx="53" cy="19"/>
                </a:xfrm>
                <a:custGeom>
                  <a:avLst/>
                  <a:gdLst>
                    <a:gd name="T0" fmla="*/ 51 w 107"/>
                    <a:gd name="T1" fmla="*/ 0 h 38"/>
                    <a:gd name="T2" fmla="*/ 0 w 107"/>
                    <a:gd name="T3" fmla="*/ 11 h 38"/>
                    <a:gd name="T4" fmla="*/ 53 w 107"/>
                    <a:gd name="T5" fmla="*/ 19 h 38"/>
                    <a:gd name="T6" fmla="*/ 51 w 107"/>
                    <a:gd name="T7" fmla="*/ 0 h 38"/>
                    <a:gd name="T8" fmla="*/ 51 w 107"/>
                    <a:gd name="T9" fmla="*/ 0 h 38"/>
                    <a:gd name="T10" fmla="*/ 0 60000 65536"/>
                    <a:gd name="T11" fmla="*/ 0 60000 65536"/>
                    <a:gd name="T12" fmla="*/ 0 60000 65536"/>
                    <a:gd name="T13" fmla="*/ 0 60000 65536"/>
                    <a:gd name="T14" fmla="*/ 0 60000 65536"/>
                    <a:gd name="T15" fmla="*/ 0 w 107"/>
                    <a:gd name="T16" fmla="*/ 0 h 38"/>
                    <a:gd name="T17" fmla="*/ 107 w 107"/>
                    <a:gd name="T18" fmla="*/ 38 h 38"/>
                  </a:gdLst>
                  <a:ahLst/>
                  <a:cxnLst>
                    <a:cxn ang="T10">
                      <a:pos x="T0" y="T1"/>
                    </a:cxn>
                    <a:cxn ang="T11">
                      <a:pos x="T2" y="T3"/>
                    </a:cxn>
                    <a:cxn ang="T12">
                      <a:pos x="T4" y="T5"/>
                    </a:cxn>
                    <a:cxn ang="T13">
                      <a:pos x="T6" y="T7"/>
                    </a:cxn>
                    <a:cxn ang="T14">
                      <a:pos x="T8" y="T9"/>
                    </a:cxn>
                  </a:cxnLst>
                  <a:rect l="T15" t="T16" r="T17" b="T18"/>
                  <a:pathLst>
                    <a:path w="107" h="38">
                      <a:moveTo>
                        <a:pt x="103" y="0"/>
                      </a:moveTo>
                      <a:lnTo>
                        <a:pt x="0" y="23"/>
                      </a:lnTo>
                      <a:lnTo>
                        <a:pt x="107" y="38"/>
                      </a:lnTo>
                      <a:lnTo>
                        <a:pt x="103"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0" name="Freeform 133">
                  <a:extLst>
                    <a:ext uri="{FF2B5EF4-FFF2-40B4-BE49-F238E27FC236}">
                      <a16:creationId xmlns:a16="http://schemas.microsoft.com/office/drawing/2014/main" id="{CD4F9333-543D-8846-9934-E8FBB02B2469}"/>
                    </a:ext>
                  </a:extLst>
                </p:cNvPr>
                <p:cNvSpPr>
                  <a:spLocks/>
                </p:cNvSpPr>
                <p:nvPr/>
              </p:nvSpPr>
              <p:spPr bwMode="auto">
                <a:xfrm>
                  <a:off x="3658" y="3005"/>
                  <a:ext cx="62" cy="15"/>
                </a:xfrm>
                <a:custGeom>
                  <a:avLst/>
                  <a:gdLst>
                    <a:gd name="T0" fmla="*/ 60 w 123"/>
                    <a:gd name="T1" fmla="*/ 0 h 28"/>
                    <a:gd name="T2" fmla="*/ 0 w 123"/>
                    <a:gd name="T3" fmla="*/ 15 h 28"/>
                    <a:gd name="T4" fmla="*/ 62 w 123"/>
                    <a:gd name="T5" fmla="*/ 15 h 28"/>
                    <a:gd name="T6" fmla="*/ 60 w 123"/>
                    <a:gd name="T7" fmla="*/ 0 h 28"/>
                    <a:gd name="T8" fmla="*/ 60 w 123"/>
                    <a:gd name="T9" fmla="*/ 0 h 28"/>
                    <a:gd name="T10" fmla="*/ 0 60000 65536"/>
                    <a:gd name="T11" fmla="*/ 0 60000 65536"/>
                    <a:gd name="T12" fmla="*/ 0 60000 65536"/>
                    <a:gd name="T13" fmla="*/ 0 60000 65536"/>
                    <a:gd name="T14" fmla="*/ 0 60000 65536"/>
                    <a:gd name="T15" fmla="*/ 0 w 123"/>
                    <a:gd name="T16" fmla="*/ 0 h 28"/>
                    <a:gd name="T17" fmla="*/ 123 w 123"/>
                    <a:gd name="T18" fmla="*/ 28 h 28"/>
                  </a:gdLst>
                  <a:ahLst/>
                  <a:cxnLst>
                    <a:cxn ang="T10">
                      <a:pos x="T0" y="T1"/>
                    </a:cxn>
                    <a:cxn ang="T11">
                      <a:pos x="T2" y="T3"/>
                    </a:cxn>
                    <a:cxn ang="T12">
                      <a:pos x="T4" y="T5"/>
                    </a:cxn>
                    <a:cxn ang="T13">
                      <a:pos x="T6" y="T7"/>
                    </a:cxn>
                    <a:cxn ang="T14">
                      <a:pos x="T8" y="T9"/>
                    </a:cxn>
                  </a:cxnLst>
                  <a:rect l="T15" t="T16" r="T17" b="T18"/>
                  <a:pathLst>
                    <a:path w="123" h="28">
                      <a:moveTo>
                        <a:pt x="120" y="0"/>
                      </a:moveTo>
                      <a:lnTo>
                        <a:pt x="0" y="28"/>
                      </a:lnTo>
                      <a:lnTo>
                        <a:pt x="123" y="28"/>
                      </a:lnTo>
                      <a:lnTo>
                        <a:pt x="120"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1" name="Freeform 134">
                  <a:extLst>
                    <a:ext uri="{FF2B5EF4-FFF2-40B4-BE49-F238E27FC236}">
                      <a16:creationId xmlns:a16="http://schemas.microsoft.com/office/drawing/2014/main" id="{A3662C17-D6A2-424A-BE57-54699BD3BBB1}"/>
                    </a:ext>
                  </a:extLst>
                </p:cNvPr>
                <p:cNvSpPr>
                  <a:spLocks/>
                </p:cNvSpPr>
                <p:nvPr/>
              </p:nvSpPr>
              <p:spPr bwMode="auto">
                <a:xfrm>
                  <a:off x="4088" y="2918"/>
                  <a:ext cx="46" cy="20"/>
                </a:xfrm>
                <a:custGeom>
                  <a:avLst/>
                  <a:gdLst>
                    <a:gd name="T0" fmla="*/ 42 w 91"/>
                    <a:gd name="T1" fmla="*/ 0 h 40"/>
                    <a:gd name="T2" fmla="*/ 0 w 91"/>
                    <a:gd name="T3" fmla="*/ 16 h 40"/>
                    <a:gd name="T4" fmla="*/ 46 w 91"/>
                    <a:gd name="T5" fmla="*/ 20 h 40"/>
                    <a:gd name="T6" fmla="*/ 42 w 91"/>
                    <a:gd name="T7" fmla="*/ 0 h 40"/>
                    <a:gd name="T8" fmla="*/ 42 w 91"/>
                    <a:gd name="T9" fmla="*/ 0 h 40"/>
                    <a:gd name="T10" fmla="*/ 0 60000 65536"/>
                    <a:gd name="T11" fmla="*/ 0 60000 65536"/>
                    <a:gd name="T12" fmla="*/ 0 60000 65536"/>
                    <a:gd name="T13" fmla="*/ 0 60000 65536"/>
                    <a:gd name="T14" fmla="*/ 0 60000 65536"/>
                    <a:gd name="T15" fmla="*/ 0 w 91"/>
                    <a:gd name="T16" fmla="*/ 0 h 40"/>
                    <a:gd name="T17" fmla="*/ 91 w 91"/>
                    <a:gd name="T18" fmla="*/ 40 h 40"/>
                  </a:gdLst>
                  <a:ahLst/>
                  <a:cxnLst>
                    <a:cxn ang="T10">
                      <a:pos x="T0" y="T1"/>
                    </a:cxn>
                    <a:cxn ang="T11">
                      <a:pos x="T2" y="T3"/>
                    </a:cxn>
                    <a:cxn ang="T12">
                      <a:pos x="T4" y="T5"/>
                    </a:cxn>
                    <a:cxn ang="T13">
                      <a:pos x="T6" y="T7"/>
                    </a:cxn>
                    <a:cxn ang="T14">
                      <a:pos x="T8" y="T9"/>
                    </a:cxn>
                  </a:cxnLst>
                  <a:rect l="T15" t="T16" r="T17" b="T18"/>
                  <a:pathLst>
                    <a:path w="91" h="40">
                      <a:moveTo>
                        <a:pt x="84" y="0"/>
                      </a:moveTo>
                      <a:lnTo>
                        <a:pt x="0" y="32"/>
                      </a:lnTo>
                      <a:lnTo>
                        <a:pt x="91" y="40"/>
                      </a:lnTo>
                      <a:lnTo>
                        <a:pt x="84"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2" name="Freeform 135">
                  <a:extLst>
                    <a:ext uri="{FF2B5EF4-FFF2-40B4-BE49-F238E27FC236}">
                      <a16:creationId xmlns:a16="http://schemas.microsoft.com/office/drawing/2014/main" id="{BA47C4A4-62BC-194D-B4F7-0D7A279A12A7}"/>
                    </a:ext>
                  </a:extLst>
                </p:cNvPr>
                <p:cNvSpPr>
                  <a:spLocks/>
                </p:cNvSpPr>
                <p:nvPr/>
              </p:nvSpPr>
              <p:spPr bwMode="auto">
                <a:xfrm>
                  <a:off x="4094" y="2945"/>
                  <a:ext cx="45" cy="17"/>
                </a:xfrm>
                <a:custGeom>
                  <a:avLst/>
                  <a:gdLst>
                    <a:gd name="T0" fmla="*/ 44 w 90"/>
                    <a:gd name="T1" fmla="*/ 0 h 34"/>
                    <a:gd name="T2" fmla="*/ 0 w 90"/>
                    <a:gd name="T3" fmla="*/ 14 h 34"/>
                    <a:gd name="T4" fmla="*/ 45 w 90"/>
                    <a:gd name="T5" fmla="*/ 17 h 34"/>
                    <a:gd name="T6" fmla="*/ 44 w 90"/>
                    <a:gd name="T7" fmla="*/ 0 h 34"/>
                    <a:gd name="T8" fmla="*/ 44 w 90"/>
                    <a:gd name="T9" fmla="*/ 0 h 34"/>
                    <a:gd name="T10" fmla="*/ 0 60000 65536"/>
                    <a:gd name="T11" fmla="*/ 0 60000 65536"/>
                    <a:gd name="T12" fmla="*/ 0 60000 65536"/>
                    <a:gd name="T13" fmla="*/ 0 60000 65536"/>
                    <a:gd name="T14" fmla="*/ 0 60000 65536"/>
                    <a:gd name="T15" fmla="*/ 0 w 90"/>
                    <a:gd name="T16" fmla="*/ 0 h 34"/>
                    <a:gd name="T17" fmla="*/ 90 w 90"/>
                    <a:gd name="T18" fmla="*/ 34 h 34"/>
                  </a:gdLst>
                  <a:ahLst/>
                  <a:cxnLst>
                    <a:cxn ang="T10">
                      <a:pos x="T0" y="T1"/>
                    </a:cxn>
                    <a:cxn ang="T11">
                      <a:pos x="T2" y="T3"/>
                    </a:cxn>
                    <a:cxn ang="T12">
                      <a:pos x="T4" y="T5"/>
                    </a:cxn>
                    <a:cxn ang="T13">
                      <a:pos x="T6" y="T7"/>
                    </a:cxn>
                    <a:cxn ang="T14">
                      <a:pos x="T8" y="T9"/>
                    </a:cxn>
                  </a:cxnLst>
                  <a:rect l="T15" t="T16" r="T17" b="T18"/>
                  <a:pathLst>
                    <a:path w="90" h="34">
                      <a:moveTo>
                        <a:pt x="88" y="0"/>
                      </a:moveTo>
                      <a:lnTo>
                        <a:pt x="0" y="29"/>
                      </a:lnTo>
                      <a:lnTo>
                        <a:pt x="90" y="34"/>
                      </a:lnTo>
                      <a:lnTo>
                        <a:pt x="88"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3" name="Freeform 136">
                  <a:extLst>
                    <a:ext uri="{FF2B5EF4-FFF2-40B4-BE49-F238E27FC236}">
                      <a16:creationId xmlns:a16="http://schemas.microsoft.com/office/drawing/2014/main" id="{851B0695-34DF-BC45-AA9D-D896440242A3}"/>
                    </a:ext>
                  </a:extLst>
                </p:cNvPr>
                <p:cNvSpPr>
                  <a:spLocks/>
                </p:cNvSpPr>
                <p:nvPr/>
              </p:nvSpPr>
              <p:spPr bwMode="auto">
                <a:xfrm>
                  <a:off x="4094" y="2966"/>
                  <a:ext cx="48" cy="22"/>
                </a:xfrm>
                <a:custGeom>
                  <a:avLst/>
                  <a:gdLst>
                    <a:gd name="T0" fmla="*/ 46 w 95"/>
                    <a:gd name="T1" fmla="*/ 0 h 44"/>
                    <a:gd name="T2" fmla="*/ 0 w 95"/>
                    <a:gd name="T3" fmla="*/ 16 h 44"/>
                    <a:gd name="T4" fmla="*/ 48 w 95"/>
                    <a:gd name="T5" fmla="*/ 22 h 44"/>
                    <a:gd name="T6" fmla="*/ 46 w 95"/>
                    <a:gd name="T7" fmla="*/ 0 h 44"/>
                    <a:gd name="T8" fmla="*/ 46 w 95"/>
                    <a:gd name="T9" fmla="*/ 0 h 44"/>
                    <a:gd name="T10" fmla="*/ 0 60000 65536"/>
                    <a:gd name="T11" fmla="*/ 0 60000 65536"/>
                    <a:gd name="T12" fmla="*/ 0 60000 65536"/>
                    <a:gd name="T13" fmla="*/ 0 60000 65536"/>
                    <a:gd name="T14" fmla="*/ 0 60000 65536"/>
                    <a:gd name="T15" fmla="*/ 0 w 95"/>
                    <a:gd name="T16" fmla="*/ 0 h 44"/>
                    <a:gd name="T17" fmla="*/ 95 w 95"/>
                    <a:gd name="T18" fmla="*/ 44 h 44"/>
                  </a:gdLst>
                  <a:ahLst/>
                  <a:cxnLst>
                    <a:cxn ang="T10">
                      <a:pos x="T0" y="T1"/>
                    </a:cxn>
                    <a:cxn ang="T11">
                      <a:pos x="T2" y="T3"/>
                    </a:cxn>
                    <a:cxn ang="T12">
                      <a:pos x="T4" y="T5"/>
                    </a:cxn>
                    <a:cxn ang="T13">
                      <a:pos x="T6" y="T7"/>
                    </a:cxn>
                    <a:cxn ang="T14">
                      <a:pos x="T8" y="T9"/>
                    </a:cxn>
                  </a:cxnLst>
                  <a:rect l="T15" t="T16" r="T17" b="T18"/>
                  <a:pathLst>
                    <a:path w="95" h="44">
                      <a:moveTo>
                        <a:pt x="92" y="0"/>
                      </a:moveTo>
                      <a:lnTo>
                        <a:pt x="0" y="32"/>
                      </a:lnTo>
                      <a:lnTo>
                        <a:pt x="95" y="44"/>
                      </a:lnTo>
                      <a:lnTo>
                        <a:pt x="92"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4" name="Freeform 137">
                  <a:extLst>
                    <a:ext uri="{FF2B5EF4-FFF2-40B4-BE49-F238E27FC236}">
                      <a16:creationId xmlns:a16="http://schemas.microsoft.com/office/drawing/2014/main" id="{952665AF-5FE3-5A47-BA74-953D42B36B1F}"/>
                    </a:ext>
                  </a:extLst>
                </p:cNvPr>
                <p:cNvSpPr>
                  <a:spLocks/>
                </p:cNvSpPr>
                <p:nvPr/>
              </p:nvSpPr>
              <p:spPr bwMode="auto">
                <a:xfrm>
                  <a:off x="3992" y="3033"/>
                  <a:ext cx="42" cy="17"/>
                </a:xfrm>
                <a:custGeom>
                  <a:avLst/>
                  <a:gdLst>
                    <a:gd name="T0" fmla="*/ 40 w 84"/>
                    <a:gd name="T1" fmla="*/ 0 h 34"/>
                    <a:gd name="T2" fmla="*/ 0 w 84"/>
                    <a:gd name="T3" fmla="*/ 9 h 34"/>
                    <a:gd name="T4" fmla="*/ 42 w 84"/>
                    <a:gd name="T5" fmla="*/ 17 h 34"/>
                    <a:gd name="T6" fmla="*/ 40 w 84"/>
                    <a:gd name="T7" fmla="*/ 0 h 34"/>
                    <a:gd name="T8" fmla="*/ 40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80" y="0"/>
                      </a:moveTo>
                      <a:lnTo>
                        <a:pt x="0" y="17"/>
                      </a:lnTo>
                      <a:lnTo>
                        <a:pt x="84" y="34"/>
                      </a:lnTo>
                      <a:lnTo>
                        <a:pt x="80"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5" name="Freeform 138">
                  <a:extLst>
                    <a:ext uri="{FF2B5EF4-FFF2-40B4-BE49-F238E27FC236}">
                      <a16:creationId xmlns:a16="http://schemas.microsoft.com/office/drawing/2014/main" id="{B1C159DE-24D5-7542-9427-0A9FADF35290}"/>
                    </a:ext>
                  </a:extLst>
                </p:cNvPr>
                <p:cNvSpPr>
                  <a:spLocks/>
                </p:cNvSpPr>
                <p:nvPr/>
              </p:nvSpPr>
              <p:spPr bwMode="auto">
                <a:xfrm>
                  <a:off x="3639" y="2832"/>
                  <a:ext cx="124" cy="57"/>
                </a:xfrm>
                <a:custGeom>
                  <a:avLst/>
                  <a:gdLst>
                    <a:gd name="T0" fmla="*/ 3 w 249"/>
                    <a:gd name="T1" fmla="*/ 9 h 114"/>
                    <a:gd name="T2" fmla="*/ 97 w 249"/>
                    <a:gd name="T3" fmla="*/ 0 h 114"/>
                    <a:gd name="T4" fmla="*/ 61 w 249"/>
                    <a:gd name="T5" fmla="*/ 13 h 114"/>
                    <a:gd name="T6" fmla="*/ 124 w 249"/>
                    <a:gd name="T7" fmla="*/ 21 h 114"/>
                    <a:gd name="T8" fmla="*/ 65 w 249"/>
                    <a:gd name="T9" fmla="*/ 33 h 114"/>
                    <a:gd name="T10" fmla="*/ 118 w 249"/>
                    <a:gd name="T11" fmla="*/ 46 h 114"/>
                    <a:gd name="T12" fmla="*/ 62 w 249"/>
                    <a:gd name="T13" fmla="*/ 55 h 114"/>
                    <a:gd name="T14" fmla="*/ 0 w 249"/>
                    <a:gd name="T15" fmla="*/ 57 h 114"/>
                    <a:gd name="T16" fmla="*/ 3 w 249"/>
                    <a:gd name="T17" fmla="*/ 9 h 114"/>
                    <a:gd name="T18" fmla="*/ 3 w 249"/>
                    <a:gd name="T19" fmla="*/ 9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9"/>
                    <a:gd name="T31" fmla="*/ 0 h 114"/>
                    <a:gd name="T32" fmla="*/ 249 w 249"/>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9" h="114">
                      <a:moveTo>
                        <a:pt x="7" y="17"/>
                      </a:moveTo>
                      <a:lnTo>
                        <a:pt x="194" y="0"/>
                      </a:lnTo>
                      <a:lnTo>
                        <a:pt x="123" y="25"/>
                      </a:lnTo>
                      <a:lnTo>
                        <a:pt x="249" y="42"/>
                      </a:lnTo>
                      <a:lnTo>
                        <a:pt x="131" y="65"/>
                      </a:lnTo>
                      <a:lnTo>
                        <a:pt x="237" y="91"/>
                      </a:lnTo>
                      <a:lnTo>
                        <a:pt x="125" y="110"/>
                      </a:lnTo>
                      <a:lnTo>
                        <a:pt x="0" y="114"/>
                      </a:lnTo>
                      <a:lnTo>
                        <a:pt x="7" y="17"/>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6" name="Freeform 139">
                  <a:extLst>
                    <a:ext uri="{FF2B5EF4-FFF2-40B4-BE49-F238E27FC236}">
                      <a16:creationId xmlns:a16="http://schemas.microsoft.com/office/drawing/2014/main" id="{F8C127E1-A1C6-D945-9AAD-A004A96022F3}"/>
                    </a:ext>
                  </a:extLst>
                </p:cNvPr>
                <p:cNvSpPr>
                  <a:spLocks/>
                </p:cNvSpPr>
                <p:nvPr/>
              </p:nvSpPr>
              <p:spPr bwMode="auto">
                <a:xfrm>
                  <a:off x="3541" y="2942"/>
                  <a:ext cx="121" cy="71"/>
                </a:xfrm>
                <a:custGeom>
                  <a:avLst/>
                  <a:gdLst>
                    <a:gd name="T0" fmla="*/ 8 w 241"/>
                    <a:gd name="T1" fmla="*/ 9 h 142"/>
                    <a:gd name="T2" fmla="*/ 93 w 241"/>
                    <a:gd name="T3" fmla="*/ 0 h 142"/>
                    <a:gd name="T4" fmla="*/ 76 w 241"/>
                    <a:gd name="T5" fmla="*/ 10 h 142"/>
                    <a:gd name="T6" fmla="*/ 108 w 241"/>
                    <a:gd name="T7" fmla="*/ 16 h 142"/>
                    <a:gd name="T8" fmla="*/ 77 w 241"/>
                    <a:gd name="T9" fmla="*/ 28 h 142"/>
                    <a:gd name="T10" fmla="*/ 78 w 241"/>
                    <a:gd name="T11" fmla="*/ 35 h 142"/>
                    <a:gd name="T12" fmla="*/ 121 w 241"/>
                    <a:gd name="T13" fmla="*/ 42 h 142"/>
                    <a:gd name="T14" fmla="*/ 78 w 241"/>
                    <a:gd name="T15" fmla="*/ 56 h 142"/>
                    <a:gd name="T16" fmla="*/ 117 w 241"/>
                    <a:gd name="T17" fmla="*/ 67 h 142"/>
                    <a:gd name="T18" fmla="*/ 77 w 241"/>
                    <a:gd name="T19" fmla="*/ 71 h 142"/>
                    <a:gd name="T20" fmla="*/ 0 w 241"/>
                    <a:gd name="T21" fmla="*/ 71 h 142"/>
                    <a:gd name="T22" fmla="*/ 8 w 241"/>
                    <a:gd name="T23" fmla="*/ 9 h 142"/>
                    <a:gd name="T24" fmla="*/ 8 w 241"/>
                    <a:gd name="T25" fmla="*/ 9 h 1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1"/>
                    <a:gd name="T40" fmla="*/ 0 h 142"/>
                    <a:gd name="T41" fmla="*/ 241 w 241"/>
                    <a:gd name="T42" fmla="*/ 142 h 1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1" h="142">
                      <a:moveTo>
                        <a:pt x="15" y="19"/>
                      </a:moveTo>
                      <a:lnTo>
                        <a:pt x="186" y="0"/>
                      </a:lnTo>
                      <a:lnTo>
                        <a:pt x="152" y="20"/>
                      </a:lnTo>
                      <a:lnTo>
                        <a:pt x="215" y="32"/>
                      </a:lnTo>
                      <a:lnTo>
                        <a:pt x="154" y="57"/>
                      </a:lnTo>
                      <a:lnTo>
                        <a:pt x="156" y="70"/>
                      </a:lnTo>
                      <a:lnTo>
                        <a:pt x="241" y="85"/>
                      </a:lnTo>
                      <a:lnTo>
                        <a:pt x="156" y="112"/>
                      </a:lnTo>
                      <a:lnTo>
                        <a:pt x="234" y="133"/>
                      </a:lnTo>
                      <a:lnTo>
                        <a:pt x="154" y="142"/>
                      </a:lnTo>
                      <a:lnTo>
                        <a:pt x="0" y="142"/>
                      </a:lnTo>
                      <a:lnTo>
                        <a:pt x="15" y="19"/>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7" name="Freeform 140">
                  <a:extLst>
                    <a:ext uri="{FF2B5EF4-FFF2-40B4-BE49-F238E27FC236}">
                      <a16:creationId xmlns:a16="http://schemas.microsoft.com/office/drawing/2014/main" id="{6596E89A-477B-C14A-A092-B68D377C81F5}"/>
                    </a:ext>
                  </a:extLst>
                </p:cNvPr>
                <p:cNvSpPr>
                  <a:spLocks/>
                </p:cNvSpPr>
                <p:nvPr/>
              </p:nvSpPr>
              <p:spPr bwMode="auto">
                <a:xfrm>
                  <a:off x="3972" y="2923"/>
                  <a:ext cx="121" cy="81"/>
                </a:xfrm>
                <a:custGeom>
                  <a:avLst/>
                  <a:gdLst>
                    <a:gd name="T0" fmla="*/ 6 w 243"/>
                    <a:gd name="T1" fmla="*/ 15 h 161"/>
                    <a:gd name="T2" fmla="*/ 108 w 243"/>
                    <a:gd name="T3" fmla="*/ 0 h 161"/>
                    <a:gd name="T4" fmla="*/ 74 w 243"/>
                    <a:gd name="T5" fmla="*/ 18 h 161"/>
                    <a:gd name="T6" fmla="*/ 121 w 243"/>
                    <a:gd name="T7" fmla="*/ 24 h 161"/>
                    <a:gd name="T8" fmla="*/ 79 w 243"/>
                    <a:gd name="T9" fmla="*/ 39 h 161"/>
                    <a:gd name="T10" fmla="*/ 121 w 243"/>
                    <a:gd name="T11" fmla="*/ 48 h 161"/>
                    <a:gd name="T12" fmla="*/ 88 w 243"/>
                    <a:gd name="T13" fmla="*/ 61 h 161"/>
                    <a:gd name="T14" fmla="*/ 110 w 243"/>
                    <a:gd name="T15" fmla="*/ 68 h 161"/>
                    <a:gd name="T16" fmla="*/ 0 w 243"/>
                    <a:gd name="T17" fmla="*/ 81 h 161"/>
                    <a:gd name="T18" fmla="*/ 6 w 243"/>
                    <a:gd name="T19" fmla="*/ 15 h 161"/>
                    <a:gd name="T20" fmla="*/ 6 w 243"/>
                    <a:gd name="T21" fmla="*/ 15 h 1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3"/>
                    <a:gd name="T34" fmla="*/ 0 h 161"/>
                    <a:gd name="T35" fmla="*/ 243 w 243"/>
                    <a:gd name="T36" fmla="*/ 161 h 1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3" h="161">
                      <a:moveTo>
                        <a:pt x="13" y="30"/>
                      </a:moveTo>
                      <a:lnTo>
                        <a:pt x="217" y="0"/>
                      </a:lnTo>
                      <a:lnTo>
                        <a:pt x="148" y="36"/>
                      </a:lnTo>
                      <a:lnTo>
                        <a:pt x="242" y="47"/>
                      </a:lnTo>
                      <a:lnTo>
                        <a:pt x="158" y="77"/>
                      </a:lnTo>
                      <a:lnTo>
                        <a:pt x="243" y="95"/>
                      </a:lnTo>
                      <a:lnTo>
                        <a:pt x="177" y="121"/>
                      </a:lnTo>
                      <a:lnTo>
                        <a:pt x="221" y="136"/>
                      </a:lnTo>
                      <a:lnTo>
                        <a:pt x="0" y="161"/>
                      </a:lnTo>
                      <a:lnTo>
                        <a:pt x="13" y="30"/>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8" name="Freeform 141">
                  <a:extLst>
                    <a:ext uri="{FF2B5EF4-FFF2-40B4-BE49-F238E27FC236}">
                      <a16:creationId xmlns:a16="http://schemas.microsoft.com/office/drawing/2014/main" id="{8FF9EEFC-CBF5-184A-8312-08580626273B}"/>
                    </a:ext>
                  </a:extLst>
                </p:cNvPr>
                <p:cNvSpPr>
                  <a:spLocks/>
                </p:cNvSpPr>
                <p:nvPr/>
              </p:nvSpPr>
              <p:spPr bwMode="auto">
                <a:xfrm>
                  <a:off x="3852" y="2823"/>
                  <a:ext cx="193" cy="70"/>
                </a:xfrm>
                <a:custGeom>
                  <a:avLst/>
                  <a:gdLst>
                    <a:gd name="T0" fmla="*/ 10 w 385"/>
                    <a:gd name="T1" fmla="*/ 7 h 141"/>
                    <a:gd name="T2" fmla="*/ 0 w 385"/>
                    <a:gd name="T3" fmla="*/ 70 h 141"/>
                    <a:gd name="T4" fmla="*/ 193 w 385"/>
                    <a:gd name="T5" fmla="*/ 66 h 141"/>
                    <a:gd name="T6" fmla="*/ 120 w 385"/>
                    <a:gd name="T7" fmla="*/ 54 h 141"/>
                    <a:gd name="T8" fmla="*/ 186 w 385"/>
                    <a:gd name="T9" fmla="*/ 37 h 141"/>
                    <a:gd name="T10" fmla="*/ 124 w 385"/>
                    <a:gd name="T11" fmla="*/ 27 h 141"/>
                    <a:gd name="T12" fmla="*/ 184 w 385"/>
                    <a:gd name="T13" fmla="*/ 7 h 141"/>
                    <a:gd name="T14" fmla="*/ 124 w 385"/>
                    <a:gd name="T15" fmla="*/ 0 h 141"/>
                    <a:gd name="T16" fmla="*/ 10 w 385"/>
                    <a:gd name="T17" fmla="*/ 7 h 141"/>
                    <a:gd name="T18" fmla="*/ 10 w 385"/>
                    <a:gd name="T19" fmla="*/ 7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5"/>
                    <a:gd name="T31" fmla="*/ 0 h 141"/>
                    <a:gd name="T32" fmla="*/ 385 w 385"/>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5" h="141">
                      <a:moveTo>
                        <a:pt x="19" y="15"/>
                      </a:moveTo>
                      <a:lnTo>
                        <a:pt x="0" y="141"/>
                      </a:lnTo>
                      <a:lnTo>
                        <a:pt x="385" y="133"/>
                      </a:lnTo>
                      <a:lnTo>
                        <a:pt x="239" y="108"/>
                      </a:lnTo>
                      <a:lnTo>
                        <a:pt x="372" y="74"/>
                      </a:lnTo>
                      <a:lnTo>
                        <a:pt x="247" y="55"/>
                      </a:lnTo>
                      <a:lnTo>
                        <a:pt x="368" y="15"/>
                      </a:lnTo>
                      <a:lnTo>
                        <a:pt x="247" y="0"/>
                      </a:lnTo>
                      <a:lnTo>
                        <a:pt x="19" y="15"/>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9" name="Freeform 142">
                  <a:extLst>
                    <a:ext uri="{FF2B5EF4-FFF2-40B4-BE49-F238E27FC236}">
                      <a16:creationId xmlns:a16="http://schemas.microsoft.com/office/drawing/2014/main" id="{EBEA7693-BFB6-C945-99DA-408FEF4F1877}"/>
                    </a:ext>
                  </a:extLst>
                </p:cNvPr>
                <p:cNvSpPr>
                  <a:spLocks/>
                </p:cNvSpPr>
                <p:nvPr/>
              </p:nvSpPr>
              <p:spPr bwMode="auto">
                <a:xfrm>
                  <a:off x="3740" y="2922"/>
                  <a:ext cx="196" cy="98"/>
                </a:xfrm>
                <a:custGeom>
                  <a:avLst/>
                  <a:gdLst>
                    <a:gd name="T0" fmla="*/ 10 w 394"/>
                    <a:gd name="T1" fmla="*/ 23 h 195"/>
                    <a:gd name="T2" fmla="*/ 0 w 394"/>
                    <a:gd name="T3" fmla="*/ 98 h 195"/>
                    <a:gd name="T4" fmla="*/ 196 w 394"/>
                    <a:gd name="T5" fmla="*/ 90 h 195"/>
                    <a:gd name="T6" fmla="*/ 131 w 394"/>
                    <a:gd name="T7" fmla="*/ 76 h 195"/>
                    <a:gd name="T8" fmla="*/ 193 w 394"/>
                    <a:gd name="T9" fmla="*/ 60 h 195"/>
                    <a:gd name="T10" fmla="*/ 122 w 394"/>
                    <a:gd name="T11" fmla="*/ 49 h 195"/>
                    <a:gd name="T12" fmla="*/ 192 w 394"/>
                    <a:gd name="T13" fmla="*/ 31 h 195"/>
                    <a:gd name="T14" fmla="*/ 120 w 394"/>
                    <a:gd name="T15" fmla="*/ 24 h 195"/>
                    <a:gd name="T16" fmla="*/ 188 w 394"/>
                    <a:gd name="T17" fmla="*/ 0 h 195"/>
                    <a:gd name="T18" fmla="*/ 99 w 394"/>
                    <a:gd name="T19" fmla="*/ 9 h 195"/>
                    <a:gd name="T20" fmla="*/ 10 w 394"/>
                    <a:gd name="T21" fmla="*/ 23 h 195"/>
                    <a:gd name="T22" fmla="*/ 10 w 394"/>
                    <a:gd name="T23" fmla="*/ 23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4"/>
                    <a:gd name="T37" fmla="*/ 0 h 195"/>
                    <a:gd name="T38" fmla="*/ 394 w 394"/>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4" h="195">
                      <a:moveTo>
                        <a:pt x="21" y="45"/>
                      </a:moveTo>
                      <a:lnTo>
                        <a:pt x="0" y="195"/>
                      </a:lnTo>
                      <a:lnTo>
                        <a:pt x="394" y="180"/>
                      </a:lnTo>
                      <a:lnTo>
                        <a:pt x="263" y="152"/>
                      </a:lnTo>
                      <a:lnTo>
                        <a:pt x="388" y="119"/>
                      </a:lnTo>
                      <a:lnTo>
                        <a:pt x="246" y="97"/>
                      </a:lnTo>
                      <a:lnTo>
                        <a:pt x="386" y="62"/>
                      </a:lnTo>
                      <a:lnTo>
                        <a:pt x="242" y="47"/>
                      </a:lnTo>
                      <a:lnTo>
                        <a:pt x="377" y="0"/>
                      </a:lnTo>
                      <a:lnTo>
                        <a:pt x="200" y="17"/>
                      </a:lnTo>
                      <a:lnTo>
                        <a:pt x="21" y="45"/>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0" name="Freeform 143">
                  <a:extLst>
                    <a:ext uri="{FF2B5EF4-FFF2-40B4-BE49-F238E27FC236}">
                      <a16:creationId xmlns:a16="http://schemas.microsoft.com/office/drawing/2014/main" id="{7B0955BD-EB23-BD4F-B842-4AE15FCB5432}"/>
                    </a:ext>
                  </a:extLst>
                </p:cNvPr>
                <p:cNvSpPr>
                  <a:spLocks/>
                </p:cNvSpPr>
                <p:nvPr/>
              </p:nvSpPr>
              <p:spPr bwMode="auto">
                <a:xfrm>
                  <a:off x="3748" y="2937"/>
                  <a:ext cx="133" cy="75"/>
                </a:xfrm>
                <a:custGeom>
                  <a:avLst/>
                  <a:gdLst>
                    <a:gd name="T0" fmla="*/ 7 w 267"/>
                    <a:gd name="T1" fmla="*/ 16 h 150"/>
                    <a:gd name="T2" fmla="*/ 110 w 267"/>
                    <a:gd name="T3" fmla="*/ 0 h 150"/>
                    <a:gd name="T4" fmla="*/ 89 w 267"/>
                    <a:gd name="T5" fmla="*/ 15 h 150"/>
                    <a:gd name="T6" fmla="*/ 130 w 267"/>
                    <a:gd name="T7" fmla="*/ 19 h 150"/>
                    <a:gd name="T8" fmla="*/ 88 w 267"/>
                    <a:gd name="T9" fmla="*/ 34 h 150"/>
                    <a:gd name="T10" fmla="*/ 133 w 267"/>
                    <a:gd name="T11" fmla="*/ 46 h 150"/>
                    <a:gd name="T12" fmla="*/ 91 w 267"/>
                    <a:gd name="T13" fmla="*/ 54 h 150"/>
                    <a:gd name="T14" fmla="*/ 130 w 267"/>
                    <a:gd name="T15" fmla="*/ 72 h 150"/>
                    <a:gd name="T16" fmla="*/ 0 w 267"/>
                    <a:gd name="T17" fmla="*/ 75 h 150"/>
                    <a:gd name="T18" fmla="*/ 7 w 267"/>
                    <a:gd name="T19" fmla="*/ 16 h 150"/>
                    <a:gd name="T20" fmla="*/ 7 w 267"/>
                    <a:gd name="T21" fmla="*/ 16 h 1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7"/>
                    <a:gd name="T34" fmla="*/ 0 h 150"/>
                    <a:gd name="T35" fmla="*/ 267 w 267"/>
                    <a:gd name="T36" fmla="*/ 150 h 1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7" h="150">
                      <a:moveTo>
                        <a:pt x="14" y="32"/>
                      </a:moveTo>
                      <a:lnTo>
                        <a:pt x="221" y="0"/>
                      </a:lnTo>
                      <a:lnTo>
                        <a:pt x="179" y="30"/>
                      </a:lnTo>
                      <a:lnTo>
                        <a:pt x="261" y="38"/>
                      </a:lnTo>
                      <a:lnTo>
                        <a:pt x="177" y="68"/>
                      </a:lnTo>
                      <a:lnTo>
                        <a:pt x="267" y="93"/>
                      </a:lnTo>
                      <a:lnTo>
                        <a:pt x="183" y="108"/>
                      </a:lnTo>
                      <a:lnTo>
                        <a:pt x="261" y="143"/>
                      </a:lnTo>
                      <a:lnTo>
                        <a:pt x="0" y="150"/>
                      </a:lnTo>
                      <a:lnTo>
                        <a:pt x="14" y="32"/>
                      </a:lnTo>
                      <a:close/>
                    </a:path>
                  </a:pathLst>
                </a:custGeom>
                <a:solidFill>
                  <a:srgbClr val="FFE5B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1" name="Freeform 144">
                  <a:extLst>
                    <a:ext uri="{FF2B5EF4-FFF2-40B4-BE49-F238E27FC236}">
                      <a16:creationId xmlns:a16="http://schemas.microsoft.com/office/drawing/2014/main" id="{DA0CB447-2358-344C-B8CA-F427C4A0C27D}"/>
                    </a:ext>
                  </a:extLst>
                </p:cNvPr>
                <p:cNvSpPr>
                  <a:spLocks/>
                </p:cNvSpPr>
                <p:nvPr/>
              </p:nvSpPr>
              <p:spPr bwMode="auto">
                <a:xfrm>
                  <a:off x="3859" y="2830"/>
                  <a:ext cx="127" cy="58"/>
                </a:xfrm>
                <a:custGeom>
                  <a:avLst/>
                  <a:gdLst>
                    <a:gd name="T0" fmla="*/ 10 w 253"/>
                    <a:gd name="T1" fmla="*/ 9 h 116"/>
                    <a:gd name="T2" fmla="*/ 0 w 253"/>
                    <a:gd name="T3" fmla="*/ 58 h 116"/>
                    <a:gd name="T4" fmla="*/ 112 w 253"/>
                    <a:gd name="T5" fmla="*/ 56 h 116"/>
                    <a:gd name="T6" fmla="*/ 90 w 253"/>
                    <a:gd name="T7" fmla="*/ 43 h 116"/>
                    <a:gd name="T8" fmla="*/ 122 w 253"/>
                    <a:gd name="T9" fmla="*/ 33 h 116"/>
                    <a:gd name="T10" fmla="*/ 90 w 253"/>
                    <a:gd name="T11" fmla="*/ 21 h 116"/>
                    <a:gd name="T12" fmla="*/ 127 w 253"/>
                    <a:gd name="T13" fmla="*/ 6 h 116"/>
                    <a:gd name="T14" fmla="*/ 89 w 253"/>
                    <a:gd name="T15" fmla="*/ 0 h 116"/>
                    <a:gd name="T16" fmla="*/ 10 w 253"/>
                    <a:gd name="T17" fmla="*/ 9 h 116"/>
                    <a:gd name="T18" fmla="*/ 10 w 253"/>
                    <a:gd name="T19" fmla="*/ 9 h 1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3"/>
                    <a:gd name="T31" fmla="*/ 0 h 116"/>
                    <a:gd name="T32" fmla="*/ 253 w 253"/>
                    <a:gd name="T33" fmla="*/ 116 h 1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3" h="116">
                      <a:moveTo>
                        <a:pt x="19" y="17"/>
                      </a:moveTo>
                      <a:lnTo>
                        <a:pt x="0" y="116"/>
                      </a:lnTo>
                      <a:lnTo>
                        <a:pt x="224" y="111"/>
                      </a:lnTo>
                      <a:lnTo>
                        <a:pt x="180" y="86"/>
                      </a:lnTo>
                      <a:lnTo>
                        <a:pt x="243" y="65"/>
                      </a:lnTo>
                      <a:lnTo>
                        <a:pt x="180" y="42"/>
                      </a:lnTo>
                      <a:lnTo>
                        <a:pt x="253" y="12"/>
                      </a:lnTo>
                      <a:lnTo>
                        <a:pt x="177" y="0"/>
                      </a:lnTo>
                      <a:lnTo>
                        <a:pt x="19" y="17"/>
                      </a:lnTo>
                      <a:close/>
                    </a:path>
                  </a:pathLst>
                </a:custGeom>
                <a:solidFill>
                  <a:srgbClr val="FFE5B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2" name="Freeform 145">
                  <a:extLst>
                    <a:ext uri="{FF2B5EF4-FFF2-40B4-BE49-F238E27FC236}">
                      <a16:creationId xmlns:a16="http://schemas.microsoft.com/office/drawing/2014/main" id="{37EC39D8-EA86-CE4F-98FF-2EE6E272106A}"/>
                    </a:ext>
                  </a:extLst>
                </p:cNvPr>
                <p:cNvSpPr>
                  <a:spLocks/>
                </p:cNvSpPr>
                <p:nvPr/>
              </p:nvSpPr>
              <p:spPr bwMode="auto">
                <a:xfrm>
                  <a:off x="3884" y="2927"/>
                  <a:ext cx="52" cy="20"/>
                </a:xfrm>
                <a:custGeom>
                  <a:avLst/>
                  <a:gdLst>
                    <a:gd name="T0" fmla="*/ 49 w 105"/>
                    <a:gd name="T1" fmla="*/ 0 h 42"/>
                    <a:gd name="T2" fmla="*/ 0 w 105"/>
                    <a:gd name="T3" fmla="*/ 15 h 42"/>
                    <a:gd name="T4" fmla="*/ 52 w 105"/>
                    <a:gd name="T5" fmla="*/ 20 h 42"/>
                    <a:gd name="T6" fmla="*/ 49 w 105"/>
                    <a:gd name="T7" fmla="*/ 0 h 42"/>
                    <a:gd name="T8" fmla="*/ 49 w 105"/>
                    <a:gd name="T9" fmla="*/ 0 h 42"/>
                    <a:gd name="T10" fmla="*/ 0 60000 65536"/>
                    <a:gd name="T11" fmla="*/ 0 60000 65536"/>
                    <a:gd name="T12" fmla="*/ 0 60000 65536"/>
                    <a:gd name="T13" fmla="*/ 0 60000 65536"/>
                    <a:gd name="T14" fmla="*/ 0 60000 65536"/>
                    <a:gd name="T15" fmla="*/ 0 w 105"/>
                    <a:gd name="T16" fmla="*/ 0 h 42"/>
                    <a:gd name="T17" fmla="*/ 105 w 105"/>
                    <a:gd name="T18" fmla="*/ 42 h 42"/>
                  </a:gdLst>
                  <a:ahLst/>
                  <a:cxnLst>
                    <a:cxn ang="T10">
                      <a:pos x="T0" y="T1"/>
                    </a:cxn>
                    <a:cxn ang="T11">
                      <a:pos x="T2" y="T3"/>
                    </a:cxn>
                    <a:cxn ang="T12">
                      <a:pos x="T4" y="T5"/>
                    </a:cxn>
                    <a:cxn ang="T13">
                      <a:pos x="T6" y="T7"/>
                    </a:cxn>
                    <a:cxn ang="T14">
                      <a:pos x="T8" y="T9"/>
                    </a:cxn>
                  </a:cxnLst>
                  <a:rect l="T15" t="T16" r="T17" b="T18"/>
                  <a:pathLst>
                    <a:path w="105" h="42">
                      <a:moveTo>
                        <a:pt x="99" y="0"/>
                      </a:moveTo>
                      <a:lnTo>
                        <a:pt x="0" y="31"/>
                      </a:lnTo>
                      <a:lnTo>
                        <a:pt x="105" y="42"/>
                      </a:lnTo>
                      <a:lnTo>
                        <a:pt x="99"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3" name="Freeform 146">
                  <a:extLst>
                    <a:ext uri="{FF2B5EF4-FFF2-40B4-BE49-F238E27FC236}">
                      <a16:creationId xmlns:a16="http://schemas.microsoft.com/office/drawing/2014/main" id="{C2C95DCA-CF84-834C-8A89-41A27146619D}"/>
                    </a:ext>
                  </a:extLst>
                </p:cNvPr>
                <p:cNvSpPr>
                  <a:spLocks/>
                </p:cNvSpPr>
                <p:nvPr/>
              </p:nvSpPr>
              <p:spPr bwMode="auto">
                <a:xfrm>
                  <a:off x="3896" y="2960"/>
                  <a:ext cx="41" cy="17"/>
                </a:xfrm>
                <a:custGeom>
                  <a:avLst/>
                  <a:gdLst>
                    <a:gd name="T0" fmla="*/ 38 w 84"/>
                    <a:gd name="T1" fmla="*/ 0 h 34"/>
                    <a:gd name="T2" fmla="*/ 0 w 84"/>
                    <a:gd name="T3" fmla="*/ 7 h 34"/>
                    <a:gd name="T4" fmla="*/ 41 w 84"/>
                    <a:gd name="T5" fmla="*/ 17 h 34"/>
                    <a:gd name="T6" fmla="*/ 38 w 84"/>
                    <a:gd name="T7" fmla="*/ 0 h 34"/>
                    <a:gd name="T8" fmla="*/ 38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78" y="0"/>
                      </a:moveTo>
                      <a:lnTo>
                        <a:pt x="0" y="15"/>
                      </a:lnTo>
                      <a:lnTo>
                        <a:pt x="84" y="34"/>
                      </a:lnTo>
                      <a:lnTo>
                        <a:pt x="78"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4" name="Freeform 147">
                  <a:extLst>
                    <a:ext uri="{FF2B5EF4-FFF2-40B4-BE49-F238E27FC236}">
                      <a16:creationId xmlns:a16="http://schemas.microsoft.com/office/drawing/2014/main" id="{51C2F4CC-C8C4-E840-8E50-F217AB78CF4A}"/>
                    </a:ext>
                  </a:extLst>
                </p:cNvPr>
                <p:cNvSpPr>
                  <a:spLocks/>
                </p:cNvSpPr>
                <p:nvPr/>
              </p:nvSpPr>
              <p:spPr bwMode="auto">
                <a:xfrm>
                  <a:off x="3900" y="2986"/>
                  <a:ext cx="42" cy="19"/>
                </a:xfrm>
                <a:custGeom>
                  <a:avLst/>
                  <a:gdLst>
                    <a:gd name="T0" fmla="*/ 38 w 83"/>
                    <a:gd name="T1" fmla="*/ 0 h 38"/>
                    <a:gd name="T2" fmla="*/ 0 w 83"/>
                    <a:gd name="T3" fmla="*/ 11 h 38"/>
                    <a:gd name="T4" fmla="*/ 42 w 83"/>
                    <a:gd name="T5" fmla="*/ 19 h 38"/>
                    <a:gd name="T6" fmla="*/ 38 w 83"/>
                    <a:gd name="T7" fmla="*/ 0 h 38"/>
                    <a:gd name="T8" fmla="*/ 38 w 83"/>
                    <a:gd name="T9" fmla="*/ 0 h 38"/>
                    <a:gd name="T10" fmla="*/ 0 60000 65536"/>
                    <a:gd name="T11" fmla="*/ 0 60000 65536"/>
                    <a:gd name="T12" fmla="*/ 0 60000 65536"/>
                    <a:gd name="T13" fmla="*/ 0 60000 65536"/>
                    <a:gd name="T14" fmla="*/ 0 60000 65536"/>
                    <a:gd name="T15" fmla="*/ 0 w 83"/>
                    <a:gd name="T16" fmla="*/ 0 h 38"/>
                    <a:gd name="T17" fmla="*/ 83 w 83"/>
                    <a:gd name="T18" fmla="*/ 38 h 38"/>
                  </a:gdLst>
                  <a:ahLst/>
                  <a:cxnLst>
                    <a:cxn ang="T10">
                      <a:pos x="T0" y="T1"/>
                    </a:cxn>
                    <a:cxn ang="T11">
                      <a:pos x="T2" y="T3"/>
                    </a:cxn>
                    <a:cxn ang="T12">
                      <a:pos x="T4" y="T5"/>
                    </a:cxn>
                    <a:cxn ang="T13">
                      <a:pos x="T6" y="T7"/>
                    </a:cxn>
                    <a:cxn ang="T14">
                      <a:pos x="T8" y="T9"/>
                    </a:cxn>
                  </a:cxnLst>
                  <a:rect l="T15" t="T16" r="T17" b="T18"/>
                  <a:pathLst>
                    <a:path w="83" h="38">
                      <a:moveTo>
                        <a:pt x="76" y="0"/>
                      </a:moveTo>
                      <a:lnTo>
                        <a:pt x="0" y="23"/>
                      </a:lnTo>
                      <a:lnTo>
                        <a:pt x="83" y="38"/>
                      </a:lnTo>
                      <a:lnTo>
                        <a:pt x="76"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5" name="Freeform 148">
                  <a:extLst>
                    <a:ext uri="{FF2B5EF4-FFF2-40B4-BE49-F238E27FC236}">
                      <a16:creationId xmlns:a16="http://schemas.microsoft.com/office/drawing/2014/main" id="{4A35B342-B64D-504F-8788-E3781DE1838D}"/>
                    </a:ext>
                  </a:extLst>
                </p:cNvPr>
                <p:cNvSpPr>
                  <a:spLocks/>
                </p:cNvSpPr>
                <p:nvPr/>
              </p:nvSpPr>
              <p:spPr bwMode="auto">
                <a:xfrm>
                  <a:off x="3998" y="2865"/>
                  <a:ext cx="52" cy="22"/>
                </a:xfrm>
                <a:custGeom>
                  <a:avLst/>
                  <a:gdLst>
                    <a:gd name="T0" fmla="*/ 46 w 105"/>
                    <a:gd name="T1" fmla="*/ 0 h 43"/>
                    <a:gd name="T2" fmla="*/ 0 w 105"/>
                    <a:gd name="T3" fmla="*/ 11 h 43"/>
                    <a:gd name="T4" fmla="*/ 52 w 105"/>
                    <a:gd name="T5" fmla="*/ 22 h 43"/>
                    <a:gd name="T6" fmla="*/ 46 w 105"/>
                    <a:gd name="T7" fmla="*/ 0 h 43"/>
                    <a:gd name="T8" fmla="*/ 46 w 105"/>
                    <a:gd name="T9" fmla="*/ 0 h 43"/>
                    <a:gd name="T10" fmla="*/ 0 60000 65536"/>
                    <a:gd name="T11" fmla="*/ 0 60000 65536"/>
                    <a:gd name="T12" fmla="*/ 0 60000 65536"/>
                    <a:gd name="T13" fmla="*/ 0 60000 65536"/>
                    <a:gd name="T14" fmla="*/ 0 60000 65536"/>
                    <a:gd name="T15" fmla="*/ 0 w 105"/>
                    <a:gd name="T16" fmla="*/ 0 h 43"/>
                    <a:gd name="T17" fmla="*/ 105 w 105"/>
                    <a:gd name="T18" fmla="*/ 43 h 43"/>
                  </a:gdLst>
                  <a:ahLst/>
                  <a:cxnLst>
                    <a:cxn ang="T10">
                      <a:pos x="T0" y="T1"/>
                    </a:cxn>
                    <a:cxn ang="T11">
                      <a:pos x="T2" y="T3"/>
                    </a:cxn>
                    <a:cxn ang="T12">
                      <a:pos x="T4" y="T5"/>
                    </a:cxn>
                    <a:cxn ang="T13">
                      <a:pos x="T6" y="T7"/>
                    </a:cxn>
                    <a:cxn ang="T14">
                      <a:pos x="T8" y="T9"/>
                    </a:cxn>
                  </a:cxnLst>
                  <a:rect l="T15" t="T16" r="T17" b="T18"/>
                  <a:pathLst>
                    <a:path w="105" h="43">
                      <a:moveTo>
                        <a:pt x="92" y="0"/>
                      </a:moveTo>
                      <a:lnTo>
                        <a:pt x="0" y="21"/>
                      </a:lnTo>
                      <a:lnTo>
                        <a:pt x="105" y="43"/>
                      </a:lnTo>
                      <a:lnTo>
                        <a:pt x="92"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6" name="Freeform 149">
                  <a:extLst>
                    <a:ext uri="{FF2B5EF4-FFF2-40B4-BE49-F238E27FC236}">
                      <a16:creationId xmlns:a16="http://schemas.microsoft.com/office/drawing/2014/main" id="{1CEF984A-3923-3940-AAC2-797767880F5B}"/>
                    </a:ext>
                  </a:extLst>
                </p:cNvPr>
                <p:cNvSpPr>
                  <a:spLocks/>
                </p:cNvSpPr>
                <p:nvPr/>
              </p:nvSpPr>
              <p:spPr bwMode="auto">
                <a:xfrm>
                  <a:off x="4002" y="2834"/>
                  <a:ext cx="40" cy="20"/>
                </a:xfrm>
                <a:custGeom>
                  <a:avLst/>
                  <a:gdLst>
                    <a:gd name="T0" fmla="*/ 39 w 80"/>
                    <a:gd name="T1" fmla="*/ 0 h 40"/>
                    <a:gd name="T2" fmla="*/ 0 w 80"/>
                    <a:gd name="T3" fmla="*/ 14 h 40"/>
                    <a:gd name="T4" fmla="*/ 40 w 80"/>
                    <a:gd name="T5" fmla="*/ 20 h 40"/>
                    <a:gd name="T6" fmla="*/ 39 w 80"/>
                    <a:gd name="T7" fmla="*/ 0 h 40"/>
                    <a:gd name="T8" fmla="*/ 39 w 80"/>
                    <a:gd name="T9" fmla="*/ 0 h 40"/>
                    <a:gd name="T10" fmla="*/ 0 60000 65536"/>
                    <a:gd name="T11" fmla="*/ 0 60000 65536"/>
                    <a:gd name="T12" fmla="*/ 0 60000 65536"/>
                    <a:gd name="T13" fmla="*/ 0 60000 65536"/>
                    <a:gd name="T14" fmla="*/ 0 60000 65536"/>
                    <a:gd name="T15" fmla="*/ 0 w 80"/>
                    <a:gd name="T16" fmla="*/ 0 h 40"/>
                    <a:gd name="T17" fmla="*/ 80 w 80"/>
                    <a:gd name="T18" fmla="*/ 40 h 40"/>
                  </a:gdLst>
                  <a:ahLst/>
                  <a:cxnLst>
                    <a:cxn ang="T10">
                      <a:pos x="T0" y="T1"/>
                    </a:cxn>
                    <a:cxn ang="T11">
                      <a:pos x="T2" y="T3"/>
                    </a:cxn>
                    <a:cxn ang="T12">
                      <a:pos x="T4" y="T5"/>
                    </a:cxn>
                    <a:cxn ang="T13">
                      <a:pos x="T6" y="T7"/>
                    </a:cxn>
                    <a:cxn ang="T14">
                      <a:pos x="T8" y="T9"/>
                    </a:cxn>
                  </a:cxnLst>
                  <a:rect l="T15" t="T16" r="T17" b="T18"/>
                  <a:pathLst>
                    <a:path w="80" h="40">
                      <a:moveTo>
                        <a:pt x="78" y="0"/>
                      </a:moveTo>
                      <a:lnTo>
                        <a:pt x="0" y="28"/>
                      </a:lnTo>
                      <a:lnTo>
                        <a:pt x="80" y="40"/>
                      </a:lnTo>
                      <a:lnTo>
                        <a:pt x="78"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7" name="Freeform 150">
                  <a:extLst>
                    <a:ext uri="{FF2B5EF4-FFF2-40B4-BE49-F238E27FC236}">
                      <a16:creationId xmlns:a16="http://schemas.microsoft.com/office/drawing/2014/main" id="{207E1ACC-5D4E-094B-8457-DBD7AC13C973}"/>
                    </a:ext>
                  </a:extLst>
                </p:cNvPr>
                <p:cNvSpPr>
                  <a:spLocks/>
                </p:cNvSpPr>
                <p:nvPr/>
              </p:nvSpPr>
              <p:spPr bwMode="auto">
                <a:xfrm>
                  <a:off x="4200" y="3029"/>
                  <a:ext cx="47" cy="19"/>
                </a:xfrm>
                <a:custGeom>
                  <a:avLst/>
                  <a:gdLst>
                    <a:gd name="T0" fmla="*/ 44 w 95"/>
                    <a:gd name="T1" fmla="*/ 0 h 38"/>
                    <a:gd name="T2" fmla="*/ 0 w 95"/>
                    <a:gd name="T3" fmla="*/ 12 h 38"/>
                    <a:gd name="T4" fmla="*/ 47 w 95"/>
                    <a:gd name="T5" fmla="*/ 19 h 38"/>
                    <a:gd name="T6" fmla="*/ 44 w 95"/>
                    <a:gd name="T7" fmla="*/ 0 h 38"/>
                    <a:gd name="T8" fmla="*/ 44 w 95"/>
                    <a:gd name="T9" fmla="*/ 0 h 38"/>
                    <a:gd name="T10" fmla="*/ 0 60000 65536"/>
                    <a:gd name="T11" fmla="*/ 0 60000 65536"/>
                    <a:gd name="T12" fmla="*/ 0 60000 65536"/>
                    <a:gd name="T13" fmla="*/ 0 60000 65536"/>
                    <a:gd name="T14" fmla="*/ 0 60000 65536"/>
                    <a:gd name="T15" fmla="*/ 0 w 95"/>
                    <a:gd name="T16" fmla="*/ 0 h 38"/>
                    <a:gd name="T17" fmla="*/ 95 w 95"/>
                    <a:gd name="T18" fmla="*/ 38 h 38"/>
                  </a:gdLst>
                  <a:ahLst/>
                  <a:cxnLst>
                    <a:cxn ang="T10">
                      <a:pos x="T0" y="T1"/>
                    </a:cxn>
                    <a:cxn ang="T11">
                      <a:pos x="T2" y="T3"/>
                    </a:cxn>
                    <a:cxn ang="T12">
                      <a:pos x="T4" y="T5"/>
                    </a:cxn>
                    <a:cxn ang="T13">
                      <a:pos x="T6" y="T7"/>
                    </a:cxn>
                    <a:cxn ang="T14">
                      <a:pos x="T8" y="T9"/>
                    </a:cxn>
                  </a:cxnLst>
                  <a:rect l="T15" t="T16" r="T17" b="T18"/>
                  <a:pathLst>
                    <a:path w="95" h="38">
                      <a:moveTo>
                        <a:pt x="88" y="0"/>
                      </a:moveTo>
                      <a:lnTo>
                        <a:pt x="0" y="25"/>
                      </a:lnTo>
                      <a:lnTo>
                        <a:pt x="95" y="38"/>
                      </a:lnTo>
                      <a:lnTo>
                        <a:pt x="88"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8" name="Freeform 151">
                  <a:extLst>
                    <a:ext uri="{FF2B5EF4-FFF2-40B4-BE49-F238E27FC236}">
                      <a16:creationId xmlns:a16="http://schemas.microsoft.com/office/drawing/2014/main" id="{23E72FF6-D35B-FB41-8C24-E08C35FC879F}"/>
                    </a:ext>
                  </a:extLst>
                </p:cNvPr>
                <p:cNvSpPr>
                  <a:spLocks/>
                </p:cNvSpPr>
                <p:nvPr/>
              </p:nvSpPr>
              <p:spPr bwMode="auto">
                <a:xfrm>
                  <a:off x="3628" y="2779"/>
                  <a:ext cx="221" cy="20"/>
                </a:xfrm>
                <a:custGeom>
                  <a:avLst/>
                  <a:gdLst>
                    <a:gd name="T0" fmla="*/ 0 w 441"/>
                    <a:gd name="T1" fmla="*/ 20 h 39"/>
                    <a:gd name="T2" fmla="*/ 1 w 441"/>
                    <a:gd name="T3" fmla="*/ 5 h 39"/>
                    <a:gd name="T4" fmla="*/ 14 w 441"/>
                    <a:gd name="T5" fmla="*/ 1 h 39"/>
                    <a:gd name="T6" fmla="*/ 32 w 441"/>
                    <a:gd name="T7" fmla="*/ 0 h 39"/>
                    <a:gd name="T8" fmla="*/ 54 w 441"/>
                    <a:gd name="T9" fmla="*/ 5 h 39"/>
                    <a:gd name="T10" fmla="*/ 79 w 441"/>
                    <a:gd name="T11" fmla="*/ 11 h 39"/>
                    <a:gd name="T12" fmla="*/ 99 w 441"/>
                    <a:gd name="T13" fmla="*/ 9 h 39"/>
                    <a:gd name="T14" fmla="*/ 114 w 441"/>
                    <a:gd name="T15" fmla="*/ 9 h 39"/>
                    <a:gd name="T16" fmla="*/ 133 w 441"/>
                    <a:gd name="T17" fmla="*/ 12 h 39"/>
                    <a:gd name="T18" fmla="*/ 150 w 441"/>
                    <a:gd name="T19" fmla="*/ 13 h 39"/>
                    <a:gd name="T20" fmla="*/ 167 w 441"/>
                    <a:gd name="T21" fmla="*/ 13 h 39"/>
                    <a:gd name="T22" fmla="*/ 182 w 441"/>
                    <a:gd name="T23" fmla="*/ 9 h 39"/>
                    <a:gd name="T24" fmla="*/ 203 w 441"/>
                    <a:gd name="T25" fmla="*/ 0 h 39"/>
                    <a:gd name="T26" fmla="*/ 216 w 441"/>
                    <a:gd name="T27" fmla="*/ 0 h 39"/>
                    <a:gd name="T28" fmla="*/ 221 w 441"/>
                    <a:gd name="T29" fmla="*/ 8 h 39"/>
                    <a:gd name="T30" fmla="*/ 219 w 441"/>
                    <a:gd name="T31" fmla="*/ 16 h 39"/>
                    <a:gd name="T32" fmla="*/ 204 w 441"/>
                    <a:gd name="T33" fmla="*/ 20 h 39"/>
                    <a:gd name="T34" fmla="*/ 173 w 441"/>
                    <a:gd name="T35" fmla="*/ 19 h 39"/>
                    <a:gd name="T36" fmla="*/ 92 w 441"/>
                    <a:gd name="T37" fmla="*/ 20 h 39"/>
                    <a:gd name="T38" fmla="*/ 30 w 441"/>
                    <a:gd name="T39" fmla="*/ 20 h 39"/>
                    <a:gd name="T40" fmla="*/ 0 w 441"/>
                    <a:gd name="T41" fmla="*/ 20 h 39"/>
                    <a:gd name="T42" fmla="*/ 0 w 441"/>
                    <a:gd name="T43" fmla="*/ 20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41"/>
                    <a:gd name="T67" fmla="*/ 0 h 39"/>
                    <a:gd name="T68" fmla="*/ 441 w 441"/>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41" h="39">
                      <a:moveTo>
                        <a:pt x="0" y="39"/>
                      </a:moveTo>
                      <a:lnTo>
                        <a:pt x="2" y="9"/>
                      </a:lnTo>
                      <a:lnTo>
                        <a:pt x="28" y="1"/>
                      </a:lnTo>
                      <a:lnTo>
                        <a:pt x="63" y="0"/>
                      </a:lnTo>
                      <a:lnTo>
                        <a:pt x="108" y="9"/>
                      </a:lnTo>
                      <a:lnTo>
                        <a:pt x="158" y="22"/>
                      </a:lnTo>
                      <a:lnTo>
                        <a:pt x="198" y="17"/>
                      </a:lnTo>
                      <a:lnTo>
                        <a:pt x="228" y="17"/>
                      </a:lnTo>
                      <a:lnTo>
                        <a:pt x="266" y="24"/>
                      </a:lnTo>
                      <a:lnTo>
                        <a:pt x="300" y="26"/>
                      </a:lnTo>
                      <a:lnTo>
                        <a:pt x="333" y="26"/>
                      </a:lnTo>
                      <a:lnTo>
                        <a:pt x="363" y="17"/>
                      </a:lnTo>
                      <a:lnTo>
                        <a:pt x="405" y="0"/>
                      </a:lnTo>
                      <a:lnTo>
                        <a:pt x="431" y="0"/>
                      </a:lnTo>
                      <a:lnTo>
                        <a:pt x="441" y="15"/>
                      </a:lnTo>
                      <a:lnTo>
                        <a:pt x="437" y="32"/>
                      </a:lnTo>
                      <a:lnTo>
                        <a:pt x="407" y="39"/>
                      </a:lnTo>
                      <a:lnTo>
                        <a:pt x="346" y="38"/>
                      </a:lnTo>
                      <a:lnTo>
                        <a:pt x="184" y="39"/>
                      </a:lnTo>
                      <a:lnTo>
                        <a:pt x="59" y="39"/>
                      </a:lnTo>
                      <a:lnTo>
                        <a:pt x="0" y="39"/>
                      </a:lnTo>
                      <a:close/>
                    </a:path>
                  </a:pathLst>
                </a:custGeom>
                <a:solidFill>
                  <a:srgbClr val="E8D9D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9" name="Freeform 152">
                  <a:extLst>
                    <a:ext uri="{FF2B5EF4-FFF2-40B4-BE49-F238E27FC236}">
                      <a16:creationId xmlns:a16="http://schemas.microsoft.com/office/drawing/2014/main" id="{FCE17D20-7CEF-204F-863E-7E1BAA169756}"/>
                    </a:ext>
                  </a:extLst>
                </p:cNvPr>
                <p:cNvSpPr>
                  <a:spLocks/>
                </p:cNvSpPr>
                <p:nvPr/>
              </p:nvSpPr>
              <p:spPr bwMode="auto">
                <a:xfrm>
                  <a:off x="3850" y="2775"/>
                  <a:ext cx="200" cy="24"/>
                </a:xfrm>
                <a:custGeom>
                  <a:avLst/>
                  <a:gdLst>
                    <a:gd name="T0" fmla="*/ 1 w 401"/>
                    <a:gd name="T1" fmla="*/ 11 h 49"/>
                    <a:gd name="T2" fmla="*/ 9 w 401"/>
                    <a:gd name="T3" fmla="*/ 14 h 49"/>
                    <a:gd name="T4" fmla="*/ 35 w 401"/>
                    <a:gd name="T5" fmla="*/ 18 h 49"/>
                    <a:gd name="T6" fmla="*/ 50 w 401"/>
                    <a:gd name="T7" fmla="*/ 17 h 49"/>
                    <a:gd name="T8" fmla="*/ 70 w 401"/>
                    <a:gd name="T9" fmla="*/ 14 h 49"/>
                    <a:gd name="T10" fmla="*/ 88 w 401"/>
                    <a:gd name="T11" fmla="*/ 9 h 49"/>
                    <a:gd name="T12" fmla="*/ 105 w 401"/>
                    <a:gd name="T13" fmla="*/ 6 h 49"/>
                    <a:gd name="T14" fmla="*/ 118 w 401"/>
                    <a:gd name="T15" fmla="*/ 5 h 49"/>
                    <a:gd name="T16" fmla="*/ 134 w 401"/>
                    <a:gd name="T17" fmla="*/ 6 h 49"/>
                    <a:gd name="T18" fmla="*/ 141 w 401"/>
                    <a:gd name="T19" fmla="*/ 10 h 49"/>
                    <a:gd name="T20" fmla="*/ 148 w 401"/>
                    <a:gd name="T21" fmla="*/ 14 h 49"/>
                    <a:gd name="T22" fmla="*/ 158 w 401"/>
                    <a:gd name="T23" fmla="*/ 12 h 49"/>
                    <a:gd name="T24" fmla="*/ 167 w 401"/>
                    <a:gd name="T25" fmla="*/ 6 h 49"/>
                    <a:gd name="T26" fmla="*/ 179 w 401"/>
                    <a:gd name="T27" fmla="*/ 4 h 49"/>
                    <a:gd name="T28" fmla="*/ 190 w 401"/>
                    <a:gd name="T29" fmla="*/ 0 h 49"/>
                    <a:gd name="T30" fmla="*/ 198 w 401"/>
                    <a:gd name="T31" fmla="*/ 5 h 49"/>
                    <a:gd name="T32" fmla="*/ 200 w 401"/>
                    <a:gd name="T33" fmla="*/ 12 h 49"/>
                    <a:gd name="T34" fmla="*/ 198 w 401"/>
                    <a:gd name="T35" fmla="*/ 17 h 49"/>
                    <a:gd name="T36" fmla="*/ 186 w 401"/>
                    <a:gd name="T37" fmla="*/ 21 h 49"/>
                    <a:gd name="T38" fmla="*/ 160 w 401"/>
                    <a:gd name="T39" fmla="*/ 22 h 49"/>
                    <a:gd name="T40" fmla="*/ 119 w 401"/>
                    <a:gd name="T41" fmla="*/ 23 h 49"/>
                    <a:gd name="T42" fmla="*/ 61 w 401"/>
                    <a:gd name="T43" fmla="*/ 24 h 49"/>
                    <a:gd name="T44" fmla="*/ 0 w 401"/>
                    <a:gd name="T45" fmla="*/ 24 h 49"/>
                    <a:gd name="T46" fmla="*/ 1 w 401"/>
                    <a:gd name="T47" fmla="*/ 11 h 49"/>
                    <a:gd name="T48" fmla="*/ 1 w 401"/>
                    <a:gd name="T49" fmla="*/ 11 h 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01"/>
                    <a:gd name="T76" fmla="*/ 0 h 49"/>
                    <a:gd name="T77" fmla="*/ 401 w 401"/>
                    <a:gd name="T78" fmla="*/ 49 h 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01" h="49">
                      <a:moveTo>
                        <a:pt x="2" y="23"/>
                      </a:moveTo>
                      <a:lnTo>
                        <a:pt x="19" y="29"/>
                      </a:lnTo>
                      <a:lnTo>
                        <a:pt x="70" y="36"/>
                      </a:lnTo>
                      <a:lnTo>
                        <a:pt x="101" y="34"/>
                      </a:lnTo>
                      <a:lnTo>
                        <a:pt x="140" y="29"/>
                      </a:lnTo>
                      <a:lnTo>
                        <a:pt x="177" y="19"/>
                      </a:lnTo>
                      <a:lnTo>
                        <a:pt x="211" y="13"/>
                      </a:lnTo>
                      <a:lnTo>
                        <a:pt x="237" y="11"/>
                      </a:lnTo>
                      <a:lnTo>
                        <a:pt x="268" y="13"/>
                      </a:lnTo>
                      <a:lnTo>
                        <a:pt x="283" y="21"/>
                      </a:lnTo>
                      <a:lnTo>
                        <a:pt x="296" y="29"/>
                      </a:lnTo>
                      <a:lnTo>
                        <a:pt x="317" y="25"/>
                      </a:lnTo>
                      <a:lnTo>
                        <a:pt x="334" y="13"/>
                      </a:lnTo>
                      <a:lnTo>
                        <a:pt x="359" y="8"/>
                      </a:lnTo>
                      <a:lnTo>
                        <a:pt x="380" y="0"/>
                      </a:lnTo>
                      <a:lnTo>
                        <a:pt x="397" y="10"/>
                      </a:lnTo>
                      <a:lnTo>
                        <a:pt x="401" y="25"/>
                      </a:lnTo>
                      <a:lnTo>
                        <a:pt x="397" y="34"/>
                      </a:lnTo>
                      <a:lnTo>
                        <a:pt x="372" y="42"/>
                      </a:lnTo>
                      <a:lnTo>
                        <a:pt x="321" y="44"/>
                      </a:lnTo>
                      <a:lnTo>
                        <a:pt x="239" y="46"/>
                      </a:lnTo>
                      <a:lnTo>
                        <a:pt x="123" y="49"/>
                      </a:lnTo>
                      <a:lnTo>
                        <a:pt x="0" y="49"/>
                      </a:lnTo>
                      <a:lnTo>
                        <a:pt x="2" y="23"/>
                      </a:lnTo>
                      <a:close/>
                    </a:path>
                  </a:pathLst>
                </a:custGeom>
                <a:solidFill>
                  <a:srgbClr val="E8D9D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0" name="Freeform 153">
                  <a:extLst>
                    <a:ext uri="{FF2B5EF4-FFF2-40B4-BE49-F238E27FC236}">
                      <a16:creationId xmlns:a16="http://schemas.microsoft.com/office/drawing/2014/main" id="{4CAE98C6-9D2A-174B-93D9-A05C655B36A2}"/>
                    </a:ext>
                  </a:extLst>
                </p:cNvPr>
                <p:cNvSpPr>
                  <a:spLocks/>
                </p:cNvSpPr>
                <p:nvPr/>
              </p:nvSpPr>
              <p:spPr bwMode="auto">
                <a:xfrm>
                  <a:off x="3995" y="2778"/>
                  <a:ext cx="52" cy="15"/>
                </a:xfrm>
                <a:custGeom>
                  <a:avLst/>
                  <a:gdLst>
                    <a:gd name="T0" fmla="*/ 38 w 102"/>
                    <a:gd name="T1" fmla="*/ 14 h 28"/>
                    <a:gd name="T2" fmla="*/ 49 w 102"/>
                    <a:gd name="T3" fmla="*/ 12 h 28"/>
                    <a:gd name="T4" fmla="*/ 52 w 102"/>
                    <a:gd name="T5" fmla="*/ 8 h 28"/>
                    <a:gd name="T6" fmla="*/ 49 w 102"/>
                    <a:gd name="T7" fmla="*/ 1 h 28"/>
                    <a:gd name="T8" fmla="*/ 38 w 102"/>
                    <a:gd name="T9" fmla="*/ 0 h 28"/>
                    <a:gd name="T10" fmla="*/ 21 w 102"/>
                    <a:gd name="T11" fmla="*/ 10 h 28"/>
                    <a:gd name="T12" fmla="*/ 11 w 102"/>
                    <a:gd name="T13" fmla="*/ 13 h 28"/>
                    <a:gd name="T14" fmla="*/ 0 w 102"/>
                    <a:gd name="T15" fmla="*/ 15 h 28"/>
                    <a:gd name="T16" fmla="*/ 25 w 102"/>
                    <a:gd name="T17" fmla="*/ 15 h 28"/>
                    <a:gd name="T18" fmla="*/ 38 w 102"/>
                    <a:gd name="T19" fmla="*/ 14 h 28"/>
                    <a:gd name="T20" fmla="*/ 38 w 102"/>
                    <a:gd name="T21" fmla="*/ 14 h 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
                    <a:gd name="T34" fmla="*/ 0 h 28"/>
                    <a:gd name="T35" fmla="*/ 102 w 102"/>
                    <a:gd name="T36" fmla="*/ 28 h 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 h="28">
                      <a:moveTo>
                        <a:pt x="74" y="26"/>
                      </a:moveTo>
                      <a:lnTo>
                        <a:pt x="97" y="22"/>
                      </a:lnTo>
                      <a:lnTo>
                        <a:pt x="102" y="15"/>
                      </a:lnTo>
                      <a:lnTo>
                        <a:pt x="97" y="2"/>
                      </a:lnTo>
                      <a:lnTo>
                        <a:pt x="74" y="0"/>
                      </a:lnTo>
                      <a:lnTo>
                        <a:pt x="41" y="19"/>
                      </a:lnTo>
                      <a:lnTo>
                        <a:pt x="21" y="24"/>
                      </a:lnTo>
                      <a:lnTo>
                        <a:pt x="0" y="28"/>
                      </a:lnTo>
                      <a:lnTo>
                        <a:pt x="49" y="28"/>
                      </a:lnTo>
                      <a:lnTo>
                        <a:pt x="74" y="26"/>
                      </a:lnTo>
                      <a:close/>
                    </a:path>
                  </a:pathLst>
                </a:custGeom>
                <a:solidFill>
                  <a:srgbClr val="FFEDE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1" name="Freeform 154">
                  <a:extLst>
                    <a:ext uri="{FF2B5EF4-FFF2-40B4-BE49-F238E27FC236}">
                      <a16:creationId xmlns:a16="http://schemas.microsoft.com/office/drawing/2014/main" id="{1F681E00-D9D1-C947-A446-C4FCE4234DDD}"/>
                    </a:ext>
                  </a:extLst>
                </p:cNvPr>
                <p:cNvSpPr>
                  <a:spLocks/>
                </p:cNvSpPr>
                <p:nvPr/>
              </p:nvSpPr>
              <p:spPr bwMode="auto">
                <a:xfrm>
                  <a:off x="3900" y="2784"/>
                  <a:ext cx="90" cy="12"/>
                </a:xfrm>
                <a:custGeom>
                  <a:avLst/>
                  <a:gdLst>
                    <a:gd name="T0" fmla="*/ 90 w 178"/>
                    <a:gd name="T1" fmla="*/ 6 h 25"/>
                    <a:gd name="T2" fmla="*/ 73 w 178"/>
                    <a:gd name="T3" fmla="*/ 0 h 25"/>
                    <a:gd name="T4" fmla="*/ 58 w 178"/>
                    <a:gd name="T5" fmla="*/ 1 h 25"/>
                    <a:gd name="T6" fmla="*/ 44 w 178"/>
                    <a:gd name="T7" fmla="*/ 4 h 25"/>
                    <a:gd name="T8" fmla="*/ 30 w 178"/>
                    <a:gd name="T9" fmla="*/ 5 h 25"/>
                    <a:gd name="T10" fmla="*/ 16 w 178"/>
                    <a:gd name="T11" fmla="*/ 8 h 25"/>
                    <a:gd name="T12" fmla="*/ 0 w 178"/>
                    <a:gd name="T13" fmla="*/ 11 h 25"/>
                    <a:gd name="T14" fmla="*/ 14 w 178"/>
                    <a:gd name="T15" fmla="*/ 12 h 25"/>
                    <a:gd name="T16" fmla="*/ 40 w 178"/>
                    <a:gd name="T17" fmla="*/ 9 h 25"/>
                    <a:gd name="T18" fmla="*/ 61 w 178"/>
                    <a:gd name="T19" fmla="*/ 5 h 25"/>
                    <a:gd name="T20" fmla="*/ 70 w 178"/>
                    <a:gd name="T21" fmla="*/ 6 h 25"/>
                    <a:gd name="T22" fmla="*/ 78 w 178"/>
                    <a:gd name="T23" fmla="*/ 8 h 25"/>
                    <a:gd name="T24" fmla="*/ 86 w 178"/>
                    <a:gd name="T25" fmla="*/ 8 h 25"/>
                    <a:gd name="T26" fmla="*/ 90 w 178"/>
                    <a:gd name="T27" fmla="*/ 6 h 25"/>
                    <a:gd name="T28" fmla="*/ 90 w 178"/>
                    <a:gd name="T29" fmla="*/ 6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8"/>
                    <a:gd name="T46" fmla="*/ 0 h 25"/>
                    <a:gd name="T47" fmla="*/ 178 w 178"/>
                    <a:gd name="T48" fmla="*/ 25 h 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8" h="25">
                      <a:moveTo>
                        <a:pt x="178" y="13"/>
                      </a:moveTo>
                      <a:lnTo>
                        <a:pt x="144" y="0"/>
                      </a:lnTo>
                      <a:lnTo>
                        <a:pt x="114" y="2"/>
                      </a:lnTo>
                      <a:lnTo>
                        <a:pt x="87" y="8"/>
                      </a:lnTo>
                      <a:lnTo>
                        <a:pt x="60" y="11"/>
                      </a:lnTo>
                      <a:lnTo>
                        <a:pt x="32" y="17"/>
                      </a:lnTo>
                      <a:lnTo>
                        <a:pt x="0" y="23"/>
                      </a:lnTo>
                      <a:lnTo>
                        <a:pt x="28" y="25"/>
                      </a:lnTo>
                      <a:lnTo>
                        <a:pt x="79" y="19"/>
                      </a:lnTo>
                      <a:lnTo>
                        <a:pt x="121" y="11"/>
                      </a:lnTo>
                      <a:lnTo>
                        <a:pt x="138" y="13"/>
                      </a:lnTo>
                      <a:lnTo>
                        <a:pt x="155" y="17"/>
                      </a:lnTo>
                      <a:lnTo>
                        <a:pt x="171" y="17"/>
                      </a:lnTo>
                      <a:lnTo>
                        <a:pt x="178" y="13"/>
                      </a:lnTo>
                      <a:close/>
                    </a:path>
                  </a:pathLst>
                </a:custGeom>
                <a:solidFill>
                  <a:srgbClr val="FFEDE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2" name="Freeform 155">
                  <a:extLst>
                    <a:ext uri="{FF2B5EF4-FFF2-40B4-BE49-F238E27FC236}">
                      <a16:creationId xmlns:a16="http://schemas.microsoft.com/office/drawing/2014/main" id="{4188ACC9-DB72-1E4F-9185-2EE71EB48A51}"/>
                    </a:ext>
                  </a:extLst>
                </p:cNvPr>
                <p:cNvSpPr>
                  <a:spLocks/>
                </p:cNvSpPr>
                <p:nvPr/>
              </p:nvSpPr>
              <p:spPr bwMode="auto">
                <a:xfrm>
                  <a:off x="3799" y="2781"/>
                  <a:ext cx="45" cy="14"/>
                </a:xfrm>
                <a:custGeom>
                  <a:avLst/>
                  <a:gdLst>
                    <a:gd name="T0" fmla="*/ 36 w 91"/>
                    <a:gd name="T1" fmla="*/ 11 h 29"/>
                    <a:gd name="T2" fmla="*/ 45 w 91"/>
                    <a:gd name="T3" fmla="*/ 9 h 29"/>
                    <a:gd name="T4" fmla="*/ 45 w 91"/>
                    <a:gd name="T5" fmla="*/ 3 h 29"/>
                    <a:gd name="T6" fmla="*/ 40 w 91"/>
                    <a:gd name="T7" fmla="*/ 0 h 29"/>
                    <a:gd name="T8" fmla="*/ 33 w 91"/>
                    <a:gd name="T9" fmla="*/ 1 h 29"/>
                    <a:gd name="T10" fmla="*/ 22 w 91"/>
                    <a:gd name="T11" fmla="*/ 6 h 29"/>
                    <a:gd name="T12" fmla="*/ 11 w 91"/>
                    <a:gd name="T13" fmla="*/ 9 h 29"/>
                    <a:gd name="T14" fmla="*/ 0 w 91"/>
                    <a:gd name="T15" fmla="*/ 14 h 29"/>
                    <a:gd name="T16" fmla="*/ 15 w 91"/>
                    <a:gd name="T17" fmla="*/ 14 h 29"/>
                    <a:gd name="T18" fmla="*/ 27 w 91"/>
                    <a:gd name="T19" fmla="*/ 9 h 29"/>
                    <a:gd name="T20" fmla="*/ 33 w 91"/>
                    <a:gd name="T21" fmla="*/ 8 h 29"/>
                    <a:gd name="T22" fmla="*/ 36 w 91"/>
                    <a:gd name="T23" fmla="*/ 11 h 29"/>
                    <a:gd name="T24" fmla="*/ 36 w 91"/>
                    <a:gd name="T25" fmla="*/ 11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1"/>
                    <a:gd name="T40" fmla="*/ 0 h 29"/>
                    <a:gd name="T41" fmla="*/ 91 w 91"/>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1" h="29">
                      <a:moveTo>
                        <a:pt x="72" y="23"/>
                      </a:moveTo>
                      <a:lnTo>
                        <a:pt x="90" y="19"/>
                      </a:lnTo>
                      <a:lnTo>
                        <a:pt x="91" y="6"/>
                      </a:lnTo>
                      <a:lnTo>
                        <a:pt x="80" y="0"/>
                      </a:lnTo>
                      <a:lnTo>
                        <a:pt x="67" y="2"/>
                      </a:lnTo>
                      <a:lnTo>
                        <a:pt x="44" y="12"/>
                      </a:lnTo>
                      <a:lnTo>
                        <a:pt x="23" y="19"/>
                      </a:lnTo>
                      <a:lnTo>
                        <a:pt x="0" y="29"/>
                      </a:lnTo>
                      <a:lnTo>
                        <a:pt x="31" y="29"/>
                      </a:lnTo>
                      <a:lnTo>
                        <a:pt x="55" y="19"/>
                      </a:lnTo>
                      <a:lnTo>
                        <a:pt x="67" y="17"/>
                      </a:lnTo>
                      <a:lnTo>
                        <a:pt x="72" y="23"/>
                      </a:lnTo>
                      <a:close/>
                    </a:path>
                  </a:pathLst>
                </a:custGeom>
                <a:solidFill>
                  <a:srgbClr val="FFEDE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3" name="Freeform 156">
                  <a:extLst>
                    <a:ext uri="{FF2B5EF4-FFF2-40B4-BE49-F238E27FC236}">
                      <a16:creationId xmlns:a16="http://schemas.microsoft.com/office/drawing/2014/main" id="{A60B34A9-61F9-8645-9E37-C070722D6232}"/>
                    </a:ext>
                  </a:extLst>
                </p:cNvPr>
                <p:cNvSpPr>
                  <a:spLocks/>
                </p:cNvSpPr>
                <p:nvPr/>
              </p:nvSpPr>
              <p:spPr bwMode="auto">
                <a:xfrm>
                  <a:off x="3632" y="2784"/>
                  <a:ext cx="125" cy="12"/>
                </a:xfrm>
                <a:custGeom>
                  <a:avLst/>
                  <a:gdLst>
                    <a:gd name="T0" fmla="*/ 125 w 249"/>
                    <a:gd name="T1" fmla="*/ 10 h 25"/>
                    <a:gd name="T2" fmla="*/ 113 w 249"/>
                    <a:gd name="T3" fmla="*/ 8 h 25"/>
                    <a:gd name="T4" fmla="*/ 102 w 249"/>
                    <a:gd name="T5" fmla="*/ 5 h 25"/>
                    <a:gd name="T6" fmla="*/ 87 w 249"/>
                    <a:gd name="T7" fmla="*/ 7 h 25"/>
                    <a:gd name="T8" fmla="*/ 79 w 249"/>
                    <a:gd name="T9" fmla="*/ 10 h 25"/>
                    <a:gd name="T10" fmla="*/ 69 w 249"/>
                    <a:gd name="T11" fmla="*/ 9 h 25"/>
                    <a:gd name="T12" fmla="*/ 58 w 249"/>
                    <a:gd name="T13" fmla="*/ 5 h 25"/>
                    <a:gd name="T14" fmla="*/ 39 w 249"/>
                    <a:gd name="T15" fmla="*/ 2 h 25"/>
                    <a:gd name="T16" fmla="*/ 26 w 249"/>
                    <a:gd name="T17" fmla="*/ 0 h 25"/>
                    <a:gd name="T18" fmla="*/ 12 w 249"/>
                    <a:gd name="T19" fmla="*/ 0 h 25"/>
                    <a:gd name="T20" fmla="*/ 1 w 249"/>
                    <a:gd name="T21" fmla="*/ 4 h 25"/>
                    <a:gd name="T22" fmla="*/ 0 w 249"/>
                    <a:gd name="T23" fmla="*/ 8 h 25"/>
                    <a:gd name="T24" fmla="*/ 4 w 249"/>
                    <a:gd name="T25" fmla="*/ 11 h 25"/>
                    <a:gd name="T26" fmla="*/ 19 w 249"/>
                    <a:gd name="T27" fmla="*/ 11 h 25"/>
                    <a:gd name="T28" fmla="*/ 33 w 249"/>
                    <a:gd name="T29" fmla="*/ 8 h 25"/>
                    <a:gd name="T30" fmla="*/ 47 w 249"/>
                    <a:gd name="T31" fmla="*/ 8 h 25"/>
                    <a:gd name="T32" fmla="*/ 55 w 249"/>
                    <a:gd name="T33" fmla="*/ 10 h 25"/>
                    <a:gd name="T34" fmla="*/ 63 w 249"/>
                    <a:gd name="T35" fmla="*/ 12 h 25"/>
                    <a:gd name="T36" fmla="*/ 77 w 249"/>
                    <a:gd name="T37" fmla="*/ 12 h 25"/>
                    <a:gd name="T38" fmla="*/ 88 w 249"/>
                    <a:gd name="T39" fmla="*/ 10 h 25"/>
                    <a:gd name="T40" fmla="*/ 98 w 249"/>
                    <a:gd name="T41" fmla="*/ 9 h 25"/>
                    <a:gd name="T42" fmla="*/ 107 w 249"/>
                    <a:gd name="T43" fmla="*/ 11 h 25"/>
                    <a:gd name="T44" fmla="*/ 116 w 249"/>
                    <a:gd name="T45" fmla="*/ 12 h 25"/>
                    <a:gd name="T46" fmla="*/ 125 w 249"/>
                    <a:gd name="T47" fmla="*/ 10 h 25"/>
                    <a:gd name="T48" fmla="*/ 125 w 249"/>
                    <a:gd name="T49" fmla="*/ 10 h 2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49"/>
                    <a:gd name="T76" fmla="*/ 0 h 25"/>
                    <a:gd name="T77" fmla="*/ 249 w 249"/>
                    <a:gd name="T78" fmla="*/ 25 h 2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49" h="25">
                      <a:moveTo>
                        <a:pt x="249" y="21"/>
                      </a:moveTo>
                      <a:lnTo>
                        <a:pt x="226" y="17"/>
                      </a:lnTo>
                      <a:lnTo>
                        <a:pt x="203" y="11"/>
                      </a:lnTo>
                      <a:lnTo>
                        <a:pt x="174" y="15"/>
                      </a:lnTo>
                      <a:lnTo>
                        <a:pt x="157" y="21"/>
                      </a:lnTo>
                      <a:lnTo>
                        <a:pt x="138" y="19"/>
                      </a:lnTo>
                      <a:lnTo>
                        <a:pt x="115" y="11"/>
                      </a:lnTo>
                      <a:lnTo>
                        <a:pt x="77" y="4"/>
                      </a:lnTo>
                      <a:lnTo>
                        <a:pt x="51" y="0"/>
                      </a:lnTo>
                      <a:lnTo>
                        <a:pt x="24" y="0"/>
                      </a:lnTo>
                      <a:lnTo>
                        <a:pt x="1" y="8"/>
                      </a:lnTo>
                      <a:lnTo>
                        <a:pt x="0" y="17"/>
                      </a:lnTo>
                      <a:lnTo>
                        <a:pt x="7" y="23"/>
                      </a:lnTo>
                      <a:lnTo>
                        <a:pt x="38" y="23"/>
                      </a:lnTo>
                      <a:lnTo>
                        <a:pt x="66" y="17"/>
                      </a:lnTo>
                      <a:lnTo>
                        <a:pt x="93" y="17"/>
                      </a:lnTo>
                      <a:lnTo>
                        <a:pt x="110" y="21"/>
                      </a:lnTo>
                      <a:lnTo>
                        <a:pt x="125" y="25"/>
                      </a:lnTo>
                      <a:lnTo>
                        <a:pt x="154" y="25"/>
                      </a:lnTo>
                      <a:lnTo>
                        <a:pt x="176" y="21"/>
                      </a:lnTo>
                      <a:lnTo>
                        <a:pt x="195" y="19"/>
                      </a:lnTo>
                      <a:lnTo>
                        <a:pt x="214" y="23"/>
                      </a:lnTo>
                      <a:lnTo>
                        <a:pt x="231" y="25"/>
                      </a:lnTo>
                      <a:lnTo>
                        <a:pt x="249" y="21"/>
                      </a:lnTo>
                      <a:close/>
                    </a:path>
                  </a:pathLst>
                </a:custGeom>
                <a:solidFill>
                  <a:srgbClr val="FFEDE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grpSp>
        </p:grpSp>
        <p:sp>
          <p:nvSpPr>
            <p:cNvPr id="289" name="Freeform 157">
              <a:extLst>
                <a:ext uri="{FF2B5EF4-FFF2-40B4-BE49-F238E27FC236}">
                  <a16:creationId xmlns:a16="http://schemas.microsoft.com/office/drawing/2014/main" id="{9332FD50-15E8-4C4D-B251-6100F54A7B52}"/>
                </a:ext>
              </a:extLst>
            </p:cNvPr>
            <p:cNvSpPr>
              <a:spLocks/>
            </p:cNvSpPr>
            <p:nvPr/>
          </p:nvSpPr>
          <p:spPr bwMode="auto">
            <a:xfrm>
              <a:off x="4364" y="1958"/>
              <a:ext cx="7" cy="6"/>
            </a:xfrm>
            <a:custGeom>
              <a:avLst/>
              <a:gdLst>
                <a:gd name="T0" fmla="*/ 0 w 15"/>
                <a:gd name="T1" fmla="*/ 0 h 13"/>
                <a:gd name="T2" fmla="*/ 4 w 15"/>
                <a:gd name="T3" fmla="*/ 6 h 13"/>
                <a:gd name="T4" fmla="*/ 7 w 15"/>
                <a:gd name="T5" fmla="*/ 0 h 13"/>
                <a:gd name="T6" fmla="*/ 0 w 15"/>
                <a:gd name="T7" fmla="*/ 0 h 13"/>
                <a:gd name="T8" fmla="*/ 0 w 15"/>
                <a:gd name="T9" fmla="*/ 0 h 13"/>
                <a:gd name="T10" fmla="*/ 0 60000 65536"/>
                <a:gd name="T11" fmla="*/ 0 60000 65536"/>
                <a:gd name="T12" fmla="*/ 0 60000 65536"/>
                <a:gd name="T13" fmla="*/ 0 60000 65536"/>
                <a:gd name="T14" fmla="*/ 0 60000 65536"/>
                <a:gd name="T15" fmla="*/ 0 w 15"/>
                <a:gd name="T16" fmla="*/ 0 h 13"/>
                <a:gd name="T17" fmla="*/ 15 w 15"/>
                <a:gd name="T18" fmla="*/ 13 h 13"/>
              </a:gdLst>
              <a:ahLst/>
              <a:cxnLst>
                <a:cxn ang="T10">
                  <a:pos x="T0" y="T1"/>
                </a:cxn>
                <a:cxn ang="T11">
                  <a:pos x="T2" y="T3"/>
                </a:cxn>
                <a:cxn ang="T12">
                  <a:pos x="T4" y="T5"/>
                </a:cxn>
                <a:cxn ang="T13">
                  <a:pos x="T6" y="T7"/>
                </a:cxn>
                <a:cxn ang="T14">
                  <a:pos x="T8" y="T9"/>
                </a:cxn>
              </a:cxnLst>
              <a:rect l="T15" t="T16" r="T17" b="T18"/>
              <a:pathLst>
                <a:path w="15" h="13">
                  <a:moveTo>
                    <a:pt x="0" y="0"/>
                  </a:moveTo>
                  <a:lnTo>
                    <a:pt x="8" y="13"/>
                  </a:lnTo>
                  <a:lnTo>
                    <a:pt x="15" y="1"/>
                  </a:lnTo>
                  <a:lnTo>
                    <a:pt x="0" y="0"/>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grpSp>
      <p:grpSp>
        <p:nvGrpSpPr>
          <p:cNvPr id="435" name="Group 586">
            <a:extLst>
              <a:ext uri="{FF2B5EF4-FFF2-40B4-BE49-F238E27FC236}">
                <a16:creationId xmlns:a16="http://schemas.microsoft.com/office/drawing/2014/main" id="{D4598148-D876-9043-A612-B5D8ACE09FAA}"/>
              </a:ext>
            </a:extLst>
          </p:cNvPr>
          <p:cNvGrpSpPr>
            <a:grpSpLocks/>
          </p:cNvGrpSpPr>
          <p:nvPr/>
        </p:nvGrpSpPr>
        <p:grpSpPr bwMode="auto">
          <a:xfrm>
            <a:off x="7978650" y="4843851"/>
            <a:ext cx="1993034" cy="1558231"/>
            <a:chOff x="2673" y="2768"/>
            <a:chExt cx="1193" cy="848"/>
          </a:xfrm>
        </p:grpSpPr>
        <p:grpSp>
          <p:nvGrpSpPr>
            <p:cNvPr id="436" name="Group 587">
              <a:extLst>
                <a:ext uri="{FF2B5EF4-FFF2-40B4-BE49-F238E27FC236}">
                  <a16:creationId xmlns:a16="http://schemas.microsoft.com/office/drawing/2014/main" id="{D923BB0C-84E3-2249-908E-A2F171E54187}"/>
                </a:ext>
              </a:extLst>
            </p:cNvPr>
            <p:cNvGrpSpPr>
              <a:grpSpLocks/>
            </p:cNvGrpSpPr>
            <p:nvPr/>
          </p:nvGrpSpPr>
          <p:grpSpPr bwMode="auto">
            <a:xfrm flipH="1">
              <a:off x="2673" y="2768"/>
              <a:ext cx="1193" cy="848"/>
              <a:chOff x="3577" y="2675"/>
              <a:chExt cx="1768" cy="1359"/>
            </a:xfrm>
          </p:grpSpPr>
          <p:sp>
            <p:nvSpPr>
              <p:cNvPr id="469" name="Freeform 588">
                <a:extLst>
                  <a:ext uri="{FF2B5EF4-FFF2-40B4-BE49-F238E27FC236}">
                    <a16:creationId xmlns:a16="http://schemas.microsoft.com/office/drawing/2014/main" id="{3B37A0F5-7AA4-644A-AA85-D7F9DFF4EC0A}"/>
                  </a:ext>
                </a:extLst>
              </p:cNvPr>
              <p:cNvSpPr>
                <a:spLocks/>
              </p:cNvSpPr>
              <p:nvPr/>
            </p:nvSpPr>
            <p:spPr bwMode="auto">
              <a:xfrm>
                <a:off x="4917" y="3621"/>
                <a:ext cx="428" cy="348"/>
              </a:xfrm>
              <a:custGeom>
                <a:avLst/>
                <a:gdLst>
                  <a:gd name="T0" fmla="*/ 0 w 857"/>
                  <a:gd name="T1" fmla="*/ 67 h 695"/>
                  <a:gd name="T2" fmla="*/ 40 w 857"/>
                  <a:gd name="T3" fmla="*/ 152 h 695"/>
                  <a:gd name="T4" fmla="*/ 77 w 857"/>
                  <a:gd name="T5" fmla="*/ 221 h 695"/>
                  <a:gd name="T6" fmla="*/ 113 w 857"/>
                  <a:gd name="T7" fmla="*/ 273 h 695"/>
                  <a:gd name="T8" fmla="*/ 153 w 857"/>
                  <a:gd name="T9" fmla="*/ 310 h 695"/>
                  <a:gd name="T10" fmla="*/ 200 w 857"/>
                  <a:gd name="T11" fmla="*/ 334 h 695"/>
                  <a:gd name="T12" fmla="*/ 259 w 857"/>
                  <a:gd name="T13" fmla="*/ 346 h 695"/>
                  <a:gd name="T14" fmla="*/ 333 w 857"/>
                  <a:gd name="T15" fmla="*/ 348 h 695"/>
                  <a:gd name="T16" fmla="*/ 428 w 857"/>
                  <a:gd name="T17" fmla="*/ 342 h 695"/>
                  <a:gd name="T18" fmla="*/ 335 w 857"/>
                  <a:gd name="T19" fmla="*/ 339 h 695"/>
                  <a:gd name="T20" fmla="*/ 261 w 857"/>
                  <a:gd name="T21" fmla="*/ 327 h 695"/>
                  <a:gd name="T22" fmla="*/ 202 w 857"/>
                  <a:gd name="T23" fmla="*/ 304 h 695"/>
                  <a:gd name="T24" fmla="*/ 158 w 857"/>
                  <a:gd name="T25" fmla="*/ 270 h 695"/>
                  <a:gd name="T26" fmla="*/ 121 w 857"/>
                  <a:gd name="T27" fmla="*/ 223 h 695"/>
                  <a:gd name="T28" fmla="*/ 93 w 857"/>
                  <a:gd name="T29" fmla="*/ 163 h 695"/>
                  <a:gd name="T30" fmla="*/ 66 w 857"/>
                  <a:gd name="T31" fmla="*/ 89 h 695"/>
                  <a:gd name="T32" fmla="*/ 41 w 857"/>
                  <a:gd name="T33" fmla="*/ 0 h 695"/>
                  <a:gd name="T34" fmla="*/ 36 w 857"/>
                  <a:gd name="T35" fmla="*/ 7 h 695"/>
                  <a:gd name="T36" fmla="*/ 30 w 857"/>
                  <a:gd name="T37" fmla="*/ 15 h 695"/>
                  <a:gd name="T38" fmla="*/ 25 w 857"/>
                  <a:gd name="T39" fmla="*/ 24 h 695"/>
                  <a:gd name="T40" fmla="*/ 20 w 857"/>
                  <a:gd name="T41" fmla="*/ 33 h 695"/>
                  <a:gd name="T42" fmla="*/ 15 w 857"/>
                  <a:gd name="T43" fmla="*/ 42 h 695"/>
                  <a:gd name="T44" fmla="*/ 10 w 857"/>
                  <a:gd name="T45" fmla="*/ 51 h 695"/>
                  <a:gd name="T46" fmla="*/ 5 w 857"/>
                  <a:gd name="T47" fmla="*/ 59 h 695"/>
                  <a:gd name="T48" fmla="*/ 0 w 857"/>
                  <a:gd name="T49" fmla="*/ 67 h 6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57"/>
                  <a:gd name="T76" fmla="*/ 0 h 695"/>
                  <a:gd name="T77" fmla="*/ 857 w 857"/>
                  <a:gd name="T78" fmla="*/ 695 h 6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57" h="695">
                    <a:moveTo>
                      <a:pt x="0" y="134"/>
                    </a:moveTo>
                    <a:lnTo>
                      <a:pt x="80" y="304"/>
                    </a:lnTo>
                    <a:lnTo>
                      <a:pt x="154" y="441"/>
                    </a:lnTo>
                    <a:lnTo>
                      <a:pt x="226" y="545"/>
                    </a:lnTo>
                    <a:lnTo>
                      <a:pt x="306" y="620"/>
                    </a:lnTo>
                    <a:lnTo>
                      <a:pt x="400" y="667"/>
                    </a:lnTo>
                    <a:lnTo>
                      <a:pt x="518" y="692"/>
                    </a:lnTo>
                    <a:lnTo>
                      <a:pt x="666" y="695"/>
                    </a:lnTo>
                    <a:lnTo>
                      <a:pt x="857" y="683"/>
                    </a:lnTo>
                    <a:lnTo>
                      <a:pt x="670" y="678"/>
                    </a:lnTo>
                    <a:lnTo>
                      <a:pt x="522" y="654"/>
                    </a:lnTo>
                    <a:lnTo>
                      <a:pt x="405" y="608"/>
                    </a:lnTo>
                    <a:lnTo>
                      <a:pt x="316" y="539"/>
                    </a:lnTo>
                    <a:lnTo>
                      <a:pt x="243" y="445"/>
                    </a:lnTo>
                    <a:lnTo>
                      <a:pt x="186" y="325"/>
                    </a:lnTo>
                    <a:lnTo>
                      <a:pt x="133" y="177"/>
                    </a:lnTo>
                    <a:lnTo>
                      <a:pt x="83" y="0"/>
                    </a:lnTo>
                    <a:lnTo>
                      <a:pt x="72" y="14"/>
                    </a:lnTo>
                    <a:lnTo>
                      <a:pt x="60" y="30"/>
                    </a:lnTo>
                    <a:lnTo>
                      <a:pt x="50" y="48"/>
                    </a:lnTo>
                    <a:lnTo>
                      <a:pt x="41" y="66"/>
                    </a:lnTo>
                    <a:lnTo>
                      <a:pt x="30" y="84"/>
                    </a:lnTo>
                    <a:lnTo>
                      <a:pt x="20" y="101"/>
                    </a:lnTo>
                    <a:lnTo>
                      <a:pt x="10" y="118"/>
                    </a:lnTo>
                    <a:lnTo>
                      <a:pt x="0" y="134"/>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0" name="Freeform 589">
                <a:extLst>
                  <a:ext uri="{FF2B5EF4-FFF2-40B4-BE49-F238E27FC236}">
                    <a16:creationId xmlns:a16="http://schemas.microsoft.com/office/drawing/2014/main" id="{0420901A-B36E-2E4C-A935-A0675DD80341}"/>
                  </a:ext>
                </a:extLst>
              </p:cNvPr>
              <p:cNvSpPr>
                <a:spLocks/>
              </p:cNvSpPr>
              <p:nvPr/>
            </p:nvSpPr>
            <p:spPr bwMode="auto">
              <a:xfrm>
                <a:off x="3616" y="3042"/>
                <a:ext cx="119" cy="113"/>
              </a:xfrm>
              <a:custGeom>
                <a:avLst/>
                <a:gdLst>
                  <a:gd name="T0" fmla="*/ 0 w 238"/>
                  <a:gd name="T1" fmla="*/ 0 h 226"/>
                  <a:gd name="T2" fmla="*/ 15 w 238"/>
                  <a:gd name="T3" fmla="*/ 2 h 226"/>
                  <a:gd name="T4" fmla="*/ 34 w 238"/>
                  <a:gd name="T5" fmla="*/ 11 h 226"/>
                  <a:gd name="T6" fmla="*/ 52 w 238"/>
                  <a:gd name="T7" fmla="*/ 25 h 226"/>
                  <a:gd name="T8" fmla="*/ 71 w 238"/>
                  <a:gd name="T9" fmla="*/ 42 h 226"/>
                  <a:gd name="T10" fmla="*/ 87 w 238"/>
                  <a:gd name="T11" fmla="*/ 60 h 226"/>
                  <a:gd name="T12" fmla="*/ 102 w 238"/>
                  <a:gd name="T13" fmla="*/ 80 h 226"/>
                  <a:gd name="T14" fmla="*/ 112 w 238"/>
                  <a:gd name="T15" fmla="*/ 97 h 226"/>
                  <a:gd name="T16" fmla="*/ 119 w 238"/>
                  <a:gd name="T17" fmla="*/ 113 h 2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6"/>
                  <a:gd name="T29" fmla="*/ 238 w 238"/>
                  <a:gd name="T30" fmla="*/ 226 h 2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6">
                    <a:moveTo>
                      <a:pt x="0" y="0"/>
                    </a:moveTo>
                    <a:lnTo>
                      <a:pt x="31" y="4"/>
                    </a:lnTo>
                    <a:lnTo>
                      <a:pt x="68" y="21"/>
                    </a:lnTo>
                    <a:lnTo>
                      <a:pt x="104" y="49"/>
                    </a:lnTo>
                    <a:lnTo>
                      <a:pt x="142" y="84"/>
                    </a:lnTo>
                    <a:lnTo>
                      <a:pt x="174" y="120"/>
                    </a:lnTo>
                    <a:lnTo>
                      <a:pt x="203" y="159"/>
                    </a:lnTo>
                    <a:lnTo>
                      <a:pt x="224" y="194"/>
                    </a:lnTo>
                    <a:lnTo>
                      <a:pt x="238" y="226"/>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1" name="Freeform 590">
                <a:extLst>
                  <a:ext uri="{FF2B5EF4-FFF2-40B4-BE49-F238E27FC236}">
                    <a16:creationId xmlns:a16="http://schemas.microsoft.com/office/drawing/2014/main" id="{47440154-026A-2047-9E7F-42EC494150A5}"/>
                  </a:ext>
                </a:extLst>
              </p:cNvPr>
              <p:cNvSpPr>
                <a:spLocks/>
              </p:cNvSpPr>
              <p:nvPr/>
            </p:nvSpPr>
            <p:spPr bwMode="auto">
              <a:xfrm>
                <a:off x="3577" y="3113"/>
                <a:ext cx="147" cy="44"/>
              </a:xfrm>
              <a:custGeom>
                <a:avLst/>
                <a:gdLst>
                  <a:gd name="T0" fmla="*/ 0 w 294"/>
                  <a:gd name="T1" fmla="*/ 1 h 88"/>
                  <a:gd name="T2" fmla="*/ 17 w 294"/>
                  <a:gd name="T3" fmla="*/ 0 h 88"/>
                  <a:gd name="T4" fmla="*/ 38 w 294"/>
                  <a:gd name="T5" fmla="*/ 1 h 88"/>
                  <a:gd name="T6" fmla="*/ 61 w 294"/>
                  <a:gd name="T7" fmla="*/ 3 h 88"/>
                  <a:gd name="T8" fmla="*/ 84 w 294"/>
                  <a:gd name="T9" fmla="*/ 8 h 88"/>
                  <a:gd name="T10" fmla="*/ 106 w 294"/>
                  <a:gd name="T11" fmla="*/ 13 h 88"/>
                  <a:gd name="T12" fmla="*/ 125 w 294"/>
                  <a:gd name="T13" fmla="*/ 22 h 88"/>
                  <a:gd name="T14" fmla="*/ 139 w 294"/>
                  <a:gd name="T15" fmla="*/ 31 h 88"/>
                  <a:gd name="T16" fmla="*/ 147 w 294"/>
                  <a:gd name="T17" fmla="*/ 44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4"/>
                  <a:gd name="T28" fmla="*/ 0 h 88"/>
                  <a:gd name="T29" fmla="*/ 294 w 294"/>
                  <a:gd name="T30" fmla="*/ 88 h 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4" h="88">
                    <a:moveTo>
                      <a:pt x="0" y="2"/>
                    </a:moveTo>
                    <a:lnTo>
                      <a:pt x="34" y="0"/>
                    </a:lnTo>
                    <a:lnTo>
                      <a:pt x="77" y="2"/>
                    </a:lnTo>
                    <a:lnTo>
                      <a:pt x="122" y="7"/>
                    </a:lnTo>
                    <a:lnTo>
                      <a:pt x="169" y="16"/>
                    </a:lnTo>
                    <a:lnTo>
                      <a:pt x="212" y="27"/>
                    </a:lnTo>
                    <a:lnTo>
                      <a:pt x="250" y="44"/>
                    </a:lnTo>
                    <a:lnTo>
                      <a:pt x="277" y="63"/>
                    </a:lnTo>
                    <a:lnTo>
                      <a:pt x="294" y="88"/>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2" name="Freeform 591">
                <a:extLst>
                  <a:ext uri="{FF2B5EF4-FFF2-40B4-BE49-F238E27FC236}">
                    <a16:creationId xmlns:a16="http://schemas.microsoft.com/office/drawing/2014/main" id="{9AB98E3E-78A1-C642-A40B-1C18BA47B148}"/>
                  </a:ext>
                </a:extLst>
              </p:cNvPr>
              <p:cNvSpPr>
                <a:spLocks/>
              </p:cNvSpPr>
              <p:nvPr/>
            </p:nvSpPr>
            <p:spPr bwMode="auto">
              <a:xfrm>
                <a:off x="4618" y="3879"/>
                <a:ext cx="370" cy="152"/>
              </a:xfrm>
              <a:custGeom>
                <a:avLst/>
                <a:gdLst>
                  <a:gd name="T0" fmla="*/ 108 w 740"/>
                  <a:gd name="T1" fmla="*/ 140 h 305"/>
                  <a:gd name="T2" fmla="*/ 116 w 740"/>
                  <a:gd name="T3" fmla="*/ 131 h 305"/>
                  <a:gd name="T4" fmla="*/ 124 w 740"/>
                  <a:gd name="T5" fmla="*/ 125 h 305"/>
                  <a:gd name="T6" fmla="*/ 131 w 740"/>
                  <a:gd name="T7" fmla="*/ 120 h 305"/>
                  <a:gd name="T8" fmla="*/ 138 w 740"/>
                  <a:gd name="T9" fmla="*/ 115 h 305"/>
                  <a:gd name="T10" fmla="*/ 144 w 740"/>
                  <a:gd name="T11" fmla="*/ 109 h 305"/>
                  <a:gd name="T12" fmla="*/ 151 w 740"/>
                  <a:gd name="T13" fmla="*/ 103 h 305"/>
                  <a:gd name="T14" fmla="*/ 159 w 740"/>
                  <a:gd name="T15" fmla="*/ 97 h 305"/>
                  <a:gd name="T16" fmla="*/ 169 w 740"/>
                  <a:gd name="T17" fmla="*/ 90 h 305"/>
                  <a:gd name="T18" fmla="*/ 185 w 740"/>
                  <a:gd name="T19" fmla="*/ 83 h 305"/>
                  <a:gd name="T20" fmla="*/ 207 w 740"/>
                  <a:gd name="T21" fmla="*/ 76 h 305"/>
                  <a:gd name="T22" fmla="*/ 232 w 740"/>
                  <a:gd name="T23" fmla="*/ 69 h 305"/>
                  <a:gd name="T24" fmla="*/ 260 w 740"/>
                  <a:gd name="T25" fmla="*/ 62 h 305"/>
                  <a:gd name="T26" fmla="*/ 286 w 740"/>
                  <a:gd name="T27" fmla="*/ 56 h 305"/>
                  <a:gd name="T28" fmla="*/ 311 w 740"/>
                  <a:gd name="T29" fmla="*/ 52 h 305"/>
                  <a:gd name="T30" fmla="*/ 333 w 740"/>
                  <a:gd name="T31" fmla="*/ 49 h 305"/>
                  <a:gd name="T32" fmla="*/ 351 w 740"/>
                  <a:gd name="T33" fmla="*/ 51 h 305"/>
                  <a:gd name="T34" fmla="*/ 361 w 740"/>
                  <a:gd name="T35" fmla="*/ 49 h 305"/>
                  <a:gd name="T36" fmla="*/ 368 w 740"/>
                  <a:gd name="T37" fmla="*/ 46 h 305"/>
                  <a:gd name="T38" fmla="*/ 370 w 740"/>
                  <a:gd name="T39" fmla="*/ 41 h 305"/>
                  <a:gd name="T40" fmla="*/ 369 w 740"/>
                  <a:gd name="T41" fmla="*/ 36 h 305"/>
                  <a:gd name="T42" fmla="*/ 366 w 740"/>
                  <a:gd name="T43" fmla="*/ 29 h 305"/>
                  <a:gd name="T44" fmla="*/ 363 w 740"/>
                  <a:gd name="T45" fmla="*/ 22 h 305"/>
                  <a:gd name="T46" fmla="*/ 360 w 740"/>
                  <a:gd name="T47" fmla="*/ 16 h 305"/>
                  <a:gd name="T48" fmla="*/ 359 w 740"/>
                  <a:gd name="T49" fmla="*/ 11 h 305"/>
                  <a:gd name="T50" fmla="*/ 333 w 740"/>
                  <a:gd name="T51" fmla="*/ 2 h 305"/>
                  <a:gd name="T52" fmla="*/ 304 w 740"/>
                  <a:gd name="T53" fmla="*/ 0 h 305"/>
                  <a:gd name="T54" fmla="*/ 272 w 740"/>
                  <a:gd name="T55" fmla="*/ 1 h 305"/>
                  <a:gd name="T56" fmla="*/ 239 w 740"/>
                  <a:gd name="T57" fmla="*/ 6 h 305"/>
                  <a:gd name="T58" fmla="*/ 205 w 740"/>
                  <a:gd name="T59" fmla="*/ 13 h 305"/>
                  <a:gd name="T60" fmla="*/ 173 w 740"/>
                  <a:gd name="T61" fmla="*/ 22 h 305"/>
                  <a:gd name="T62" fmla="*/ 143 w 740"/>
                  <a:gd name="T63" fmla="*/ 32 h 305"/>
                  <a:gd name="T64" fmla="*/ 114 w 740"/>
                  <a:gd name="T65" fmla="*/ 43 h 305"/>
                  <a:gd name="T66" fmla="*/ 101 w 740"/>
                  <a:gd name="T67" fmla="*/ 52 h 305"/>
                  <a:gd name="T68" fmla="*/ 88 w 740"/>
                  <a:gd name="T69" fmla="*/ 61 h 305"/>
                  <a:gd name="T70" fmla="*/ 75 w 740"/>
                  <a:gd name="T71" fmla="*/ 70 h 305"/>
                  <a:gd name="T72" fmla="*/ 61 w 740"/>
                  <a:gd name="T73" fmla="*/ 79 h 305"/>
                  <a:gd name="T74" fmla="*/ 48 w 740"/>
                  <a:gd name="T75" fmla="*/ 88 h 305"/>
                  <a:gd name="T76" fmla="*/ 35 w 740"/>
                  <a:gd name="T77" fmla="*/ 97 h 305"/>
                  <a:gd name="T78" fmla="*/ 22 w 740"/>
                  <a:gd name="T79" fmla="*/ 106 h 305"/>
                  <a:gd name="T80" fmla="*/ 10 w 740"/>
                  <a:gd name="T81" fmla="*/ 116 h 305"/>
                  <a:gd name="T82" fmla="*/ 1 w 740"/>
                  <a:gd name="T83" fmla="*/ 129 h 305"/>
                  <a:gd name="T84" fmla="*/ 0 w 740"/>
                  <a:gd name="T85" fmla="*/ 140 h 305"/>
                  <a:gd name="T86" fmla="*/ 5 w 740"/>
                  <a:gd name="T87" fmla="*/ 147 h 305"/>
                  <a:gd name="T88" fmla="*/ 17 w 740"/>
                  <a:gd name="T89" fmla="*/ 151 h 305"/>
                  <a:gd name="T90" fmla="*/ 33 w 740"/>
                  <a:gd name="T91" fmla="*/ 152 h 305"/>
                  <a:gd name="T92" fmla="*/ 54 w 740"/>
                  <a:gd name="T93" fmla="*/ 151 h 305"/>
                  <a:gd name="T94" fmla="*/ 79 w 740"/>
                  <a:gd name="T95" fmla="*/ 146 h 305"/>
                  <a:gd name="T96" fmla="*/ 108 w 740"/>
                  <a:gd name="T97" fmla="*/ 140 h 3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40"/>
                  <a:gd name="T148" fmla="*/ 0 h 305"/>
                  <a:gd name="T149" fmla="*/ 740 w 740"/>
                  <a:gd name="T150" fmla="*/ 305 h 30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40" h="305">
                    <a:moveTo>
                      <a:pt x="216" y="280"/>
                    </a:moveTo>
                    <a:lnTo>
                      <a:pt x="232" y="263"/>
                    </a:lnTo>
                    <a:lnTo>
                      <a:pt x="248" y="251"/>
                    </a:lnTo>
                    <a:lnTo>
                      <a:pt x="262" y="240"/>
                    </a:lnTo>
                    <a:lnTo>
                      <a:pt x="276" y="230"/>
                    </a:lnTo>
                    <a:lnTo>
                      <a:pt x="288" y="218"/>
                    </a:lnTo>
                    <a:lnTo>
                      <a:pt x="302" y="207"/>
                    </a:lnTo>
                    <a:lnTo>
                      <a:pt x="317" y="194"/>
                    </a:lnTo>
                    <a:lnTo>
                      <a:pt x="337" y="181"/>
                    </a:lnTo>
                    <a:lnTo>
                      <a:pt x="370" y="166"/>
                    </a:lnTo>
                    <a:lnTo>
                      <a:pt x="415" y="152"/>
                    </a:lnTo>
                    <a:lnTo>
                      <a:pt x="465" y="138"/>
                    </a:lnTo>
                    <a:lnTo>
                      <a:pt x="519" y="124"/>
                    </a:lnTo>
                    <a:lnTo>
                      <a:pt x="572" y="112"/>
                    </a:lnTo>
                    <a:lnTo>
                      <a:pt x="622" y="104"/>
                    </a:lnTo>
                    <a:lnTo>
                      <a:pt x="665" y="99"/>
                    </a:lnTo>
                    <a:lnTo>
                      <a:pt x="701" y="103"/>
                    </a:lnTo>
                    <a:lnTo>
                      <a:pt x="722" y="99"/>
                    </a:lnTo>
                    <a:lnTo>
                      <a:pt x="735" y="93"/>
                    </a:lnTo>
                    <a:lnTo>
                      <a:pt x="740" y="83"/>
                    </a:lnTo>
                    <a:lnTo>
                      <a:pt x="738" y="73"/>
                    </a:lnTo>
                    <a:lnTo>
                      <a:pt x="732" y="59"/>
                    </a:lnTo>
                    <a:lnTo>
                      <a:pt x="726" y="45"/>
                    </a:lnTo>
                    <a:lnTo>
                      <a:pt x="720" y="32"/>
                    </a:lnTo>
                    <a:lnTo>
                      <a:pt x="717" y="22"/>
                    </a:lnTo>
                    <a:lnTo>
                      <a:pt x="665" y="5"/>
                    </a:lnTo>
                    <a:lnTo>
                      <a:pt x="607" y="0"/>
                    </a:lnTo>
                    <a:lnTo>
                      <a:pt x="543" y="3"/>
                    </a:lnTo>
                    <a:lnTo>
                      <a:pt x="478" y="13"/>
                    </a:lnTo>
                    <a:lnTo>
                      <a:pt x="411" y="27"/>
                    </a:lnTo>
                    <a:lnTo>
                      <a:pt x="346" y="45"/>
                    </a:lnTo>
                    <a:lnTo>
                      <a:pt x="285" y="65"/>
                    </a:lnTo>
                    <a:lnTo>
                      <a:pt x="229" y="87"/>
                    </a:lnTo>
                    <a:lnTo>
                      <a:pt x="202" y="104"/>
                    </a:lnTo>
                    <a:lnTo>
                      <a:pt x="175" y="122"/>
                    </a:lnTo>
                    <a:lnTo>
                      <a:pt x="149" y="141"/>
                    </a:lnTo>
                    <a:lnTo>
                      <a:pt x="123" y="159"/>
                    </a:lnTo>
                    <a:lnTo>
                      <a:pt x="96" y="177"/>
                    </a:lnTo>
                    <a:lnTo>
                      <a:pt x="70" y="194"/>
                    </a:lnTo>
                    <a:lnTo>
                      <a:pt x="44" y="213"/>
                    </a:lnTo>
                    <a:lnTo>
                      <a:pt x="19" y="232"/>
                    </a:lnTo>
                    <a:lnTo>
                      <a:pt x="1" y="258"/>
                    </a:lnTo>
                    <a:lnTo>
                      <a:pt x="0" y="280"/>
                    </a:lnTo>
                    <a:lnTo>
                      <a:pt x="10" y="295"/>
                    </a:lnTo>
                    <a:lnTo>
                      <a:pt x="34" y="303"/>
                    </a:lnTo>
                    <a:lnTo>
                      <a:pt x="66" y="305"/>
                    </a:lnTo>
                    <a:lnTo>
                      <a:pt x="109" y="302"/>
                    </a:lnTo>
                    <a:lnTo>
                      <a:pt x="158" y="293"/>
                    </a:lnTo>
                    <a:lnTo>
                      <a:pt x="216" y="280"/>
                    </a:lnTo>
                    <a:close/>
                  </a:path>
                </a:pathLst>
              </a:custGeom>
              <a:solidFill>
                <a:srgbClr val="7A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3" name="Freeform 592">
                <a:extLst>
                  <a:ext uri="{FF2B5EF4-FFF2-40B4-BE49-F238E27FC236}">
                    <a16:creationId xmlns:a16="http://schemas.microsoft.com/office/drawing/2014/main" id="{3F75207F-1F79-A240-9748-B5EA0E9CCEC3}"/>
                  </a:ext>
                </a:extLst>
              </p:cNvPr>
              <p:cNvSpPr>
                <a:spLocks/>
              </p:cNvSpPr>
              <p:nvPr/>
            </p:nvSpPr>
            <p:spPr bwMode="auto">
              <a:xfrm>
                <a:off x="4095" y="3677"/>
                <a:ext cx="287" cy="294"/>
              </a:xfrm>
              <a:custGeom>
                <a:avLst/>
                <a:gdLst>
                  <a:gd name="T0" fmla="*/ 2 w 573"/>
                  <a:gd name="T1" fmla="*/ 0 h 588"/>
                  <a:gd name="T2" fmla="*/ 20 w 573"/>
                  <a:gd name="T3" fmla="*/ 16 h 588"/>
                  <a:gd name="T4" fmla="*/ 38 w 573"/>
                  <a:gd name="T5" fmla="*/ 32 h 588"/>
                  <a:gd name="T6" fmla="*/ 57 w 573"/>
                  <a:gd name="T7" fmla="*/ 48 h 588"/>
                  <a:gd name="T8" fmla="*/ 75 w 573"/>
                  <a:gd name="T9" fmla="*/ 64 h 588"/>
                  <a:gd name="T10" fmla="*/ 94 w 573"/>
                  <a:gd name="T11" fmla="*/ 80 h 588"/>
                  <a:gd name="T12" fmla="*/ 113 w 573"/>
                  <a:gd name="T13" fmla="*/ 96 h 588"/>
                  <a:gd name="T14" fmla="*/ 132 w 573"/>
                  <a:gd name="T15" fmla="*/ 112 h 588"/>
                  <a:gd name="T16" fmla="*/ 151 w 573"/>
                  <a:gd name="T17" fmla="*/ 128 h 588"/>
                  <a:gd name="T18" fmla="*/ 162 w 573"/>
                  <a:gd name="T19" fmla="*/ 143 h 588"/>
                  <a:gd name="T20" fmla="*/ 173 w 573"/>
                  <a:gd name="T21" fmla="*/ 159 h 588"/>
                  <a:gd name="T22" fmla="*/ 184 w 573"/>
                  <a:gd name="T23" fmla="*/ 174 h 588"/>
                  <a:gd name="T24" fmla="*/ 196 w 573"/>
                  <a:gd name="T25" fmla="*/ 189 h 588"/>
                  <a:gd name="T26" fmla="*/ 208 w 573"/>
                  <a:gd name="T27" fmla="*/ 202 h 588"/>
                  <a:gd name="T28" fmla="*/ 223 w 573"/>
                  <a:gd name="T29" fmla="*/ 215 h 588"/>
                  <a:gd name="T30" fmla="*/ 240 w 573"/>
                  <a:gd name="T31" fmla="*/ 224 h 588"/>
                  <a:gd name="T32" fmla="*/ 261 w 573"/>
                  <a:gd name="T33" fmla="*/ 232 h 588"/>
                  <a:gd name="T34" fmla="*/ 275 w 573"/>
                  <a:gd name="T35" fmla="*/ 251 h 588"/>
                  <a:gd name="T36" fmla="*/ 283 w 573"/>
                  <a:gd name="T37" fmla="*/ 266 h 588"/>
                  <a:gd name="T38" fmla="*/ 286 w 573"/>
                  <a:gd name="T39" fmla="*/ 276 h 588"/>
                  <a:gd name="T40" fmla="*/ 287 w 573"/>
                  <a:gd name="T41" fmla="*/ 282 h 588"/>
                  <a:gd name="T42" fmla="*/ 284 w 573"/>
                  <a:gd name="T43" fmla="*/ 287 h 588"/>
                  <a:gd name="T44" fmla="*/ 279 w 573"/>
                  <a:gd name="T45" fmla="*/ 289 h 588"/>
                  <a:gd name="T46" fmla="*/ 274 w 573"/>
                  <a:gd name="T47" fmla="*/ 292 h 588"/>
                  <a:gd name="T48" fmla="*/ 269 w 573"/>
                  <a:gd name="T49" fmla="*/ 294 h 588"/>
                  <a:gd name="T50" fmla="*/ 236 w 573"/>
                  <a:gd name="T51" fmla="*/ 285 h 588"/>
                  <a:gd name="T52" fmla="*/ 208 w 573"/>
                  <a:gd name="T53" fmla="*/ 271 h 588"/>
                  <a:gd name="T54" fmla="*/ 181 w 573"/>
                  <a:gd name="T55" fmla="*/ 251 h 588"/>
                  <a:gd name="T56" fmla="*/ 158 w 573"/>
                  <a:gd name="T57" fmla="*/ 229 h 588"/>
                  <a:gd name="T58" fmla="*/ 134 w 573"/>
                  <a:gd name="T59" fmla="*/ 205 h 588"/>
                  <a:gd name="T60" fmla="*/ 113 w 573"/>
                  <a:gd name="T61" fmla="*/ 180 h 588"/>
                  <a:gd name="T62" fmla="*/ 91 w 573"/>
                  <a:gd name="T63" fmla="*/ 155 h 588"/>
                  <a:gd name="T64" fmla="*/ 69 w 573"/>
                  <a:gd name="T65" fmla="*/ 133 h 588"/>
                  <a:gd name="T66" fmla="*/ 59 w 573"/>
                  <a:gd name="T67" fmla="*/ 119 h 588"/>
                  <a:gd name="T68" fmla="*/ 50 w 573"/>
                  <a:gd name="T69" fmla="*/ 106 h 588"/>
                  <a:gd name="T70" fmla="*/ 42 w 573"/>
                  <a:gd name="T71" fmla="*/ 93 h 588"/>
                  <a:gd name="T72" fmla="*/ 35 w 573"/>
                  <a:gd name="T73" fmla="*/ 80 h 588"/>
                  <a:gd name="T74" fmla="*/ 27 w 573"/>
                  <a:gd name="T75" fmla="*/ 67 h 588"/>
                  <a:gd name="T76" fmla="*/ 19 w 573"/>
                  <a:gd name="T77" fmla="*/ 53 h 588"/>
                  <a:gd name="T78" fmla="*/ 10 w 573"/>
                  <a:gd name="T79" fmla="*/ 40 h 588"/>
                  <a:gd name="T80" fmla="*/ 2 w 573"/>
                  <a:gd name="T81" fmla="*/ 28 h 588"/>
                  <a:gd name="T82" fmla="*/ 2 w 573"/>
                  <a:gd name="T83" fmla="*/ 24 h 588"/>
                  <a:gd name="T84" fmla="*/ 2 w 573"/>
                  <a:gd name="T85" fmla="*/ 20 h 588"/>
                  <a:gd name="T86" fmla="*/ 2 w 573"/>
                  <a:gd name="T87" fmla="*/ 17 h 588"/>
                  <a:gd name="T88" fmla="*/ 1 w 573"/>
                  <a:gd name="T89" fmla="*/ 14 h 588"/>
                  <a:gd name="T90" fmla="*/ 0 w 573"/>
                  <a:gd name="T91" fmla="*/ 10 h 588"/>
                  <a:gd name="T92" fmla="*/ 0 w 573"/>
                  <a:gd name="T93" fmla="*/ 7 h 588"/>
                  <a:gd name="T94" fmla="*/ 0 w 573"/>
                  <a:gd name="T95" fmla="*/ 3 h 588"/>
                  <a:gd name="T96" fmla="*/ 2 w 573"/>
                  <a:gd name="T97" fmla="*/ 0 h 5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3"/>
                  <a:gd name="T148" fmla="*/ 0 h 588"/>
                  <a:gd name="T149" fmla="*/ 573 w 573"/>
                  <a:gd name="T150" fmla="*/ 588 h 5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3" h="588">
                    <a:moveTo>
                      <a:pt x="3" y="0"/>
                    </a:moveTo>
                    <a:lnTo>
                      <a:pt x="39" y="32"/>
                    </a:lnTo>
                    <a:lnTo>
                      <a:pt x="75" y="64"/>
                    </a:lnTo>
                    <a:lnTo>
                      <a:pt x="113" y="96"/>
                    </a:lnTo>
                    <a:lnTo>
                      <a:pt x="150" y="128"/>
                    </a:lnTo>
                    <a:lnTo>
                      <a:pt x="188" y="160"/>
                    </a:lnTo>
                    <a:lnTo>
                      <a:pt x="226" y="192"/>
                    </a:lnTo>
                    <a:lnTo>
                      <a:pt x="263" y="224"/>
                    </a:lnTo>
                    <a:lnTo>
                      <a:pt x="301" y="256"/>
                    </a:lnTo>
                    <a:lnTo>
                      <a:pt x="324" y="286"/>
                    </a:lnTo>
                    <a:lnTo>
                      <a:pt x="346" y="318"/>
                    </a:lnTo>
                    <a:lnTo>
                      <a:pt x="367" y="349"/>
                    </a:lnTo>
                    <a:lnTo>
                      <a:pt x="391" y="379"/>
                    </a:lnTo>
                    <a:lnTo>
                      <a:pt x="416" y="405"/>
                    </a:lnTo>
                    <a:lnTo>
                      <a:pt x="446" y="430"/>
                    </a:lnTo>
                    <a:lnTo>
                      <a:pt x="480" y="449"/>
                    </a:lnTo>
                    <a:lnTo>
                      <a:pt x="522" y="464"/>
                    </a:lnTo>
                    <a:lnTo>
                      <a:pt x="549" y="502"/>
                    </a:lnTo>
                    <a:lnTo>
                      <a:pt x="566" y="531"/>
                    </a:lnTo>
                    <a:lnTo>
                      <a:pt x="572" y="551"/>
                    </a:lnTo>
                    <a:lnTo>
                      <a:pt x="573" y="564"/>
                    </a:lnTo>
                    <a:lnTo>
                      <a:pt x="567" y="573"/>
                    </a:lnTo>
                    <a:lnTo>
                      <a:pt x="557" y="578"/>
                    </a:lnTo>
                    <a:lnTo>
                      <a:pt x="547" y="583"/>
                    </a:lnTo>
                    <a:lnTo>
                      <a:pt x="537" y="588"/>
                    </a:lnTo>
                    <a:lnTo>
                      <a:pt x="472" y="569"/>
                    </a:lnTo>
                    <a:lnTo>
                      <a:pt x="415" y="541"/>
                    </a:lnTo>
                    <a:lnTo>
                      <a:pt x="362" y="503"/>
                    </a:lnTo>
                    <a:lnTo>
                      <a:pt x="315" y="459"/>
                    </a:lnTo>
                    <a:lnTo>
                      <a:pt x="268" y="410"/>
                    </a:lnTo>
                    <a:lnTo>
                      <a:pt x="226" y="360"/>
                    </a:lnTo>
                    <a:lnTo>
                      <a:pt x="181" y="310"/>
                    </a:lnTo>
                    <a:lnTo>
                      <a:pt x="137" y="265"/>
                    </a:lnTo>
                    <a:lnTo>
                      <a:pt x="118" y="239"/>
                    </a:lnTo>
                    <a:lnTo>
                      <a:pt x="100" y="212"/>
                    </a:lnTo>
                    <a:lnTo>
                      <a:pt x="84" y="186"/>
                    </a:lnTo>
                    <a:lnTo>
                      <a:pt x="69" y="160"/>
                    </a:lnTo>
                    <a:lnTo>
                      <a:pt x="53" y="133"/>
                    </a:lnTo>
                    <a:lnTo>
                      <a:pt x="38" y="107"/>
                    </a:lnTo>
                    <a:lnTo>
                      <a:pt x="20" y="81"/>
                    </a:lnTo>
                    <a:lnTo>
                      <a:pt x="3" y="56"/>
                    </a:lnTo>
                    <a:lnTo>
                      <a:pt x="3" y="48"/>
                    </a:lnTo>
                    <a:lnTo>
                      <a:pt x="4" y="41"/>
                    </a:lnTo>
                    <a:lnTo>
                      <a:pt x="3" y="34"/>
                    </a:lnTo>
                    <a:lnTo>
                      <a:pt x="1" y="28"/>
                    </a:lnTo>
                    <a:lnTo>
                      <a:pt x="0" y="21"/>
                    </a:lnTo>
                    <a:lnTo>
                      <a:pt x="0" y="14"/>
                    </a:lnTo>
                    <a:lnTo>
                      <a:pt x="0" y="7"/>
                    </a:lnTo>
                    <a:lnTo>
                      <a:pt x="3" y="0"/>
                    </a:lnTo>
                    <a:close/>
                  </a:path>
                </a:pathLst>
              </a:custGeom>
              <a:solidFill>
                <a:srgbClr val="7A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4" name="Freeform 593">
                <a:extLst>
                  <a:ext uri="{FF2B5EF4-FFF2-40B4-BE49-F238E27FC236}">
                    <a16:creationId xmlns:a16="http://schemas.microsoft.com/office/drawing/2014/main" id="{328FFD08-E26A-DC44-B76C-A20311FD3E85}"/>
                  </a:ext>
                </a:extLst>
              </p:cNvPr>
              <p:cNvSpPr>
                <a:spLocks/>
              </p:cNvSpPr>
              <p:nvPr/>
            </p:nvSpPr>
            <p:spPr bwMode="auto">
              <a:xfrm>
                <a:off x="4151" y="3641"/>
                <a:ext cx="419" cy="249"/>
              </a:xfrm>
              <a:custGeom>
                <a:avLst/>
                <a:gdLst>
                  <a:gd name="T0" fmla="*/ 268 w 837"/>
                  <a:gd name="T1" fmla="*/ 0 h 498"/>
                  <a:gd name="T2" fmla="*/ 239 w 837"/>
                  <a:gd name="T3" fmla="*/ 10 h 498"/>
                  <a:gd name="T4" fmla="*/ 216 w 837"/>
                  <a:gd name="T5" fmla="*/ 20 h 498"/>
                  <a:gd name="T6" fmla="*/ 198 w 837"/>
                  <a:gd name="T7" fmla="*/ 28 h 498"/>
                  <a:gd name="T8" fmla="*/ 183 w 837"/>
                  <a:gd name="T9" fmla="*/ 37 h 498"/>
                  <a:gd name="T10" fmla="*/ 169 w 837"/>
                  <a:gd name="T11" fmla="*/ 47 h 498"/>
                  <a:gd name="T12" fmla="*/ 155 w 837"/>
                  <a:gd name="T13" fmla="*/ 62 h 498"/>
                  <a:gd name="T14" fmla="*/ 140 w 837"/>
                  <a:gd name="T15" fmla="*/ 80 h 498"/>
                  <a:gd name="T16" fmla="*/ 122 w 837"/>
                  <a:gd name="T17" fmla="*/ 104 h 498"/>
                  <a:gd name="T18" fmla="*/ 114 w 837"/>
                  <a:gd name="T19" fmla="*/ 98 h 498"/>
                  <a:gd name="T20" fmla="*/ 106 w 837"/>
                  <a:gd name="T21" fmla="*/ 92 h 498"/>
                  <a:gd name="T22" fmla="*/ 98 w 837"/>
                  <a:gd name="T23" fmla="*/ 85 h 498"/>
                  <a:gd name="T24" fmla="*/ 90 w 837"/>
                  <a:gd name="T25" fmla="*/ 79 h 498"/>
                  <a:gd name="T26" fmla="*/ 82 w 837"/>
                  <a:gd name="T27" fmla="*/ 73 h 498"/>
                  <a:gd name="T28" fmla="*/ 74 w 837"/>
                  <a:gd name="T29" fmla="*/ 67 h 498"/>
                  <a:gd name="T30" fmla="*/ 66 w 837"/>
                  <a:gd name="T31" fmla="*/ 60 h 498"/>
                  <a:gd name="T32" fmla="*/ 58 w 837"/>
                  <a:gd name="T33" fmla="*/ 54 h 498"/>
                  <a:gd name="T34" fmla="*/ 53 w 837"/>
                  <a:gd name="T35" fmla="*/ 57 h 498"/>
                  <a:gd name="T36" fmla="*/ 47 w 837"/>
                  <a:gd name="T37" fmla="*/ 62 h 498"/>
                  <a:gd name="T38" fmla="*/ 38 w 837"/>
                  <a:gd name="T39" fmla="*/ 68 h 498"/>
                  <a:gd name="T40" fmla="*/ 29 w 837"/>
                  <a:gd name="T41" fmla="*/ 74 h 498"/>
                  <a:gd name="T42" fmla="*/ 19 w 837"/>
                  <a:gd name="T43" fmla="*/ 80 h 498"/>
                  <a:gd name="T44" fmla="*/ 11 w 837"/>
                  <a:gd name="T45" fmla="*/ 85 h 498"/>
                  <a:gd name="T46" fmla="*/ 4 w 837"/>
                  <a:gd name="T47" fmla="*/ 90 h 498"/>
                  <a:gd name="T48" fmla="*/ 0 w 837"/>
                  <a:gd name="T49" fmla="*/ 95 h 498"/>
                  <a:gd name="T50" fmla="*/ 20 w 837"/>
                  <a:gd name="T51" fmla="*/ 114 h 498"/>
                  <a:gd name="T52" fmla="*/ 43 w 837"/>
                  <a:gd name="T53" fmla="*/ 136 h 498"/>
                  <a:gd name="T54" fmla="*/ 66 w 837"/>
                  <a:gd name="T55" fmla="*/ 157 h 498"/>
                  <a:gd name="T56" fmla="*/ 90 w 837"/>
                  <a:gd name="T57" fmla="*/ 179 h 498"/>
                  <a:gd name="T58" fmla="*/ 114 w 837"/>
                  <a:gd name="T59" fmla="*/ 199 h 498"/>
                  <a:gd name="T60" fmla="*/ 139 w 837"/>
                  <a:gd name="T61" fmla="*/ 218 h 498"/>
                  <a:gd name="T62" fmla="*/ 162 w 837"/>
                  <a:gd name="T63" fmla="*/ 233 h 498"/>
                  <a:gd name="T64" fmla="*/ 186 w 837"/>
                  <a:gd name="T65" fmla="*/ 246 h 498"/>
                  <a:gd name="T66" fmla="*/ 204 w 837"/>
                  <a:gd name="T67" fmla="*/ 249 h 498"/>
                  <a:gd name="T68" fmla="*/ 219 w 837"/>
                  <a:gd name="T69" fmla="*/ 248 h 498"/>
                  <a:gd name="T70" fmla="*/ 230 w 837"/>
                  <a:gd name="T71" fmla="*/ 241 h 498"/>
                  <a:gd name="T72" fmla="*/ 239 w 837"/>
                  <a:gd name="T73" fmla="*/ 231 h 498"/>
                  <a:gd name="T74" fmla="*/ 243 w 837"/>
                  <a:gd name="T75" fmla="*/ 216 h 498"/>
                  <a:gd name="T76" fmla="*/ 245 w 837"/>
                  <a:gd name="T77" fmla="*/ 199 h 498"/>
                  <a:gd name="T78" fmla="*/ 242 w 837"/>
                  <a:gd name="T79" fmla="*/ 178 h 498"/>
                  <a:gd name="T80" fmla="*/ 236 w 837"/>
                  <a:gd name="T81" fmla="*/ 154 h 498"/>
                  <a:gd name="T82" fmla="*/ 258 w 837"/>
                  <a:gd name="T83" fmla="*/ 123 h 498"/>
                  <a:gd name="T84" fmla="*/ 279 w 837"/>
                  <a:gd name="T85" fmla="*/ 106 h 498"/>
                  <a:gd name="T86" fmla="*/ 298 w 837"/>
                  <a:gd name="T87" fmla="*/ 97 h 498"/>
                  <a:gd name="T88" fmla="*/ 317 w 837"/>
                  <a:gd name="T89" fmla="*/ 97 h 498"/>
                  <a:gd name="T90" fmla="*/ 337 w 837"/>
                  <a:gd name="T91" fmla="*/ 101 h 498"/>
                  <a:gd name="T92" fmla="*/ 361 w 837"/>
                  <a:gd name="T93" fmla="*/ 107 h 498"/>
                  <a:gd name="T94" fmla="*/ 387 w 837"/>
                  <a:gd name="T95" fmla="*/ 113 h 498"/>
                  <a:gd name="T96" fmla="*/ 419 w 837"/>
                  <a:gd name="T97" fmla="*/ 116 h 498"/>
                  <a:gd name="T98" fmla="*/ 400 w 837"/>
                  <a:gd name="T99" fmla="*/ 102 h 498"/>
                  <a:gd name="T100" fmla="*/ 382 w 837"/>
                  <a:gd name="T101" fmla="*/ 87 h 498"/>
                  <a:gd name="T102" fmla="*/ 362 w 837"/>
                  <a:gd name="T103" fmla="*/ 72 h 498"/>
                  <a:gd name="T104" fmla="*/ 344 w 837"/>
                  <a:gd name="T105" fmla="*/ 57 h 498"/>
                  <a:gd name="T106" fmla="*/ 324 w 837"/>
                  <a:gd name="T107" fmla="*/ 42 h 498"/>
                  <a:gd name="T108" fmla="*/ 305 w 837"/>
                  <a:gd name="T109" fmla="*/ 27 h 498"/>
                  <a:gd name="T110" fmla="*/ 285 w 837"/>
                  <a:gd name="T111" fmla="*/ 13 h 498"/>
                  <a:gd name="T112" fmla="*/ 268 w 837"/>
                  <a:gd name="T113" fmla="*/ 0 h 4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98"/>
                  <a:gd name="T173" fmla="*/ 837 w 837"/>
                  <a:gd name="T174" fmla="*/ 498 h 49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98">
                    <a:moveTo>
                      <a:pt x="535" y="0"/>
                    </a:moveTo>
                    <a:lnTo>
                      <a:pt x="477" y="20"/>
                    </a:lnTo>
                    <a:lnTo>
                      <a:pt x="432" y="39"/>
                    </a:lnTo>
                    <a:lnTo>
                      <a:pt x="395" y="55"/>
                    </a:lnTo>
                    <a:lnTo>
                      <a:pt x="366" y="74"/>
                    </a:lnTo>
                    <a:lnTo>
                      <a:pt x="337" y="94"/>
                    </a:lnTo>
                    <a:lnTo>
                      <a:pt x="309" y="123"/>
                    </a:lnTo>
                    <a:lnTo>
                      <a:pt x="279" y="159"/>
                    </a:lnTo>
                    <a:lnTo>
                      <a:pt x="244" y="208"/>
                    </a:lnTo>
                    <a:lnTo>
                      <a:pt x="228" y="196"/>
                    </a:lnTo>
                    <a:lnTo>
                      <a:pt x="212" y="183"/>
                    </a:lnTo>
                    <a:lnTo>
                      <a:pt x="195" y="170"/>
                    </a:lnTo>
                    <a:lnTo>
                      <a:pt x="180" y="158"/>
                    </a:lnTo>
                    <a:lnTo>
                      <a:pt x="164" y="145"/>
                    </a:lnTo>
                    <a:lnTo>
                      <a:pt x="148" y="133"/>
                    </a:lnTo>
                    <a:lnTo>
                      <a:pt x="131" y="120"/>
                    </a:lnTo>
                    <a:lnTo>
                      <a:pt x="116" y="108"/>
                    </a:lnTo>
                    <a:lnTo>
                      <a:pt x="106" y="114"/>
                    </a:lnTo>
                    <a:lnTo>
                      <a:pt x="94" y="125"/>
                    </a:lnTo>
                    <a:lnTo>
                      <a:pt x="75" y="135"/>
                    </a:lnTo>
                    <a:lnTo>
                      <a:pt x="57" y="148"/>
                    </a:lnTo>
                    <a:lnTo>
                      <a:pt x="38" y="159"/>
                    </a:lnTo>
                    <a:lnTo>
                      <a:pt x="21" y="170"/>
                    </a:lnTo>
                    <a:lnTo>
                      <a:pt x="7" y="180"/>
                    </a:lnTo>
                    <a:lnTo>
                      <a:pt x="0" y="189"/>
                    </a:lnTo>
                    <a:lnTo>
                      <a:pt x="40" y="228"/>
                    </a:lnTo>
                    <a:lnTo>
                      <a:pt x="85" y="271"/>
                    </a:lnTo>
                    <a:lnTo>
                      <a:pt x="131" y="313"/>
                    </a:lnTo>
                    <a:lnTo>
                      <a:pt x="180" y="357"/>
                    </a:lnTo>
                    <a:lnTo>
                      <a:pt x="228" y="397"/>
                    </a:lnTo>
                    <a:lnTo>
                      <a:pt x="277" y="435"/>
                    </a:lnTo>
                    <a:lnTo>
                      <a:pt x="324" y="466"/>
                    </a:lnTo>
                    <a:lnTo>
                      <a:pt x="372" y="491"/>
                    </a:lnTo>
                    <a:lnTo>
                      <a:pt x="407" y="498"/>
                    </a:lnTo>
                    <a:lnTo>
                      <a:pt x="437" y="495"/>
                    </a:lnTo>
                    <a:lnTo>
                      <a:pt x="460" y="481"/>
                    </a:lnTo>
                    <a:lnTo>
                      <a:pt x="477" y="461"/>
                    </a:lnTo>
                    <a:lnTo>
                      <a:pt x="486" y="432"/>
                    </a:lnTo>
                    <a:lnTo>
                      <a:pt x="489" y="397"/>
                    </a:lnTo>
                    <a:lnTo>
                      <a:pt x="484" y="355"/>
                    </a:lnTo>
                    <a:lnTo>
                      <a:pt x="471" y="308"/>
                    </a:lnTo>
                    <a:lnTo>
                      <a:pt x="516" y="246"/>
                    </a:lnTo>
                    <a:lnTo>
                      <a:pt x="558" y="211"/>
                    </a:lnTo>
                    <a:lnTo>
                      <a:pt x="595" y="194"/>
                    </a:lnTo>
                    <a:lnTo>
                      <a:pt x="634" y="194"/>
                    </a:lnTo>
                    <a:lnTo>
                      <a:pt x="674" y="202"/>
                    </a:lnTo>
                    <a:lnTo>
                      <a:pt x="721" y="214"/>
                    </a:lnTo>
                    <a:lnTo>
                      <a:pt x="773" y="226"/>
                    </a:lnTo>
                    <a:lnTo>
                      <a:pt x="837" y="231"/>
                    </a:lnTo>
                    <a:lnTo>
                      <a:pt x="800" y="203"/>
                    </a:lnTo>
                    <a:lnTo>
                      <a:pt x="763" y="174"/>
                    </a:lnTo>
                    <a:lnTo>
                      <a:pt x="724" y="144"/>
                    </a:lnTo>
                    <a:lnTo>
                      <a:pt x="687" y="114"/>
                    </a:lnTo>
                    <a:lnTo>
                      <a:pt x="647" y="83"/>
                    </a:lnTo>
                    <a:lnTo>
                      <a:pt x="609" y="54"/>
                    </a:lnTo>
                    <a:lnTo>
                      <a:pt x="570" y="25"/>
                    </a:lnTo>
                    <a:lnTo>
                      <a:pt x="535" y="0"/>
                    </a:lnTo>
                    <a:close/>
                  </a:path>
                </a:pathLst>
              </a:custGeom>
              <a:solidFill>
                <a:srgbClr val="8C9E9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5" name="Freeform 594">
                <a:extLst>
                  <a:ext uri="{FF2B5EF4-FFF2-40B4-BE49-F238E27FC236}">
                    <a16:creationId xmlns:a16="http://schemas.microsoft.com/office/drawing/2014/main" id="{B7ACA84B-2353-6647-968A-E4ACD5FD83E2}"/>
                  </a:ext>
                </a:extLst>
              </p:cNvPr>
              <p:cNvSpPr>
                <a:spLocks/>
              </p:cNvSpPr>
              <p:nvPr/>
            </p:nvSpPr>
            <p:spPr bwMode="auto">
              <a:xfrm>
                <a:off x="4151" y="3644"/>
                <a:ext cx="419" cy="245"/>
              </a:xfrm>
              <a:custGeom>
                <a:avLst/>
                <a:gdLst>
                  <a:gd name="T0" fmla="*/ 273 w 837"/>
                  <a:gd name="T1" fmla="*/ 0 h 489"/>
                  <a:gd name="T2" fmla="*/ 244 w 837"/>
                  <a:gd name="T3" fmla="*/ 11 h 489"/>
                  <a:gd name="T4" fmla="*/ 221 w 837"/>
                  <a:gd name="T5" fmla="*/ 20 h 489"/>
                  <a:gd name="T6" fmla="*/ 202 w 837"/>
                  <a:gd name="T7" fmla="*/ 29 h 489"/>
                  <a:gd name="T8" fmla="*/ 186 w 837"/>
                  <a:gd name="T9" fmla="*/ 39 h 489"/>
                  <a:gd name="T10" fmla="*/ 172 w 837"/>
                  <a:gd name="T11" fmla="*/ 51 h 489"/>
                  <a:gd name="T12" fmla="*/ 158 w 837"/>
                  <a:gd name="T13" fmla="*/ 65 h 489"/>
                  <a:gd name="T14" fmla="*/ 142 w 837"/>
                  <a:gd name="T15" fmla="*/ 84 h 489"/>
                  <a:gd name="T16" fmla="*/ 125 w 837"/>
                  <a:gd name="T17" fmla="*/ 108 h 489"/>
                  <a:gd name="T18" fmla="*/ 116 w 837"/>
                  <a:gd name="T19" fmla="*/ 101 h 489"/>
                  <a:gd name="T20" fmla="*/ 107 w 837"/>
                  <a:gd name="T21" fmla="*/ 95 h 489"/>
                  <a:gd name="T22" fmla="*/ 98 w 837"/>
                  <a:gd name="T23" fmla="*/ 88 h 489"/>
                  <a:gd name="T24" fmla="*/ 89 w 837"/>
                  <a:gd name="T25" fmla="*/ 82 h 489"/>
                  <a:gd name="T26" fmla="*/ 80 w 837"/>
                  <a:gd name="T27" fmla="*/ 74 h 489"/>
                  <a:gd name="T28" fmla="*/ 71 w 837"/>
                  <a:gd name="T29" fmla="*/ 68 h 489"/>
                  <a:gd name="T30" fmla="*/ 62 w 837"/>
                  <a:gd name="T31" fmla="*/ 61 h 489"/>
                  <a:gd name="T32" fmla="*/ 54 w 837"/>
                  <a:gd name="T33" fmla="*/ 56 h 489"/>
                  <a:gd name="T34" fmla="*/ 50 w 837"/>
                  <a:gd name="T35" fmla="*/ 59 h 489"/>
                  <a:gd name="T36" fmla="*/ 43 w 837"/>
                  <a:gd name="T37" fmla="*/ 63 h 489"/>
                  <a:gd name="T38" fmla="*/ 35 w 837"/>
                  <a:gd name="T39" fmla="*/ 67 h 489"/>
                  <a:gd name="T40" fmla="*/ 27 w 837"/>
                  <a:gd name="T41" fmla="*/ 73 h 489"/>
                  <a:gd name="T42" fmla="*/ 18 w 837"/>
                  <a:gd name="T43" fmla="*/ 78 h 489"/>
                  <a:gd name="T44" fmla="*/ 10 w 837"/>
                  <a:gd name="T45" fmla="*/ 83 h 489"/>
                  <a:gd name="T46" fmla="*/ 4 w 837"/>
                  <a:gd name="T47" fmla="*/ 87 h 489"/>
                  <a:gd name="T48" fmla="*/ 0 w 837"/>
                  <a:gd name="T49" fmla="*/ 92 h 489"/>
                  <a:gd name="T50" fmla="*/ 20 w 837"/>
                  <a:gd name="T51" fmla="*/ 111 h 489"/>
                  <a:gd name="T52" fmla="*/ 43 w 837"/>
                  <a:gd name="T53" fmla="*/ 133 h 489"/>
                  <a:gd name="T54" fmla="*/ 66 w 837"/>
                  <a:gd name="T55" fmla="*/ 154 h 489"/>
                  <a:gd name="T56" fmla="*/ 90 w 837"/>
                  <a:gd name="T57" fmla="*/ 175 h 489"/>
                  <a:gd name="T58" fmla="*/ 114 w 837"/>
                  <a:gd name="T59" fmla="*/ 195 h 489"/>
                  <a:gd name="T60" fmla="*/ 139 w 837"/>
                  <a:gd name="T61" fmla="*/ 214 h 489"/>
                  <a:gd name="T62" fmla="*/ 162 w 837"/>
                  <a:gd name="T63" fmla="*/ 229 h 489"/>
                  <a:gd name="T64" fmla="*/ 186 w 837"/>
                  <a:gd name="T65" fmla="*/ 242 h 489"/>
                  <a:gd name="T66" fmla="*/ 203 w 837"/>
                  <a:gd name="T67" fmla="*/ 245 h 489"/>
                  <a:gd name="T68" fmla="*/ 218 w 837"/>
                  <a:gd name="T69" fmla="*/ 244 h 489"/>
                  <a:gd name="T70" fmla="*/ 230 w 837"/>
                  <a:gd name="T71" fmla="*/ 237 h 489"/>
                  <a:gd name="T72" fmla="*/ 238 w 837"/>
                  <a:gd name="T73" fmla="*/ 227 h 489"/>
                  <a:gd name="T74" fmla="*/ 243 w 837"/>
                  <a:gd name="T75" fmla="*/ 213 h 489"/>
                  <a:gd name="T76" fmla="*/ 244 w 837"/>
                  <a:gd name="T77" fmla="*/ 196 h 489"/>
                  <a:gd name="T78" fmla="*/ 241 w 837"/>
                  <a:gd name="T79" fmla="*/ 175 h 489"/>
                  <a:gd name="T80" fmla="*/ 236 w 837"/>
                  <a:gd name="T81" fmla="*/ 151 h 489"/>
                  <a:gd name="T82" fmla="*/ 258 w 837"/>
                  <a:gd name="T83" fmla="*/ 120 h 489"/>
                  <a:gd name="T84" fmla="*/ 279 w 837"/>
                  <a:gd name="T85" fmla="*/ 103 h 489"/>
                  <a:gd name="T86" fmla="*/ 298 w 837"/>
                  <a:gd name="T87" fmla="*/ 94 h 489"/>
                  <a:gd name="T88" fmla="*/ 317 w 837"/>
                  <a:gd name="T89" fmla="*/ 94 h 489"/>
                  <a:gd name="T90" fmla="*/ 337 w 837"/>
                  <a:gd name="T91" fmla="*/ 98 h 489"/>
                  <a:gd name="T92" fmla="*/ 361 w 837"/>
                  <a:gd name="T93" fmla="*/ 104 h 489"/>
                  <a:gd name="T94" fmla="*/ 387 w 837"/>
                  <a:gd name="T95" fmla="*/ 110 h 489"/>
                  <a:gd name="T96" fmla="*/ 419 w 837"/>
                  <a:gd name="T97" fmla="*/ 113 h 489"/>
                  <a:gd name="T98" fmla="*/ 401 w 837"/>
                  <a:gd name="T99" fmla="*/ 99 h 489"/>
                  <a:gd name="T100" fmla="*/ 383 w 837"/>
                  <a:gd name="T101" fmla="*/ 85 h 489"/>
                  <a:gd name="T102" fmla="*/ 364 w 837"/>
                  <a:gd name="T103" fmla="*/ 71 h 489"/>
                  <a:gd name="T104" fmla="*/ 346 w 837"/>
                  <a:gd name="T105" fmla="*/ 56 h 489"/>
                  <a:gd name="T106" fmla="*/ 327 w 837"/>
                  <a:gd name="T107" fmla="*/ 41 h 489"/>
                  <a:gd name="T108" fmla="*/ 309 w 837"/>
                  <a:gd name="T109" fmla="*/ 27 h 489"/>
                  <a:gd name="T110" fmla="*/ 290 w 837"/>
                  <a:gd name="T111" fmla="*/ 13 h 489"/>
                  <a:gd name="T112" fmla="*/ 273 w 837"/>
                  <a:gd name="T113" fmla="*/ 0 h 48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89"/>
                  <a:gd name="T173" fmla="*/ 837 w 837"/>
                  <a:gd name="T174" fmla="*/ 489 h 48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89">
                    <a:moveTo>
                      <a:pt x="545" y="0"/>
                    </a:moveTo>
                    <a:lnTo>
                      <a:pt x="487" y="22"/>
                    </a:lnTo>
                    <a:lnTo>
                      <a:pt x="441" y="40"/>
                    </a:lnTo>
                    <a:lnTo>
                      <a:pt x="403" y="58"/>
                    </a:lnTo>
                    <a:lnTo>
                      <a:pt x="372" y="78"/>
                    </a:lnTo>
                    <a:lnTo>
                      <a:pt x="343" y="101"/>
                    </a:lnTo>
                    <a:lnTo>
                      <a:pt x="316" y="129"/>
                    </a:lnTo>
                    <a:lnTo>
                      <a:pt x="284" y="167"/>
                    </a:lnTo>
                    <a:lnTo>
                      <a:pt x="249" y="216"/>
                    </a:lnTo>
                    <a:lnTo>
                      <a:pt x="232" y="202"/>
                    </a:lnTo>
                    <a:lnTo>
                      <a:pt x="214" y="190"/>
                    </a:lnTo>
                    <a:lnTo>
                      <a:pt x="195" y="176"/>
                    </a:lnTo>
                    <a:lnTo>
                      <a:pt x="178" y="163"/>
                    </a:lnTo>
                    <a:lnTo>
                      <a:pt x="159" y="148"/>
                    </a:lnTo>
                    <a:lnTo>
                      <a:pt x="141" y="136"/>
                    </a:lnTo>
                    <a:lnTo>
                      <a:pt x="123" y="122"/>
                    </a:lnTo>
                    <a:lnTo>
                      <a:pt x="107" y="111"/>
                    </a:lnTo>
                    <a:lnTo>
                      <a:pt x="99" y="117"/>
                    </a:lnTo>
                    <a:lnTo>
                      <a:pt x="86" y="126"/>
                    </a:lnTo>
                    <a:lnTo>
                      <a:pt x="70" y="134"/>
                    </a:lnTo>
                    <a:lnTo>
                      <a:pt x="54" y="146"/>
                    </a:lnTo>
                    <a:lnTo>
                      <a:pt x="35" y="156"/>
                    </a:lnTo>
                    <a:lnTo>
                      <a:pt x="20" y="166"/>
                    </a:lnTo>
                    <a:lnTo>
                      <a:pt x="7" y="174"/>
                    </a:lnTo>
                    <a:lnTo>
                      <a:pt x="0" y="183"/>
                    </a:lnTo>
                    <a:lnTo>
                      <a:pt x="40" y="222"/>
                    </a:lnTo>
                    <a:lnTo>
                      <a:pt x="85" y="265"/>
                    </a:lnTo>
                    <a:lnTo>
                      <a:pt x="131" y="307"/>
                    </a:lnTo>
                    <a:lnTo>
                      <a:pt x="180" y="350"/>
                    </a:lnTo>
                    <a:lnTo>
                      <a:pt x="228" y="390"/>
                    </a:lnTo>
                    <a:lnTo>
                      <a:pt x="277" y="428"/>
                    </a:lnTo>
                    <a:lnTo>
                      <a:pt x="324" y="458"/>
                    </a:lnTo>
                    <a:lnTo>
                      <a:pt x="372" y="483"/>
                    </a:lnTo>
                    <a:lnTo>
                      <a:pt x="406" y="489"/>
                    </a:lnTo>
                    <a:lnTo>
                      <a:pt x="436" y="487"/>
                    </a:lnTo>
                    <a:lnTo>
                      <a:pt x="459" y="474"/>
                    </a:lnTo>
                    <a:lnTo>
                      <a:pt x="476" y="454"/>
                    </a:lnTo>
                    <a:lnTo>
                      <a:pt x="485" y="425"/>
                    </a:lnTo>
                    <a:lnTo>
                      <a:pt x="487" y="391"/>
                    </a:lnTo>
                    <a:lnTo>
                      <a:pt x="482" y="349"/>
                    </a:lnTo>
                    <a:lnTo>
                      <a:pt x="471" y="302"/>
                    </a:lnTo>
                    <a:lnTo>
                      <a:pt x="516" y="240"/>
                    </a:lnTo>
                    <a:lnTo>
                      <a:pt x="558" y="205"/>
                    </a:lnTo>
                    <a:lnTo>
                      <a:pt x="595" y="188"/>
                    </a:lnTo>
                    <a:lnTo>
                      <a:pt x="634" y="188"/>
                    </a:lnTo>
                    <a:lnTo>
                      <a:pt x="674" y="196"/>
                    </a:lnTo>
                    <a:lnTo>
                      <a:pt x="721" y="208"/>
                    </a:lnTo>
                    <a:lnTo>
                      <a:pt x="773" y="220"/>
                    </a:lnTo>
                    <a:lnTo>
                      <a:pt x="837" y="225"/>
                    </a:lnTo>
                    <a:lnTo>
                      <a:pt x="801" y="197"/>
                    </a:lnTo>
                    <a:lnTo>
                      <a:pt x="765" y="169"/>
                    </a:lnTo>
                    <a:lnTo>
                      <a:pt x="727" y="141"/>
                    </a:lnTo>
                    <a:lnTo>
                      <a:pt x="691" y="112"/>
                    </a:lnTo>
                    <a:lnTo>
                      <a:pt x="653" y="82"/>
                    </a:lnTo>
                    <a:lnTo>
                      <a:pt x="617" y="54"/>
                    </a:lnTo>
                    <a:lnTo>
                      <a:pt x="579" y="25"/>
                    </a:lnTo>
                    <a:lnTo>
                      <a:pt x="545" y="0"/>
                    </a:lnTo>
                    <a:close/>
                  </a:path>
                </a:pathLst>
              </a:custGeom>
              <a:solidFill>
                <a:srgbClr val="91A3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6" name="Freeform 595">
                <a:extLst>
                  <a:ext uri="{FF2B5EF4-FFF2-40B4-BE49-F238E27FC236}">
                    <a16:creationId xmlns:a16="http://schemas.microsoft.com/office/drawing/2014/main" id="{62C93854-8A20-BD45-BA75-115F69D73B17}"/>
                  </a:ext>
                </a:extLst>
              </p:cNvPr>
              <p:cNvSpPr>
                <a:spLocks/>
              </p:cNvSpPr>
              <p:nvPr/>
            </p:nvSpPr>
            <p:spPr bwMode="auto">
              <a:xfrm>
                <a:off x="4151" y="3648"/>
                <a:ext cx="419" cy="239"/>
              </a:xfrm>
              <a:custGeom>
                <a:avLst/>
                <a:gdLst>
                  <a:gd name="T0" fmla="*/ 277 w 837"/>
                  <a:gd name="T1" fmla="*/ 0 h 479"/>
                  <a:gd name="T2" fmla="*/ 248 w 837"/>
                  <a:gd name="T3" fmla="*/ 10 h 479"/>
                  <a:gd name="T4" fmla="*/ 225 w 837"/>
                  <a:gd name="T5" fmla="*/ 20 h 479"/>
                  <a:gd name="T6" fmla="*/ 206 w 837"/>
                  <a:gd name="T7" fmla="*/ 29 h 479"/>
                  <a:gd name="T8" fmla="*/ 191 w 837"/>
                  <a:gd name="T9" fmla="*/ 40 h 479"/>
                  <a:gd name="T10" fmla="*/ 175 w 837"/>
                  <a:gd name="T11" fmla="*/ 52 h 479"/>
                  <a:gd name="T12" fmla="*/ 161 w 837"/>
                  <a:gd name="T13" fmla="*/ 67 h 479"/>
                  <a:gd name="T14" fmla="*/ 145 w 837"/>
                  <a:gd name="T15" fmla="*/ 86 h 479"/>
                  <a:gd name="T16" fmla="*/ 127 w 837"/>
                  <a:gd name="T17" fmla="*/ 111 h 479"/>
                  <a:gd name="T18" fmla="*/ 118 w 837"/>
                  <a:gd name="T19" fmla="*/ 104 h 479"/>
                  <a:gd name="T20" fmla="*/ 109 w 837"/>
                  <a:gd name="T21" fmla="*/ 97 h 479"/>
                  <a:gd name="T22" fmla="*/ 98 w 837"/>
                  <a:gd name="T23" fmla="*/ 89 h 479"/>
                  <a:gd name="T24" fmla="*/ 88 w 837"/>
                  <a:gd name="T25" fmla="*/ 82 h 479"/>
                  <a:gd name="T26" fmla="*/ 78 w 837"/>
                  <a:gd name="T27" fmla="*/ 75 h 479"/>
                  <a:gd name="T28" fmla="*/ 68 w 837"/>
                  <a:gd name="T29" fmla="*/ 68 h 479"/>
                  <a:gd name="T30" fmla="*/ 58 w 837"/>
                  <a:gd name="T31" fmla="*/ 60 h 479"/>
                  <a:gd name="T32" fmla="*/ 50 w 837"/>
                  <a:gd name="T33" fmla="*/ 55 h 479"/>
                  <a:gd name="T34" fmla="*/ 45 w 837"/>
                  <a:gd name="T35" fmla="*/ 58 h 479"/>
                  <a:gd name="T36" fmla="*/ 40 w 837"/>
                  <a:gd name="T37" fmla="*/ 62 h 479"/>
                  <a:gd name="T38" fmla="*/ 32 w 837"/>
                  <a:gd name="T39" fmla="*/ 66 h 479"/>
                  <a:gd name="T40" fmla="*/ 25 w 837"/>
                  <a:gd name="T41" fmla="*/ 71 h 479"/>
                  <a:gd name="T42" fmla="*/ 16 w 837"/>
                  <a:gd name="T43" fmla="*/ 75 h 479"/>
                  <a:gd name="T44" fmla="*/ 9 w 837"/>
                  <a:gd name="T45" fmla="*/ 79 h 479"/>
                  <a:gd name="T46" fmla="*/ 4 w 837"/>
                  <a:gd name="T47" fmla="*/ 83 h 479"/>
                  <a:gd name="T48" fmla="*/ 0 w 837"/>
                  <a:gd name="T49" fmla="*/ 87 h 479"/>
                  <a:gd name="T50" fmla="*/ 20 w 837"/>
                  <a:gd name="T51" fmla="*/ 107 h 479"/>
                  <a:gd name="T52" fmla="*/ 43 w 837"/>
                  <a:gd name="T53" fmla="*/ 127 h 479"/>
                  <a:gd name="T54" fmla="*/ 66 w 837"/>
                  <a:gd name="T55" fmla="*/ 149 h 479"/>
                  <a:gd name="T56" fmla="*/ 90 w 837"/>
                  <a:gd name="T57" fmla="*/ 170 h 479"/>
                  <a:gd name="T58" fmla="*/ 114 w 837"/>
                  <a:gd name="T59" fmla="*/ 190 h 479"/>
                  <a:gd name="T60" fmla="*/ 139 w 837"/>
                  <a:gd name="T61" fmla="*/ 208 h 479"/>
                  <a:gd name="T62" fmla="*/ 162 w 837"/>
                  <a:gd name="T63" fmla="*/ 224 h 479"/>
                  <a:gd name="T64" fmla="*/ 187 w 837"/>
                  <a:gd name="T65" fmla="*/ 237 h 479"/>
                  <a:gd name="T66" fmla="*/ 203 w 837"/>
                  <a:gd name="T67" fmla="*/ 239 h 479"/>
                  <a:gd name="T68" fmla="*/ 218 w 837"/>
                  <a:gd name="T69" fmla="*/ 238 h 479"/>
                  <a:gd name="T70" fmla="*/ 228 w 837"/>
                  <a:gd name="T71" fmla="*/ 231 h 479"/>
                  <a:gd name="T72" fmla="*/ 238 w 837"/>
                  <a:gd name="T73" fmla="*/ 222 h 479"/>
                  <a:gd name="T74" fmla="*/ 242 w 837"/>
                  <a:gd name="T75" fmla="*/ 208 h 479"/>
                  <a:gd name="T76" fmla="*/ 244 w 837"/>
                  <a:gd name="T77" fmla="*/ 191 h 479"/>
                  <a:gd name="T78" fmla="*/ 241 w 837"/>
                  <a:gd name="T79" fmla="*/ 170 h 479"/>
                  <a:gd name="T80" fmla="*/ 236 w 837"/>
                  <a:gd name="T81" fmla="*/ 147 h 479"/>
                  <a:gd name="T82" fmla="*/ 258 w 837"/>
                  <a:gd name="T83" fmla="*/ 116 h 479"/>
                  <a:gd name="T84" fmla="*/ 279 w 837"/>
                  <a:gd name="T85" fmla="*/ 98 h 479"/>
                  <a:gd name="T86" fmla="*/ 298 w 837"/>
                  <a:gd name="T87" fmla="*/ 90 h 479"/>
                  <a:gd name="T88" fmla="*/ 317 w 837"/>
                  <a:gd name="T89" fmla="*/ 90 h 479"/>
                  <a:gd name="T90" fmla="*/ 337 w 837"/>
                  <a:gd name="T91" fmla="*/ 94 h 479"/>
                  <a:gd name="T92" fmla="*/ 361 w 837"/>
                  <a:gd name="T93" fmla="*/ 100 h 479"/>
                  <a:gd name="T94" fmla="*/ 387 w 837"/>
                  <a:gd name="T95" fmla="*/ 106 h 479"/>
                  <a:gd name="T96" fmla="*/ 419 w 837"/>
                  <a:gd name="T97" fmla="*/ 108 h 479"/>
                  <a:gd name="T98" fmla="*/ 401 w 837"/>
                  <a:gd name="T99" fmla="*/ 94 h 479"/>
                  <a:gd name="T100" fmla="*/ 383 w 837"/>
                  <a:gd name="T101" fmla="*/ 81 h 479"/>
                  <a:gd name="T102" fmla="*/ 366 w 837"/>
                  <a:gd name="T103" fmla="*/ 67 h 479"/>
                  <a:gd name="T104" fmla="*/ 348 w 837"/>
                  <a:gd name="T105" fmla="*/ 54 h 479"/>
                  <a:gd name="T106" fmla="*/ 330 w 837"/>
                  <a:gd name="T107" fmla="*/ 39 h 479"/>
                  <a:gd name="T108" fmla="*/ 312 w 837"/>
                  <a:gd name="T109" fmla="*/ 25 h 479"/>
                  <a:gd name="T110" fmla="*/ 294 w 837"/>
                  <a:gd name="T111" fmla="*/ 12 h 479"/>
                  <a:gd name="T112" fmla="*/ 277 w 837"/>
                  <a:gd name="T113" fmla="*/ 0 h 4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9"/>
                  <a:gd name="T173" fmla="*/ 837 w 837"/>
                  <a:gd name="T174" fmla="*/ 479 h 4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9">
                    <a:moveTo>
                      <a:pt x="554" y="0"/>
                    </a:moveTo>
                    <a:lnTo>
                      <a:pt x="496" y="21"/>
                    </a:lnTo>
                    <a:lnTo>
                      <a:pt x="450" y="41"/>
                    </a:lnTo>
                    <a:lnTo>
                      <a:pt x="412" y="59"/>
                    </a:lnTo>
                    <a:lnTo>
                      <a:pt x="381" y="80"/>
                    </a:lnTo>
                    <a:lnTo>
                      <a:pt x="349" y="104"/>
                    </a:lnTo>
                    <a:lnTo>
                      <a:pt x="321" y="134"/>
                    </a:lnTo>
                    <a:lnTo>
                      <a:pt x="289" y="172"/>
                    </a:lnTo>
                    <a:lnTo>
                      <a:pt x="254" y="222"/>
                    </a:lnTo>
                    <a:lnTo>
                      <a:pt x="235" y="208"/>
                    </a:lnTo>
                    <a:lnTo>
                      <a:pt x="217" y="194"/>
                    </a:lnTo>
                    <a:lnTo>
                      <a:pt x="196" y="179"/>
                    </a:lnTo>
                    <a:lnTo>
                      <a:pt x="176" y="165"/>
                    </a:lnTo>
                    <a:lnTo>
                      <a:pt x="155" y="150"/>
                    </a:lnTo>
                    <a:lnTo>
                      <a:pt x="135" y="136"/>
                    </a:lnTo>
                    <a:lnTo>
                      <a:pt x="115" y="121"/>
                    </a:lnTo>
                    <a:lnTo>
                      <a:pt x="99" y="110"/>
                    </a:lnTo>
                    <a:lnTo>
                      <a:pt x="90" y="116"/>
                    </a:lnTo>
                    <a:lnTo>
                      <a:pt x="79" y="124"/>
                    </a:lnTo>
                    <a:lnTo>
                      <a:pt x="64" y="133"/>
                    </a:lnTo>
                    <a:lnTo>
                      <a:pt x="49" y="143"/>
                    </a:lnTo>
                    <a:lnTo>
                      <a:pt x="32" y="150"/>
                    </a:lnTo>
                    <a:lnTo>
                      <a:pt x="18" y="159"/>
                    </a:lnTo>
                    <a:lnTo>
                      <a:pt x="7" y="166"/>
                    </a:lnTo>
                    <a:lnTo>
                      <a:pt x="0" y="175"/>
                    </a:lnTo>
                    <a:lnTo>
                      <a:pt x="40" y="214"/>
                    </a:lnTo>
                    <a:lnTo>
                      <a:pt x="85" y="255"/>
                    </a:lnTo>
                    <a:lnTo>
                      <a:pt x="131" y="298"/>
                    </a:lnTo>
                    <a:lnTo>
                      <a:pt x="180" y="341"/>
                    </a:lnTo>
                    <a:lnTo>
                      <a:pt x="228" y="381"/>
                    </a:lnTo>
                    <a:lnTo>
                      <a:pt x="277" y="417"/>
                    </a:lnTo>
                    <a:lnTo>
                      <a:pt x="324" y="448"/>
                    </a:lnTo>
                    <a:lnTo>
                      <a:pt x="373" y="474"/>
                    </a:lnTo>
                    <a:lnTo>
                      <a:pt x="406" y="479"/>
                    </a:lnTo>
                    <a:lnTo>
                      <a:pt x="435" y="476"/>
                    </a:lnTo>
                    <a:lnTo>
                      <a:pt x="456" y="463"/>
                    </a:lnTo>
                    <a:lnTo>
                      <a:pt x="475" y="445"/>
                    </a:lnTo>
                    <a:lnTo>
                      <a:pt x="484" y="417"/>
                    </a:lnTo>
                    <a:lnTo>
                      <a:pt x="487" y="382"/>
                    </a:lnTo>
                    <a:lnTo>
                      <a:pt x="482" y="341"/>
                    </a:lnTo>
                    <a:lnTo>
                      <a:pt x="471" y="294"/>
                    </a:lnTo>
                    <a:lnTo>
                      <a:pt x="516" y="232"/>
                    </a:lnTo>
                    <a:lnTo>
                      <a:pt x="558" y="197"/>
                    </a:lnTo>
                    <a:lnTo>
                      <a:pt x="595" y="180"/>
                    </a:lnTo>
                    <a:lnTo>
                      <a:pt x="634" y="180"/>
                    </a:lnTo>
                    <a:lnTo>
                      <a:pt x="674" y="188"/>
                    </a:lnTo>
                    <a:lnTo>
                      <a:pt x="721" y="200"/>
                    </a:lnTo>
                    <a:lnTo>
                      <a:pt x="773" y="212"/>
                    </a:lnTo>
                    <a:lnTo>
                      <a:pt x="837" y="217"/>
                    </a:lnTo>
                    <a:lnTo>
                      <a:pt x="801" y="189"/>
                    </a:lnTo>
                    <a:lnTo>
                      <a:pt x="766" y="163"/>
                    </a:lnTo>
                    <a:lnTo>
                      <a:pt x="731" y="135"/>
                    </a:lnTo>
                    <a:lnTo>
                      <a:pt x="696" y="108"/>
                    </a:lnTo>
                    <a:lnTo>
                      <a:pt x="659" y="79"/>
                    </a:lnTo>
                    <a:lnTo>
                      <a:pt x="624" y="51"/>
                    </a:lnTo>
                    <a:lnTo>
                      <a:pt x="588" y="25"/>
                    </a:lnTo>
                    <a:lnTo>
                      <a:pt x="554" y="0"/>
                    </a:lnTo>
                    <a:close/>
                  </a:path>
                </a:pathLst>
              </a:custGeom>
              <a:solidFill>
                <a:srgbClr val="96A8A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7" name="Freeform 596">
                <a:extLst>
                  <a:ext uri="{FF2B5EF4-FFF2-40B4-BE49-F238E27FC236}">
                    <a16:creationId xmlns:a16="http://schemas.microsoft.com/office/drawing/2014/main" id="{E4EEEDC5-482F-8F4A-8DA2-1B7E9A87B891}"/>
                  </a:ext>
                </a:extLst>
              </p:cNvPr>
              <p:cNvSpPr>
                <a:spLocks/>
              </p:cNvSpPr>
              <p:nvPr/>
            </p:nvSpPr>
            <p:spPr bwMode="auto">
              <a:xfrm>
                <a:off x="4151" y="3651"/>
                <a:ext cx="419" cy="235"/>
              </a:xfrm>
              <a:custGeom>
                <a:avLst/>
                <a:gdLst>
                  <a:gd name="T0" fmla="*/ 283 w 837"/>
                  <a:gd name="T1" fmla="*/ 0 h 470"/>
                  <a:gd name="T2" fmla="*/ 253 w 837"/>
                  <a:gd name="T3" fmla="*/ 11 h 470"/>
                  <a:gd name="T4" fmla="*/ 230 w 837"/>
                  <a:gd name="T5" fmla="*/ 22 h 470"/>
                  <a:gd name="T6" fmla="*/ 210 w 837"/>
                  <a:gd name="T7" fmla="*/ 30 h 470"/>
                  <a:gd name="T8" fmla="*/ 194 w 837"/>
                  <a:gd name="T9" fmla="*/ 42 h 470"/>
                  <a:gd name="T10" fmla="*/ 178 w 837"/>
                  <a:gd name="T11" fmla="*/ 55 h 470"/>
                  <a:gd name="T12" fmla="*/ 164 w 837"/>
                  <a:gd name="T13" fmla="*/ 70 h 470"/>
                  <a:gd name="T14" fmla="*/ 147 w 837"/>
                  <a:gd name="T15" fmla="*/ 90 h 470"/>
                  <a:gd name="T16" fmla="*/ 130 w 837"/>
                  <a:gd name="T17" fmla="*/ 115 h 470"/>
                  <a:gd name="T18" fmla="*/ 120 w 837"/>
                  <a:gd name="T19" fmla="*/ 107 h 470"/>
                  <a:gd name="T20" fmla="*/ 110 w 837"/>
                  <a:gd name="T21" fmla="*/ 101 h 470"/>
                  <a:gd name="T22" fmla="*/ 98 w 837"/>
                  <a:gd name="T23" fmla="*/ 93 h 470"/>
                  <a:gd name="T24" fmla="*/ 87 w 837"/>
                  <a:gd name="T25" fmla="*/ 86 h 470"/>
                  <a:gd name="T26" fmla="*/ 75 w 837"/>
                  <a:gd name="T27" fmla="*/ 77 h 470"/>
                  <a:gd name="T28" fmla="*/ 64 w 837"/>
                  <a:gd name="T29" fmla="*/ 70 h 470"/>
                  <a:gd name="T30" fmla="*/ 53 w 837"/>
                  <a:gd name="T31" fmla="*/ 62 h 470"/>
                  <a:gd name="T32" fmla="*/ 45 w 837"/>
                  <a:gd name="T33" fmla="*/ 57 h 470"/>
                  <a:gd name="T34" fmla="*/ 41 w 837"/>
                  <a:gd name="T35" fmla="*/ 59 h 470"/>
                  <a:gd name="T36" fmla="*/ 36 w 837"/>
                  <a:gd name="T37" fmla="*/ 63 h 470"/>
                  <a:gd name="T38" fmla="*/ 29 w 837"/>
                  <a:gd name="T39" fmla="*/ 67 h 470"/>
                  <a:gd name="T40" fmla="*/ 23 w 837"/>
                  <a:gd name="T41" fmla="*/ 70 h 470"/>
                  <a:gd name="T42" fmla="*/ 15 w 837"/>
                  <a:gd name="T43" fmla="*/ 74 h 470"/>
                  <a:gd name="T44" fmla="*/ 9 w 837"/>
                  <a:gd name="T45" fmla="*/ 77 h 470"/>
                  <a:gd name="T46" fmla="*/ 3 w 837"/>
                  <a:gd name="T47" fmla="*/ 81 h 470"/>
                  <a:gd name="T48" fmla="*/ 0 w 837"/>
                  <a:gd name="T49" fmla="*/ 85 h 470"/>
                  <a:gd name="T50" fmla="*/ 20 w 837"/>
                  <a:gd name="T51" fmla="*/ 104 h 470"/>
                  <a:gd name="T52" fmla="*/ 43 w 837"/>
                  <a:gd name="T53" fmla="*/ 124 h 470"/>
                  <a:gd name="T54" fmla="*/ 66 w 837"/>
                  <a:gd name="T55" fmla="*/ 146 h 470"/>
                  <a:gd name="T56" fmla="*/ 90 w 837"/>
                  <a:gd name="T57" fmla="*/ 168 h 470"/>
                  <a:gd name="T58" fmla="*/ 114 w 837"/>
                  <a:gd name="T59" fmla="*/ 187 h 470"/>
                  <a:gd name="T60" fmla="*/ 139 w 837"/>
                  <a:gd name="T61" fmla="*/ 205 h 470"/>
                  <a:gd name="T62" fmla="*/ 162 w 837"/>
                  <a:gd name="T63" fmla="*/ 220 h 470"/>
                  <a:gd name="T64" fmla="*/ 187 w 837"/>
                  <a:gd name="T65" fmla="*/ 233 h 470"/>
                  <a:gd name="T66" fmla="*/ 203 w 837"/>
                  <a:gd name="T67" fmla="*/ 235 h 470"/>
                  <a:gd name="T68" fmla="*/ 216 w 837"/>
                  <a:gd name="T69" fmla="*/ 234 h 470"/>
                  <a:gd name="T70" fmla="*/ 227 w 837"/>
                  <a:gd name="T71" fmla="*/ 228 h 470"/>
                  <a:gd name="T72" fmla="*/ 236 w 837"/>
                  <a:gd name="T73" fmla="*/ 220 h 470"/>
                  <a:gd name="T74" fmla="*/ 241 w 837"/>
                  <a:gd name="T75" fmla="*/ 206 h 470"/>
                  <a:gd name="T76" fmla="*/ 243 w 837"/>
                  <a:gd name="T77" fmla="*/ 189 h 470"/>
                  <a:gd name="T78" fmla="*/ 241 w 837"/>
                  <a:gd name="T79" fmla="*/ 168 h 470"/>
                  <a:gd name="T80" fmla="*/ 236 w 837"/>
                  <a:gd name="T81" fmla="*/ 144 h 470"/>
                  <a:gd name="T82" fmla="*/ 258 w 837"/>
                  <a:gd name="T83" fmla="*/ 113 h 470"/>
                  <a:gd name="T84" fmla="*/ 279 w 837"/>
                  <a:gd name="T85" fmla="*/ 96 h 470"/>
                  <a:gd name="T86" fmla="*/ 298 w 837"/>
                  <a:gd name="T87" fmla="*/ 87 h 470"/>
                  <a:gd name="T88" fmla="*/ 317 w 837"/>
                  <a:gd name="T89" fmla="*/ 87 h 470"/>
                  <a:gd name="T90" fmla="*/ 337 w 837"/>
                  <a:gd name="T91" fmla="*/ 91 h 470"/>
                  <a:gd name="T92" fmla="*/ 361 w 837"/>
                  <a:gd name="T93" fmla="*/ 97 h 470"/>
                  <a:gd name="T94" fmla="*/ 387 w 837"/>
                  <a:gd name="T95" fmla="*/ 103 h 470"/>
                  <a:gd name="T96" fmla="*/ 419 w 837"/>
                  <a:gd name="T97" fmla="*/ 106 h 470"/>
                  <a:gd name="T98" fmla="*/ 401 w 837"/>
                  <a:gd name="T99" fmla="*/ 92 h 470"/>
                  <a:gd name="T100" fmla="*/ 384 w 837"/>
                  <a:gd name="T101" fmla="*/ 79 h 470"/>
                  <a:gd name="T102" fmla="*/ 367 w 837"/>
                  <a:gd name="T103" fmla="*/ 66 h 470"/>
                  <a:gd name="T104" fmla="*/ 351 w 837"/>
                  <a:gd name="T105" fmla="*/ 53 h 470"/>
                  <a:gd name="T106" fmla="*/ 334 w 837"/>
                  <a:gd name="T107" fmla="*/ 39 h 470"/>
                  <a:gd name="T108" fmla="*/ 317 w 837"/>
                  <a:gd name="T109" fmla="*/ 26 h 470"/>
                  <a:gd name="T110" fmla="*/ 300 w 837"/>
                  <a:gd name="T111" fmla="*/ 13 h 470"/>
                  <a:gd name="T112" fmla="*/ 283 w 837"/>
                  <a:gd name="T113" fmla="*/ 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0"/>
                  <a:gd name="T173" fmla="*/ 837 w 837"/>
                  <a:gd name="T174" fmla="*/ 470 h 4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0">
                    <a:moveTo>
                      <a:pt x="565" y="0"/>
                    </a:moveTo>
                    <a:lnTo>
                      <a:pt x="506" y="21"/>
                    </a:lnTo>
                    <a:lnTo>
                      <a:pt x="460" y="43"/>
                    </a:lnTo>
                    <a:lnTo>
                      <a:pt x="420" y="61"/>
                    </a:lnTo>
                    <a:lnTo>
                      <a:pt x="387" y="84"/>
                    </a:lnTo>
                    <a:lnTo>
                      <a:pt x="356" y="109"/>
                    </a:lnTo>
                    <a:lnTo>
                      <a:pt x="327" y="140"/>
                    </a:lnTo>
                    <a:lnTo>
                      <a:pt x="294" y="179"/>
                    </a:lnTo>
                    <a:lnTo>
                      <a:pt x="259" y="229"/>
                    </a:lnTo>
                    <a:lnTo>
                      <a:pt x="240" y="214"/>
                    </a:lnTo>
                    <a:lnTo>
                      <a:pt x="220" y="201"/>
                    </a:lnTo>
                    <a:lnTo>
                      <a:pt x="196" y="186"/>
                    </a:lnTo>
                    <a:lnTo>
                      <a:pt x="174" y="171"/>
                    </a:lnTo>
                    <a:lnTo>
                      <a:pt x="150" y="154"/>
                    </a:lnTo>
                    <a:lnTo>
                      <a:pt x="128" y="139"/>
                    </a:lnTo>
                    <a:lnTo>
                      <a:pt x="106" y="125"/>
                    </a:lnTo>
                    <a:lnTo>
                      <a:pt x="90" y="113"/>
                    </a:lnTo>
                    <a:lnTo>
                      <a:pt x="81" y="119"/>
                    </a:lnTo>
                    <a:lnTo>
                      <a:pt x="71" y="127"/>
                    </a:lnTo>
                    <a:lnTo>
                      <a:pt x="57" y="133"/>
                    </a:lnTo>
                    <a:lnTo>
                      <a:pt x="45" y="140"/>
                    </a:lnTo>
                    <a:lnTo>
                      <a:pt x="30" y="147"/>
                    </a:lnTo>
                    <a:lnTo>
                      <a:pt x="17" y="154"/>
                    </a:lnTo>
                    <a:lnTo>
                      <a:pt x="6" y="162"/>
                    </a:lnTo>
                    <a:lnTo>
                      <a:pt x="0" y="169"/>
                    </a:lnTo>
                    <a:lnTo>
                      <a:pt x="40" y="208"/>
                    </a:lnTo>
                    <a:lnTo>
                      <a:pt x="85" y="249"/>
                    </a:lnTo>
                    <a:lnTo>
                      <a:pt x="131" y="292"/>
                    </a:lnTo>
                    <a:lnTo>
                      <a:pt x="180" y="335"/>
                    </a:lnTo>
                    <a:lnTo>
                      <a:pt x="228" y="374"/>
                    </a:lnTo>
                    <a:lnTo>
                      <a:pt x="277" y="410"/>
                    </a:lnTo>
                    <a:lnTo>
                      <a:pt x="324" y="440"/>
                    </a:lnTo>
                    <a:lnTo>
                      <a:pt x="373" y="465"/>
                    </a:lnTo>
                    <a:lnTo>
                      <a:pt x="405" y="470"/>
                    </a:lnTo>
                    <a:lnTo>
                      <a:pt x="432" y="468"/>
                    </a:lnTo>
                    <a:lnTo>
                      <a:pt x="454" y="456"/>
                    </a:lnTo>
                    <a:lnTo>
                      <a:pt x="472" y="439"/>
                    </a:lnTo>
                    <a:lnTo>
                      <a:pt x="482" y="411"/>
                    </a:lnTo>
                    <a:lnTo>
                      <a:pt x="486" y="377"/>
                    </a:lnTo>
                    <a:lnTo>
                      <a:pt x="482" y="336"/>
                    </a:lnTo>
                    <a:lnTo>
                      <a:pt x="471" y="288"/>
                    </a:lnTo>
                    <a:lnTo>
                      <a:pt x="516" y="226"/>
                    </a:lnTo>
                    <a:lnTo>
                      <a:pt x="558" y="191"/>
                    </a:lnTo>
                    <a:lnTo>
                      <a:pt x="595" y="174"/>
                    </a:lnTo>
                    <a:lnTo>
                      <a:pt x="634" y="174"/>
                    </a:lnTo>
                    <a:lnTo>
                      <a:pt x="674" y="182"/>
                    </a:lnTo>
                    <a:lnTo>
                      <a:pt x="721" y="194"/>
                    </a:lnTo>
                    <a:lnTo>
                      <a:pt x="773" y="206"/>
                    </a:lnTo>
                    <a:lnTo>
                      <a:pt x="837" y="211"/>
                    </a:lnTo>
                    <a:lnTo>
                      <a:pt x="802" y="184"/>
                    </a:lnTo>
                    <a:lnTo>
                      <a:pt x="768" y="158"/>
                    </a:lnTo>
                    <a:lnTo>
                      <a:pt x="734" y="132"/>
                    </a:lnTo>
                    <a:lnTo>
                      <a:pt x="701" y="105"/>
                    </a:lnTo>
                    <a:lnTo>
                      <a:pt x="667" y="78"/>
                    </a:lnTo>
                    <a:lnTo>
                      <a:pt x="633" y="51"/>
                    </a:lnTo>
                    <a:lnTo>
                      <a:pt x="599" y="25"/>
                    </a:lnTo>
                    <a:lnTo>
                      <a:pt x="565" y="0"/>
                    </a:lnTo>
                    <a:close/>
                  </a:path>
                </a:pathLst>
              </a:custGeom>
              <a:solidFill>
                <a:srgbClr val="9E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8" name="Freeform 597">
                <a:extLst>
                  <a:ext uri="{FF2B5EF4-FFF2-40B4-BE49-F238E27FC236}">
                    <a16:creationId xmlns:a16="http://schemas.microsoft.com/office/drawing/2014/main" id="{80CF5CFF-A563-5A47-8EB6-F9EA97A8E2DB}"/>
                  </a:ext>
                </a:extLst>
              </p:cNvPr>
              <p:cNvSpPr>
                <a:spLocks/>
              </p:cNvSpPr>
              <p:nvPr/>
            </p:nvSpPr>
            <p:spPr bwMode="auto">
              <a:xfrm>
                <a:off x="4151" y="3655"/>
                <a:ext cx="419" cy="230"/>
              </a:xfrm>
              <a:custGeom>
                <a:avLst/>
                <a:gdLst>
                  <a:gd name="T0" fmla="*/ 287 w 837"/>
                  <a:gd name="T1" fmla="*/ 0 h 460"/>
                  <a:gd name="T2" fmla="*/ 257 w 837"/>
                  <a:gd name="T3" fmla="*/ 11 h 460"/>
                  <a:gd name="T4" fmla="*/ 234 w 837"/>
                  <a:gd name="T5" fmla="*/ 21 h 460"/>
                  <a:gd name="T6" fmla="*/ 214 w 837"/>
                  <a:gd name="T7" fmla="*/ 30 h 460"/>
                  <a:gd name="T8" fmla="*/ 198 w 837"/>
                  <a:gd name="T9" fmla="*/ 43 h 460"/>
                  <a:gd name="T10" fmla="*/ 181 w 837"/>
                  <a:gd name="T11" fmla="*/ 56 h 460"/>
                  <a:gd name="T12" fmla="*/ 166 w 837"/>
                  <a:gd name="T13" fmla="*/ 72 h 460"/>
                  <a:gd name="T14" fmla="*/ 150 w 837"/>
                  <a:gd name="T15" fmla="*/ 92 h 460"/>
                  <a:gd name="T16" fmla="*/ 132 w 837"/>
                  <a:gd name="T17" fmla="*/ 117 h 460"/>
                  <a:gd name="T18" fmla="*/ 122 w 837"/>
                  <a:gd name="T19" fmla="*/ 110 h 460"/>
                  <a:gd name="T20" fmla="*/ 111 w 837"/>
                  <a:gd name="T21" fmla="*/ 102 h 460"/>
                  <a:gd name="T22" fmla="*/ 98 w 837"/>
                  <a:gd name="T23" fmla="*/ 94 h 460"/>
                  <a:gd name="T24" fmla="*/ 87 w 837"/>
                  <a:gd name="T25" fmla="*/ 87 h 460"/>
                  <a:gd name="T26" fmla="*/ 73 w 837"/>
                  <a:gd name="T27" fmla="*/ 78 h 460"/>
                  <a:gd name="T28" fmla="*/ 61 w 837"/>
                  <a:gd name="T29" fmla="*/ 70 h 460"/>
                  <a:gd name="T30" fmla="*/ 50 w 837"/>
                  <a:gd name="T31" fmla="*/ 62 h 460"/>
                  <a:gd name="T32" fmla="*/ 41 w 837"/>
                  <a:gd name="T33" fmla="*/ 56 h 460"/>
                  <a:gd name="T34" fmla="*/ 37 w 837"/>
                  <a:gd name="T35" fmla="*/ 58 h 460"/>
                  <a:gd name="T36" fmla="*/ 32 w 837"/>
                  <a:gd name="T37" fmla="*/ 61 h 460"/>
                  <a:gd name="T38" fmla="*/ 26 w 837"/>
                  <a:gd name="T39" fmla="*/ 65 h 460"/>
                  <a:gd name="T40" fmla="*/ 20 w 837"/>
                  <a:gd name="T41" fmla="*/ 68 h 460"/>
                  <a:gd name="T42" fmla="*/ 14 w 837"/>
                  <a:gd name="T43" fmla="*/ 70 h 460"/>
                  <a:gd name="T44" fmla="*/ 8 w 837"/>
                  <a:gd name="T45" fmla="*/ 73 h 460"/>
                  <a:gd name="T46" fmla="*/ 3 w 837"/>
                  <a:gd name="T47" fmla="*/ 77 h 460"/>
                  <a:gd name="T48" fmla="*/ 0 w 837"/>
                  <a:gd name="T49" fmla="*/ 80 h 460"/>
                  <a:gd name="T50" fmla="*/ 20 w 837"/>
                  <a:gd name="T51" fmla="*/ 100 h 460"/>
                  <a:gd name="T52" fmla="*/ 43 w 837"/>
                  <a:gd name="T53" fmla="*/ 120 h 460"/>
                  <a:gd name="T54" fmla="*/ 66 w 837"/>
                  <a:gd name="T55" fmla="*/ 141 h 460"/>
                  <a:gd name="T56" fmla="*/ 90 w 837"/>
                  <a:gd name="T57" fmla="*/ 162 h 460"/>
                  <a:gd name="T58" fmla="*/ 114 w 837"/>
                  <a:gd name="T59" fmla="*/ 182 h 460"/>
                  <a:gd name="T60" fmla="*/ 139 w 837"/>
                  <a:gd name="T61" fmla="*/ 199 h 460"/>
                  <a:gd name="T62" fmla="*/ 162 w 837"/>
                  <a:gd name="T63" fmla="*/ 215 h 460"/>
                  <a:gd name="T64" fmla="*/ 187 w 837"/>
                  <a:gd name="T65" fmla="*/ 228 h 460"/>
                  <a:gd name="T66" fmla="*/ 202 w 837"/>
                  <a:gd name="T67" fmla="*/ 230 h 460"/>
                  <a:gd name="T68" fmla="*/ 216 w 837"/>
                  <a:gd name="T69" fmla="*/ 229 h 460"/>
                  <a:gd name="T70" fmla="*/ 226 w 837"/>
                  <a:gd name="T71" fmla="*/ 224 h 460"/>
                  <a:gd name="T72" fmla="*/ 235 w 837"/>
                  <a:gd name="T73" fmla="*/ 215 h 460"/>
                  <a:gd name="T74" fmla="*/ 240 w 837"/>
                  <a:gd name="T75" fmla="*/ 202 h 460"/>
                  <a:gd name="T76" fmla="*/ 243 w 837"/>
                  <a:gd name="T77" fmla="*/ 185 h 460"/>
                  <a:gd name="T78" fmla="*/ 241 w 837"/>
                  <a:gd name="T79" fmla="*/ 164 h 460"/>
                  <a:gd name="T80" fmla="*/ 236 w 837"/>
                  <a:gd name="T81" fmla="*/ 140 h 460"/>
                  <a:gd name="T82" fmla="*/ 258 w 837"/>
                  <a:gd name="T83" fmla="*/ 109 h 460"/>
                  <a:gd name="T84" fmla="*/ 279 w 837"/>
                  <a:gd name="T85" fmla="*/ 91 h 460"/>
                  <a:gd name="T86" fmla="*/ 298 w 837"/>
                  <a:gd name="T87" fmla="*/ 83 h 460"/>
                  <a:gd name="T88" fmla="*/ 317 w 837"/>
                  <a:gd name="T89" fmla="*/ 83 h 460"/>
                  <a:gd name="T90" fmla="*/ 337 w 837"/>
                  <a:gd name="T91" fmla="*/ 87 h 460"/>
                  <a:gd name="T92" fmla="*/ 361 w 837"/>
                  <a:gd name="T93" fmla="*/ 93 h 460"/>
                  <a:gd name="T94" fmla="*/ 387 w 837"/>
                  <a:gd name="T95" fmla="*/ 99 h 460"/>
                  <a:gd name="T96" fmla="*/ 419 w 837"/>
                  <a:gd name="T97" fmla="*/ 101 h 460"/>
                  <a:gd name="T98" fmla="*/ 401 w 837"/>
                  <a:gd name="T99" fmla="*/ 88 h 460"/>
                  <a:gd name="T100" fmla="*/ 385 w 837"/>
                  <a:gd name="T101" fmla="*/ 75 h 460"/>
                  <a:gd name="T102" fmla="*/ 369 w 837"/>
                  <a:gd name="T103" fmla="*/ 62 h 460"/>
                  <a:gd name="T104" fmla="*/ 353 w 837"/>
                  <a:gd name="T105" fmla="*/ 50 h 460"/>
                  <a:gd name="T106" fmla="*/ 337 w 837"/>
                  <a:gd name="T107" fmla="*/ 37 h 460"/>
                  <a:gd name="T108" fmla="*/ 320 w 837"/>
                  <a:gd name="T109" fmla="*/ 25 h 460"/>
                  <a:gd name="T110" fmla="*/ 304 w 837"/>
                  <a:gd name="T111" fmla="*/ 12 h 460"/>
                  <a:gd name="T112" fmla="*/ 287 w 837"/>
                  <a:gd name="T113" fmla="*/ 0 h 46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60"/>
                  <a:gd name="T173" fmla="*/ 837 w 837"/>
                  <a:gd name="T174" fmla="*/ 460 h 46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60">
                    <a:moveTo>
                      <a:pt x="573" y="0"/>
                    </a:moveTo>
                    <a:lnTo>
                      <a:pt x="514" y="21"/>
                    </a:lnTo>
                    <a:lnTo>
                      <a:pt x="467" y="42"/>
                    </a:lnTo>
                    <a:lnTo>
                      <a:pt x="427" y="61"/>
                    </a:lnTo>
                    <a:lnTo>
                      <a:pt x="395" y="85"/>
                    </a:lnTo>
                    <a:lnTo>
                      <a:pt x="362" y="111"/>
                    </a:lnTo>
                    <a:lnTo>
                      <a:pt x="332" y="144"/>
                    </a:lnTo>
                    <a:lnTo>
                      <a:pt x="299" y="183"/>
                    </a:lnTo>
                    <a:lnTo>
                      <a:pt x="263" y="234"/>
                    </a:lnTo>
                    <a:lnTo>
                      <a:pt x="244" y="219"/>
                    </a:lnTo>
                    <a:lnTo>
                      <a:pt x="222" y="204"/>
                    </a:lnTo>
                    <a:lnTo>
                      <a:pt x="196" y="188"/>
                    </a:lnTo>
                    <a:lnTo>
                      <a:pt x="173" y="173"/>
                    </a:lnTo>
                    <a:lnTo>
                      <a:pt x="146" y="155"/>
                    </a:lnTo>
                    <a:lnTo>
                      <a:pt x="121" y="139"/>
                    </a:lnTo>
                    <a:lnTo>
                      <a:pt x="100" y="124"/>
                    </a:lnTo>
                    <a:lnTo>
                      <a:pt x="82" y="111"/>
                    </a:lnTo>
                    <a:lnTo>
                      <a:pt x="74" y="116"/>
                    </a:lnTo>
                    <a:lnTo>
                      <a:pt x="64" y="123"/>
                    </a:lnTo>
                    <a:lnTo>
                      <a:pt x="51" y="129"/>
                    </a:lnTo>
                    <a:lnTo>
                      <a:pt x="40" y="135"/>
                    </a:lnTo>
                    <a:lnTo>
                      <a:pt x="27" y="140"/>
                    </a:lnTo>
                    <a:lnTo>
                      <a:pt x="16" y="146"/>
                    </a:lnTo>
                    <a:lnTo>
                      <a:pt x="6" y="153"/>
                    </a:lnTo>
                    <a:lnTo>
                      <a:pt x="0" y="160"/>
                    </a:lnTo>
                    <a:lnTo>
                      <a:pt x="40" y="199"/>
                    </a:lnTo>
                    <a:lnTo>
                      <a:pt x="85" y="240"/>
                    </a:lnTo>
                    <a:lnTo>
                      <a:pt x="131" y="282"/>
                    </a:lnTo>
                    <a:lnTo>
                      <a:pt x="180" y="324"/>
                    </a:lnTo>
                    <a:lnTo>
                      <a:pt x="228" y="363"/>
                    </a:lnTo>
                    <a:lnTo>
                      <a:pt x="277" y="398"/>
                    </a:lnTo>
                    <a:lnTo>
                      <a:pt x="324" y="430"/>
                    </a:lnTo>
                    <a:lnTo>
                      <a:pt x="373" y="455"/>
                    </a:lnTo>
                    <a:lnTo>
                      <a:pt x="403" y="460"/>
                    </a:lnTo>
                    <a:lnTo>
                      <a:pt x="431" y="457"/>
                    </a:lnTo>
                    <a:lnTo>
                      <a:pt x="452" y="447"/>
                    </a:lnTo>
                    <a:lnTo>
                      <a:pt x="470" y="430"/>
                    </a:lnTo>
                    <a:lnTo>
                      <a:pt x="480" y="403"/>
                    </a:lnTo>
                    <a:lnTo>
                      <a:pt x="485" y="370"/>
                    </a:lnTo>
                    <a:lnTo>
                      <a:pt x="481" y="328"/>
                    </a:lnTo>
                    <a:lnTo>
                      <a:pt x="471" y="279"/>
                    </a:lnTo>
                    <a:lnTo>
                      <a:pt x="516" y="217"/>
                    </a:lnTo>
                    <a:lnTo>
                      <a:pt x="558" y="182"/>
                    </a:lnTo>
                    <a:lnTo>
                      <a:pt x="595" y="165"/>
                    </a:lnTo>
                    <a:lnTo>
                      <a:pt x="634" y="165"/>
                    </a:lnTo>
                    <a:lnTo>
                      <a:pt x="674" y="173"/>
                    </a:lnTo>
                    <a:lnTo>
                      <a:pt x="721" y="185"/>
                    </a:lnTo>
                    <a:lnTo>
                      <a:pt x="773" y="197"/>
                    </a:lnTo>
                    <a:lnTo>
                      <a:pt x="837" y="202"/>
                    </a:lnTo>
                    <a:lnTo>
                      <a:pt x="802" y="175"/>
                    </a:lnTo>
                    <a:lnTo>
                      <a:pt x="770" y="150"/>
                    </a:lnTo>
                    <a:lnTo>
                      <a:pt x="737" y="124"/>
                    </a:lnTo>
                    <a:lnTo>
                      <a:pt x="706" y="99"/>
                    </a:lnTo>
                    <a:lnTo>
                      <a:pt x="673" y="73"/>
                    </a:lnTo>
                    <a:lnTo>
                      <a:pt x="640" y="49"/>
                    </a:lnTo>
                    <a:lnTo>
                      <a:pt x="607" y="24"/>
                    </a:lnTo>
                    <a:lnTo>
                      <a:pt x="573" y="0"/>
                    </a:lnTo>
                    <a:close/>
                  </a:path>
                </a:pathLst>
              </a:custGeom>
              <a:solidFill>
                <a:srgbClr val="A3B3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9" name="Freeform 598">
                <a:extLst>
                  <a:ext uri="{FF2B5EF4-FFF2-40B4-BE49-F238E27FC236}">
                    <a16:creationId xmlns:a16="http://schemas.microsoft.com/office/drawing/2014/main" id="{C1A8E1A7-5807-E441-B861-EE4D191A9CF3}"/>
                  </a:ext>
                </a:extLst>
              </p:cNvPr>
              <p:cNvSpPr>
                <a:spLocks/>
              </p:cNvSpPr>
              <p:nvPr/>
            </p:nvSpPr>
            <p:spPr bwMode="auto">
              <a:xfrm>
                <a:off x="4151" y="3659"/>
                <a:ext cx="419" cy="225"/>
              </a:xfrm>
              <a:custGeom>
                <a:avLst/>
                <a:gdLst>
                  <a:gd name="T0" fmla="*/ 292 w 837"/>
                  <a:gd name="T1" fmla="*/ 0 h 450"/>
                  <a:gd name="T2" fmla="*/ 263 w 837"/>
                  <a:gd name="T3" fmla="*/ 11 h 450"/>
                  <a:gd name="T4" fmla="*/ 239 w 837"/>
                  <a:gd name="T5" fmla="*/ 22 h 450"/>
                  <a:gd name="T6" fmla="*/ 218 w 837"/>
                  <a:gd name="T7" fmla="*/ 31 h 450"/>
                  <a:gd name="T8" fmla="*/ 201 w 837"/>
                  <a:gd name="T9" fmla="*/ 44 h 450"/>
                  <a:gd name="T10" fmla="*/ 184 w 837"/>
                  <a:gd name="T11" fmla="*/ 58 h 450"/>
                  <a:gd name="T12" fmla="*/ 169 w 837"/>
                  <a:gd name="T13" fmla="*/ 75 h 450"/>
                  <a:gd name="T14" fmla="*/ 152 w 837"/>
                  <a:gd name="T15" fmla="*/ 95 h 450"/>
                  <a:gd name="T16" fmla="*/ 134 w 837"/>
                  <a:gd name="T17" fmla="*/ 120 h 450"/>
                  <a:gd name="T18" fmla="*/ 124 w 837"/>
                  <a:gd name="T19" fmla="*/ 113 h 450"/>
                  <a:gd name="T20" fmla="*/ 113 w 837"/>
                  <a:gd name="T21" fmla="*/ 105 h 450"/>
                  <a:gd name="T22" fmla="*/ 99 w 837"/>
                  <a:gd name="T23" fmla="*/ 96 h 450"/>
                  <a:gd name="T24" fmla="*/ 85 w 837"/>
                  <a:gd name="T25" fmla="*/ 88 h 450"/>
                  <a:gd name="T26" fmla="*/ 71 w 837"/>
                  <a:gd name="T27" fmla="*/ 79 h 450"/>
                  <a:gd name="T28" fmla="*/ 58 w 837"/>
                  <a:gd name="T29" fmla="*/ 71 h 450"/>
                  <a:gd name="T30" fmla="*/ 46 w 837"/>
                  <a:gd name="T31" fmla="*/ 63 h 450"/>
                  <a:gd name="T32" fmla="*/ 37 w 837"/>
                  <a:gd name="T33" fmla="*/ 56 h 450"/>
                  <a:gd name="T34" fmla="*/ 33 w 837"/>
                  <a:gd name="T35" fmla="*/ 59 h 450"/>
                  <a:gd name="T36" fmla="*/ 28 w 837"/>
                  <a:gd name="T37" fmla="*/ 61 h 450"/>
                  <a:gd name="T38" fmla="*/ 23 w 837"/>
                  <a:gd name="T39" fmla="*/ 63 h 450"/>
                  <a:gd name="T40" fmla="*/ 18 w 837"/>
                  <a:gd name="T41" fmla="*/ 66 h 450"/>
                  <a:gd name="T42" fmla="*/ 13 w 837"/>
                  <a:gd name="T43" fmla="*/ 68 h 450"/>
                  <a:gd name="T44" fmla="*/ 8 w 837"/>
                  <a:gd name="T45" fmla="*/ 71 h 450"/>
                  <a:gd name="T46" fmla="*/ 3 w 837"/>
                  <a:gd name="T47" fmla="*/ 73 h 450"/>
                  <a:gd name="T48" fmla="*/ 0 w 837"/>
                  <a:gd name="T49" fmla="*/ 77 h 450"/>
                  <a:gd name="T50" fmla="*/ 20 w 837"/>
                  <a:gd name="T51" fmla="*/ 96 h 450"/>
                  <a:gd name="T52" fmla="*/ 43 w 837"/>
                  <a:gd name="T53" fmla="*/ 116 h 450"/>
                  <a:gd name="T54" fmla="*/ 66 w 837"/>
                  <a:gd name="T55" fmla="*/ 137 h 450"/>
                  <a:gd name="T56" fmla="*/ 90 w 837"/>
                  <a:gd name="T57" fmla="*/ 158 h 450"/>
                  <a:gd name="T58" fmla="*/ 115 w 837"/>
                  <a:gd name="T59" fmla="*/ 178 h 450"/>
                  <a:gd name="T60" fmla="*/ 139 w 837"/>
                  <a:gd name="T61" fmla="*/ 196 h 450"/>
                  <a:gd name="T62" fmla="*/ 163 w 837"/>
                  <a:gd name="T63" fmla="*/ 211 h 450"/>
                  <a:gd name="T64" fmla="*/ 187 w 837"/>
                  <a:gd name="T65" fmla="*/ 224 h 450"/>
                  <a:gd name="T66" fmla="*/ 201 w 837"/>
                  <a:gd name="T67" fmla="*/ 225 h 450"/>
                  <a:gd name="T68" fmla="*/ 214 w 837"/>
                  <a:gd name="T69" fmla="*/ 225 h 450"/>
                  <a:gd name="T70" fmla="*/ 225 w 837"/>
                  <a:gd name="T71" fmla="*/ 219 h 450"/>
                  <a:gd name="T72" fmla="*/ 235 w 837"/>
                  <a:gd name="T73" fmla="*/ 211 h 450"/>
                  <a:gd name="T74" fmla="*/ 240 w 837"/>
                  <a:gd name="T75" fmla="*/ 198 h 450"/>
                  <a:gd name="T76" fmla="*/ 242 w 837"/>
                  <a:gd name="T77" fmla="*/ 182 h 450"/>
                  <a:gd name="T78" fmla="*/ 241 w 837"/>
                  <a:gd name="T79" fmla="*/ 161 h 450"/>
                  <a:gd name="T80" fmla="*/ 236 w 837"/>
                  <a:gd name="T81" fmla="*/ 136 h 450"/>
                  <a:gd name="T82" fmla="*/ 258 w 837"/>
                  <a:gd name="T83" fmla="*/ 105 h 450"/>
                  <a:gd name="T84" fmla="*/ 279 w 837"/>
                  <a:gd name="T85" fmla="*/ 88 h 450"/>
                  <a:gd name="T86" fmla="*/ 298 w 837"/>
                  <a:gd name="T87" fmla="*/ 79 h 450"/>
                  <a:gd name="T88" fmla="*/ 317 w 837"/>
                  <a:gd name="T89" fmla="*/ 79 h 450"/>
                  <a:gd name="T90" fmla="*/ 337 w 837"/>
                  <a:gd name="T91" fmla="*/ 83 h 450"/>
                  <a:gd name="T92" fmla="*/ 361 w 837"/>
                  <a:gd name="T93" fmla="*/ 89 h 450"/>
                  <a:gd name="T94" fmla="*/ 387 w 837"/>
                  <a:gd name="T95" fmla="*/ 95 h 450"/>
                  <a:gd name="T96" fmla="*/ 419 w 837"/>
                  <a:gd name="T97" fmla="*/ 98 h 450"/>
                  <a:gd name="T98" fmla="*/ 401 w 837"/>
                  <a:gd name="T99" fmla="*/ 84 h 450"/>
                  <a:gd name="T100" fmla="*/ 386 w 837"/>
                  <a:gd name="T101" fmla="*/ 72 h 450"/>
                  <a:gd name="T102" fmla="*/ 371 w 837"/>
                  <a:gd name="T103" fmla="*/ 59 h 450"/>
                  <a:gd name="T104" fmla="*/ 356 w 837"/>
                  <a:gd name="T105" fmla="*/ 48 h 450"/>
                  <a:gd name="T106" fmla="*/ 340 w 837"/>
                  <a:gd name="T107" fmla="*/ 36 h 450"/>
                  <a:gd name="T108" fmla="*/ 325 w 837"/>
                  <a:gd name="T109" fmla="*/ 24 h 450"/>
                  <a:gd name="T110" fmla="*/ 309 w 837"/>
                  <a:gd name="T111" fmla="*/ 12 h 450"/>
                  <a:gd name="T112" fmla="*/ 292 w 837"/>
                  <a:gd name="T113" fmla="*/ 0 h 45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50"/>
                  <a:gd name="T173" fmla="*/ 837 w 837"/>
                  <a:gd name="T174" fmla="*/ 450 h 45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50">
                    <a:moveTo>
                      <a:pt x="584" y="0"/>
                    </a:moveTo>
                    <a:lnTo>
                      <a:pt x="525" y="22"/>
                    </a:lnTo>
                    <a:lnTo>
                      <a:pt x="477" y="43"/>
                    </a:lnTo>
                    <a:lnTo>
                      <a:pt x="436" y="63"/>
                    </a:lnTo>
                    <a:lnTo>
                      <a:pt x="402" y="88"/>
                    </a:lnTo>
                    <a:lnTo>
                      <a:pt x="368" y="116"/>
                    </a:lnTo>
                    <a:lnTo>
                      <a:pt x="337" y="150"/>
                    </a:lnTo>
                    <a:lnTo>
                      <a:pt x="304" y="190"/>
                    </a:lnTo>
                    <a:lnTo>
                      <a:pt x="268" y="241"/>
                    </a:lnTo>
                    <a:lnTo>
                      <a:pt x="248" y="226"/>
                    </a:lnTo>
                    <a:lnTo>
                      <a:pt x="225" y="210"/>
                    </a:lnTo>
                    <a:lnTo>
                      <a:pt x="198" y="192"/>
                    </a:lnTo>
                    <a:lnTo>
                      <a:pt x="170" y="176"/>
                    </a:lnTo>
                    <a:lnTo>
                      <a:pt x="141" y="157"/>
                    </a:lnTo>
                    <a:lnTo>
                      <a:pt x="115" y="141"/>
                    </a:lnTo>
                    <a:lnTo>
                      <a:pt x="91" y="126"/>
                    </a:lnTo>
                    <a:lnTo>
                      <a:pt x="74" y="113"/>
                    </a:lnTo>
                    <a:lnTo>
                      <a:pt x="65" y="118"/>
                    </a:lnTo>
                    <a:lnTo>
                      <a:pt x="56" y="123"/>
                    </a:lnTo>
                    <a:lnTo>
                      <a:pt x="46" y="127"/>
                    </a:lnTo>
                    <a:lnTo>
                      <a:pt x="36" y="132"/>
                    </a:lnTo>
                    <a:lnTo>
                      <a:pt x="25" y="136"/>
                    </a:lnTo>
                    <a:lnTo>
                      <a:pt x="15" y="141"/>
                    </a:lnTo>
                    <a:lnTo>
                      <a:pt x="6" y="146"/>
                    </a:lnTo>
                    <a:lnTo>
                      <a:pt x="0" y="153"/>
                    </a:lnTo>
                    <a:lnTo>
                      <a:pt x="40" y="191"/>
                    </a:lnTo>
                    <a:lnTo>
                      <a:pt x="85" y="232"/>
                    </a:lnTo>
                    <a:lnTo>
                      <a:pt x="131" y="274"/>
                    </a:lnTo>
                    <a:lnTo>
                      <a:pt x="180" y="316"/>
                    </a:lnTo>
                    <a:lnTo>
                      <a:pt x="229" y="355"/>
                    </a:lnTo>
                    <a:lnTo>
                      <a:pt x="278" y="391"/>
                    </a:lnTo>
                    <a:lnTo>
                      <a:pt x="326" y="421"/>
                    </a:lnTo>
                    <a:lnTo>
                      <a:pt x="373" y="447"/>
                    </a:lnTo>
                    <a:lnTo>
                      <a:pt x="402" y="450"/>
                    </a:lnTo>
                    <a:lnTo>
                      <a:pt x="428" y="449"/>
                    </a:lnTo>
                    <a:lnTo>
                      <a:pt x="450" y="438"/>
                    </a:lnTo>
                    <a:lnTo>
                      <a:pt x="469" y="421"/>
                    </a:lnTo>
                    <a:lnTo>
                      <a:pt x="479" y="395"/>
                    </a:lnTo>
                    <a:lnTo>
                      <a:pt x="484" y="363"/>
                    </a:lnTo>
                    <a:lnTo>
                      <a:pt x="481" y="321"/>
                    </a:lnTo>
                    <a:lnTo>
                      <a:pt x="471" y="272"/>
                    </a:lnTo>
                    <a:lnTo>
                      <a:pt x="516" y="210"/>
                    </a:lnTo>
                    <a:lnTo>
                      <a:pt x="558" y="175"/>
                    </a:lnTo>
                    <a:lnTo>
                      <a:pt x="595" y="158"/>
                    </a:lnTo>
                    <a:lnTo>
                      <a:pt x="634" y="158"/>
                    </a:lnTo>
                    <a:lnTo>
                      <a:pt x="674" y="166"/>
                    </a:lnTo>
                    <a:lnTo>
                      <a:pt x="721" y="178"/>
                    </a:lnTo>
                    <a:lnTo>
                      <a:pt x="773" y="190"/>
                    </a:lnTo>
                    <a:lnTo>
                      <a:pt x="837" y="195"/>
                    </a:lnTo>
                    <a:lnTo>
                      <a:pt x="802" y="168"/>
                    </a:lnTo>
                    <a:lnTo>
                      <a:pt x="771" y="144"/>
                    </a:lnTo>
                    <a:lnTo>
                      <a:pt x="741" y="119"/>
                    </a:lnTo>
                    <a:lnTo>
                      <a:pt x="711" y="96"/>
                    </a:lnTo>
                    <a:lnTo>
                      <a:pt x="679" y="72"/>
                    </a:lnTo>
                    <a:lnTo>
                      <a:pt x="649" y="48"/>
                    </a:lnTo>
                    <a:lnTo>
                      <a:pt x="617" y="24"/>
                    </a:lnTo>
                    <a:lnTo>
                      <a:pt x="584" y="0"/>
                    </a:lnTo>
                    <a:close/>
                  </a:path>
                </a:pathLst>
              </a:custGeom>
              <a:solidFill>
                <a:srgbClr val="ABB8B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0" name="Freeform 599">
                <a:extLst>
                  <a:ext uri="{FF2B5EF4-FFF2-40B4-BE49-F238E27FC236}">
                    <a16:creationId xmlns:a16="http://schemas.microsoft.com/office/drawing/2014/main" id="{87C97421-7239-4543-9C7F-A554116C081A}"/>
                  </a:ext>
                </a:extLst>
              </p:cNvPr>
              <p:cNvSpPr>
                <a:spLocks/>
              </p:cNvSpPr>
              <p:nvPr/>
            </p:nvSpPr>
            <p:spPr bwMode="auto">
              <a:xfrm>
                <a:off x="4151" y="3662"/>
                <a:ext cx="419" cy="221"/>
              </a:xfrm>
              <a:custGeom>
                <a:avLst/>
                <a:gdLst>
                  <a:gd name="T0" fmla="*/ 297 w 837"/>
                  <a:gd name="T1" fmla="*/ 0 h 441"/>
                  <a:gd name="T2" fmla="*/ 267 w 837"/>
                  <a:gd name="T3" fmla="*/ 11 h 441"/>
                  <a:gd name="T4" fmla="*/ 243 w 837"/>
                  <a:gd name="T5" fmla="*/ 22 h 441"/>
                  <a:gd name="T6" fmla="*/ 222 w 837"/>
                  <a:gd name="T7" fmla="*/ 33 h 441"/>
                  <a:gd name="T8" fmla="*/ 204 w 837"/>
                  <a:gd name="T9" fmla="*/ 46 h 441"/>
                  <a:gd name="T10" fmla="*/ 188 w 837"/>
                  <a:gd name="T11" fmla="*/ 60 h 441"/>
                  <a:gd name="T12" fmla="*/ 172 w 837"/>
                  <a:gd name="T13" fmla="*/ 78 h 441"/>
                  <a:gd name="T14" fmla="*/ 155 w 837"/>
                  <a:gd name="T15" fmla="*/ 98 h 441"/>
                  <a:gd name="T16" fmla="*/ 137 w 837"/>
                  <a:gd name="T17" fmla="*/ 124 h 441"/>
                  <a:gd name="T18" fmla="*/ 126 w 837"/>
                  <a:gd name="T19" fmla="*/ 116 h 441"/>
                  <a:gd name="T20" fmla="*/ 114 w 837"/>
                  <a:gd name="T21" fmla="*/ 108 h 441"/>
                  <a:gd name="T22" fmla="*/ 99 w 837"/>
                  <a:gd name="T23" fmla="*/ 99 h 441"/>
                  <a:gd name="T24" fmla="*/ 84 w 837"/>
                  <a:gd name="T25" fmla="*/ 90 h 441"/>
                  <a:gd name="T26" fmla="*/ 68 w 837"/>
                  <a:gd name="T27" fmla="*/ 81 h 441"/>
                  <a:gd name="T28" fmla="*/ 54 w 837"/>
                  <a:gd name="T29" fmla="*/ 72 h 441"/>
                  <a:gd name="T30" fmla="*/ 41 w 837"/>
                  <a:gd name="T31" fmla="*/ 63 h 441"/>
                  <a:gd name="T32" fmla="*/ 33 w 837"/>
                  <a:gd name="T33" fmla="*/ 57 h 441"/>
                  <a:gd name="T34" fmla="*/ 28 w 837"/>
                  <a:gd name="T35" fmla="*/ 59 h 441"/>
                  <a:gd name="T36" fmla="*/ 25 w 837"/>
                  <a:gd name="T37" fmla="*/ 61 h 441"/>
                  <a:gd name="T38" fmla="*/ 20 w 837"/>
                  <a:gd name="T39" fmla="*/ 63 h 441"/>
                  <a:gd name="T40" fmla="*/ 16 w 837"/>
                  <a:gd name="T41" fmla="*/ 65 h 441"/>
                  <a:gd name="T42" fmla="*/ 11 w 837"/>
                  <a:gd name="T43" fmla="*/ 66 h 441"/>
                  <a:gd name="T44" fmla="*/ 7 w 837"/>
                  <a:gd name="T45" fmla="*/ 68 h 441"/>
                  <a:gd name="T46" fmla="*/ 3 w 837"/>
                  <a:gd name="T47" fmla="*/ 70 h 441"/>
                  <a:gd name="T48" fmla="*/ 0 w 837"/>
                  <a:gd name="T49" fmla="*/ 73 h 441"/>
                  <a:gd name="T50" fmla="*/ 20 w 837"/>
                  <a:gd name="T51" fmla="*/ 92 h 441"/>
                  <a:gd name="T52" fmla="*/ 43 w 837"/>
                  <a:gd name="T53" fmla="*/ 113 h 441"/>
                  <a:gd name="T54" fmla="*/ 66 w 837"/>
                  <a:gd name="T55" fmla="*/ 134 h 441"/>
                  <a:gd name="T56" fmla="*/ 90 w 837"/>
                  <a:gd name="T57" fmla="*/ 155 h 441"/>
                  <a:gd name="T58" fmla="*/ 115 w 837"/>
                  <a:gd name="T59" fmla="*/ 174 h 441"/>
                  <a:gd name="T60" fmla="*/ 139 w 837"/>
                  <a:gd name="T61" fmla="*/ 192 h 441"/>
                  <a:gd name="T62" fmla="*/ 163 w 837"/>
                  <a:gd name="T63" fmla="*/ 206 h 441"/>
                  <a:gd name="T64" fmla="*/ 187 w 837"/>
                  <a:gd name="T65" fmla="*/ 219 h 441"/>
                  <a:gd name="T66" fmla="*/ 201 w 837"/>
                  <a:gd name="T67" fmla="*/ 221 h 441"/>
                  <a:gd name="T68" fmla="*/ 214 w 837"/>
                  <a:gd name="T69" fmla="*/ 220 h 441"/>
                  <a:gd name="T70" fmla="*/ 225 w 837"/>
                  <a:gd name="T71" fmla="*/ 216 h 441"/>
                  <a:gd name="T72" fmla="*/ 233 w 837"/>
                  <a:gd name="T73" fmla="*/ 207 h 441"/>
                  <a:gd name="T74" fmla="*/ 239 w 837"/>
                  <a:gd name="T75" fmla="*/ 195 h 441"/>
                  <a:gd name="T76" fmla="*/ 242 w 837"/>
                  <a:gd name="T77" fmla="*/ 179 h 441"/>
                  <a:gd name="T78" fmla="*/ 241 w 837"/>
                  <a:gd name="T79" fmla="*/ 157 h 441"/>
                  <a:gd name="T80" fmla="*/ 236 w 837"/>
                  <a:gd name="T81" fmla="*/ 133 h 441"/>
                  <a:gd name="T82" fmla="*/ 258 w 837"/>
                  <a:gd name="T83" fmla="*/ 102 h 441"/>
                  <a:gd name="T84" fmla="*/ 279 w 837"/>
                  <a:gd name="T85" fmla="*/ 84 h 441"/>
                  <a:gd name="T86" fmla="*/ 298 w 837"/>
                  <a:gd name="T87" fmla="*/ 76 h 441"/>
                  <a:gd name="T88" fmla="*/ 317 w 837"/>
                  <a:gd name="T89" fmla="*/ 76 h 441"/>
                  <a:gd name="T90" fmla="*/ 337 w 837"/>
                  <a:gd name="T91" fmla="*/ 80 h 441"/>
                  <a:gd name="T92" fmla="*/ 361 w 837"/>
                  <a:gd name="T93" fmla="*/ 86 h 441"/>
                  <a:gd name="T94" fmla="*/ 387 w 837"/>
                  <a:gd name="T95" fmla="*/ 92 h 441"/>
                  <a:gd name="T96" fmla="*/ 419 w 837"/>
                  <a:gd name="T97" fmla="*/ 94 h 441"/>
                  <a:gd name="T98" fmla="*/ 401 w 837"/>
                  <a:gd name="T99" fmla="*/ 81 h 441"/>
                  <a:gd name="T100" fmla="*/ 386 w 837"/>
                  <a:gd name="T101" fmla="*/ 69 h 441"/>
                  <a:gd name="T102" fmla="*/ 371 w 837"/>
                  <a:gd name="T103" fmla="*/ 58 h 441"/>
                  <a:gd name="T104" fmla="*/ 357 w 837"/>
                  <a:gd name="T105" fmla="*/ 46 h 441"/>
                  <a:gd name="T106" fmla="*/ 343 w 837"/>
                  <a:gd name="T107" fmla="*/ 35 h 441"/>
                  <a:gd name="T108" fmla="*/ 329 w 837"/>
                  <a:gd name="T109" fmla="*/ 23 h 441"/>
                  <a:gd name="T110" fmla="*/ 313 w 837"/>
                  <a:gd name="T111" fmla="*/ 11 h 441"/>
                  <a:gd name="T112" fmla="*/ 297 w 837"/>
                  <a:gd name="T113" fmla="*/ 0 h 4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41"/>
                  <a:gd name="T173" fmla="*/ 837 w 837"/>
                  <a:gd name="T174" fmla="*/ 441 h 44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41">
                    <a:moveTo>
                      <a:pt x="593" y="0"/>
                    </a:moveTo>
                    <a:lnTo>
                      <a:pt x="534" y="21"/>
                    </a:lnTo>
                    <a:lnTo>
                      <a:pt x="485" y="44"/>
                    </a:lnTo>
                    <a:lnTo>
                      <a:pt x="444" y="66"/>
                    </a:lnTo>
                    <a:lnTo>
                      <a:pt x="408" y="92"/>
                    </a:lnTo>
                    <a:lnTo>
                      <a:pt x="375" y="120"/>
                    </a:lnTo>
                    <a:lnTo>
                      <a:pt x="343" y="155"/>
                    </a:lnTo>
                    <a:lnTo>
                      <a:pt x="309" y="196"/>
                    </a:lnTo>
                    <a:lnTo>
                      <a:pt x="273" y="247"/>
                    </a:lnTo>
                    <a:lnTo>
                      <a:pt x="252" y="231"/>
                    </a:lnTo>
                    <a:lnTo>
                      <a:pt x="228" y="216"/>
                    </a:lnTo>
                    <a:lnTo>
                      <a:pt x="198" y="198"/>
                    </a:lnTo>
                    <a:lnTo>
                      <a:pt x="168" y="180"/>
                    </a:lnTo>
                    <a:lnTo>
                      <a:pt x="136" y="161"/>
                    </a:lnTo>
                    <a:lnTo>
                      <a:pt x="107" y="143"/>
                    </a:lnTo>
                    <a:lnTo>
                      <a:pt x="82" y="126"/>
                    </a:lnTo>
                    <a:lnTo>
                      <a:pt x="65" y="114"/>
                    </a:lnTo>
                    <a:lnTo>
                      <a:pt x="56" y="117"/>
                    </a:lnTo>
                    <a:lnTo>
                      <a:pt x="49" y="122"/>
                    </a:lnTo>
                    <a:lnTo>
                      <a:pt x="40" y="125"/>
                    </a:lnTo>
                    <a:lnTo>
                      <a:pt x="31" y="129"/>
                    </a:lnTo>
                    <a:lnTo>
                      <a:pt x="21" y="131"/>
                    </a:lnTo>
                    <a:lnTo>
                      <a:pt x="13" y="135"/>
                    </a:lnTo>
                    <a:lnTo>
                      <a:pt x="5" y="139"/>
                    </a:lnTo>
                    <a:lnTo>
                      <a:pt x="0" y="146"/>
                    </a:lnTo>
                    <a:lnTo>
                      <a:pt x="40" y="184"/>
                    </a:lnTo>
                    <a:lnTo>
                      <a:pt x="85" y="225"/>
                    </a:lnTo>
                    <a:lnTo>
                      <a:pt x="131" y="267"/>
                    </a:lnTo>
                    <a:lnTo>
                      <a:pt x="180" y="309"/>
                    </a:lnTo>
                    <a:lnTo>
                      <a:pt x="229" y="347"/>
                    </a:lnTo>
                    <a:lnTo>
                      <a:pt x="278" y="383"/>
                    </a:lnTo>
                    <a:lnTo>
                      <a:pt x="326" y="412"/>
                    </a:lnTo>
                    <a:lnTo>
                      <a:pt x="373" y="437"/>
                    </a:lnTo>
                    <a:lnTo>
                      <a:pt x="401" y="441"/>
                    </a:lnTo>
                    <a:lnTo>
                      <a:pt x="427" y="440"/>
                    </a:lnTo>
                    <a:lnTo>
                      <a:pt x="449" y="431"/>
                    </a:lnTo>
                    <a:lnTo>
                      <a:pt x="466" y="414"/>
                    </a:lnTo>
                    <a:lnTo>
                      <a:pt x="477" y="389"/>
                    </a:lnTo>
                    <a:lnTo>
                      <a:pt x="484" y="357"/>
                    </a:lnTo>
                    <a:lnTo>
                      <a:pt x="481" y="314"/>
                    </a:lnTo>
                    <a:lnTo>
                      <a:pt x="471" y="265"/>
                    </a:lnTo>
                    <a:lnTo>
                      <a:pt x="516" y="203"/>
                    </a:lnTo>
                    <a:lnTo>
                      <a:pt x="558" y="168"/>
                    </a:lnTo>
                    <a:lnTo>
                      <a:pt x="595" y="151"/>
                    </a:lnTo>
                    <a:lnTo>
                      <a:pt x="634" y="151"/>
                    </a:lnTo>
                    <a:lnTo>
                      <a:pt x="674" y="159"/>
                    </a:lnTo>
                    <a:lnTo>
                      <a:pt x="721" y="171"/>
                    </a:lnTo>
                    <a:lnTo>
                      <a:pt x="773" y="183"/>
                    </a:lnTo>
                    <a:lnTo>
                      <a:pt x="837" y="188"/>
                    </a:lnTo>
                    <a:lnTo>
                      <a:pt x="802" y="161"/>
                    </a:lnTo>
                    <a:lnTo>
                      <a:pt x="772" y="137"/>
                    </a:lnTo>
                    <a:lnTo>
                      <a:pt x="742" y="115"/>
                    </a:lnTo>
                    <a:lnTo>
                      <a:pt x="714" y="92"/>
                    </a:lnTo>
                    <a:lnTo>
                      <a:pt x="686" y="69"/>
                    </a:lnTo>
                    <a:lnTo>
                      <a:pt x="657" y="46"/>
                    </a:lnTo>
                    <a:lnTo>
                      <a:pt x="625" y="22"/>
                    </a:lnTo>
                    <a:lnTo>
                      <a:pt x="593" y="0"/>
                    </a:lnTo>
                    <a:close/>
                  </a:path>
                </a:pathLst>
              </a:custGeom>
              <a:solidFill>
                <a:srgbClr val="B0BD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1" name="Freeform 600">
                <a:extLst>
                  <a:ext uri="{FF2B5EF4-FFF2-40B4-BE49-F238E27FC236}">
                    <a16:creationId xmlns:a16="http://schemas.microsoft.com/office/drawing/2014/main" id="{399AFBF6-03DB-C743-808B-262AC62D53CE}"/>
                  </a:ext>
                </a:extLst>
              </p:cNvPr>
              <p:cNvSpPr>
                <a:spLocks/>
              </p:cNvSpPr>
              <p:nvPr/>
            </p:nvSpPr>
            <p:spPr bwMode="auto">
              <a:xfrm>
                <a:off x="4151" y="3666"/>
                <a:ext cx="419" cy="216"/>
              </a:xfrm>
              <a:custGeom>
                <a:avLst/>
                <a:gdLst>
                  <a:gd name="T0" fmla="*/ 302 w 837"/>
                  <a:gd name="T1" fmla="*/ 0 h 433"/>
                  <a:gd name="T2" fmla="*/ 272 w 837"/>
                  <a:gd name="T3" fmla="*/ 11 h 433"/>
                  <a:gd name="T4" fmla="*/ 247 w 837"/>
                  <a:gd name="T5" fmla="*/ 22 h 433"/>
                  <a:gd name="T6" fmla="*/ 226 w 837"/>
                  <a:gd name="T7" fmla="*/ 34 h 433"/>
                  <a:gd name="T8" fmla="*/ 208 w 837"/>
                  <a:gd name="T9" fmla="*/ 47 h 433"/>
                  <a:gd name="T10" fmla="*/ 191 w 837"/>
                  <a:gd name="T11" fmla="*/ 62 h 433"/>
                  <a:gd name="T12" fmla="*/ 174 w 837"/>
                  <a:gd name="T13" fmla="*/ 80 h 433"/>
                  <a:gd name="T14" fmla="*/ 157 w 837"/>
                  <a:gd name="T15" fmla="*/ 101 h 433"/>
                  <a:gd name="T16" fmla="*/ 139 w 837"/>
                  <a:gd name="T17" fmla="*/ 126 h 433"/>
                  <a:gd name="T18" fmla="*/ 128 w 837"/>
                  <a:gd name="T19" fmla="*/ 119 h 433"/>
                  <a:gd name="T20" fmla="*/ 115 w 837"/>
                  <a:gd name="T21" fmla="*/ 111 h 433"/>
                  <a:gd name="T22" fmla="*/ 100 w 837"/>
                  <a:gd name="T23" fmla="*/ 101 h 433"/>
                  <a:gd name="T24" fmla="*/ 83 w 837"/>
                  <a:gd name="T25" fmla="*/ 92 h 433"/>
                  <a:gd name="T26" fmla="*/ 67 w 837"/>
                  <a:gd name="T27" fmla="*/ 82 h 433"/>
                  <a:gd name="T28" fmla="*/ 51 w 837"/>
                  <a:gd name="T29" fmla="*/ 73 h 433"/>
                  <a:gd name="T30" fmla="*/ 38 w 837"/>
                  <a:gd name="T31" fmla="*/ 64 h 433"/>
                  <a:gd name="T32" fmla="*/ 28 w 837"/>
                  <a:gd name="T33" fmla="*/ 57 h 433"/>
                  <a:gd name="T34" fmla="*/ 25 w 837"/>
                  <a:gd name="T35" fmla="*/ 59 h 433"/>
                  <a:gd name="T36" fmla="*/ 21 w 837"/>
                  <a:gd name="T37" fmla="*/ 61 h 433"/>
                  <a:gd name="T38" fmla="*/ 18 w 837"/>
                  <a:gd name="T39" fmla="*/ 61 h 433"/>
                  <a:gd name="T40" fmla="*/ 14 w 837"/>
                  <a:gd name="T41" fmla="*/ 62 h 433"/>
                  <a:gd name="T42" fmla="*/ 10 w 837"/>
                  <a:gd name="T43" fmla="*/ 63 h 433"/>
                  <a:gd name="T44" fmla="*/ 6 w 837"/>
                  <a:gd name="T45" fmla="*/ 64 h 433"/>
                  <a:gd name="T46" fmla="*/ 3 w 837"/>
                  <a:gd name="T47" fmla="*/ 66 h 433"/>
                  <a:gd name="T48" fmla="*/ 0 w 837"/>
                  <a:gd name="T49" fmla="*/ 69 h 433"/>
                  <a:gd name="T50" fmla="*/ 20 w 837"/>
                  <a:gd name="T51" fmla="*/ 88 h 433"/>
                  <a:gd name="T52" fmla="*/ 43 w 837"/>
                  <a:gd name="T53" fmla="*/ 109 h 433"/>
                  <a:gd name="T54" fmla="*/ 67 w 837"/>
                  <a:gd name="T55" fmla="*/ 130 h 433"/>
                  <a:gd name="T56" fmla="*/ 91 w 837"/>
                  <a:gd name="T57" fmla="*/ 150 h 433"/>
                  <a:gd name="T58" fmla="*/ 115 w 837"/>
                  <a:gd name="T59" fmla="*/ 169 h 433"/>
                  <a:gd name="T60" fmla="*/ 140 w 837"/>
                  <a:gd name="T61" fmla="*/ 187 h 433"/>
                  <a:gd name="T62" fmla="*/ 164 w 837"/>
                  <a:gd name="T63" fmla="*/ 202 h 433"/>
                  <a:gd name="T64" fmla="*/ 188 w 837"/>
                  <a:gd name="T65" fmla="*/ 214 h 433"/>
                  <a:gd name="T66" fmla="*/ 200 w 837"/>
                  <a:gd name="T67" fmla="*/ 216 h 433"/>
                  <a:gd name="T68" fmla="*/ 213 w 837"/>
                  <a:gd name="T69" fmla="*/ 215 h 433"/>
                  <a:gd name="T70" fmla="*/ 223 w 837"/>
                  <a:gd name="T71" fmla="*/ 210 h 433"/>
                  <a:gd name="T72" fmla="*/ 233 w 837"/>
                  <a:gd name="T73" fmla="*/ 203 h 433"/>
                  <a:gd name="T74" fmla="*/ 238 w 837"/>
                  <a:gd name="T75" fmla="*/ 190 h 433"/>
                  <a:gd name="T76" fmla="*/ 241 w 837"/>
                  <a:gd name="T77" fmla="*/ 175 h 433"/>
                  <a:gd name="T78" fmla="*/ 240 w 837"/>
                  <a:gd name="T79" fmla="*/ 153 h 433"/>
                  <a:gd name="T80" fmla="*/ 236 w 837"/>
                  <a:gd name="T81" fmla="*/ 129 h 433"/>
                  <a:gd name="T82" fmla="*/ 258 w 837"/>
                  <a:gd name="T83" fmla="*/ 98 h 433"/>
                  <a:gd name="T84" fmla="*/ 279 w 837"/>
                  <a:gd name="T85" fmla="*/ 80 h 433"/>
                  <a:gd name="T86" fmla="*/ 298 w 837"/>
                  <a:gd name="T87" fmla="*/ 72 h 433"/>
                  <a:gd name="T88" fmla="*/ 317 w 837"/>
                  <a:gd name="T89" fmla="*/ 72 h 433"/>
                  <a:gd name="T90" fmla="*/ 337 w 837"/>
                  <a:gd name="T91" fmla="*/ 76 h 433"/>
                  <a:gd name="T92" fmla="*/ 361 w 837"/>
                  <a:gd name="T93" fmla="*/ 82 h 433"/>
                  <a:gd name="T94" fmla="*/ 387 w 837"/>
                  <a:gd name="T95" fmla="*/ 88 h 433"/>
                  <a:gd name="T96" fmla="*/ 419 w 837"/>
                  <a:gd name="T97" fmla="*/ 90 h 433"/>
                  <a:gd name="T98" fmla="*/ 402 w 837"/>
                  <a:gd name="T99" fmla="*/ 78 h 433"/>
                  <a:gd name="T100" fmla="*/ 387 w 837"/>
                  <a:gd name="T101" fmla="*/ 66 h 433"/>
                  <a:gd name="T102" fmla="*/ 373 w 837"/>
                  <a:gd name="T103" fmla="*/ 55 h 433"/>
                  <a:gd name="T104" fmla="*/ 360 w 837"/>
                  <a:gd name="T105" fmla="*/ 44 h 433"/>
                  <a:gd name="T106" fmla="*/ 346 w 837"/>
                  <a:gd name="T107" fmla="*/ 34 h 433"/>
                  <a:gd name="T108" fmla="*/ 332 w 837"/>
                  <a:gd name="T109" fmla="*/ 23 h 433"/>
                  <a:gd name="T110" fmla="*/ 317 w 837"/>
                  <a:gd name="T111" fmla="*/ 11 h 433"/>
                  <a:gd name="T112" fmla="*/ 302 w 837"/>
                  <a:gd name="T113" fmla="*/ 0 h 43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33"/>
                  <a:gd name="T173" fmla="*/ 837 w 837"/>
                  <a:gd name="T174" fmla="*/ 433 h 43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33">
                    <a:moveTo>
                      <a:pt x="603" y="0"/>
                    </a:moveTo>
                    <a:lnTo>
                      <a:pt x="544" y="23"/>
                    </a:lnTo>
                    <a:lnTo>
                      <a:pt x="494" y="45"/>
                    </a:lnTo>
                    <a:lnTo>
                      <a:pt x="451" y="68"/>
                    </a:lnTo>
                    <a:lnTo>
                      <a:pt x="416" y="95"/>
                    </a:lnTo>
                    <a:lnTo>
                      <a:pt x="381" y="125"/>
                    </a:lnTo>
                    <a:lnTo>
                      <a:pt x="348" y="161"/>
                    </a:lnTo>
                    <a:lnTo>
                      <a:pt x="313" y="203"/>
                    </a:lnTo>
                    <a:lnTo>
                      <a:pt x="277" y="253"/>
                    </a:lnTo>
                    <a:lnTo>
                      <a:pt x="255" y="238"/>
                    </a:lnTo>
                    <a:lnTo>
                      <a:pt x="230" y="222"/>
                    </a:lnTo>
                    <a:lnTo>
                      <a:pt x="199" y="203"/>
                    </a:lnTo>
                    <a:lnTo>
                      <a:pt x="166" y="184"/>
                    </a:lnTo>
                    <a:lnTo>
                      <a:pt x="133" y="164"/>
                    </a:lnTo>
                    <a:lnTo>
                      <a:pt x="101" y="146"/>
                    </a:lnTo>
                    <a:lnTo>
                      <a:pt x="75" y="128"/>
                    </a:lnTo>
                    <a:lnTo>
                      <a:pt x="56" y="115"/>
                    </a:lnTo>
                    <a:lnTo>
                      <a:pt x="49" y="119"/>
                    </a:lnTo>
                    <a:lnTo>
                      <a:pt x="42" y="122"/>
                    </a:lnTo>
                    <a:lnTo>
                      <a:pt x="35" y="123"/>
                    </a:lnTo>
                    <a:lnTo>
                      <a:pt x="27" y="125"/>
                    </a:lnTo>
                    <a:lnTo>
                      <a:pt x="20" y="127"/>
                    </a:lnTo>
                    <a:lnTo>
                      <a:pt x="12" y="129"/>
                    </a:lnTo>
                    <a:lnTo>
                      <a:pt x="5" y="132"/>
                    </a:lnTo>
                    <a:lnTo>
                      <a:pt x="0" y="139"/>
                    </a:lnTo>
                    <a:lnTo>
                      <a:pt x="40" y="177"/>
                    </a:lnTo>
                    <a:lnTo>
                      <a:pt x="85" y="218"/>
                    </a:lnTo>
                    <a:lnTo>
                      <a:pt x="133" y="260"/>
                    </a:lnTo>
                    <a:lnTo>
                      <a:pt x="181" y="301"/>
                    </a:lnTo>
                    <a:lnTo>
                      <a:pt x="230" y="339"/>
                    </a:lnTo>
                    <a:lnTo>
                      <a:pt x="279" y="374"/>
                    </a:lnTo>
                    <a:lnTo>
                      <a:pt x="327" y="404"/>
                    </a:lnTo>
                    <a:lnTo>
                      <a:pt x="375" y="429"/>
                    </a:lnTo>
                    <a:lnTo>
                      <a:pt x="400" y="433"/>
                    </a:lnTo>
                    <a:lnTo>
                      <a:pt x="425" y="430"/>
                    </a:lnTo>
                    <a:lnTo>
                      <a:pt x="446" y="421"/>
                    </a:lnTo>
                    <a:lnTo>
                      <a:pt x="465" y="406"/>
                    </a:lnTo>
                    <a:lnTo>
                      <a:pt x="476" y="381"/>
                    </a:lnTo>
                    <a:lnTo>
                      <a:pt x="482" y="350"/>
                    </a:lnTo>
                    <a:lnTo>
                      <a:pt x="480" y="307"/>
                    </a:lnTo>
                    <a:lnTo>
                      <a:pt x="471" y="258"/>
                    </a:lnTo>
                    <a:lnTo>
                      <a:pt x="516" y="196"/>
                    </a:lnTo>
                    <a:lnTo>
                      <a:pt x="558" y="161"/>
                    </a:lnTo>
                    <a:lnTo>
                      <a:pt x="595" y="144"/>
                    </a:lnTo>
                    <a:lnTo>
                      <a:pt x="634" y="144"/>
                    </a:lnTo>
                    <a:lnTo>
                      <a:pt x="674" y="152"/>
                    </a:lnTo>
                    <a:lnTo>
                      <a:pt x="721" y="164"/>
                    </a:lnTo>
                    <a:lnTo>
                      <a:pt x="773" y="176"/>
                    </a:lnTo>
                    <a:lnTo>
                      <a:pt x="837" y="181"/>
                    </a:lnTo>
                    <a:lnTo>
                      <a:pt x="803" y="156"/>
                    </a:lnTo>
                    <a:lnTo>
                      <a:pt x="773" y="133"/>
                    </a:lnTo>
                    <a:lnTo>
                      <a:pt x="746" y="110"/>
                    </a:lnTo>
                    <a:lnTo>
                      <a:pt x="719" y="89"/>
                    </a:lnTo>
                    <a:lnTo>
                      <a:pt x="692" y="68"/>
                    </a:lnTo>
                    <a:lnTo>
                      <a:pt x="664" y="47"/>
                    </a:lnTo>
                    <a:lnTo>
                      <a:pt x="634" y="23"/>
                    </a:lnTo>
                    <a:lnTo>
                      <a:pt x="603"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2" name="Freeform 601">
                <a:extLst>
                  <a:ext uri="{FF2B5EF4-FFF2-40B4-BE49-F238E27FC236}">
                    <a16:creationId xmlns:a16="http://schemas.microsoft.com/office/drawing/2014/main" id="{AA198536-D25B-3648-9B07-0C8FCDAB8E4D}"/>
                  </a:ext>
                </a:extLst>
              </p:cNvPr>
              <p:cNvSpPr>
                <a:spLocks/>
              </p:cNvSpPr>
              <p:nvPr/>
            </p:nvSpPr>
            <p:spPr bwMode="auto">
              <a:xfrm>
                <a:off x="3659" y="2675"/>
                <a:ext cx="1059" cy="612"/>
              </a:xfrm>
              <a:custGeom>
                <a:avLst/>
                <a:gdLst>
                  <a:gd name="T0" fmla="*/ 376 w 2117"/>
                  <a:gd name="T1" fmla="*/ 287 h 1224"/>
                  <a:gd name="T2" fmla="*/ 302 w 2117"/>
                  <a:gd name="T3" fmla="*/ 352 h 1224"/>
                  <a:gd name="T4" fmla="*/ 228 w 2117"/>
                  <a:gd name="T5" fmla="*/ 398 h 1224"/>
                  <a:gd name="T6" fmla="*/ 175 w 2117"/>
                  <a:gd name="T7" fmla="*/ 401 h 1224"/>
                  <a:gd name="T8" fmla="*/ 137 w 2117"/>
                  <a:gd name="T9" fmla="*/ 415 h 1224"/>
                  <a:gd name="T10" fmla="*/ 66 w 2117"/>
                  <a:gd name="T11" fmla="*/ 471 h 1224"/>
                  <a:gd name="T12" fmla="*/ 11 w 2117"/>
                  <a:gd name="T13" fmla="*/ 514 h 1224"/>
                  <a:gd name="T14" fmla="*/ 2 w 2117"/>
                  <a:gd name="T15" fmla="*/ 566 h 1224"/>
                  <a:gd name="T16" fmla="*/ 40 w 2117"/>
                  <a:gd name="T17" fmla="*/ 607 h 1224"/>
                  <a:gd name="T18" fmla="*/ 100 w 2117"/>
                  <a:gd name="T19" fmla="*/ 600 h 1224"/>
                  <a:gd name="T20" fmla="*/ 160 w 2117"/>
                  <a:gd name="T21" fmla="*/ 594 h 1224"/>
                  <a:gd name="T22" fmla="*/ 311 w 2117"/>
                  <a:gd name="T23" fmla="*/ 589 h 1224"/>
                  <a:gd name="T24" fmla="*/ 462 w 2117"/>
                  <a:gd name="T25" fmla="*/ 579 h 1224"/>
                  <a:gd name="T26" fmla="*/ 597 w 2117"/>
                  <a:gd name="T27" fmla="*/ 572 h 1224"/>
                  <a:gd name="T28" fmla="*/ 663 w 2117"/>
                  <a:gd name="T29" fmla="*/ 568 h 1224"/>
                  <a:gd name="T30" fmla="*/ 722 w 2117"/>
                  <a:gd name="T31" fmla="*/ 538 h 1224"/>
                  <a:gd name="T32" fmla="*/ 792 w 2117"/>
                  <a:gd name="T33" fmla="*/ 498 h 1224"/>
                  <a:gd name="T34" fmla="*/ 839 w 2117"/>
                  <a:gd name="T35" fmla="*/ 461 h 1224"/>
                  <a:gd name="T36" fmla="*/ 842 w 2117"/>
                  <a:gd name="T37" fmla="*/ 339 h 1224"/>
                  <a:gd name="T38" fmla="*/ 881 w 2117"/>
                  <a:gd name="T39" fmla="*/ 334 h 1224"/>
                  <a:gd name="T40" fmla="*/ 918 w 2117"/>
                  <a:gd name="T41" fmla="*/ 362 h 1224"/>
                  <a:gd name="T42" fmla="*/ 1015 w 2117"/>
                  <a:gd name="T43" fmla="*/ 341 h 1224"/>
                  <a:gd name="T44" fmla="*/ 1051 w 2117"/>
                  <a:gd name="T45" fmla="*/ 207 h 1224"/>
                  <a:gd name="T46" fmla="*/ 947 w 2117"/>
                  <a:gd name="T47" fmla="*/ 130 h 1224"/>
                  <a:gd name="T48" fmla="*/ 888 w 2117"/>
                  <a:gd name="T49" fmla="*/ 165 h 1224"/>
                  <a:gd name="T50" fmla="*/ 863 w 2117"/>
                  <a:gd name="T51" fmla="*/ 201 h 1224"/>
                  <a:gd name="T52" fmla="*/ 826 w 2117"/>
                  <a:gd name="T53" fmla="*/ 208 h 1224"/>
                  <a:gd name="T54" fmla="*/ 812 w 2117"/>
                  <a:gd name="T55" fmla="*/ 195 h 1224"/>
                  <a:gd name="T56" fmla="*/ 802 w 2117"/>
                  <a:gd name="T57" fmla="*/ 186 h 1224"/>
                  <a:gd name="T58" fmla="*/ 801 w 2117"/>
                  <a:gd name="T59" fmla="*/ 171 h 1224"/>
                  <a:gd name="T60" fmla="*/ 836 w 2117"/>
                  <a:gd name="T61" fmla="*/ 165 h 1224"/>
                  <a:gd name="T62" fmla="*/ 863 w 2117"/>
                  <a:gd name="T63" fmla="*/ 154 h 1224"/>
                  <a:gd name="T64" fmla="*/ 899 w 2117"/>
                  <a:gd name="T65" fmla="*/ 55 h 1224"/>
                  <a:gd name="T66" fmla="*/ 774 w 2117"/>
                  <a:gd name="T67" fmla="*/ 0 h 1224"/>
                  <a:gd name="T68" fmla="*/ 658 w 2117"/>
                  <a:gd name="T69" fmla="*/ 72 h 1224"/>
                  <a:gd name="T70" fmla="*/ 659 w 2117"/>
                  <a:gd name="T71" fmla="*/ 98 h 1224"/>
                  <a:gd name="T72" fmla="*/ 661 w 2117"/>
                  <a:gd name="T73" fmla="*/ 124 h 1224"/>
                  <a:gd name="T74" fmla="*/ 653 w 2117"/>
                  <a:gd name="T75" fmla="*/ 145 h 1224"/>
                  <a:gd name="T76" fmla="*/ 631 w 2117"/>
                  <a:gd name="T77" fmla="*/ 150 h 1224"/>
                  <a:gd name="T78" fmla="*/ 609 w 2117"/>
                  <a:gd name="T79" fmla="*/ 155 h 1224"/>
                  <a:gd name="T80" fmla="*/ 573 w 2117"/>
                  <a:gd name="T81" fmla="*/ 167 h 1224"/>
                  <a:gd name="T82" fmla="*/ 532 w 2117"/>
                  <a:gd name="T83" fmla="*/ 182 h 1224"/>
                  <a:gd name="T84" fmla="*/ 492 w 2117"/>
                  <a:gd name="T85" fmla="*/ 197 h 1224"/>
                  <a:gd name="T86" fmla="*/ 469 w 2117"/>
                  <a:gd name="T87" fmla="*/ 216 h 1224"/>
                  <a:gd name="T88" fmla="*/ 447 w 2117"/>
                  <a:gd name="T89" fmla="*/ 235 h 12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17"/>
                  <a:gd name="T136" fmla="*/ 0 h 1224"/>
                  <a:gd name="T137" fmla="*/ 2117 w 2117"/>
                  <a:gd name="T138" fmla="*/ 1224 h 12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17" h="1224">
                    <a:moveTo>
                      <a:pt x="864" y="496"/>
                    </a:moveTo>
                    <a:lnTo>
                      <a:pt x="806" y="531"/>
                    </a:lnTo>
                    <a:lnTo>
                      <a:pt x="752" y="574"/>
                    </a:lnTo>
                    <a:lnTo>
                      <a:pt x="700" y="618"/>
                    </a:lnTo>
                    <a:lnTo>
                      <a:pt x="653" y="663"/>
                    </a:lnTo>
                    <a:lnTo>
                      <a:pt x="604" y="704"/>
                    </a:lnTo>
                    <a:lnTo>
                      <a:pt x="556" y="743"/>
                    </a:lnTo>
                    <a:lnTo>
                      <a:pt x="506" y="774"/>
                    </a:lnTo>
                    <a:lnTo>
                      <a:pt x="456" y="797"/>
                    </a:lnTo>
                    <a:lnTo>
                      <a:pt x="412" y="797"/>
                    </a:lnTo>
                    <a:lnTo>
                      <a:pt x="378" y="799"/>
                    </a:lnTo>
                    <a:lnTo>
                      <a:pt x="349" y="802"/>
                    </a:lnTo>
                    <a:lnTo>
                      <a:pt x="324" y="809"/>
                    </a:lnTo>
                    <a:lnTo>
                      <a:pt x="299" y="818"/>
                    </a:lnTo>
                    <a:lnTo>
                      <a:pt x="274" y="831"/>
                    </a:lnTo>
                    <a:lnTo>
                      <a:pt x="244" y="846"/>
                    </a:lnTo>
                    <a:lnTo>
                      <a:pt x="209" y="868"/>
                    </a:lnTo>
                    <a:lnTo>
                      <a:pt x="131" y="942"/>
                    </a:lnTo>
                    <a:lnTo>
                      <a:pt x="77" y="987"/>
                    </a:lnTo>
                    <a:lnTo>
                      <a:pt x="41" y="1011"/>
                    </a:lnTo>
                    <a:lnTo>
                      <a:pt x="22" y="1027"/>
                    </a:lnTo>
                    <a:lnTo>
                      <a:pt x="10" y="1045"/>
                    </a:lnTo>
                    <a:lnTo>
                      <a:pt x="7" y="1076"/>
                    </a:lnTo>
                    <a:lnTo>
                      <a:pt x="3" y="1131"/>
                    </a:lnTo>
                    <a:lnTo>
                      <a:pt x="0" y="1224"/>
                    </a:lnTo>
                    <a:lnTo>
                      <a:pt x="39" y="1219"/>
                    </a:lnTo>
                    <a:lnTo>
                      <a:pt x="79" y="1214"/>
                    </a:lnTo>
                    <a:lnTo>
                      <a:pt x="118" y="1209"/>
                    </a:lnTo>
                    <a:lnTo>
                      <a:pt x="160" y="1205"/>
                    </a:lnTo>
                    <a:lnTo>
                      <a:pt x="199" y="1200"/>
                    </a:lnTo>
                    <a:lnTo>
                      <a:pt x="239" y="1195"/>
                    </a:lnTo>
                    <a:lnTo>
                      <a:pt x="278" y="1191"/>
                    </a:lnTo>
                    <a:lnTo>
                      <a:pt x="319" y="1188"/>
                    </a:lnTo>
                    <a:lnTo>
                      <a:pt x="419" y="1185"/>
                    </a:lnTo>
                    <a:lnTo>
                      <a:pt x="521" y="1183"/>
                    </a:lnTo>
                    <a:lnTo>
                      <a:pt x="621" y="1178"/>
                    </a:lnTo>
                    <a:lnTo>
                      <a:pt x="723" y="1173"/>
                    </a:lnTo>
                    <a:lnTo>
                      <a:pt x="823" y="1165"/>
                    </a:lnTo>
                    <a:lnTo>
                      <a:pt x="923" y="1158"/>
                    </a:lnTo>
                    <a:lnTo>
                      <a:pt x="1025" y="1149"/>
                    </a:lnTo>
                    <a:lnTo>
                      <a:pt x="1128" y="1141"/>
                    </a:lnTo>
                    <a:lnTo>
                      <a:pt x="1194" y="1144"/>
                    </a:lnTo>
                    <a:lnTo>
                      <a:pt x="1246" y="1144"/>
                    </a:lnTo>
                    <a:lnTo>
                      <a:pt x="1288" y="1141"/>
                    </a:lnTo>
                    <a:lnTo>
                      <a:pt x="1326" y="1135"/>
                    </a:lnTo>
                    <a:lnTo>
                      <a:pt x="1360" y="1123"/>
                    </a:lnTo>
                    <a:lnTo>
                      <a:pt x="1399" y="1102"/>
                    </a:lnTo>
                    <a:lnTo>
                      <a:pt x="1444" y="1075"/>
                    </a:lnTo>
                    <a:lnTo>
                      <a:pt x="1502" y="1041"/>
                    </a:lnTo>
                    <a:lnTo>
                      <a:pt x="1542" y="1013"/>
                    </a:lnTo>
                    <a:lnTo>
                      <a:pt x="1583" y="996"/>
                    </a:lnTo>
                    <a:lnTo>
                      <a:pt x="1621" y="978"/>
                    </a:lnTo>
                    <a:lnTo>
                      <a:pt x="1655" y="957"/>
                    </a:lnTo>
                    <a:lnTo>
                      <a:pt x="1678" y="922"/>
                    </a:lnTo>
                    <a:lnTo>
                      <a:pt x="1693" y="868"/>
                    </a:lnTo>
                    <a:lnTo>
                      <a:pt x="1696" y="789"/>
                    </a:lnTo>
                    <a:lnTo>
                      <a:pt x="1683" y="678"/>
                    </a:lnTo>
                    <a:lnTo>
                      <a:pt x="1713" y="659"/>
                    </a:lnTo>
                    <a:lnTo>
                      <a:pt x="1740" y="658"/>
                    </a:lnTo>
                    <a:lnTo>
                      <a:pt x="1762" y="669"/>
                    </a:lnTo>
                    <a:lnTo>
                      <a:pt x="1785" y="688"/>
                    </a:lnTo>
                    <a:lnTo>
                      <a:pt x="1808" y="708"/>
                    </a:lnTo>
                    <a:lnTo>
                      <a:pt x="1835" y="725"/>
                    </a:lnTo>
                    <a:lnTo>
                      <a:pt x="1868" y="735"/>
                    </a:lnTo>
                    <a:lnTo>
                      <a:pt x="1910" y="734"/>
                    </a:lnTo>
                    <a:lnTo>
                      <a:pt x="2029" y="683"/>
                    </a:lnTo>
                    <a:lnTo>
                      <a:pt x="2097" y="604"/>
                    </a:lnTo>
                    <a:lnTo>
                      <a:pt x="2117" y="508"/>
                    </a:lnTo>
                    <a:lnTo>
                      <a:pt x="2101" y="414"/>
                    </a:lnTo>
                    <a:lnTo>
                      <a:pt x="2052" y="332"/>
                    </a:lnTo>
                    <a:lnTo>
                      <a:pt x="1981" y="277"/>
                    </a:lnTo>
                    <a:lnTo>
                      <a:pt x="1893" y="260"/>
                    </a:lnTo>
                    <a:lnTo>
                      <a:pt x="1797" y="300"/>
                    </a:lnTo>
                    <a:lnTo>
                      <a:pt x="1786" y="310"/>
                    </a:lnTo>
                    <a:lnTo>
                      <a:pt x="1775" y="331"/>
                    </a:lnTo>
                    <a:lnTo>
                      <a:pt x="1760" y="354"/>
                    </a:lnTo>
                    <a:lnTo>
                      <a:pt x="1745" y="381"/>
                    </a:lnTo>
                    <a:lnTo>
                      <a:pt x="1725" y="402"/>
                    </a:lnTo>
                    <a:lnTo>
                      <a:pt x="1703" y="420"/>
                    </a:lnTo>
                    <a:lnTo>
                      <a:pt x="1678" y="425"/>
                    </a:lnTo>
                    <a:lnTo>
                      <a:pt x="1652" y="417"/>
                    </a:lnTo>
                    <a:lnTo>
                      <a:pt x="1639" y="406"/>
                    </a:lnTo>
                    <a:lnTo>
                      <a:pt x="1632" y="398"/>
                    </a:lnTo>
                    <a:lnTo>
                      <a:pt x="1624" y="391"/>
                    </a:lnTo>
                    <a:lnTo>
                      <a:pt x="1618" y="386"/>
                    </a:lnTo>
                    <a:lnTo>
                      <a:pt x="1611" y="378"/>
                    </a:lnTo>
                    <a:lnTo>
                      <a:pt x="1604" y="372"/>
                    </a:lnTo>
                    <a:lnTo>
                      <a:pt x="1596" y="364"/>
                    </a:lnTo>
                    <a:lnTo>
                      <a:pt x="1584" y="356"/>
                    </a:lnTo>
                    <a:lnTo>
                      <a:pt x="1602" y="342"/>
                    </a:lnTo>
                    <a:lnTo>
                      <a:pt x="1623" y="336"/>
                    </a:lnTo>
                    <a:lnTo>
                      <a:pt x="1646" y="332"/>
                    </a:lnTo>
                    <a:lnTo>
                      <a:pt x="1671" y="331"/>
                    </a:lnTo>
                    <a:lnTo>
                      <a:pt x="1692" y="327"/>
                    </a:lnTo>
                    <a:lnTo>
                      <a:pt x="1712" y="321"/>
                    </a:lnTo>
                    <a:lnTo>
                      <a:pt x="1726" y="308"/>
                    </a:lnTo>
                    <a:lnTo>
                      <a:pt x="1735" y="288"/>
                    </a:lnTo>
                    <a:lnTo>
                      <a:pt x="1800" y="189"/>
                    </a:lnTo>
                    <a:lnTo>
                      <a:pt x="1797" y="110"/>
                    </a:lnTo>
                    <a:lnTo>
                      <a:pt x="1741" y="49"/>
                    </a:lnTo>
                    <a:lnTo>
                      <a:pt x="1653" y="12"/>
                    </a:lnTo>
                    <a:lnTo>
                      <a:pt x="1548" y="0"/>
                    </a:lnTo>
                    <a:lnTo>
                      <a:pt x="1445" y="16"/>
                    </a:lnTo>
                    <a:lnTo>
                      <a:pt x="1361" y="62"/>
                    </a:lnTo>
                    <a:lnTo>
                      <a:pt x="1316" y="143"/>
                    </a:lnTo>
                    <a:lnTo>
                      <a:pt x="1316" y="160"/>
                    </a:lnTo>
                    <a:lnTo>
                      <a:pt x="1316" y="179"/>
                    </a:lnTo>
                    <a:lnTo>
                      <a:pt x="1317" y="196"/>
                    </a:lnTo>
                    <a:lnTo>
                      <a:pt x="1318" y="214"/>
                    </a:lnTo>
                    <a:lnTo>
                      <a:pt x="1320" y="230"/>
                    </a:lnTo>
                    <a:lnTo>
                      <a:pt x="1321" y="248"/>
                    </a:lnTo>
                    <a:lnTo>
                      <a:pt x="1322" y="267"/>
                    </a:lnTo>
                    <a:lnTo>
                      <a:pt x="1325" y="287"/>
                    </a:lnTo>
                    <a:lnTo>
                      <a:pt x="1306" y="289"/>
                    </a:lnTo>
                    <a:lnTo>
                      <a:pt x="1291" y="293"/>
                    </a:lnTo>
                    <a:lnTo>
                      <a:pt x="1276" y="297"/>
                    </a:lnTo>
                    <a:lnTo>
                      <a:pt x="1262" y="300"/>
                    </a:lnTo>
                    <a:lnTo>
                      <a:pt x="1247" y="303"/>
                    </a:lnTo>
                    <a:lnTo>
                      <a:pt x="1233" y="307"/>
                    </a:lnTo>
                    <a:lnTo>
                      <a:pt x="1217" y="310"/>
                    </a:lnTo>
                    <a:lnTo>
                      <a:pt x="1201" y="314"/>
                    </a:lnTo>
                    <a:lnTo>
                      <a:pt x="1173" y="324"/>
                    </a:lnTo>
                    <a:lnTo>
                      <a:pt x="1145" y="334"/>
                    </a:lnTo>
                    <a:lnTo>
                      <a:pt x="1118" y="344"/>
                    </a:lnTo>
                    <a:lnTo>
                      <a:pt x="1091" y="354"/>
                    </a:lnTo>
                    <a:lnTo>
                      <a:pt x="1064" y="364"/>
                    </a:lnTo>
                    <a:lnTo>
                      <a:pt x="1036" y="374"/>
                    </a:lnTo>
                    <a:lnTo>
                      <a:pt x="1010" y="384"/>
                    </a:lnTo>
                    <a:lnTo>
                      <a:pt x="984" y="394"/>
                    </a:lnTo>
                    <a:lnTo>
                      <a:pt x="969" y="407"/>
                    </a:lnTo>
                    <a:lnTo>
                      <a:pt x="954" y="420"/>
                    </a:lnTo>
                    <a:lnTo>
                      <a:pt x="938" y="432"/>
                    </a:lnTo>
                    <a:lnTo>
                      <a:pt x="923" y="445"/>
                    </a:lnTo>
                    <a:lnTo>
                      <a:pt x="908" y="457"/>
                    </a:lnTo>
                    <a:lnTo>
                      <a:pt x="893" y="470"/>
                    </a:lnTo>
                    <a:lnTo>
                      <a:pt x="878" y="482"/>
                    </a:lnTo>
                    <a:lnTo>
                      <a:pt x="864" y="496"/>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3" name="Freeform 602">
                <a:extLst>
                  <a:ext uri="{FF2B5EF4-FFF2-40B4-BE49-F238E27FC236}">
                    <a16:creationId xmlns:a16="http://schemas.microsoft.com/office/drawing/2014/main" id="{7DF0792E-2865-784B-ABA8-77C1E1C13FE9}"/>
                  </a:ext>
                </a:extLst>
              </p:cNvPr>
              <p:cNvSpPr>
                <a:spLocks/>
              </p:cNvSpPr>
              <p:nvPr/>
            </p:nvSpPr>
            <p:spPr bwMode="auto">
              <a:xfrm>
                <a:off x="3693" y="2684"/>
                <a:ext cx="1024" cy="586"/>
              </a:xfrm>
              <a:custGeom>
                <a:avLst/>
                <a:gdLst>
                  <a:gd name="T0" fmla="*/ 343 w 2048"/>
                  <a:gd name="T1" fmla="*/ 277 h 1171"/>
                  <a:gd name="T2" fmla="*/ 276 w 2048"/>
                  <a:gd name="T3" fmla="*/ 341 h 1171"/>
                  <a:gd name="T4" fmla="*/ 206 w 2048"/>
                  <a:gd name="T5" fmla="*/ 387 h 1171"/>
                  <a:gd name="T6" fmla="*/ 155 w 2048"/>
                  <a:gd name="T7" fmla="*/ 390 h 1171"/>
                  <a:gd name="T8" fmla="*/ 119 w 2048"/>
                  <a:gd name="T9" fmla="*/ 406 h 1171"/>
                  <a:gd name="T10" fmla="*/ 51 w 2048"/>
                  <a:gd name="T11" fmla="*/ 461 h 1171"/>
                  <a:gd name="T12" fmla="*/ 3 w 2048"/>
                  <a:gd name="T13" fmla="*/ 502 h 1171"/>
                  <a:gd name="T14" fmla="*/ 1 w 2048"/>
                  <a:gd name="T15" fmla="*/ 547 h 1171"/>
                  <a:gd name="T16" fmla="*/ 37 w 2048"/>
                  <a:gd name="T17" fmla="*/ 581 h 1171"/>
                  <a:gd name="T18" fmla="*/ 92 w 2048"/>
                  <a:gd name="T19" fmla="*/ 577 h 1171"/>
                  <a:gd name="T20" fmla="*/ 150 w 2048"/>
                  <a:gd name="T21" fmla="*/ 572 h 1171"/>
                  <a:gd name="T22" fmla="*/ 289 w 2048"/>
                  <a:gd name="T23" fmla="*/ 570 h 1171"/>
                  <a:gd name="T24" fmla="*/ 436 w 2048"/>
                  <a:gd name="T25" fmla="*/ 563 h 1171"/>
                  <a:gd name="T26" fmla="*/ 569 w 2048"/>
                  <a:gd name="T27" fmla="*/ 556 h 1171"/>
                  <a:gd name="T28" fmla="*/ 636 w 2048"/>
                  <a:gd name="T29" fmla="*/ 552 h 1171"/>
                  <a:gd name="T30" fmla="*/ 691 w 2048"/>
                  <a:gd name="T31" fmla="*/ 526 h 1171"/>
                  <a:gd name="T32" fmla="*/ 757 w 2048"/>
                  <a:gd name="T33" fmla="*/ 489 h 1171"/>
                  <a:gd name="T34" fmla="*/ 805 w 2048"/>
                  <a:gd name="T35" fmla="*/ 452 h 1171"/>
                  <a:gd name="T36" fmla="*/ 807 w 2048"/>
                  <a:gd name="T37" fmla="*/ 330 h 1171"/>
                  <a:gd name="T38" fmla="*/ 847 w 2048"/>
                  <a:gd name="T39" fmla="*/ 325 h 1171"/>
                  <a:gd name="T40" fmla="*/ 883 w 2048"/>
                  <a:gd name="T41" fmla="*/ 353 h 1171"/>
                  <a:gd name="T42" fmla="*/ 980 w 2048"/>
                  <a:gd name="T43" fmla="*/ 332 h 1171"/>
                  <a:gd name="T44" fmla="*/ 1015 w 2048"/>
                  <a:gd name="T45" fmla="*/ 200 h 1171"/>
                  <a:gd name="T46" fmla="*/ 909 w 2048"/>
                  <a:gd name="T47" fmla="*/ 124 h 1171"/>
                  <a:gd name="T48" fmla="*/ 850 w 2048"/>
                  <a:gd name="T49" fmla="*/ 159 h 1171"/>
                  <a:gd name="T50" fmla="*/ 827 w 2048"/>
                  <a:gd name="T51" fmla="*/ 193 h 1171"/>
                  <a:gd name="T52" fmla="*/ 792 w 2048"/>
                  <a:gd name="T53" fmla="*/ 199 h 1171"/>
                  <a:gd name="T54" fmla="*/ 778 w 2048"/>
                  <a:gd name="T55" fmla="*/ 186 h 1171"/>
                  <a:gd name="T56" fmla="*/ 767 w 2048"/>
                  <a:gd name="T57" fmla="*/ 175 h 1171"/>
                  <a:gd name="T58" fmla="*/ 765 w 2048"/>
                  <a:gd name="T59" fmla="*/ 160 h 1171"/>
                  <a:gd name="T60" fmla="*/ 795 w 2048"/>
                  <a:gd name="T61" fmla="*/ 153 h 1171"/>
                  <a:gd name="T62" fmla="*/ 819 w 2048"/>
                  <a:gd name="T63" fmla="*/ 141 h 1171"/>
                  <a:gd name="T64" fmla="*/ 848 w 2048"/>
                  <a:gd name="T65" fmla="*/ 50 h 1171"/>
                  <a:gd name="T66" fmla="*/ 731 w 2048"/>
                  <a:gd name="T67" fmla="*/ 0 h 1171"/>
                  <a:gd name="T68" fmla="*/ 626 w 2048"/>
                  <a:gd name="T69" fmla="*/ 65 h 1171"/>
                  <a:gd name="T70" fmla="*/ 626 w 2048"/>
                  <a:gd name="T71" fmla="*/ 91 h 1171"/>
                  <a:gd name="T72" fmla="*/ 627 w 2048"/>
                  <a:gd name="T73" fmla="*/ 115 h 1171"/>
                  <a:gd name="T74" fmla="*/ 619 w 2048"/>
                  <a:gd name="T75" fmla="*/ 135 h 1171"/>
                  <a:gd name="T76" fmla="*/ 597 w 2048"/>
                  <a:gd name="T77" fmla="*/ 141 h 1171"/>
                  <a:gd name="T78" fmla="*/ 574 w 2048"/>
                  <a:gd name="T79" fmla="*/ 146 h 1171"/>
                  <a:gd name="T80" fmla="*/ 538 w 2048"/>
                  <a:gd name="T81" fmla="*/ 158 h 1171"/>
                  <a:gd name="T82" fmla="*/ 498 w 2048"/>
                  <a:gd name="T83" fmla="*/ 173 h 1171"/>
                  <a:gd name="T84" fmla="*/ 458 w 2048"/>
                  <a:gd name="T85" fmla="*/ 188 h 1171"/>
                  <a:gd name="T86" fmla="*/ 435 w 2048"/>
                  <a:gd name="T87" fmla="*/ 207 h 1171"/>
                  <a:gd name="T88" fmla="*/ 412 w 2048"/>
                  <a:gd name="T89" fmla="*/ 226 h 117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048"/>
                  <a:gd name="T136" fmla="*/ 0 h 1171"/>
                  <a:gd name="T137" fmla="*/ 2048 w 2048"/>
                  <a:gd name="T138" fmla="*/ 1171 h 117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048" h="1171">
                    <a:moveTo>
                      <a:pt x="796" y="477"/>
                    </a:moveTo>
                    <a:lnTo>
                      <a:pt x="739" y="512"/>
                    </a:lnTo>
                    <a:lnTo>
                      <a:pt x="687" y="553"/>
                    </a:lnTo>
                    <a:lnTo>
                      <a:pt x="640" y="597"/>
                    </a:lnTo>
                    <a:lnTo>
                      <a:pt x="597" y="641"/>
                    </a:lnTo>
                    <a:lnTo>
                      <a:pt x="553" y="682"/>
                    </a:lnTo>
                    <a:lnTo>
                      <a:pt x="509" y="720"/>
                    </a:lnTo>
                    <a:lnTo>
                      <a:pt x="463" y="751"/>
                    </a:lnTo>
                    <a:lnTo>
                      <a:pt x="413" y="774"/>
                    </a:lnTo>
                    <a:lnTo>
                      <a:pt x="370" y="774"/>
                    </a:lnTo>
                    <a:lnTo>
                      <a:pt x="337" y="776"/>
                    </a:lnTo>
                    <a:lnTo>
                      <a:pt x="310" y="780"/>
                    </a:lnTo>
                    <a:lnTo>
                      <a:pt x="286" y="788"/>
                    </a:lnTo>
                    <a:lnTo>
                      <a:pt x="262" y="798"/>
                    </a:lnTo>
                    <a:lnTo>
                      <a:pt x="238" y="812"/>
                    </a:lnTo>
                    <a:lnTo>
                      <a:pt x="208" y="829"/>
                    </a:lnTo>
                    <a:lnTo>
                      <a:pt x="173" y="852"/>
                    </a:lnTo>
                    <a:lnTo>
                      <a:pt x="102" y="922"/>
                    </a:lnTo>
                    <a:lnTo>
                      <a:pt x="53" y="964"/>
                    </a:lnTo>
                    <a:lnTo>
                      <a:pt x="21" y="987"/>
                    </a:lnTo>
                    <a:lnTo>
                      <a:pt x="6" y="1003"/>
                    </a:lnTo>
                    <a:lnTo>
                      <a:pt x="0" y="1018"/>
                    </a:lnTo>
                    <a:lnTo>
                      <a:pt x="0" y="1046"/>
                    </a:lnTo>
                    <a:lnTo>
                      <a:pt x="1" y="1093"/>
                    </a:lnTo>
                    <a:lnTo>
                      <a:pt x="3" y="1171"/>
                    </a:lnTo>
                    <a:lnTo>
                      <a:pt x="38" y="1166"/>
                    </a:lnTo>
                    <a:lnTo>
                      <a:pt x="74" y="1162"/>
                    </a:lnTo>
                    <a:lnTo>
                      <a:pt x="109" y="1160"/>
                    </a:lnTo>
                    <a:lnTo>
                      <a:pt x="147" y="1157"/>
                    </a:lnTo>
                    <a:lnTo>
                      <a:pt x="185" y="1154"/>
                    </a:lnTo>
                    <a:lnTo>
                      <a:pt x="222" y="1151"/>
                    </a:lnTo>
                    <a:lnTo>
                      <a:pt x="260" y="1147"/>
                    </a:lnTo>
                    <a:lnTo>
                      <a:pt x="301" y="1144"/>
                    </a:lnTo>
                    <a:lnTo>
                      <a:pt x="391" y="1144"/>
                    </a:lnTo>
                    <a:lnTo>
                      <a:pt x="484" y="1144"/>
                    </a:lnTo>
                    <a:lnTo>
                      <a:pt x="578" y="1140"/>
                    </a:lnTo>
                    <a:lnTo>
                      <a:pt x="676" y="1137"/>
                    </a:lnTo>
                    <a:lnTo>
                      <a:pt x="773" y="1131"/>
                    </a:lnTo>
                    <a:lnTo>
                      <a:pt x="872" y="1125"/>
                    </a:lnTo>
                    <a:lnTo>
                      <a:pt x="971" y="1117"/>
                    </a:lnTo>
                    <a:lnTo>
                      <a:pt x="1072" y="1111"/>
                    </a:lnTo>
                    <a:lnTo>
                      <a:pt x="1138" y="1112"/>
                    </a:lnTo>
                    <a:lnTo>
                      <a:pt x="1191" y="1112"/>
                    </a:lnTo>
                    <a:lnTo>
                      <a:pt x="1234" y="1110"/>
                    </a:lnTo>
                    <a:lnTo>
                      <a:pt x="1272" y="1104"/>
                    </a:lnTo>
                    <a:lnTo>
                      <a:pt x="1306" y="1091"/>
                    </a:lnTo>
                    <a:lnTo>
                      <a:pt x="1342" y="1075"/>
                    </a:lnTo>
                    <a:lnTo>
                      <a:pt x="1382" y="1052"/>
                    </a:lnTo>
                    <a:lnTo>
                      <a:pt x="1434" y="1022"/>
                    </a:lnTo>
                    <a:lnTo>
                      <a:pt x="1474" y="994"/>
                    </a:lnTo>
                    <a:lnTo>
                      <a:pt x="1515" y="977"/>
                    </a:lnTo>
                    <a:lnTo>
                      <a:pt x="1553" y="959"/>
                    </a:lnTo>
                    <a:lnTo>
                      <a:pt x="1587" y="938"/>
                    </a:lnTo>
                    <a:lnTo>
                      <a:pt x="1610" y="903"/>
                    </a:lnTo>
                    <a:lnTo>
                      <a:pt x="1625" y="849"/>
                    </a:lnTo>
                    <a:lnTo>
                      <a:pt x="1628" y="770"/>
                    </a:lnTo>
                    <a:lnTo>
                      <a:pt x="1615" y="659"/>
                    </a:lnTo>
                    <a:lnTo>
                      <a:pt x="1645" y="640"/>
                    </a:lnTo>
                    <a:lnTo>
                      <a:pt x="1672" y="639"/>
                    </a:lnTo>
                    <a:lnTo>
                      <a:pt x="1694" y="650"/>
                    </a:lnTo>
                    <a:lnTo>
                      <a:pt x="1717" y="669"/>
                    </a:lnTo>
                    <a:lnTo>
                      <a:pt x="1740" y="689"/>
                    </a:lnTo>
                    <a:lnTo>
                      <a:pt x="1767" y="706"/>
                    </a:lnTo>
                    <a:lnTo>
                      <a:pt x="1800" y="716"/>
                    </a:lnTo>
                    <a:lnTo>
                      <a:pt x="1842" y="715"/>
                    </a:lnTo>
                    <a:lnTo>
                      <a:pt x="1961" y="664"/>
                    </a:lnTo>
                    <a:lnTo>
                      <a:pt x="2028" y="585"/>
                    </a:lnTo>
                    <a:lnTo>
                      <a:pt x="2048" y="492"/>
                    </a:lnTo>
                    <a:lnTo>
                      <a:pt x="2030" y="399"/>
                    </a:lnTo>
                    <a:lnTo>
                      <a:pt x="1980" y="318"/>
                    </a:lnTo>
                    <a:lnTo>
                      <a:pt x="1908" y="263"/>
                    </a:lnTo>
                    <a:lnTo>
                      <a:pt x="1819" y="248"/>
                    </a:lnTo>
                    <a:lnTo>
                      <a:pt x="1722" y="288"/>
                    </a:lnTo>
                    <a:lnTo>
                      <a:pt x="1712" y="298"/>
                    </a:lnTo>
                    <a:lnTo>
                      <a:pt x="1701" y="317"/>
                    </a:lnTo>
                    <a:lnTo>
                      <a:pt x="1687" y="340"/>
                    </a:lnTo>
                    <a:lnTo>
                      <a:pt x="1673" y="365"/>
                    </a:lnTo>
                    <a:lnTo>
                      <a:pt x="1654" y="385"/>
                    </a:lnTo>
                    <a:lnTo>
                      <a:pt x="1634" y="402"/>
                    </a:lnTo>
                    <a:lnTo>
                      <a:pt x="1610" y="406"/>
                    </a:lnTo>
                    <a:lnTo>
                      <a:pt x="1584" y="398"/>
                    </a:lnTo>
                    <a:lnTo>
                      <a:pt x="1571" y="387"/>
                    </a:lnTo>
                    <a:lnTo>
                      <a:pt x="1564" y="379"/>
                    </a:lnTo>
                    <a:lnTo>
                      <a:pt x="1556" y="372"/>
                    </a:lnTo>
                    <a:lnTo>
                      <a:pt x="1550" y="365"/>
                    </a:lnTo>
                    <a:lnTo>
                      <a:pt x="1543" y="358"/>
                    </a:lnTo>
                    <a:lnTo>
                      <a:pt x="1535" y="350"/>
                    </a:lnTo>
                    <a:lnTo>
                      <a:pt x="1526" y="342"/>
                    </a:lnTo>
                    <a:lnTo>
                      <a:pt x="1515" y="333"/>
                    </a:lnTo>
                    <a:lnTo>
                      <a:pt x="1530" y="319"/>
                    </a:lnTo>
                    <a:lnTo>
                      <a:pt x="1550" y="312"/>
                    </a:lnTo>
                    <a:lnTo>
                      <a:pt x="1569" y="307"/>
                    </a:lnTo>
                    <a:lnTo>
                      <a:pt x="1590" y="305"/>
                    </a:lnTo>
                    <a:lnTo>
                      <a:pt x="1608" y="300"/>
                    </a:lnTo>
                    <a:lnTo>
                      <a:pt x="1625" y="294"/>
                    </a:lnTo>
                    <a:lnTo>
                      <a:pt x="1638" y="281"/>
                    </a:lnTo>
                    <a:lnTo>
                      <a:pt x="1647" y="264"/>
                    </a:lnTo>
                    <a:lnTo>
                      <a:pt x="1702" y="172"/>
                    </a:lnTo>
                    <a:lnTo>
                      <a:pt x="1696" y="100"/>
                    </a:lnTo>
                    <a:lnTo>
                      <a:pt x="1643" y="43"/>
                    </a:lnTo>
                    <a:lnTo>
                      <a:pt x="1561" y="11"/>
                    </a:lnTo>
                    <a:lnTo>
                      <a:pt x="1462" y="0"/>
                    </a:lnTo>
                    <a:lnTo>
                      <a:pt x="1368" y="15"/>
                    </a:lnTo>
                    <a:lnTo>
                      <a:pt x="1293" y="57"/>
                    </a:lnTo>
                    <a:lnTo>
                      <a:pt x="1252" y="130"/>
                    </a:lnTo>
                    <a:lnTo>
                      <a:pt x="1252" y="147"/>
                    </a:lnTo>
                    <a:lnTo>
                      <a:pt x="1252" y="165"/>
                    </a:lnTo>
                    <a:lnTo>
                      <a:pt x="1252" y="181"/>
                    </a:lnTo>
                    <a:lnTo>
                      <a:pt x="1253" y="197"/>
                    </a:lnTo>
                    <a:lnTo>
                      <a:pt x="1253" y="213"/>
                    </a:lnTo>
                    <a:lnTo>
                      <a:pt x="1254" y="230"/>
                    </a:lnTo>
                    <a:lnTo>
                      <a:pt x="1254" y="248"/>
                    </a:lnTo>
                    <a:lnTo>
                      <a:pt x="1257" y="268"/>
                    </a:lnTo>
                    <a:lnTo>
                      <a:pt x="1238" y="270"/>
                    </a:lnTo>
                    <a:lnTo>
                      <a:pt x="1223" y="274"/>
                    </a:lnTo>
                    <a:lnTo>
                      <a:pt x="1208" y="278"/>
                    </a:lnTo>
                    <a:lnTo>
                      <a:pt x="1194" y="281"/>
                    </a:lnTo>
                    <a:lnTo>
                      <a:pt x="1179" y="284"/>
                    </a:lnTo>
                    <a:lnTo>
                      <a:pt x="1165" y="288"/>
                    </a:lnTo>
                    <a:lnTo>
                      <a:pt x="1149" y="291"/>
                    </a:lnTo>
                    <a:lnTo>
                      <a:pt x="1133" y="295"/>
                    </a:lnTo>
                    <a:lnTo>
                      <a:pt x="1105" y="305"/>
                    </a:lnTo>
                    <a:lnTo>
                      <a:pt x="1077" y="315"/>
                    </a:lnTo>
                    <a:lnTo>
                      <a:pt x="1050" y="325"/>
                    </a:lnTo>
                    <a:lnTo>
                      <a:pt x="1023" y="335"/>
                    </a:lnTo>
                    <a:lnTo>
                      <a:pt x="996" y="345"/>
                    </a:lnTo>
                    <a:lnTo>
                      <a:pt x="968" y="355"/>
                    </a:lnTo>
                    <a:lnTo>
                      <a:pt x="942" y="365"/>
                    </a:lnTo>
                    <a:lnTo>
                      <a:pt x="916" y="375"/>
                    </a:lnTo>
                    <a:lnTo>
                      <a:pt x="901" y="388"/>
                    </a:lnTo>
                    <a:lnTo>
                      <a:pt x="886" y="401"/>
                    </a:lnTo>
                    <a:lnTo>
                      <a:pt x="870" y="413"/>
                    </a:lnTo>
                    <a:lnTo>
                      <a:pt x="855" y="426"/>
                    </a:lnTo>
                    <a:lnTo>
                      <a:pt x="840" y="438"/>
                    </a:lnTo>
                    <a:lnTo>
                      <a:pt x="825" y="451"/>
                    </a:lnTo>
                    <a:lnTo>
                      <a:pt x="810" y="463"/>
                    </a:lnTo>
                    <a:lnTo>
                      <a:pt x="796" y="477"/>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4" name="Freeform 603">
                <a:extLst>
                  <a:ext uri="{FF2B5EF4-FFF2-40B4-BE49-F238E27FC236}">
                    <a16:creationId xmlns:a16="http://schemas.microsoft.com/office/drawing/2014/main" id="{8FDB8FAC-4D2A-524E-A4D3-44D380166F36}"/>
                  </a:ext>
                </a:extLst>
              </p:cNvPr>
              <p:cNvSpPr>
                <a:spLocks/>
              </p:cNvSpPr>
              <p:nvPr/>
            </p:nvSpPr>
            <p:spPr bwMode="auto">
              <a:xfrm>
                <a:off x="3723" y="2694"/>
                <a:ext cx="993" cy="561"/>
              </a:xfrm>
              <a:custGeom>
                <a:avLst/>
                <a:gdLst>
                  <a:gd name="T0" fmla="*/ 316 w 1985"/>
                  <a:gd name="T1" fmla="*/ 267 h 1121"/>
                  <a:gd name="T2" fmla="*/ 256 w 1985"/>
                  <a:gd name="T3" fmla="*/ 330 h 1121"/>
                  <a:gd name="T4" fmla="*/ 190 w 1985"/>
                  <a:gd name="T5" fmla="*/ 375 h 1121"/>
                  <a:gd name="T6" fmla="*/ 140 w 1985"/>
                  <a:gd name="T7" fmla="*/ 380 h 1121"/>
                  <a:gd name="T8" fmla="*/ 105 w 1985"/>
                  <a:gd name="T9" fmla="*/ 397 h 1121"/>
                  <a:gd name="T10" fmla="*/ 40 w 1985"/>
                  <a:gd name="T11" fmla="*/ 450 h 1121"/>
                  <a:gd name="T12" fmla="*/ 1 w 1985"/>
                  <a:gd name="T13" fmla="*/ 489 h 1121"/>
                  <a:gd name="T14" fmla="*/ 5 w 1985"/>
                  <a:gd name="T15" fmla="*/ 528 h 1121"/>
                  <a:gd name="T16" fmla="*/ 39 w 1985"/>
                  <a:gd name="T17" fmla="*/ 557 h 1121"/>
                  <a:gd name="T18" fmla="*/ 89 w 1985"/>
                  <a:gd name="T19" fmla="*/ 554 h 1121"/>
                  <a:gd name="T20" fmla="*/ 146 w 1985"/>
                  <a:gd name="T21" fmla="*/ 550 h 1121"/>
                  <a:gd name="T22" fmla="*/ 273 w 1985"/>
                  <a:gd name="T23" fmla="*/ 552 h 1121"/>
                  <a:gd name="T24" fmla="*/ 414 w 1985"/>
                  <a:gd name="T25" fmla="*/ 546 h 1121"/>
                  <a:gd name="T26" fmla="*/ 545 w 1985"/>
                  <a:gd name="T27" fmla="*/ 541 h 1121"/>
                  <a:gd name="T28" fmla="*/ 614 w 1985"/>
                  <a:gd name="T29" fmla="*/ 536 h 1121"/>
                  <a:gd name="T30" fmla="*/ 665 w 1985"/>
                  <a:gd name="T31" fmla="*/ 513 h 1121"/>
                  <a:gd name="T32" fmla="*/ 728 w 1985"/>
                  <a:gd name="T33" fmla="*/ 479 h 1121"/>
                  <a:gd name="T34" fmla="*/ 775 w 1985"/>
                  <a:gd name="T35" fmla="*/ 442 h 1121"/>
                  <a:gd name="T36" fmla="*/ 778 w 1985"/>
                  <a:gd name="T37" fmla="*/ 320 h 1121"/>
                  <a:gd name="T38" fmla="*/ 817 w 1985"/>
                  <a:gd name="T39" fmla="*/ 315 h 1121"/>
                  <a:gd name="T40" fmla="*/ 854 w 1985"/>
                  <a:gd name="T41" fmla="*/ 343 h 1121"/>
                  <a:gd name="T42" fmla="*/ 951 w 1985"/>
                  <a:gd name="T43" fmla="*/ 322 h 1121"/>
                  <a:gd name="T44" fmla="*/ 984 w 1985"/>
                  <a:gd name="T45" fmla="*/ 191 h 1121"/>
                  <a:gd name="T46" fmla="*/ 876 w 1985"/>
                  <a:gd name="T47" fmla="*/ 117 h 1121"/>
                  <a:gd name="T48" fmla="*/ 818 w 1985"/>
                  <a:gd name="T49" fmla="*/ 152 h 1121"/>
                  <a:gd name="T50" fmla="*/ 796 w 1985"/>
                  <a:gd name="T51" fmla="*/ 184 h 1121"/>
                  <a:gd name="T52" fmla="*/ 762 w 1985"/>
                  <a:gd name="T53" fmla="*/ 189 h 1121"/>
                  <a:gd name="T54" fmla="*/ 748 w 1985"/>
                  <a:gd name="T55" fmla="*/ 175 h 1121"/>
                  <a:gd name="T56" fmla="*/ 737 w 1985"/>
                  <a:gd name="T57" fmla="*/ 164 h 1121"/>
                  <a:gd name="T58" fmla="*/ 734 w 1985"/>
                  <a:gd name="T59" fmla="*/ 148 h 1121"/>
                  <a:gd name="T60" fmla="*/ 759 w 1985"/>
                  <a:gd name="T61" fmla="*/ 139 h 1121"/>
                  <a:gd name="T62" fmla="*/ 779 w 1985"/>
                  <a:gd name="T63" fmla="*/ 127 h 1121"/>
                  <a:gd name="T64" fmla="*/ 801 w 1985"/>
                  <a:gd name="T65" fmla="*/ 45 h 1121"/>
                  <a:gd name="T66" fmla="*/ 693 w 1985"/>
                  <a:gd name="T67" fmla="*/ 0 h 1121"/>
                  <a:gd name="T68" fmla="*/ 597 w 1985"/>
                  <a:gd name="T69" fmla="*/ 58 h 1121"/>
                  <a:gd name="T70" fmla="*/ 597 w 1985"/>
                  <a:gd name="T71" fmla="*/ 82 h 1121"/>
                  <a:gd name="T72" fmla="*/ 597 w 1985"/>
                  <a:gd name="T73" fmla="*/ 106 h 1121"/>
                  <a:gd name="T74" fmla="*/ 589 w 1985"/>
                  <a:gd name="T75" fmla="*/ 125 h 1121"/>
                  <a:gd name="T76" fmla="*/ 567 w 1985"/>
                  <a:gd name="T77" fmla="*/ 131 h 1121"/>
                  <a:gd name="T78" fmla="*/ 545 w 1985"/>
                  <a:gd name="T79" fmla="*/ 136 h 1121"/>
                  <a:gd name="T80" fmla="*/ 509 w 1985"/>
                  <a:gd name="T81" fmla="*/ 148 h 1121"/>
                  <a:gd name="T82" fmla="*/ 468 w 1985"/>
                  <a:gd name="T83" fmla="*/ 163 h 1121"/>
                  <a:gd name="T84" fmla="*/ 428 w 1985"/>
                  <a:gd name="T85" fmla="*/ 178 h 1121"/>
                  <a:gd name="T86" fmla="*/ 405 w 1985"/>
                  <a:gd name="T87" fmla="*/ 197 h 1121"/>
                  <a:gd name="T88" fmla="*/ 383 w 1985"/>
                  <a:gd name="T89" fmla="*/ 216 h 112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85"/>
                  <a:gd name="T136" fmla="*/ 0 h 1121"/>
                  <a:gd name="T137" fmla="*/ 1985 w 1985"/>
                  <a:gd name="T138" fmla="*/ 1121 h 112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85" h="1121">
                    <a:moveTo>
                      <a:pt x="736" y="457"/>
                    </a:moveTo>
                    <a:lnTo>
                      <a:pt x="680" y="492"/>
                    </a:lnTo>
                    <a:lnTo>
                      <a:pt x="632" y="533"/>
                    </a:lnTo>
                    <a:lnTo>
                      <a:pt x="590" y="576"/>
                    </a:lnTo>
                    <a:lnTo>
                      <a:pt x="551" y="620"/>
                    </a:lnTo>
                    <a:lnTo>
                      <a:pt x="511" y="660"/>
                    </a:lnTo>
                    <a:lnTo>
                      <a:pt x="472" y="698"/>
                    </a:lnTo>
                    <a:lnTo>
                      <a:pt x="428" y="728"/>
                    </a:lnTo>
                    <a:lnTo>
                      <a:pt x="380" y="750"/>
                    </a:lnTo>
                    <a:lnTo>
                      <a:pt x="338" y="750"/>
                    </a:lnTo>
                    <a:lnTo>
                      <a:pt x="305" y="754"/>
                    </a:lnTo>
                    <a:lnTo>
                      <a:pt x="279" y="759"/>
                    </a:lnTo>
                    <a:lnTo>
                      <a:pt x="256" y="768"/>
                    </a:lnTo>
                    <a:lnTo>
                      <a:pt x="234" y="778"/>
                    </a:lnTo>
                    <a:lnTo>
                      <a:pt x="210" y="793"/>
                    </a:lnTo>
                    <a:lnTo>
                      <a:pt x="181" y="810"/>
                    </a:lnTo>
                    <a:lnTo>
                      <a:pt x="146" y="833"/>
                    </a:lnTo>
                    <a:lnTo>
                      <a:pt x="79" y="899"/>
                    </a:lnTo>
                    <a:lnTo>
                      <a:pt x="37" y="939"/>
                    </a:lnTo>
                    <a:lnTo>
                      <a:pt x="12" y="962"/>
                    </a:lnTo>
                    <a:lnTo>
                      <a:pt x="2" y="977"/>
                    </a:lnTo>
                    <a:lnTo>
                      <a:pt x="0" y="991"/>
                    </a:lnTo>
                    <a:lnTo>
                      <a:pt x="5" y="1015"/>
                    </a:lnTo>
                    <a:lnTo>
                      <a:pt x="10" y="1055"/>
                    </a:lnTo>
                    <a:lnTo>
                      <a:pt x="14" y="1121"/>
                    </a:lnTo>
                    <a:lnTo>
                      <a:pt x="44" y="1116"/>
                    </a:lnTo>
                    <a:lnTo>
                      <a:pt x="77" y="1114"/>
                    </a:lnTo>
                    <a:lnTo>
                      <a:pt x="109" y="1111"/>
                    </a:lnTo>
                    <a:lnTo>
                      <a:pt x="143" y="1110"/>
                    </a:lnTo>
                    <a:lnTo>
                      <a:pt x="177" y="1107"/>
                    </a:lnTo>
                    <a:lnTo>
                      <a:pt x="214" y="1106"/>
                    </a:lnTo>
                    <a:lnTo>
                      <a:pt x="251" y="1102"/>
                    </a:lnTo>
                    <a:lnTo>
                      <a:pt x="291" y="1100"/>
                    </a:lnTo>
                    <a:lnTo>
                      <a:pt x="372" y="1102"/>
                    </a:lnTo>
                    <a:lnTo>
                      <a:pt x="457" y="1104"/>
                    </a:lnTo>
                    <a:lnTo>
                      <a:pt x="546" y="1104"/>
                    </a:lnTo>
                    <a:lnTo>
                      <a:pt x="637" y="1101"/>
                    </a:lnTo>
                    <a:lnTo>
                      <a:pt x="730" y="1096"/>
                    </a:lnTo>
                    <a:lnTo>
                      <a:pt x="827" y="1092"/>
                    </a:lnTo>
                    <a:lnTo>
                      <a:pt x="925" y="1086"/>
                    </a:lnTo>
                    <a:lnTo>
                      <a:pt x="1024" y="1081"/>
                    </a:lnTo>
                    <a:lnTo>
                      <a:pt x="1090" y="1082"/>
                    </a:lnTo>
                    <a:lnTo>
                      <a:pt x="1144" y="1082"/>
                    </a:lnTo>
                    <a:lnTo>
                      <a:pt x="1188" y="1079"/>
                    </a:lnTo>
                    <a:lnTo>
                      <a:pt x="1227" y="1072"/>
                    </a:lnTo>
                    <a:lnTo>
                      <a:pt x="1259" y="1061"/>
                    </a:lnTo>
                    <a:lnTo>
                      <a:pt x="1293" y="1046"/>
                    </a:lnTo>
                    <a:lnTo>
                      <a:pt x="1330" y="1026"/>
                    </a:lnTo>
                    <a:lnTo>
                      <a:pt x="1374" y="1002"/>
                    </a:lnTo>
                    <a:lnTo>
                      <a:pt x="1414" y="974"/>
                    </a:lnTo>
                    <a:lnTo>
                      <a:pt x="1455" y="957"/>
                    </a:lnTo>
                    <a:lnTo>
                      <a:pt x="1493" y="939"/>
                    </a:lnTo>
                    <a:lnTo>
                      <a:pt x="1527" y="918"/>
                    </a:lnTo>
                    <a:lnTo>
                      <a:pt x="1550" y="883"/>
                    </a:lnTo>
                    <a:lnTo>
                      <a:pt x="1565" y="829"/>
                    </a:lnTo>
                    <a:lnTo>
                      <a:pt x="1568" y="750"/>
                    </a:lnTo>
                    <a:lnTo>
                      <a:pt x="1555" y="639"/>
                    </a:lnTo>
                    <a:lnTo>
                      <a:pt x="1585" y="620"/>
                    </a:lnTo>
                    <a:lnTo>
                      <a:pt x="1612" y="619"/>
                    </a:lnTo>
                    <a:lnTo>
                      <a:pt x="1634" y="630"/>
                    </a:lnTo>
                    <a:lnTo>
                      <a:pt x="1657" y="649"/>
                    </a:lnTo>
                    <a:lnTo>
                      <a:pt x="1680" y="669"/>
                    </a:lnTo>
                    <a:lnTo>
                      <a:pt x="1707" y="686"/>
                    </a:lnTo>
                    <a:lnTo>
                      <a:pt x="1740" y="696"/>
                    </a:lnTo>
                    <a:lnTo>
                      <a:pt x="1782" y="695"/>
                    </a:lnTo>
                    <a:lnTo>
                      <a:pt x="1901" y="644"/>
                    </a:lnTo>
                    <a:lnTo>
                      <a:pt x="1967" y="566"/>
                    </a:lnTo>
                    <a:lnTo>
                      <a:pt x="1985" y="473"/>
                    </a:lnTo>
                    <a:lnTo>
                      <a:pt x="1967" y="382"/>
                    </a:lnTo>
                    <a:lnTo>
                      <a:pt x="1915" y="300"/>
                    </a:lnTo>
                    <a:lnTo>
                      <a:pt x="1841" y="246"/>
                    </a:lnTo>
                    <a:lnTo>
                      <a:pt x="1752" y="233"/>
                    </a:lnTo>
                    <a:lnTo>
                      <a:pt x="1656" y="273"/>
                    </a:lnTo>
                    <a:lnTo>
                      <a:pt x="1646" y="283"/>
                    </a:lnTo>
                    <a:lnTo>
                      <a:pt x="1636" y="303"/>
                    </a:lnTo>
                    <a:lnTo>
                      <a:pt x="1623" y="324"/>
                    </a:lnTo>
                    <a:lnTo>
                      <a:pt x="1609" y="348"/>
                    </a:lnTo>
                    <a:lnTo>
                      <a:pt x="1592" y="368"/>
                    </a:lnTo>
                    <a:lnTo>
                      <a:pt x="1573" y="382"/>
                    </a:lnTo>
                    <a:lnTo>
                      <a:pt x="1550" y="387"/>
                    </a:lnTo>
                    <a:lnTo>
                      <a:pt x="1524" y="378"/>
                    </a:lnTo>
                    <a:lnTo>
                      <a:pt x="1511" y="367"/>
                    </a:lnTo>
                    <a:lnTo>
                      <a:pt x="1503" y="358"/>
                    </a:lnTo>
                    <a:lnTo>
                      <a:pt x="1495" y="350"/>
                    </a:lnTo>
                    <a:lnTo>
                      <a:pt x="1489" y="343"/>
                    </a:lnTo>
                    <a:lnTo>
                      <a:pt x="1481" y="334"/>
                    </a:lnTo>
                    <a:lnTo>
                      <a:pt x="1474" y="327"/>
                    </a:lnTo>
                    <a:lnTo>
                      <a:pt x="1464" y="318"/>
                    </a:lnTo>
                    <a:lnTo>
                      <a:pt x="1454" y="309"/>
                    </a:lnTo>
                    <a:lnTo>
                      <a:pt x="1468" y="295"/>
                    </a:lnTo>
                    <a:lnTo>
                      <a:pt x="1485" y="288"/>
                    </a:lnTo>
                    <a:lnTo>
                      <a:pt x="1501" y="282"/>
                    </a:lnTo>
                    <a:lnTo>
                      <a:pt x="1518" y="278"/>
                    </a:lnTo>
                    <a:lnTo>
                      <a:pt x="1532" y="273"/>
                    </a:lnTo>
                    <a:lnTo>
                      <a:pt x="1547" y="265"/>
                    </a:lnTo>
                    <a:lnTo>
                      <a:pt x="1557" y="253"/>
                    </a:lnTo>
                    <a:lnTo>
                      <a:pt x="1564" y="236"/>
                    </a:lnTo>
                    <a:lnTo>
                      <a:pt x="1611" y="155"/>
                    </a:lnTo>
                    <a:lnTo>
                      <a:pt x="1602" y="89"/>
                    </a:lnTo>
                    <a:lnTo>
                      <a:pt x="1552" y="38"/>
                    </a:lnTo>
                    <a:lnTo>
                      <a:pt x="1475" y="10"/>
                    </a:lnTo>
                    <a:lnTo>
                      <a:pt x="1386" y="0"/>
                    </a:lnTo>
                    <a:lnTo>
                      <a:pt x="1301" y="12"/>
                    </a:lnTo>
                    <a:lnTo>
                      <a:pt x="1231" y="50"/>
                    </a:lnTo>
                    <a:lnTo>
                      <a:pt x="1194" y="115"/>
                    </a:lnTo>
                    <a:lnTo>
                      <a:pt x="1194" y="132"/>
                    </a:lnTo>
                    <a:lnTo>
                      <a:pt x="1194" y="149"/>
                    </a:lnTo>
                    <a:lnTo>
                      <a:pt x="1194" y="164"/>
                    </a:lnTo>
                    <a:lnTo>
                      <a:pt x="1195" y="180"/>
                    </a:lnTo>
                    <a:lnTo>
                      <a:pt x="1194" y="195"/>
                    </a:lnTo>
                    <a:lnTo>
                      <a:pt x="1194" y="211"/>
                    </a:lnTo>
                    <a:lnTo>
                      <a:pt x="1194" y="228"/>
                    </a:lnTo>
                    <a:lnTo>
                      <a:pt x="1197" y="248"/>
                    </a:lnTo>
                    <a:lnTo>
                      <a:pt x="1178" y="250"/>
                    </a:lnTo>
                    <a:lnTo>
                      <a:pt x="1163" y="254"/>
                    </a:lnTo>
                    <a:lnTo>
                      <a:pt x="1148" y="258"/>
                    </a:lnTo>
                    <a:lnTo>
                      <a:pt x="1134" y="261"/>
                    </a:lnTo>
                    <a:lnTo>
                      <a:pt x="1119" y="264"/>
                    </a:lnTo>
                    <a:lnTo>
                      <a:pt x="1105" y="268"/>
                    </a:lnTo>
                    <a:lnTo>
                      <a:pt x="1089" y="271"/>
                    </a:lnTo>
                    <a:lnTo>
                      <a:pt x="1073" y="275"/>
                    </a:lnTo>
                    <a:lnTo>
                      <a:pt x="1045" y="285"/>
                    </a:lnTo>
                    <a:lnTo>
                      <a:pt x="1017" y="295"/>
                    </a:lnTo>
                    <a:lnTo>
                      <a:pt x="990" y="305"/>
                    </a:lnTo>
                    <a:lnTo>
                      <a:pt x="963" y="315"/>
                    </a:lnTo>
                    <a:lnTo>
                      <a:pt x="936" y="325"/>
                    </a:lnTo>
                    <a:lnTo>
                      <a:pt x="908" y="335"/>
                    </a:lnTo>
                    <a:lnTo>
                      <a:pt x="882" y="345"/>
                    </a:lnTo>
                    <a:lnTo>
                      <a:pt x="856" y="355"/>
                    </a:lnTo>
                    <a:lnTo>
                      <a:pt x="841" y="368"/>
                    </a:lnTo>
                    <a:lnTo>
                      <a:pt x="826" y="381"/>
                    </a:lnTo>
                    <a:lnTo>
                      <a:pt x="810" y="393"/>
                    </a:lnTo>
                    <a:lnTo>
                      <a:pt x="795" y="406"/>
                    </a:lnTo>
                    <a:lnTo>
                      <a:pt x="780" y="418"/>
                    </a:lnTo>
                    <a:lnTo>
                      <a:pt x="765" y="431"/>
                    </a:lnTo>
                    <a:lnTo>
                      <a:pt x="750" y="443"/>
                    </a:lnTo>
                    <a:lnTo>
                      <a:pt x="736" y="457"/>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5" name="Freeform 604">
                <a:extLst>
                  <a:ext uri="{FF2B5EF4-FFF2-40B4-BE49-F238E27FC236}">
                    <a16:creationId xmlns:a16="http://schemas.microsoft.com/office/drawing/2014/main" id="{0752B624-0C6B-CE40-9D2D-67180BB66F84}"/>
                  </a:ext>
                </a:extLst>
              </p:cNvPr>
              <p:cNvSpPr>
                <a:spLocks/>
              </p:cNvSpPr>
              <p:nvPr/>
            </p:nvSpPr>
            <p:spPr bwMode="auto">
              <a:xfrm>
                <a:off x="3751" y="2703"/>
                <a:ext cx="963" cy="536"/>
              </a:xfrm>
              <a:custGeom>
                <a:avLst/>
                <a:gdLst>
                  <a:gd name="T0" fmla="*/ 290 w 1927"/>
                  <a:gd name="T1" fmla="*/ 258 h 1072"/>
                  <a:gd name="T2" fmla="*/ 237 w 1927"/>
                  <a:gd name="T3" fmla="*/ 321 h 1072"/>
                  <a:gd name="T4" fmla="*/ 176 w 1927"/>
                  <a:gd name="T5" fmla="*/ 364 h 1072"/>
                  <a:gd name="T6" fmla="*/ 126 w 1927"/>
                  <a:gd name="T7" fmla="*/ 369 h 1072"/>
                  <a:gd name="T8" fmla="*/ 93 w 1927"/>
                  <a:gd name="T9" fmla="*/ 388 h 1072"/>
                  <a:gd name="T10" fmla="*/ 31 w 1927"/>
                  <a:gd name="T11" fmla="*/ 439 h 1072"/>
                  <a:gd name="T12" fmla="*/ 0 w 1927"/>
                  <a:gd name="T13" fmla="*/ 477 h 1072"/>
                  <a:gd name="T14" fmla="*/ 10 w 1927"/>
                  <a:gd name="T15" fmla="*/ 508 h 1072"/>
                  <a:gd name="T16" fmla="*/ 41 w 1927"/>
                  <a:gd name="T17" fmla="*/ 533 h 1072"/>
                  <a:gd name="T18" fmla="*/ 87 w 1927"/>
                  <a:gd name="T19" fmla="*/ 532 h 1072"/>
                  <a:gd name="T20" fmla="*/ 142 w 1927"/>
                  <a:gd name="T21" fmla="*/ 530 h 1072"/>
                  <a:gd name="T22" fmla="*/ 257 w 1927"/>
                  <a:gd name="T23" fmla="*/ 534 h 1072"/>
                  <a:gd name="T24" fmla="*/ 393 w 1927"/>
                  <a:gd name="T25" fmla="*/ 532 h 1072"/>
                  <a:gd name="T26" fmla="*/ 523 w 1927"/>
                  <a:gd name="T27" fmla="*/ 527 h 1072"/>
                  <a:gd name="T28" fmla="*/ 592 w 1927"/>
                  <a:gd name="T29" fmla="*/ 523 h 1072"/>
                  <a:gd name="T30" fmla="*/ 640 w 1927"/>
                  <a:gd name="T31" fmla="*/ 502 h 1072"/>
                  <a:gd name="T32" fmla="*/ 699 w 1927"/>
                  <a:gd name="T33" fmla="*/ 470 h 1072"/>
                  <a:gd name="T34" fmla="*/ 747 w 1927"/>
                  <a:gd name="T35" fmla="*/ 433 h 1072"/>
                  <a:gd name="T36" fmla="*/ 749 w 1927"/>
                  <a:gd name="T37" fmla="*/ 311 h 1072"/>
                  <a:gd name="T38" fmla="*/ 789 w 1927"/>
                  <a:gd name="T39" fmla="*/ 306 h 1072"/>
                  <a:gd name="T40" fmla="*/ 825 w 1927"/>
                  <a:gd name="T41" fmla="*/ 334 h 1072"/>
                  <a:gd name="T42" fmla="*/ 922 w 1927"/>
                  <a:gd name="T43" fmla="*/ 313 h 1072"/>
                  <a:gd name="T44" fmla="*/ 953 w 1927"/>
                  <a:gd name="T45" fmla="*/ 184 h 1072"/>
                  <a:gd name="T46" fmla="*/ 845 w 1927"/>
                  <a:gd name="T47" fmla="*/ 111 h 1072"/>
                  <a:gd name="T48" fmla="*/ 787 w 1927"/>
                  <a:gd name="T49" fmla="*/ 145 h 1072"/>
                  <a:gd name="T50" fmla="*/ 767 w 1927"/>
                  <a:gd name="T51" fmla="*/ 176 h 1072"/>
                  <a:gd name="T52" fmla="*/ 734 w 1927"/>
                  <a:gd name="T53" fmla="*/ 180 h 1072"/>
                  <a:gd name="T54" fmla="*/ 719 w 1927"/>
                  <a:gd name="T55" fmla="*/ 166 h 1072"/>
                  <a:gd name="T56" fmla="*/ 708 w 1927"/>
                  <a:gd name="T57" fmla="*/ 154 h 1072"/>
                  <a:gd name="T58" fmla="*/ 704 w 1927"/>
                  <a:gd name="T59" fmla="*/ 137 h 1072"/>
                  <a:gd name="T60" fmla="*/ 725 w 1927"/>
                  <a:gd name="T61" fmla="*/ 127 h 1072"/>
                  <a:gd name="T62" fmla="*/ 739 w 1927"/>
                  <a:gd name="T63" fmla="*/ 114 h 1072"/>
                  <a:gd name="T64" fmla="*/ 756 w 1927"/>
                  <a:gd name="T65" fmla="*/ 40 h 1072"/>
                  <a:gd name="T66" fmla="*/ 656 w 1927"/>
                  <a:gd name="T67" fmla="*/ 0 h 1072"/>
                  <a:gd name="T68" fmla="*/ 571 w 1927"/>
                  <a:gd name="T69" fmla="*/ 51 h 1072"/>
                  <a:gd name="T70" fmla="*/ 570 w 1927"/>
                  <a:gd name="T71" fmla="*/ 75 h 1072"/>
                  <a:gd name="T72" fmla="*/ 569 w 1927"/>
                  <a:gd name="T73" fmla="*/ 97 h 1072"/>
                  <a:gd name="T74" fmla="*/ 561 w 1927"/>
                  <a:gd name="T75" fmla="*/ 116 h 1072"/>
                  <a:gd name="T76" fmla="*/ 539 w 1927"/>
                  <a:gd name="T77" fmla="*/ 122 h 1072"/>
                  <a:gd name="T78" fmla="*/ 516 w 1927"/>
                  <a:gd name="T79" fmla="*/ 127 h 1072"/>
                  <a:gd name="T80" fmla="*/ 480 w 1927"/>
                  <a:gd name="T81" fmla="*/ 139 h 1072"/>
                  <a:gd name="T82" fmla="*/ 440 w 1927"/>
                  <a:gd name="T83" fmla="*/ 154 h 1072"/>
                  <a:gd name="T84" fmla="*/ 400 w 1927"/>
                  <a:gd name="T85" fmla="*/ 169 h 1072"/>
                  <a:gd name="T86" fmla="*/ 377 w 1927"/>
                  <a:gd name="T87" fmla="*/ 188 h 1072"/>
                  <a:gd name="T88" fmla="*/ 354 w 1927"/>
                  <a:gd name="T89" fmla="*/ 207 h 107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27"/>
                  <a:gd name="T136" fmla="*/ 0 h 1072"/>
                  <a:gd name="T137" fmla="*/ 1927 w 1927"/>
                  <a:gd name="T138" fmla="*/ 1072 h 107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27" h="1072">
                    <a:moveTo>
                      <a:pt x="680" y="440"/>
                    </a:moveTo>
                    <a:lnTo>
                      <a:pt x="625" y="475"/>
                    </a:lnTo>
                    <a:lnTo>
                      <a:pt x="580" y="515"/>
                    </a:lnTo>
                    <a:lnTo>
                      <a:pt x="541" y="558"/>
                    </a:lnTo>
                    <a:lnTo>
                      <a:pt x="509" y="602"/>
                    </a:lnTo>
                    <a:lnTo>
                      <a:pt x="475" y="642"/>
                    </a:lnTo>
                    <a:lnTo>
                      <a:pt x="440" y="678"/>
                    </a:lnTo>
                    <a:lnTo>
                      <a:pt x="400" y="707"/>
                    </a:lnTo>
                    <a:lnTo>
                      <a:pt x="352" y="729"/>
                    </a:lnTo>
                    <a:lnTo>
                      <a:pt x="309" y="729"/>
                    </a:lnTo>
                    <a:lnTo>
                      <a:pt x="278" y="733"/>
                    </a:lnTo>
                    <a:lnTo>
                      <a:pt x="252" y="739"/>
                    </a:lnTo>
                    <a:lnTo>
                      <a:pt x="230" y="749"/>
                    </a:lnTo>
                    <a:lnTo>
                      <a:pt x="209" y="761"/>
                    </a:lnTo>
                    <a:lnTo>
                      <a:pt x="186" y="777"/>
                    </a:lnTo>
                    <a:lnTo>
                      <a:pt x="158" y="795"/>
                    </a:lnTo>
                    <a:lnTo>
                      <a:pt x="124" y="817"/>
                    </a:lnTo>
                    <a:lnTo>
                      <a:pt x="63" y="879"/>
                    </a:lnTo>
                    <a:lnTo>
                      <a:pt x="26" y="919"/>
                    </a:lnTo>
                    <a:lnTo>
                      <a:pt x="5" y="941"/>
                    </a:lnTo>
                    <a:lnTo>
                      <a:pt x="0" y="955"/>
                    </a:lnTo>
                    <a:lnTo>
                      <a:pt x="2" y="966"/>
                    </a:lnTo>
                    <a:lnTo>
                      <a:pt x="11" y="985"/>
                    </a:lnTo>
                    <a:lnTo>
                      <a:pt x="21" y="1016"/>
                    </a:lnTo>
                    <a:lnTo>
                      <a:pt x="28" y="1072"/>
                    </a:lnTo>
                    <a:lnTo>
                      <a:pt x="55" y="1067"/>
                    </a:lnTo>
                    <a:lnTo>
                      <a:pt x="82" y="1065"/>
                    </a:lnTo>
                    <a:lnTo>
                      <a:pt x="111" y="1065"/>
                    </a:lnTo>
                    <a:lnTo>
                      <a:pt x="142" y="1065"/>
                    </a:lnTo>
                    <a:lnTo>
                      <a:pt x="174" y="1064"/>
                    </a:lnTo>
                    <a:lnTo>
                      <a:pt x="209" y="1064"/>
                    </a:lnTo>
                    <a:lnTo>
                      <a:pt x="245" y="1062"/>
                    </a:lnTo>
                    <a:lnTo>
                      <a:pt x="285" y="1059"/>
                    </a:lnTo>
                    <a:lnTo>
                      <a:pt x="356" y="1063"/>
                    </a:lnTo>
                    <a:lnTo>
                      <a:pt x="432" y="1068"/>
                    </a:lnTo>
                    <a:lnTo>
                      <a:pt x="515" y="1068"/>
                    </a:lnTo>
                    <a:lnTo>
                      <a:pt x="603" y="1069"/>
                    </a:lnTo>
                    <a:lnTo>
                      <a:pt x="692" y="1067"/>
                    </a:lnTo>
                    <a:lnTo>
                      <a:pt x="786" y="1064"/>
                    </a:lnTo>
                    <a:lnTo>
                      <a:pt x="882" y="1059"/>
                    </a:lnTo>
                    <a:lnTo>
                      <a:pt x="980" y="1054"/>
                    </a:lnTo>
                    <a:lnTo>
                      <a:pt x="1047" y="1054"/>
                    </a:lnTo>
                    <a:lnTo>
                      <a:pt x="1102" y="1054"/>
                    </a:lnTo>
                    <a:lnTo>
                      <a:pt x="1146" y="1050"/>
                    </a:lnTo>
                    <a:lnTo>
                      <a:pt x="1185" y="1045"/>
                    </a:lnTo>
                    <a:lnTo>
                      <a:pt x="1217" y="1034"/>
                    </a:lnTo>
                    <a:lnTo>
                      <a:pt x="1249" y="1021"/>
                    </a:lnTo>
                    <a:lnTo>
                      <a:pt x="1281" y="1005"/>
                    </a:lnTo>
                    <a:lnTo>
                      <a:pt x="1318" y="985"/>
                    </a:lnTo>
                    <a:lnTo>
                      <a:pt x="1358" y="957"/>
                    </a:lnTo>
                    <a:lnTo>
                      <a:pt x="1399" y="940"/>
                    </a:lnTo>
                    <a:lnTo>
                      <a:pt x="1437" y="922"/>
                    </a:lnTo>
                    <a:lnTo>
                      <a:pt x="1471" y="901"/>
                    </a:lnTo>
                    <a:lnTo>
                      <a:pt x="1494" y="866"/>
                    </a:lnTo>
                    <a:lnTo>
                      <a:pt x="1509" y="812"/>
                    </a:lnTo>
                    <a:lnTo>
                      <a:pt x="1512" y="733"/>
                    </a:lnTo>
                    <a:lnTo>
                      <a:pt x="1499" y="622"/>
                    </a:lnTo>
                    <a:lnTo>
                      <a:pt x="1529" y="603"/>
                    </a:lnTo>
                    <a:lnTo>
                      <a:pt x="1556" y="602"/>
                    </a:lnTo>
                    <a:lnTo>
                      <a:pt x="1578" y="613"/>
                    </a:lnTo>
                    <a:lnTo>
                      <a:pt x="1601" y="632"/>
                    </a:lnTo>
                    <a:lnTo>
                      <a:pt x="1624" y="652"/>
                    </a:lnTo>
                    <a:lnTo>
                      <a:pt x="1651" y="669"/>
                    </a:lnTo>
                    <a:lnTo>
                      <a:pt x="1684" y="679"/>
                    </a:lnTo>
                    <a:lnTo>
                      <a:pt x="1726" y="678"/>
                    </a:lnTo>
                    <a:lnTo>
                      <a:pt x="1844" y="627"/>
                    </a:lnTo>
                    <a:lnTo>
                      <a:pt x="1909" y="550"/>
                    </a:lnTo>
                    <a:lnTo>
                      <a:pt x="1927" y="459"/>
                    </a:lnTo>
                    <a:lnTo>
                      <a:pt x="1907" y="369"/>
                    </a:lnTo>
                    <a:lnTo>
                      <a:pt x="1854" y="288"/>
                    </a:lnTo>
                    <a:lnTo>
                      <a:pt x="1780" y="237"/>
                    </a:lnTo>
                    <a:lnTo>
                      <a:pt x="1690" y="223"/>
                    </a:lnTo>
                    <a:lnTo>
                      <a:pt x="1593" y="263"/>
                    </a:lnTo>
                    <a:lnTo>
                      <a:pt x="1583" y="273"/>
                    </a:lnTo>
                    <a:lnTo>
                      <a:pt x="1575" y="291"/>
                    </a:lnTo>
                    <a:lnTo>
                      <a:pt x="1562" y="311"/>
                    </a:lnTo>
                    <a:lnTo>
                      <a:pt x="1551" y="335"/>
                    </a:lnTo>
                    <a:lnTo>
                      <a:pt x="1534" y="352"/>
                    </a:lnTo>
                    <a:lnTo>
                      <a:pt x="1516" y="366"/>
                    </a:lnTo>
                    <a:lnTo>
                      <a:pt x="1493" y="370"/>
                    </a:lnTo>
                    <a:lnTo>
                      <a:pt x="1468" y="361"/>
                    </a:lnTo>
                    <a:lnTo>
                      <a:pt x="1455" y="350"/>
                    </a:lnTo>
                    <a:lnTo>
                      <a:pt x="1447" y="341"/>
                    </a:lnTo>
                    <a:lnTo>
                      <a:pt x="1439" y="332"/>
                    </a:lnTo>
                    <a:lnTo>
                      <a:pt x="1432" y="325"/>
                    </a:lnTo>
                    <a:lnTo>
                      <a:pt x="1424" y="316"/>
                    </a:lnTo>
                    <a:lnTo>
                      <a:pt x="1417" y="308"/>
                    </a:lnTo>
                    <a:lnTo>
                      <a:pt x="1407" y="298"/>
                    </a:lnTo>
                    <a:lnTo>
                      <a:pt x="1395" y="288"/>
                    </a:lnTo>
                    <a:lnTo>
                      <a:pt x="1409" y="275"/>
                    </a:lnTo>
                    <a:lnTo>
                      <a:pt x="1424" y="266"/>
                    </a:lnTo>
                    <a:lnTo>
                      <a:pt x="1437" y="258"/>
                    </a:lnTo>
                    <a:lnTo>
                      <a:pt x="1450" y="254"/>
                    </a:lnTo>
                    <a:lnTo>
                      <a:pt x="1460" y="247"/>
                    </a:lnTo>
                    <a:lnTo>
                      <a:pt x="1471" y="239"/>
                    </a:lnTo>
                    <a:lnTo>
                      <a:pt x="1479" y="228"/>
                    </a:lnTo>
                    <a:lnTo>
                      <a:pt x="1487" y="213"/>
                    </a:lnTo>
                    <a:lnTo>
                      <a:pt x="1523" y="139"/>
                    </a:lnTo>
                    <a:lnTo>
                      <a:pt x="1512" y="80"/>
                    </a:lnTo>
                    <a:lnTo>
                      <a:pt x="1464" y="35"/>
                    </a:lnTo>
                    <a:lnTo>
                      <a:pt x="1394" y="10"/>
                    </a:lnTo>
                    <a:lnTo>
                      <a:pt x="1313" y="0"/>
                    </a:lnTo>
                    <a:lnTo>
                      <a:pt x="1236" y="13"/>
                    </a:lnTo>
                    <a:lnTo>
                      <a:pt x="1173" y="45"/>
                    </a:lnTo>
                    <a:lnTo>
                      <a:pt x="1142" y="103"/>
                    </a:lnTo>
                    <a:lnTo>
                      <a:pt x="1142" y="119"/>
                    </a:lnTo>
                    <a:lnTo>
                      <a:pt x="1142" y="135"/>
                    </a:lnTo>
                    <a:lnTo>
                      <a:pt x="1141" y="150"/>
                    </a:lnTo>
                    <a:lnTo>
                      <a:pt x="1141" y="166"/>
                    </a:lnTo>
                    <a:lnTo>
                      <a:pt x="1139" y="179"/>
                    </a:lnTo>
                    <a:lnTo>
                      <a:pt x="1138" y="194"/>
                    </a:lnTo>
                    <a:lnTo>
                      <a:pt x="1138" y="211"/>
                    </a:lnTo>
                    <a:lnTo>
                      <a:pt x="1141" y="231"/>
                    </a:lnTo>
                    <a:lnTo>
                      <a:pt x="1122" y="233"/>
                    </a:lnTo>
                    <a:lnTo>
                      <a:pt x="1107" y="237"/>
                    </a:lnTo>
                    <a:lnTo>
                      <a:pt x="1092" y="241"/>
                    </a:lnTo>
                    <a:lnTo>
                      <a:pt x="1078" y="244"/>
                    </a:lnTo>
                    <a:lnTo>
                      <a:pt x="1063" y="247"/>
                    </a:lnTo>
                    <a:lnTo>
                      <a:pt x="1049" y="251"/>
                    </a:lnTo>
                    <a:lnTo>
                      <a:pt x="1033" y="254"/>
                    </a:lnTo>
                    <a:lnTo>
                      <a:pt x="1017" y="258"/>
                    </a:lnTo>
                    <a:lnTo>
                      <a:pt x="989" y="268"/>
                    </a:lnTo>
                    <a:lnTo>
                      <a:pt x="961" y="278"/>
                    </a:lnTo>
                    <a:lnTo>
                      <a:pt x="934" y="288"/>
                    </a:lnTo>
                    <a:lnTo>
                      <a:pt x="907" y="298"/>
                    </a:lnTo>
                    <a:lnTo>
                      <a:pt x="880" y="308"/>
                    </a:lnTo>
                    <a:lnTo>
                      <a:pt x="852" y="318"/>
                    </a:lnTo>
                    <a:lnTo>
                      <a:pt x="826" y="328"/>
                    </a:lnTo>
                    <a:lnTo>
                      <a:pt x="800" y="338"/>
                    </a:lnTo>
                    <a:lnTo>
                      <a:pt x="785" y="351"/>
                    </a:lnTo>
                    <a:lnTo>
                      <a:pt x="770" y="364"/>
                    </a:lnTo>
                    <a:lnTo>
                      <a:pt x="754" y="376"/>
                    </a:lnTo>
                    <a:lnTo>
                      <a:pt x="739" y="389"/>
                    </a:lnTo>
                    <a:lnTo>
                      <a:pt x="724" y="401"/>
                    </a:lnTo>
                    <a:lnTo>
                      <a:pt x="709" y="414"/>
                    </a:lnTo>
                    <a:lnTo>
                      <a:pt x="694" y="426"/>
                    </a:lnTo>
                    <a:lnTo>
                      <a:pt x="680" y="44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6" name="Freeform 605">
                <a:extLst>
                  <a:ext uri="{FF2B5EF4-FFF2-40B4-BE49-F238E27FC236}">
                    <a16:creationId xmlns:a16="http://schemas.microsoft.com/office/drawing/2014/main" id="{D4E55316-EE94-3D47-90FC-E6A88087138D}"/>
                  </a:ext>
                </a:extLst>
              </p:cNvPr>
              <p:cNvSpPr>
                <a:spLocks/>
              </p:cNvSpPr>
              <p:nvPr/>
            </p:nvSpPr>
            <p:spPr bwMode="auto">
              <a:xfrm>
                <a:off x="3778" y="2712"/>
                <a:ext cx="936" cy="517"/>
              </a:xfrm>
              <a:custGeom>
                <a:avLst/>
                <a:gdLst>
                  <a:gd name="T0" fmla="*/ 265 w 1871"/>
                  <a:gd name="T1" fmla="*/ 248 h 1034"/>
                  <a:gd name="T2" fmla="*/ 220 w 1871"/>
                  <a:gd name="T3" fmla="*/ 310 h 1034"/>
                  <a:gd name="T4" fmla="*/ 163 w 1871"/>
                  <a:gd name="T5" fmla="*/ 354 h 1034"/>
                  <a:gd name="T6" fmla="*/ 113 w 1871"/>
                  <a:gd name="T7" fmla="*/ 359 h 1034"/>
                  <a:gd name="T8" fmla="*/ 82 w 1871"/>
                  <a:gd name="T9" fmla="*/ 379 h 1034"/>
                  <a:gd name="T10" fmla="*/ 23 w 1871"/>
                  <a:gd name="T11" fmla="*/ 429 h 1034"/>
                  <a:gd name="T12" fmla="*/ 0 w 1871"/>
                  <a:gd name="T13" fmla="*/ 465 h 1034"/>
                  <a:gd name="T14" fmla="*/ 16 w 1871"/>
                  <a:gd name="T15" fmla="*/ 489 h 1034"/>
                  <a:gd name="T16" fmla="*/ 45 w 1871"/>
                  <a:gd name="T17" fmla="*/ 508 h 1034"/>
                  <a:gd name="T18" fmla="*/ 86 w 1871"/>
                  <a:gd name="T19" fmla="*/ 508 h 1034"/>
                  <a:gd name="T20" fmla="*/ 141 w 1871"/>
                  <a:gd name="T21" fmla="*/ 508 h 1034"/>
                  <a:gd name="T22" fmla="*/ 243 w 1871"/>
                  <a:gd name="T23" fmla="*/ 516 h 1034"/>
                  <a:gd name="T24" fmla="*/ 374 w 1871"/>
                  <a:gd name="T25" fmla="*/ 516 h 1034"/>
                  <a:gd name="T26" fmla="*/ 502 w 1871"/>
                  <a:gd name="T27" fmla="*/ 513 h 1034"/>
                  <a:gd name="T28" fmla="*/ 573 w 1871"/>
                  <a:gd name="T29" fmla="*/ 508 h 1034"/>
                  <a:gd name="T30" fmla="*/ 616 w 1871"/>
                  <a:gd name="T31" fmla="*/ 490 h 1034"/>
                  <a:gd name="T32" fmla="*/ 672 w 1871"/>
                  <a:gd name="T33" fmla="*/ 460 h 1034"/>
                  <a:gd name="T34" fmla="*/ 720 w 1871"/>
                  <a:gd name="T35" fmla="*/ 423 h 1034"/>
                  <a:gd name="T36" fmla="*/ 722 w 1871"/>
                  <a:gd name="T37" fmla="*/ 301 h 1034"/>
                  <a:gd name="T38" fmla="*/ 762 w 1871"/>
                  <a:gd name="T39" fmla="*/ 297 h 1034"/>
                  <a:gd name="T40" fmla="*/ 798 w 1871"/>
                  <a:gd name="T41" fmla="*/ 325 h 1034"/>
                  <a:gd name="T42" fmla="*/ 895 w 1871"/>
                  <a:gd name="T43" fmla="*/ 304 h 1034"/>
                  <a:gd name="T44" fmla="*/ 925 w 1871"/>
                  <a:gd name="T45" fmla="*/ 176 h 1034"/>
                  <a:gd name="T46" fmla="*/ 815 w 1871"/>
                  <a:gd name="T47" fmla="*/ 104 h 1034"/>
                  <a:gd name="T48" fmla="*/ 757 w 1871"/>
                  <a:gd name="T49" fmla="*/ 138 h 1034"/>
                  <a:gd name="T50" fmla="*/ 739 w 1871"/>
                  <a:gd name="T51" fmla="*/ 168 h 1034"/>
                  <a:gd name="T52" fmla="*/ 707 w 1871"/>
                  <a:gd name="T53" fmla="*/ 171 h 1034"/>
                  <a:gd name="T54" fmla="*/ 692 w 1871"/>
                  <a:gd name="T55" fmla="*/ 156 h 1034"/>
                  <a:gd name="T56" fmla="*/ 680 w 1871"/>
                  <a:gd name="T57" fmla="*/ 143 h 1034"/>
                  <a:gd name="T58" fmla="*/ 677 w 1871"/>
                  <a:gd name="T59" fmla="*/ 126 h 1034"/>
                  <a:gd name="T60" fmla="*/ 692 w 1871"/>
                  <a:gd name="T61" fmla="*/ 114 h 1034"/>
                  <a:gd name="T62" fmla="*/ 702 w 1871"/>
                  <a:gd name="T63" fmla="*/ 101 h 1034"/>
                  <a:gd name="T64" fmla="*/ 712 w 1871"/>
                  <a:gd name="T65" fmla="*/ 34 h 1034"/>
                  <a:gd name="T66" fmla="*/ 621 w 1871"/>
                  <a:gd name="T67" fmla="*/ 0 h 1034"/>
                  <a:gd name="T68" fmla="*/ 546 w 1871"/>
                  <a:gd name="T69" fmla="*/ 44 h 1034"/>
                  <a:gd name="T70" fmla="*/ 545 w 1871"/>
                  <a:gd name="T71" fmla="*/ 67 h 1034"/>
                  <a:gd name="T72" fmla="*/ 542 w 1871"/>
                  <a:gd name="T73" fmla="*/ 88 h 1034"/>
                  <a:gd name="T74" fmla="*/ 534 w 1871"/>
                  <a:gd name="T75" fmla="*/ 107 h 1034"/>
                  <a:gd name="T76" fmla="*/ 512 w 1871"/>
                  <a:gd name="T77" fmla="*/ 112 h 1034"/>
                  <a:gd name="T78" fmla="*/ 489 w 1871"/>
                  <a:gd name="T79" fmla="*/ 117 h 1034"/>
                  <a:gd name="T80" fmla="*/ 453 w 1871"/>
                  <a:gd name="T81" fmla="*/ 129 h 1034"/>
                  <a:gd name="T82" fmla="*/ 413 w 1871"/>
                  <a:gd name="T83" fmla="*/ 144 h 1034"/>
                  <a:gd name="T84" fmla="*/ 373 w 1871"/>
                  <a:gd name="T85" fmla="*/ 159 h 1034"/>
                  <a:gd name="T86" fmla="*/ 350 w 1871"/>
                  <a:gd name="T87" fmla="*/ 178 h 1034"/>
                  <a:gd name="T88" fmla="*/ 327 w 1871"/>
                  <a:gd name="T89" fmla="*/ 197 h 103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71"/>
                  <a:gd name="T136" fmla="*/ 0 h 1034"/>
                  <a:gd name="T137" fmla="*/ 1871 w 1871"/>
                  <a:gd name="T138" fmla="*/ 1034 h 103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71" h="1034">
                    <a:moveTo>
                      <a:pt x="625" y="421"/>
                    </a:moveTo>
                    <a:lnTo>
                      <a:pt x="572" y="456"/>
                    </a:lnTo>
                    <a:lnTo>
                      <a:pt x="530" y="496"/>
                    </a:lnTo>
                    <a:lnTo>
                      <a:pt x="496" y="539"/>
                    </a:lnTo>
                    <a:lnTo>
                      <a:pt x="467" y="581"/>
                    </a:lnTo>
                    <a:lnTo>
                      <a:pt x="439" y="620"/>
                    </a:lnTo>
                    <a:lnTo>
                      <a:pt x="407" y="657"/>
                    </a:lnTo>
                    <a:lnTo>
                      <a:pt x="371" y="685"/>
                    </a:lnTo>
                    <a:lnTo>
                      <a:pt x="325" y="708"/>
                    </a:lnTo>
                    <a:lnTo>
                      <a:pt x="282" y="708"/>
                    </a:lnTo>
                    <a:lnTo>
                      <a:pt x="251" y="713"/>
                    </a:lnTo>
                    <a:lnTo>
                      <a:pt x="225" y="719"/>
                    </a:lnTo>
                    <a:lnTo>
                      <a:pt x="205" y="729"/>
                    </a:lnTo>
                    <a:lnTo>
                      <a:pt x="184" y="742"/>
                    </a:lnTo>
                    <a:lnTo>
                      <a:pt x="163" y="758"/>
                    </a:lnTo>
                    <a:lnTo>
                      <a:pt x="135" y="777"/>
                    </a:lnTo>
                    <a:lnTo>
                      <a:pt x="101" y="801"/>
                    </a:lnTo>
                    <a:lnTo>
                      <a:pt x="46" y="858"/>
                    </a:lnTo>
                    <a:lnTo>
                      <a:pt x="15" y="896"/>
                    </a:lnTo>
                    <a:lnTo>
                      <a:pt x="0" y="917"/>
                    </a:lnTo>
                    <a:lnTo>
                      <a:pt x="0" y="931"/>
                    </a:lnTo>
                    <a:lnTo>
                      <a:pt x="6" y="940"/>
                    </a:lnTo>
                    <a:lnTo>
                      <a:pt x="20" y="955"/>
                    </a:lnTo>
                    <a:lnTo>
                      <a:pt x="32" y="979"/>
                    </a:lnTo>
                    <a:lnTo>
                      <a:pt x="44" y="1021"/>
                    </a:lnTo>
                    <a:lnTo>
                      <a:pt x="65" y="1016"/>
                    </a:lnTo>
                    <a:lnTo>
                      <a:pt x="89" y="1016"/>
                    </a:lnTo>
                    <a:lnTo>
                      <a:pt x="115" y="1016"/>
                    </a:lnTo>
                    <a:lnTo>
                      <a:pt x="143" y="1017"/>
                    </a:lnTo>
                    <a:lnTo>
                      <a:pt x="172" y="1017"/>
                    </a:lnTo>
                    <a:lnTo>
                      <a:pt x="205" y="1019"/>
                    </a:lnTo>
                    <a:lnTo>
                      <a:pt x="240" y="1017"/>
                    </a:lnTo>
                    <a:lnTo>
                      <a:pt x="281" y="1016"/>
                    </a:lnTo>
                    <a:lnTo>
                      <a:pt x="340" y="1022"/>
                    </a:lnTo>
                    <a:lnTo>
                      <a:pt x="410" y="1029"/>
                    </a:lnTo>
                    <a:lnTo>
                      <a:pt x="485" y="1031"/>
                    </a:lnTo>
                    <a:lnTo>
                      <a:pt x="569" y="1034"/>
                    </a:lnTo>
                    <a:lnTo>
                      <a:pt x="656" y="1032"/>
                    </a:lnTo>
                    <a:lnTo>
                      <a:pt x="747" y="1031"/>
                    </a:lnTo>
                    <a:lnTo>
                      <a:pt x="841" y="1027"/>
                    </a:lnTo>
                    <a:lnTo>
                      <a:pt x="938" y="1025"/>
                    </a:lnTo>
                    <a:lnTo>
                      <a:pt x="1004" y="1026"/>
                    </a:lnTo>
                    <a:lnTo>
                      <a:pt x="1061" y="1026"/>
                    </a:lnTo>
                    <a:lnTo>
                      <a:pt x="1106" y="1021"/>
                    </a:lnTo>
                    <a:lnTo>
                      <a:pt x="1145" y="1016"/>
                    </a:lnTo>
                    <a:lnTo>
                      <a:pt x="1176" y="1006"/>
                    </a:lnTo>
                    <a:lnTo>
                      <a:pt x="1205" y="995"/>
                    </a:lnTo>
                    <a:lnTo>
                      <a:pt x="1232" y="981"/>
                    </a:lnTo>
                    <a:lnTo>
                      <a:pt x="1263" y="966"/>
                    </a:lnTo>
                    <a:lnTo>
                      <a:pt x="1303" y="938"/>
                    </a:lnTo>
                    <a:lnTo>
                      <a:pt x="1344" y="921"/>
                    </a:lnTo>
                    <a:lnTo>
                      <a:pt x="1382" y="903"/>
                    </a:lnTo>
                    <a:lnTo>
                      <a:pt x="1416" y="882"/>
                    </a:lnTo>
                    <a:lnTo>
                      <a:pt x="1439" y="847"/>
                    </a:lnTo>
                    <a:lnTo>
                      <a:pt x="1454" y="793"/>
                    </a:lnTo>
                    <a:lnTo>
                      <a:pt x="1457" y="714"/>
                    </a:lnTo>
                    <a:lnTo>
                      <a:pt x="1444" y="603"/>
                    </a:lnTo>
                    <a:lnTo>
                      <a:pt x="1474" y="584"/>
                    </a:lnTo>
                    <a:lnTo>
                      <a:pt x="1501" y="583"/>
                    </a:lnTo>
                    <a:lnTo>
                      <a:pt x="1523" y="594"/>
                    </a:lnTo>
                    <a:lnTo>
                      <a:pt x="1546" y="613"/>
                    </a:lnTo>
                    <a:lnTo>
                      <a:pt x="1569" y="633"/>
                    </a:lnTo>
                    <a:lnTo>
                      <a:pt x="1596" y="650"/>
                    </a:lnTo>
                    <a:lnTo>
                      <a:pt x="1629" y="660"/>
                    </a:lnTo>
                    <a:lnTo>
                      <a:pt x="1671" y="659"/>
                    </a:lnTo>
                    <a:lnTo>
                      <a:pt x="1789" y="609"/>
                    </a:lnTo>
                    <a:lnTo>
                      <a:pt x="1854" y="532"/>
                    </a:lnTo>
                    <a:lnTo>
                      <a:pt x="1871" y="442"/>
                    </a:lnTo>
                    <a:lnTo>
                      <a:pt x="1849" y="352"/>
                    </a:lnTo>
                    <a:lnTo>
                      <a:pt x="1795" y="273"/>
                    </a:lnTo>
                    <a:lnTo>
                      <a:pt x="1720" y="222"/>
                    </a:lnTo>
                    <a:lnTo>
                      <a:pt x="1629" y="209"/>
                    </a:lnTo>
                    <a:lnTo>
                      <a:pt x="1532" y="251"/>
                    </a:lnTo>
                    <a:lnTo>
                      <a:pt x="1522" y="259"/>
                    </a:lnTo>
                    <a:lnTo>
                      <a:pt x="1513" y="277"/>
                    </a:lnTo>
                    <a:lnTo>
                      <a:pt x="1503" y="297"/>
                    </a:lnTo>
                    <a:lnTo>
                      <a:pt x="1492" y="318"/>
                    </a:lnTo>
                    <a:lnTo>
                      <a:pt x="1477" y="336"/>
                    </a:lnTo>
                    <a:lnTo>
                      <a:pt x="1459" y="348"/>
                    </a:lnTo>
                    <a:lnTo>
                      <a:pt x="1438" y="351"/>
                    </a:lnTo>
                    <a:lnTo>
                      <a:pt x="1413" y="342"/>
                    </a:lnTo>
                    <a:lnTo>
                      <a:pt x="1400" y="331"/>
                    </a:lnTo>
                    <a:lnTo>
                      <a:pt x="1392" y="321"/>
                    </a:lnTo>
                    <a:lnTo>
                      <a:pt x="1384" y="312"/>
                    </a:lnTo>
                    <a:lnTo>
                      <a:pt x="1377" y="304"/>
                    </a:lnTo>
                    <a:lnTo>
                      <a:pt x="1368" y="296"/>
                    </a:lnTo>
                    <a:lnTo>
                      <a:pt x="1360" y="287"/>
                    </a:lnTo>
                    <a:lnTo>
                      <a:pt x="1350" y="277"/>
                    </a:lnTo>
                    <a:lnTo>
                      <a:pt x="1340" y="267"/>
                    </a:lnTo>
                    <a:lnTo>
                      <a:pt x="1353" y="252"/>
                    </a:lnTo>
                    <a:lnTo>
                      <a:pt x="1364" y="243"/>
                    </a:lnTo>
                    <a:lnTo>
                      <a:pt x="1374" y="234"/>
                    </a:lnTo>
                    <a:lnTo>
                      <a:pt x="1383" y="229"/>
                    </a:lnTo>
                    <a:lnTo>
                      <a:pt x="1389" y="220"/>
                    </a:lnTo>
                    <a:lnTo>
                      <a:pt x="1397" y="213"/>
                    </a:lnTo>
                    <a:lnTo>
                      <a:pt x="1403" y="202"/>
                    </a:lnTo>
                    <a:lnTo>
                      <a:pt x="1409" y="187"/>
                    </a:lnTo>
                    <a:lnTo>
                      <a:pt x="1437" y="121"/>
                    </a:lnTo>
                    <a:lnTo>
                      <a:pt x="1423" y="69"/>
                    </a:lnTo>
                    <a:lnTo>
                      <a:pt x="1378" y="31"/>
                    </a:lnTo>
                    <a:lnTo>
                      <a:pt x="1314" y="9"/>
                    </a:lnTo>
                    <a:lnTo>
                      <a:pt x="1241" y="0"/>
                    </a:lnTo>
                    <a:lnTo>
                      <a:pt x="1173" y="10"/>
                    </a:lnTo>
                    <a:lnTo>
                      <a:pt x="1120" y="39"/>
                    </a:lnTo>
                    <a:lnTo>
                      <a:pt x="1092" y="88"/>
                    </a:lnTo>
                    <a:lnTo>
                      <a:pt x="1091" y="104"/>
                    </a:lnTo>
                    <a:lnTo>
                      <a:pt x="1091" y="120"/>
                    </a:lnTo>
                    <a:lnTo>
                      <a:pt x="1089" y="134"/>
                    </a:lnTo>
                    <a:lnTo>
                      <a:pt x="1088" y="149"/>
                    </a:lnTo>
                    <a:lnTo>
                      <a:pt x="1086" y="162"/>
                    </a:lnTo>
                    <a:lnTo>
                      <a:pt x="1084" y="177"/>
                    </a:lnTo>
                    <a:lnTo>
                      <a:pt x="1084" y="192"/>
                    </a:lnTo>
                    <a:lnTo>
                      <a:pt x="1086" y="212"/>
                    </a:lnTo>
                    <a:lnTo>
                      <a:pt x="1067" y="214"/>
                    </a:lnTo>
                    <a:lnTo>
                      <a:pt x="1052" y="218"/>
                    </a:lnTo>
                    <a:lnTo>
                      <a:pt x="1037" y="222"/>
                    </a:lnTo>
                    <a:lnTo>
                      <a:pt x="1023" y="225"/>
                    </a:lnTo>
                    <a:lnTo>
                      <a:pt x="1008" y="228"/>
                    </a:lnTo>
                    <a:lnTo>
                      <a:pt x="994" y="232"/>
                    </a:lnTo>
                    <a:lnTo>
                      <a:pt x="978" y="235"/>
                    </a:lnTo>
                    <a:lnTo>
                      <a:pt x="962" y="239"/>
                    </a:lnTo>
                    <a:lnTo>
                      <a:pt x="934" y="249"/>
                    </a:lnTo>
                    <a:lnTo>
                      <a:pt x="906" y="259"/>
                    </a:lnTo>
                    <a:lnTo>
                      <a:pt x="879" y="269"/>
                    </a:lnTo>
                    <a:lnTo>
                      <a:pt x="852" y="279"/>
                    </a:lnTo>
                    <a:lnTo>
                      <a:pt x="825" y="289"/>
                    </a:lnTo>
                    <a:lnTo>
                      <a:pt x="797" y="299"/>
                    </a:lnTo>
                    <a:lnTo>
                      <a:pt x="771" y="309"/>
                    </a:lnTo>
                    <a:lnTo>
                      <a:pt x="745" y="319"/>
                    </a:lnTo>
                    <a:lnTo>
                      <a:pt x="730" y="332"/>
                    </a:lnTo>
                    <a:lnTo>
                      <a:pt x="715" y="345"/>
                    </a:lnTo>
                    <a:lnTo>
                      <a:pt x="699" y="357"/>
                    </a:lnTo>
                    <a:lnTo>
                      <a:pt x="684" y="370"/>
                    </a:lnTo>
                    <a:lnTo>
                      <a:pt x="669" y="382"/>
                    </a:lnTo>
                    <a:lnTo>
                      <a:pt x="654" y="395"/>
                    </a:lnTo>
                    <a:lnTo>
                      <a:pt x="639" y="407"/>
                    </a:lnTo>
                    <a:lnTo>
                      <a:pt x="625" y="421"/>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7" name="Freeform 606">
                <a:extLst>
                  <a:ext uri="{FF2B5EF4-FFF2-40B4-BE49-F238E27FC236}">
                    <a16:creationId xmlns:a16="http://schemas.microsoft.com/office/drawing/2014/main" id="{3B27E53E-8A2B-8C40-8071-0D69CF3566C3}"/>
                  </a:ext>
                </a:extLst>
              </p:cNvPr>
              <p:cNvSpPr>
                <a:spLocks/>
              </p:cNvSpPr>
              <p:nvPr/>
            </p:nvSpPr>
            <p:spPr bwMode="auto">
              <a:xfrm>
                <a:off x="3803" y="2722"/>
                <a:ext cx="910" cy="500"/>
              </a:xfrm>
              <a:custGeom>
                <a:avLst/>
                <a:gdLst>
                  <a:gd name="T0" fmla="*/ 242 w 1818"/>
                  <a:gd name="T1" fmla="*/ 238 h 999"/>
                  <a:gd name="T2" fmla="*/ 203 w 1818"/>
                  <a:gd name="T3" fmla="*/ 299 h 999"/>
                  <a:gd name="T4" fmla="*/ 151 w 1818"/>
                  <a:gd name="T5" fmla="*/ 342 h 999"/>
                  <a:gd name="T6" fmla="*/ 102 w 1818"/>
                  <a:gd name="T7" fmla="*/ 349 h 999"/>
                  <a:gd name="T8" fmla="*/ 72 w 1818"/>
                  <a:gd name="T9" fmla="*/ 370 h 999"/>
                  <a:gd name="T10" fmla="*/ 18 w 1818"/>
                  <a:gd name="T11" fmla="*/ 418 h 999"/>
                  <a:gd name="T12" fmla="*/ 3 w 1818"/>
                  <a:gd name="T13" fmla="*/ 453 h 999"/>
                  <a:gd name="T14" fmla="*/ 26 w 1818"/>
                  <a:gd name="T15" fmla="*/ 470 h 999"/>
                  <a:gd name="T16" fmla="*/ 52 w 1818"/>
                  <a:gd name="T17" fmla="*/ 483 h 999"/>
                  <a:gd name="T18" fmla="*/ 89 w 1818"/>
                  <a:gd name="T19" fmla="*/ 486 h 999"/>
                  <a:gd name="T20" fmla="*/ 141 w 1818"/>
                  <a:gd name="T21" fmla="*/ 486 h 999"/>
                  <a:gd name="T22" fmla="*/ 231 w 1818"/>
                  <a:gd name="T23" fmla="*/ 497 h 999"/>
                  <a:gd name="T24" fmla="*/ 356 w 1818"/>
                  <a:gd name="T25" fmla="*/ 500 h 999"/>
                  <a:gd name="T26" fmla="*/ 484 w 1818"/>
                  <a:gd name="T27" fmla="*/ 498 h 999"/>
                  <a:gd name="T28" fmla="*/ 555 w 1818"/>
                  <a:gd name="T29" fmla="*/ 493 h 999"/>
                  <a:gd name="T30" fmla="*/ 596 w 1818"/>
                  <a:gd name="T31" fmla="*/ 478 h 999"/>
                  <a:gd name="T32" fmla="*/ 648 w 1818"/>
                  <a:gd name="T33" fmla="*/ 451 h 999"/>
                  <a:gd name="T34" fmla="*/ 695 w 1818"/>
                  <a:gd name="T35" fmla="*/ 414 h 999"/>
                  <a:gd name="T36" fmla="*/ 698 w 1818"/>
                  <a:gd name="T37" fmla="*/ 292 h 999"/>
                  <a:gd name="T38" fmla="*/ 737 w 1818"/>
                  <a:gd name="T39" fmla="*/ 287 h 999"/>
                  <a:gd name="T40" fmla="*/ 774 w 1818"/>
                  <a:gd name="T41" fmla="*/ 315 h 999"/>
                  <a:gd name="T42" fmla="*/ 870 w 1818"/>
                  <a:gd name="T43" fmla="*/ 295 h 999"/>
                  <a:gd name="T44" fmla="*/ 899 w 1818"/>
                  <a:gd name="T45" fmla="*/ 168 h 999"/>
                  <a:gd name="T46" fmla="*/ 787 w 1818"/>
                  <a:gd name="T47" fmla="*/ 97 h 999"/>
                  <a:gd name="T48" fmla="*/ 730 w 1818"/>
                  <a:gd name="T49" fmla="*/ 131 h 999"/>
                  <a:gd name="T50" fmla="*/ 713 w 1818"/>
                  <a:gd name="T51" fmla="*/ 159 h 999"/>
                  <a:gd name="T52" fmla="*/ 682 w 1818"/>
                  <a:gd name="T53" fmla="*/ 161 h 999"/>
                  <a:gd name="T54" fmla="*/ 667 w 1818"/>
                  <a:gd name="T55" fmla="*/ 146 h 999"/>
                  <a:gd name="T56" fmla="*/ 655 w 1818"/>
                  <a:gd name="T57" fmla="*/ 132 h 999"/>
                  <a:gd name="T58" fmla="*/ 651 w 1818"/>
                  <a:gd name="T59" fmla="*/ 115 h 999"/>
                  <a:gd name="T60" fmla="*/ 662 w 1818"/>
                  <a:gd name="T61" fmla="*/ 101 h 999"/>
                  <a:gd name="T62" fmla="*/ 667 w 1818"/>
                  <a:gd name="T63" fmla="*/ 87 h 999"/>
                  <a:gd name="T64" fmla="*/ 670 w 1818"/>
                  <a:gd name="T65" fmla="*/ 30 h 999"/>
                  <a:gd name="T66" fmla="*/ 588 w 1818"/>
                  <a:gd name="T67" fmla="*/ 0 h 999"/>
                  <a:gd name="T68" fmla="*/ 524 w 1818"/>
                  <a:gd name="T69" fmla="*/ 37 h 999"/>
                  <a:gd name="T70" fmla="*/ 522 w 1818"/>
                  <a:gd name="T71" fmla="*/ 59 h 999"/>
                  <a:gd name="T72" fmla="*/ 519 w 1818"/>
                  <a:gd name="T73" fmla="*/ 79 h 999"/>
                  <a:gd name="T74" fmla="*/ 509 w 1818"/>
                  <a:gd name="T75" fmla="*/ 97 h 999"/>
                  <a:gd name="T76" fmla="*/ 487 w 1818"/>
                  <a:gd name="T77" fmla="*/ 103 h 999"/>
                  <a:gd name="T78" fmla="*/ 465 w 1818"/>
                  <a:gd name="T79" fmla="*/ 108 h 999"/>
                  <a:gd name="T80" fmla="*/ 428 w 1818"/>
                  <a:gd name="T81" fmla="*/ 120 h 999"/>
                  <a:gd name="T82" fmla="*/ 388 w 1818"/>
                  <a:gd name="T83" fmla="*/ 135 h 999"/>
                  <a:gd name="T84" fmla="*/ 348 w 1818"/>
                  <a:gd name="T85" fmla="*/ 150 h 999"/>
                  <a:gd name="T86" fmla="*/ 325 w 1818"/>
                  <a:gd name="T87" fmla="*/ 169 h 999"/>
                  <a:gd name="T88" fmla="*/ 302 w 1818"/>
                  <a:gd name="T89" fmla="*/ 188 h 99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18"/>
                  <a:gd name="T136" fmla="*/ 0 h 999"/>
                  <a:gd name="T137" fmla="*/ 1818 w 1818"/>
                  <a:gd name="T138" fmla="*/ 999 h 99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18" h="999">
                    <a:moveTo>
                      <a:pt x="575" y="401"/>
                    </a:moveTo>
                    <a:lnTo>
                      <a:pt x="523" y="436"/>
                    </a:lnTo>
                    <a:lnTo>
                      <a:pt x="484" y="476"/>
                    </a:lnTo>
                    <a:lnTo>
                      <a:pt x="454" y="516"/>
                    </a:lnTo>
                    <a:lnTo>
                      <a:pt x="430" y="559"/>
                    </a:lnTo>
                    <a:lnTo>
                      <a:pt x="406" y="598"/>
                    </a:lnTo>
                    <a:lnTo>
                      <a:pt x="380" y="634"/>
                    </a:lnTo>
                    <a:lnTo>
                      <a:pt x="346" y="663"/>
                    </a:lnTo>
                    <a:lnTo>
                      <a:pt x="301" y="684"/>
                    </a:lnTo>
                    <a:lnTo>
                      <a:pt x="259" y="684"/>
                    </a:lnTo>
                    <a:lnTo>
                      <a:pt x="228" y="689"/>
                    </a:lnTo>
                    <a:lnTo>
                      <a:pt x="204" y="697"/>
                    </a:lnTo>
                    <a:lnTo>
                      <a:pt x="185" y="708"/>
                    </a:lnTo>
                    <a:lnTo>
                      <a:pt x="165" y="722"/>
                    </a:lnTo>
                    <a:lnTo>
                      <a:pt x="144" y="739"/>
                    </a:lnTo>
                    <a:lnTo>
                      <a:pt x="118" y="758"/>
                    </a:lnTo>
                    <a:lnTo>
                      <a:pt x="84" y="782"/>
                    </a:lnTo>
                    <a:lnTo>
                      <a:pt x="35" y="836"/>
                    </a:lnTo>
                    <a:lnTo>
                      <a:pt x="10" y="871"/>
                    </a:lnTo>
                    <a:lnTo>
                      <a:pt x="0" y="892"/>
                    </a:lnTo>
                    <a:lnTo>
                      <a:pt x="5" y="905"/>
                    </a:lnTo>
                    <a:lnTo>
                      <a:pt x="16" y="912"/>
                    </a:lnTo>
                    <a:lnTo>
                      <a:pt x="34" y="924"/>
                    </a:lnTo>
                    <a:lnTo>
                      <a:pt x="51" y="940"/>
                    </a:lnTo>
                    <a:lnTo>
                      <a:pt x="66" y="969"/>
                    </a:lnTo>
                    <a:lnTo>
                      <a:pt x="83" y="965"/>
                    </a:lnTo>
                    <a:lnTo>
                      <a:pt x="103" y="965"/>
                    </a:lnTo>
                    <a:lnTo>
                      <a:pt x="124" y="966"/>
                    </a:lnTo>
                    <a:lnTo>
                      <a:pt x="150" y="970"/>
                    </a:lnTo>
                    <a:lnTo>
                      <a:pt x="177" y="971"/>
                    </a:lnTo>
                    <a:lnTo>
                      <a:pt x="208" y="974"/>
                    </a:lnTo>
                    <a:lnTo>
                      <a:pt x="242" y="974"/>
                    </a:lnTo>
                    <a:lnTo>
                      <a:pt x="281" y="971"/>
                    </a:lnTo>
                    <a:lnTo>
                      <a:pt x="330" y="980"/>
                    </a:lnTo>
                    <a:lnTo>
                      <a:pt x="391" y="989"/>
                    </a:lnTo>
                    <a:lnTo>
                      <a:pt x="461" y="994"/>
                    </a:lnTo>
                    <a:lnTo>
                      <a:pt x="539" y="997"/>
                    </a:lnTo>
                    <a:lnTo>
                      <a:pt x="622" y="999"/>
                    </a:lnTo>
                    <a:lnTo>
                      <a:pt x="711" y="999"/>
                    </a:lnTo>
                    <a:lnTo>
                      <a:pt x="804" y="996"/>
                    </a:lnTo>
                    <a:lnTo>
                      <a:pt x="899" y="994"/>
                    </a:lnTo>
                    <a:lnTo>
                      <a:pt x="967" y="995"/>
                    </a:lnTo>
                    <a:lnTo>
                      <a:pt x="1023" y="994"/>
                    </a:lnTo>
                    <a:lnTo>
                      <a:pt x="1070" y="990"/>
                    </a:lnTo>
                    <a:lnTo>
                      <a:pt x="1108" y="985"/>
                    </a:lnTo>
                    <a:lnTo>
                      <a:pt x="1140" y="976"/>
                    </a:lnTo>
                    <a:lnTo>
                      <a:pt x="1167" y="966"/>
                    </a:lnTo>
                    <a:lnTo>
                      <a:pt x="1190" y="956"/>
                    </a:lnTo>
                    <a:lnTo>
                      <a:pt x="1213" y="946"/>
                    </a:lnTo>
                    <a:lnTo>
                      <a:pt x="1253" y="918"/>
                    </a:lnTo>
                    <a:lnTo>
                      <a:pt x="1294" y="901"/>
                    </a:lnTo>
                    <a:lnTo>
                      <a:pt x="1332" y="883"/>
                    </a:lnTo>
                    <a:lnTo>
                      <a:pt x="1366" y="862"/>
                    </a:lnTo>
                    <a:lnTo>
                      <a:pt x="1389" y="827"/>
                    </a:lnTo>
                    <a:lnTo>
                      <a:pt x="1404" y="773"/>
                    </a:lnTo>
                    <a:lnTo>
                      <a:pt x="1407" y="694"/>
                    </a:lnTo>
                    <a:lnTo>
                      <a:pt x="1394" y="583"/>
                    </a:lnTo>
                    <a:lnTo>
                      <a:pt x="1424" y="564"/>
                    </a:lnTo>
                    <a:lnTo>
                      <a:pt x="1451" y="563"/>
                    </a:lnTo>
                    <a:lnTo>
                      <a:pt x="1473" y="574"/>
                    </a:lnTo>
                    <a:lnTo>
                      <a:pt x="1496" y="593"/>
                    </a:lnTo>
                    <a:lnTo>
                      <a:pt x="1519" y="613"/>
                    </a:lnTo>
                    <a:lnTo>
                      <a:pt x="1546" y="630"/>
                    </a:lnTo>
                    <a:lnTo>
                      <a:pt x="1579" y="640"/>
                    </a:lnTo>
                    <a:lnTo>
                      <a:pt x="1621" y="639"/>
                    </a:lnTo>
                    <a:lnTo>
                      <a:pt x="1739" y="589"/>
                    </a:lnTo>
                    <a:lnTo>
                      <a:pt x="1803" y="512"/>
                    </a:lnTo>
                    <a:lnTo>
                      <a:pt x="1818" y="424"/>
                    </a:lnTo>
                    <a:lnTo>
                      <a:pt x="1796" y="335"/>
                    </a:lnTo>
                    <a:lnTo>
                      <a:pt x="1740" y="257"/>
                    </a:lnTo>
                    <a:lnTo>
                      <a:pt x="1664" y="207"/>
                    </a:lnTo>
                    <a:lnTo>
                      <a:pt x="1572" y="194"/>
                    </a:lnTo>
                    <a:lnTo>
                      <a:pt x="1475" y="236"/>
                    </a:lnTo>
                    <a:lnTo>
                      <a:pt x="1466" y="244"/>
                    </a:lnTo>
                    <a:lnTo>
                      <a:pt x="1458" y="262"/>
                    </a:lnTo>
                    <a:lnTo>
                      <a:pt x="1448" y="282"/>
                    </a:lnTo>
                    <a:lnTo>
                      <a:pt x="1440" y="302"/>
                    </a:lnTo>
                    <a:lnTo>
                      <a:pt x="1424" y="318"/>
                    </a:lnTo>
                    <a:lnTo>
                      <a:pt x="1408" y="330"/>
                    </a:lnTo>
                    <a:lnTo>
                      <a:pt x="1388" y="331"/>
                    </a:lnTo>
                    <a:lnTo>
                      <a:pt x="1363" y="322"/>
                    </a:lnTo>
                    <a:lnTo>
                      <a:pt x="1350" y="311"/>
                    </a:lnTo>
                    <a:lnTo>
                      <a:pt x="1342" y="301"/>
                    </a:lnTo>
                    <a:lnTo>
                      <a:pt x="1333" y="292"/>
                    </a:lnTo>
                    <a:lnTo>
                      <a:pt x="1325" y="283"/>
                    </a:lnTo>
                    <a:lnTo>
                      <a:pt x="1317" y="273"/>
                    </a:lnTo>
                    <a:lnTo>
                      <a:pt x="1309" y="263"/>
                    </a:lnTo>
                    <a:lnTo>
                      <a:pt x="1299" y="253"/>
                    </a:lnTo>
                    <a:lnTo>
                      <a:pt x="1289" y="243"/>
                    </a:lnTo>
                    <a:lnTo>
                      <a:pt x="1300" y="229"/>
                    </a:lnTo>
                    <a:lnTo>
                      <a:pt x="1309" y="218"/>
                    </a:lnTo>
                    <a:lnTo>
                      <a:pt x="1315" y="209"/>
                    </a:lnTo>
                    <a:lnTo>
                      <a:pt x="1322" y="202"/>
                    </a:lnTo>
                    <a:lnTo>
                      <a:pt x="1324" y="193"/>
                    </a:lnTo>
                    <a:lnTo>
                      <a:pt x="1328" y="185"/>
                    </a:lnTo>
                    <a:lnTo>
                      <a:pt x="1333" y="174"/>
                    </a:lnTo>
                    <a:lnTo>
                      <a:pt x="1339" y="162"/>
                    </a:lnTo>
                    <a:lnTo>
                      <a:pt x="1355" y="104"/>
                    </a:lnTo>
                    <a:lnTo>
                      <a:pt x="1339" y="59"/>
                    </a:lnTo>
                    <a:lnTo>
                      <a:pt x="1297" y="25"/>
                    </a:lnTo>
                    <a:lnTo>
                      <a:pt x="1239" y="6"/>
                    </a:lnTo>
                    <a:lnTo>
                      <a:pt x="1175" y="0"/>
                    </a:lnTo>
                    <a:lnTo>
                      <a:pt x="1115" y="9"/>
                    </a:lnTo>
                    <a:lnTo>
                      <a:pt x="1068" y="31"/>
                    </a:lnTo>
                    <a:lnTo>
                      <a:pt x="1046" y="73"/>
                    </a:lnTo>
                    <a:lnTo>
                      <a:pt x="1044" y="89"/>
                    </a:lnTo>
                    <a:lnTo>
                      <a:pt x="1044" y="104"/>
                    </a:lnTo>
                    <a:lnTo>
                      <a:pt x="1042" y="118"/>
                    </a:lnTo>
                    <a:lnTo>
                      <a:pt x="1041" y="132"/>
                    </a:lnTo>
                    <a:lnTo>
                      <a:pt x="1037" y="143"/>
                    </a:lnTo>
                    <a:lnTo>
                      <a:pt x="1036" y="158"/>
                    </a:lnTo>
                    <a:lnTo>
                      <a:pt x="1034" y="173"/>
                    </a:lnTo>
                    <a:lnTo>
                      <a:pt x="1036" y="192"/>
                    </a:lnTo>
                    <a:lnTo>
                      <a:pt x="1017" y="194"/>
                    </a:lnTo>
                    <a:lnTo>
                      <a:pt x="1002" y="198"/>
                    </a:lnTo>
                    <a:lnTo>
                      <a:pt x="987" y="202"/>
                    </a:lnTo>
                    <a:lnTo>
                      <a:pt x="973" y="205"/>
                    </a:lnTo>
                    <a:lnTo>
                      <a:pt x="958" y="208"/>
                    </a:lnTo>
                    <a:lnTo>
                      <a:pt x="944" y="212"/>
                    </a:lnTo>
                    <a:lnTo>
                      <a:pt x="928" y="215"/>
                    </a:lnTo>
                    <a:lnTo>
                      <a:pt x="912" y="219"/>
                    </a:lnTo>
                    <a:lnTo>
                      <a:pt x="884" y="229"/>
                    </a:lnTo>
                    <a:lnTo>
                      <a:pt x="856" y="239"/>
                    </a:lnTo>
                    <a:lnTo>
                      <a:pt x="829" y="249"/>
                    </a:lnTo>
                    <a:lnTo>
                      <a:pt x="802" y="259"/>
                    </a:lnTo>
                    <a:lnTo>
                      <a:pt x="775" y="269"/>
                    </a:lnTo>
                    <a:lnTo>
                      <a:pt x="747" y="279"/>
                    </a:lnTo>
                    <a:lnTo>
                      <a:pt x="721" y="289"/>
                    </a:lnTo>
                    <a:lnTo>
                      <a:pt x="695" y="299"/>
                    </a:lnTo>
                    <a:lnTo>
                      <a:pt x="680" y="312"/>
                    </a:lnTo>
                    <a:lnTo>
                      <a:pt x="665" y="325"/>
                    </a:lnTo>
                    <a:lnTo>
                      <a:pt x="649" y="337"/>
                    </a:lnTo>
                    <a:lnTo>
                      <a:pt x="634" y="350"/>
                    </a:lnTo>
                    <a:lnTo>
                      <a:pt x="619" y="362"/>
                    </a:lnTo>
                    <a:lnTo>
                      <a:pt x="604" y="375"/>
                    </a:lnTo>
                    <a:lnTo>
                      <a:pt x="589" y="387"/>
                    </a:lnTo>
                    <a:lnTo>
                      <a:pt x="575" y="401"/>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8" name="Freeform 607">
                <a:extLst>
                  <a:ext uri="{FF2B5EF4-FFF2-40B4-BE49-F238E27FC236}">
                    <a16:creationId xmlns:a16="http://schemas.microsoft.com/office/drawing/2014/main" id="{CD7EE32D-CBE6-B04A-8FFC-CF260BF4C9A3}"/>
                  </a:ext>
                </a:extLst>
              </p:cNvPr>
              <p:cNvSpPr>
                <a:spLocks/>
              </p:cNvSpPr>
              <p:nvPr/>
            </p:nvSpPr>
            <p:spPr bwMode="auto">
              <a:xfrm>
                <a:off x="3828" y="2732"/>
                <a:ext cx="884" cy="484"/>
              </a:xfrm>
              <a:custGeom>
                <a:avLst/>
                <a:gdLst>
                  <a:gd name="T0" fmla="*/ 220 w 1768"/>
                  <a:gd name="T1" fmla="*/ 228 h 967"/>
                  <a:gd name="T2" fmla="*/ 188 w 1768"/>
                  <a:gd name="T3" fmla="*/ 289 h 967"/>
                  <a:gd name="T4" fmla="*/ 140 w 1768"/>
                  <a:gd name="T5" fmla="*/ 332 h 967"/>
                  <a:gd name="T6" fmla="*/ 92 w 1768"/>
                  <a:gd name="T7" fmla="*/ 338 h 967"/>
                  <a:gd name="T8" fmla="*/ 64 w 1768"/>
                  <a:gd name="T9" fmla="*/ 360 h 967"/>
                  <a:gd name="T10" fmla="*/ 13 w 1768"/>
                  <a:gd name="T11" fmla="*/ 407 h 967"/>
                  <a:gd name="T12" fmla="*/ 5 w 1768"/>
                  <a:gd name="T13" fmla="*/ 440 h 967"/>
                  <a:gd name="T14" fmla="*/ 34 w 1768"/>
                  <a:gd name="T15" fmla="*/ 451 h 967"/>
                  <a:gd name="T16" fmla="*/ 58 w 1768"/>
                  <a:gd name="T17" fmla="*/ 458 h 967"/>
                  <a:gd name="T18" fmla="*/ 91 w 1768"/>
                  <a:gd name="T19" fmla="*/ 464 h 967"/>
                  <a:gd name="T20" fmla="*/ 141 w 1768"/>
                  <a:gd name="T21" fmla="*/ 466 h 967"/>
                  <a:gd name="T22" fmla="*/ 219 w 1768"/>
                  <a:gd name="T23" fmla="*/ 479 h 967"/>
                  <a:gd name="T24" fmla="*/ 340 w 1768"/>
                  <a:gd name="T25" fmla="*/ 484 h 967"/>
                  <a:gd name="T26" fmla="*/ 465 w 1768"/>
                  <a:gd name="T27" fmla="*/ 483 h 967"/>
                  <a:gd name="T28" fmla="*/ 537 w 1768"/>
                  <a:gd name="T29" fmla="*/ 477 h 967"/>
                  <a:gd name="T30" fmla="*/ 574 w 1768"/>
                  <a:gd name="T31" fmla="*/ 466 h 967"/>
                  <a:gd name="T32" fmla="*/ 623 w 1768"/>
                  <a:gd name="T33" fmla="*/ 441 h 967"/>
                  <a:gd name="T34" fmla="*/ 670 w 1768"/>
                  <a:gd name="T35" fmla="*/ 404 h 967"/>
                  <a:gd name="T36" fmla="*/ 673 w 1768"/>
                  <a:gd name="T37" fmla="*/ 282 h 967"/>
                  <a:gd name="T38" fmla="*/ 712 w 1768"/>
                  <a:gd name="T39" fmla="*/ 278 h 967"/>
                  <a:gd name="T40" fmla="*/ 749 w 1768"/>
                  <a:gd name="T41" fmla="*/ 306 h 967"/>
                  <a:gd name="T42" fmla="*/ 845 w 1768"/>
                  <a:gd name="T43" fmla="*/ 285 h 967"/>
                  <a:gd name="T44" fmla="*/ 872 w 1768"/>
                  <a:gd name="T45" fmla="*/ 160 h 967"/>
                  <a:gd name="T46" fmla="*/ 759 w 1768"/>
                  <a:gd name="T47" fmla="*/ 92 h 967"/>
                  <a:gd name="T48" fmla="*/ 702 w 1768"/>
                  <a:gd name="T49" fmla="*/ 124 h 967"/>
                  <a:gd name="T50" fmla="*/ 687 w 1768"/>
                  <a:gd name="T51" fmla="*/ 150 h 967"/>
                  <a:gd name="T52" fmla="*/ 657 w 1768"/>
                  <a:gd name="T53" fmla="*/ 152 h 967"/>
                  <a:gd name="T54" fmla="*/ 642 w 1768"/>
                  <a:gd name="T55" fmla="*/ 135 h 967"/>
                  <a:gd name="T56" fmla="*/ 629 w 1768"/>
                  <a:gd name="T57" fmla="*/ 121 h 967"/>
                  <a:gd name="T58" fmla="*/ 624 w 1768"/>
                  <a:gd name="T59" fmla="*/ 104 h 967"/>
                  <a:gd name="T60" fmla="*/ 630 w 1768"/>
                  <a:gd name="T61" fmla="*/ 88 h 967"/>
                  <a:gd name="T62" fmla="*/ 632 w 1768"/>
                  <a:gd name="T63" fmla="*/ 74 h 967"/>
                  <a:gd name="T64" fmla="*/ 628 w 1768"/>
                  <a:gd name="T65" fmla="*/ 25 h 967"/>
                  <a:gd name="T66" fmla="*/ 554 w 1768"/>
                  <a:gd name="T67" fmla="*/ 0 h 967"/>
                  <a:gd name="T68" fmla="*/ 500 w 1768"/>
                  <a:gd name="T69" fmla="*/ 30 h 967"/>
                  <a:gd name="T70" fmla="*/ 497 w 1768"/>
                  <a:gd name="T71" fmla="*/ 51 h 967"/>
                  <a:gd name="T72" fmla="*/ 493 w 1768"/>
                  <a:gd name="T73" fmla="*/ 70 h 967"/>
                  <a:gd name="T74" fmla="*/ 484 w 1768"/>
                  <a:gd name="T75" fmla="*/ 88 h 967"/>
                  <a:gd name="T76" fmla="*/ 462 w 1768"/>
                  <a:gd name="T77" fmla="*/ 93 h 967"/>
                  <a:gd name="T78" fmla="*/ 440 w 1768"/>
                  <a:gd name="T79" fmla="*/ 98 h 967"/>
                  <a:gd name="T80" fmla="*/ 404 w 1768"/>
                  <a:gd name="T81" fmla="*/ 110 h 967"/>
                  <a:gd name="T82" fmla="*/ 363 w 1768"/>
                  <a:gd name="T83" fmla="*/ 125 h 967"/>
                  <a:gd name="T84" fmla="*/ 323 w 1768"/>
                  <a:gd name="T85" fmla="*/ 140 h 967"/>
                  <a:gd name="T86" fmla="*/ 300 w 1768"/>
                  <a:gd name="T87" fmla="*/ 159 h 967"/>
                  <a:gd name="T88" fmla="*/ 278 w 1768"/>
                  <a:gd name="T89" fmla="*/ 178 h 96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68"/>
                  <a:gd name="T136" fmla="*/ 0 h 967"/>
                  <a:gd name="T137" fmla="*/ 1768 w 1768"/>
                  <a:gd name="T138" fmla="*/ 967 h 96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68" h="967">
                    <a:moveTo>
                      <a:pt x="526" y="382"/>
                    </a:moveTo>
                    <a:lnTo>
                      <a:pt x="475" y="417"/>
                    </a:lnTo>
                    <a:lnTo>
                      <a:pt x="440" y="456"/>
                    </a:lnTo>
                    <a:lnTo>
                      <a:pt x="414" y="497"/>
                    </a:lnTo>
                    <a:lnTo>
                      <a:pt x="395" y="539"/>
                    </a:lnTo>
                    <a:lnTo>
                      <a:pt x="376" y="577"/>
                    </a:lnTo>
                    <a:lnTo>
                      <a:pt x="353" y="613"/>
                    </a:lnTo>
                    <a:lnTo>
                      <a:pt x="323" y="641"/>
                    </a:lnTo>
                    <a:lnTo>
                      <a:pt x="279" y="663"/>
                    </a:lnTo>
                    <a:lnTo>
                      <a:pt x="238" y="664"/>
                    </a:lnTo>
                    <a:lnTo>
                      <a:pt x="208" y="669"/>
                    </a:lnTo>
                    <a:lnTo>
                      <a:pt x="184" y="676"/>
                    </a:lnTo>
                    <a:lnTo>
                      <a:pt x="167" y="689"/>
                    </a:lnTo>
                    <a:lnTo>
                      <a:pt x="148" y="703"/>
                    </a:lnTo>
                    <a:lnTo>
                      <a:pt x="128" y="720"/>
                    </a:lnTo>
                    <a:lnTo>
                      <a:pt x="101" y="739"/>
                    </a:lnTo>
                    <a:lnTo>
                      <a:pt x="67" y="763"/>
                    </a:lnTo>
                    <a:lnTo>
                      <a:pt x="25" y="813"/>
                    </a:lnTo>
                    <a:lnTo>
                      <a:pt x="4" y="847"/>
                    </a:lnTo>
                    <a:lnTo>
                      <a:pt x="0" y="867"/>
                    </a:lnTo>
                    <a:lnTo>
                      <a:pt x="9" y="879"/>
                    </a:lnTo>
                    <a:lnTo>
                      <a:pt x="25" y="886"/>
                    </a:lnTo>
                    <a:lnTo>
                      <a:pt x="47" y="893"/>
                    </a:lnTo>
                    <a:lnTo>
                      <a:pt x="67" y="902"/>
                    </a:lnTo>
                    <a:lnTo>
                      <a:pt x="86" y="918"/>
                    </a:lnTo>
                    <a:lnTo>
                      <a:pt x="100" y="915"/>
                    </a:lnTo>
                    <a:lnTo>
                      <a:pt x="116" y="916"/>
                    </a:lnTo>
                    <a:lnTo>
                      <a:pt x="135" y="918"/>
                    </a:lnTo>
                    <a:lnTo>
                      <a:pt x="158" y="923"/>
                    </a:lnTo>
                    <a:lnTo>
                      <a:pt x="182" y="927"/>
                    </a:lnTo>
                    <a:lnTo>
                      <a:pt x="210" y="931"/>
                    </a:lnTo>
                    <a:lnTo>
                      <a:pt x="243" y="932"/>
                    </a:lnTo>
                    <a:lnTo>
                      <a:pt x="281" y="931"/>
                    </a:lnTo>
                    <a:lnTo>
                      <a:pt x="321" y="941"/>
                    </a:lnTo>
                    <a:lnTo>
                      <a:pt x="373" y="951"/>
                    </a:lnTo>
                    <a:lnTo>
                      <a:pt x="437" y="957"/>
                    </a:lnTo>
                    <a:lnTo>
                      <a:pt x="513" y="963"/>
                    </a:lnTo>
                    <a:lnTo>
                      <a:pt x="593" y="966"/>
                    </a:lnTo>
                    <a:lnTo>
                      <a:pt x="679" y="967"/>
                    </a:lnTo>
                    <a:lnTo>
                      <a:pt x="769" y="966"/>
                    </a:lnTo>
                    <a:lnTo>
                      <a:pt x="863" y="965"/>
                    </a:lnTo>
                    <a:lnTo>
                      <a:pt x="930" y="966"/>
                    </a:lnTo>
                    <a:lnTo>
                      <a:pt x="988" y="963"/>
                    </a:lnTo>
                    <a:lnTo>
                      <a:pt x="1034" y="958"/>
                    </a:lnTo>
                    <a:lnTo>
                      <a:pt x="1074" y="953"/>
                    </a:lnTo>
                    <a:lnTo>
                      <a:pt x="1105" y="946"/>
                    </a:lnTo>
                    <a:lnTo>
                      <a:pt x="1130" y="938"/>
                    </a:lnTo>
                    <a:lnTo>
                      <a:pt x="1148" y="931"/>
                    </a:lnTo>
                    <a:lnTo>
                      <a:pt x="1164" y="927"/>
                    </a:lnTo>
                    <a:lnTo>
                      <a:pt x="1204" y="899"/>
                    </a:lnTo>
                    <a:lnTo>
                      <a:pt x="1245" y="882"/>
                    </a:lnTo>
                    <a:lnTo>
                      <a:pt x="1283" y="864"/>
                    </a:lnTo>
                    <a:lnTo>
                      <a:pt x="1317" y="843"/>
                    </a:lnTo>
                    <a:lnTo>
                      <a:pt x="1340" y="808"/>
                    </a:lnTo>
                    <a:lnTo>
                      <a:pt x="1355" y="754"/>
                    </a:lnTo>
                    <a:lnTo>
                      <a:pt x="1358" y="675"/>
                    </a:lnTo>
                    <a:lnTo>
                      <a:pt x="1345" y="564"/>
                    </a:lnTo>
                    <a:lnTo>
                      <a:pt x="1375" y="545"/>
                    </a:lnTo>
                    <a:lnTo>
                      <a:pt x="1402" y="544"/>
                    </a:lnTo>
                    <a:lnTo>
                      <a:pt x="1424" y="555"/>
                    </a:lnTo>
                    <a:lnTo>
                      <a:pt x="1447" y="574"/>
                    </a:lnTo>
                    <a:lnTo>
                      <a:pt x="1470" y="594"/>
                    </a:lnTo>
                    <a:lnTo>
                      <a:pt x="1497" y="611"/>
                    </a:lnTo>
                    <a:lnTo>
                      <a:pt x="1530" y="621"/>
                    </a:lnTo>
                    <a:lnTo>
                      <a:pt x="1572" y="620"/>
                    </a:lnTo>
                    <a:lnTo>
                      <a:pt x="1690" y="570"/>
                    </a:lnTo>
                    <a:lnTo>
                      <a:pt x="1753" y="496"/>
                    </a:lnTo>
                    <a:lnTo>
                      <a:pt x="1768" y="407"/>
                    </a:lnTo>
                    <a:lnTo>
                      <a:pt x="1744" y="319"/>
                    </a:lnTo>
                    <a:lnTo>
                      <a:pt x="1688" y="243"/>
                    </a:lnTo>
                    <a:lnTo>
                      <a:pt x="1610" y="194"/>
                    </a:lnTo>
                    <a:lnTo>
                      <a:pt x="1517" y="183"/>
                    </a:lnTo>
                    <a:lnTo>
                      <a:pt x="1419" y="224"/>
                    </a:lnTo>
                    <a:lnTo>
                      <a:pt x="1411" y="233"/>
                    </a:lnTo>
                    <a:lnTo>
                      <a:pt x="1403" y="248"/>
                    </a:lnTo>
                    <a:lnTo>
                      <a:pt x="1394" y="265"/>
                    </a:lnTo>
                    <a:lnTo>
                      <a:pt x="1387" y="285"/>
                    </a:lnTo>
                    <a:lnTo>
                      <a:pt x="1374" y="300"/>
                    </a:lnTo>
                    <a:lnTo>
                      <a:pt x="1359" y="311"/>
                    </a:lnTo>
                    <a:lnTo>
                      <a:pt x="1338" y="312"/>
                    </a:lnTo>
                    <a:lnTo>
                      <a:pt x="1314" y="303"/>
                    </a:lnTo>
                    <a:lnTo>
                      <a:pt x="1301" y="292"/>
                    </a:lnTo>
                    <a:lnTo>
                      <a:pt x="1293" y="282"/>
                    </a:lnTo>
                    <a:lnTo>
                      <a:pt x="1283" y="270"/>
                    </a:lnTo>
                    <a:lnTo>
                      <a:pt x="1275" y="262"/>
                    </a:lnTo>
                    <a:lnTo>
                      <a:pt x="1266" y="252"/>
                    </a:lnTo>
                    <a:lnTo>
                      <a:pt x="1258" y="242"/>
                    </a:lnTo>
                    <a:lnTo>
                      <a:pt x="1248" y="232"/>
                    </a:lnTo>
                    <a:lnTo>
                      <a:pt x="1236" y="222"/>
                    </a:lnTo>
                    <a:lnTo>
                      <a:pt x="1248" y="207"/>
                    </a:lnTo>
                    <a:lnTo>
                      <a:pt x="1255" y="195"/>
                    </a:lnTo>
                    <a:lnTo>
                      <a:pt x="1258" y="185"/>
                    </a:lnTo>
                    <a:lnTo>
                      <a:pt x="1260" y="176"/>
                    </a:lnTo>
                    <a:lnTo>
                      <a:pt x="1259" y="168"/>
                    </a:lnTo>
                    <a:lnTo>
                      <a:pt x="1260" y="159"/>
                    </a:lnTo>
                    <a:lnTo>
                      <a:pt x="1263" y="148"/>
                    </a:lnTo>
                    <a:lnTo>
                      <a:pt x="1269" y="136"/>
                    </a:lnTo>
                    <a:lnTo>
                      <a:pt x="1276" y="86"/>
                    </a:lnTo>
                    <a:lnTo>
                      <a:pt x="1256" y="49"/>
                    </a:lnTo>
                    <a:lnTo>
                      <a:pt x="1216" y="21"/>
                    </a:lnTo>
                    <a:lnTo>
                      <a:pt x="1165" y="5"/>
                    </a:lnTo>
                    <a:lnTo>
                      <a:pt x="1108" y="0"/>
                    </a:lnTo>
                    <a:lnTo>
                      <a:pt x="1057" y="7"/>
                    </a:lnTo>
                    <a:lnTo>
                      <a:pt x="1018" y="26"/>
                    </a:lnTo>
                    <a:lnTo>
                      <a:pt x="1000" y="59"/>
                    </a:lnTo>
                    <a:lnTo>
                      <a:pt x="999" y="75"/>
                    </a:lnTo>
                    <a:lnTo>
                      <a:pt x="998" y="90"/>
                    </a:lnTo>
                    <a:lnTo>
                      <a:pt x="995" y="102"/>
                    </a:lnTo>
                    <a:lnTo>
                      <a:pt x="993" y="115"/>
                    </a:lnTo>
                    <a:lnTo>
                      <a:pt x="989" y="126"/>
                    </a:lnTo>
                    <a:lnTo>
                      <a:pt x="987" y="139"/>
                    </a:lnTo>
                    <a:lnTo>
                      <a:pt x="985" y="154"/>
                    </a:lnTo>
                    <a:lnTo>
                      <a:pt x="987" y="173"/>
                    </a:lnTo>
                    <a:lnTo>
                      <a:pt x="968" y="175"/>
                    </a:lnTo>
                    <a:lnTo>
                      <a:pt x="953" y="179"/>
                    </a:lnTo>
                    <a:lnTo>
                      <a:pt x="938" y="183"/>
                    </a:lnTo>
                    <a:lnTo>
                      <a:pt x="924" y="186"/>
                    </a:lnTo>
                    <a:lnTo>
                      <a:pt x="909" y="189"/>
                    </a:lnTo>
                    <a:lnTo>
                      <a:pt x="895" y="193"/>
                    </a:lnTo>
                    <a:lnTo>
                      <a:pt x="879" y="196"/>
                    </a:lnTo>
                    <a:lnTo>
                      <a:pt x="863" y="200"/>
                    </a:lnTo>
                    <a:lnTo>
                      <a:pt x="835" y="210"/>
                    </a:lnTo>
                    <a:lnTo>
                      <a:pt x="807" y="220"/>
                    </a:lnTo>
                    <a:lnTo>
                      <a:pt x="780" y="230"/>
                    </a:lnTo>
                    <a:lnTo>
                      <a:pt x="753" y="240"/>
                    </a:lnTo>
                    <a:lnTo>
                      <a:pt x="726" y="250"/>
                    </a:lnTo>
                    <a:lnTo>
                      <a:pt x="698" y="260"/>
                    </a:lnTo>
                    <a:lnTo>
                      <a:pt x="672" y="270"/>
                    </a:lnTo>
                    <a:lnTo>
                      <a:pt x="646" y="280"/>
                    </a:lnTo>
                    <a:lnTo>
                      <a:pt x="631" y="293"/>
                    </a:lnTo>
                    <a:lnTo>
                      <a:pt x="616" y="306"/>
                    </a:lnTo>
                    <a:lnTo>
                      <a:pt x="600" y="318"/>
                    </a:lnTo>
                    <a:lnTo>
                      <a:pt x="585" y="331"/>
                    </a:lnTo>
                    <a:lnTo>
                      <a:pt x="570" y="343"/>
                    </a:lnTo>
                    <a:lnTo>
                      <a:pt x="555" y="356"/>
                    </a:lnTo>
                    <a:lnTo>
                      <a:pt x="540" y="368"/>
                    </a:lnTo>
                    <a:lnTo>
                      <a:pt x="526" y="382"/>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9" name="Freeform 608">
                <a:extLst>
                  <a:ext uri="{FF2B5EF4-FFF2-40B4-BE49-F238E27FC236}">
                    <a16:creationId xmlns:a16="http://schemas.microsoft.com/office/drawing/2014/main" id="{BE0746A1-29C5-2340-9B51-900B7065B1FF}"/>
                  </a:ext>
                </a:extLst>
              </p:cNvPr>
              <p:cNvSpPr>
                <a:spLocks/>
              </p:cNvSpPr>
              <p:nvPr/>
            </p:nvSpPr>
            <p:spPr bwMode="auto">
              <a:xfrm>
                <a:off x="3852" y="2741"/>
                <a:ext cx="858" cy="468"/>
              </a:xfrm>
              <a:custGeom>
                <a:avLst/>
                <a:gdLst>
                  <a:gd name="T0" fmla="*/ 198 w 1715"/>
                  <a:gd name="T1" fmla="*/ 219 h 938"/>
                  <a:gd name="T2" fmla="*/ 173 w 1715"/>
                  <a:gd name="T3" fmla="*/ 278 h 938"/>
                  <a:gd name="T4" fmla="*/ 129 w 1715"/>
                  <a:gd name="T5" fmla="*/ 321 h 938"/>
                  <a:gd name="T6" fmla="*/ 82 w 1715"/>
                  <a:gd name="T7" fmla="*/ 328 h 938"/>
                  <a:gd name="T8" fmla="*/ 55 w 1715"/>
                  <a:gd name="T9" fmla="*/ 352 h 938"/>
                  <a:gd name="T10" fmla="*/ 8 w 1715"/>
                  <a:gd name="T11" fmla="*/ 397 h 938"/>
                  <a:gd name="T12" fmla="*/ 8 w 1715"/>
                  <a:gd name="T13" fmla="*/ 428 h 938"/>
                  <a:gd name="T14" fmla="*/ 44 w 1715"/>
                  <a:gd name="T15" fmla="*/ 431 h 938"/>
                  <a:gd name="T16" fmla="*/ 66 w 1715"/>
                  <a:gd name="T17" fmla="*/ 433 h 938"/>
                  <a:gd name="T18" fmla="*/ 94 w 1715"/>
                  <a:gd name="T19" fmla="*/ 440 h 938"/>
                  <a:gd name="T20" fmla="*/ 141 w 1715"/>
                  <a:gd name="T21" fmla="*/ 443 h 938"/>
                  <a:gd name="T22" fmla="*/ 207 w 1715"/>
                  <a:gd name="T23" fmla="*/ 460 h 938"/>
                  <a:gd name="T24" fmla="*/ 323 w 1715"/>
                  <a:gd name="T25" fmla="*/ 468 h 938"/>
                  <a:gd name="T26" fmla="*/ 447 w 1715"/>
                  <a:gd name="T27" fmla="*/ 468 h 938"/>
                  <a:gd name="T28" fmla="*/ 521 w 1715"/>
                  <a:gd name="T29" fmla="*/ 462 h 938"/>
                  <a:gd name="T30" fmla="*/ 554 w 1715"/>
                  <a:gd name="T31" fmla="*/ 454 h 938"/>
                  <a:gd name="T32" fmla="*/ 598 w 1715"/>
                  <a:gd name="T33" fmla="*/ 432 h 938"/>
                  <a:gd name="T34" fmla="*/ 646 w 1715"/>
                  <a:gd name="T35" fmla="*/ 395 h 938"/>
                  <a:gd name="T36" fmla="*/ 648 w 1715"/>
                  <a:gd name="T37" fmla="*/ 273 h 938"/>
                  <a:gd name="T38" fmla="*/ 688 w 1715"/>
                  <a:gd name="T39" fmla="*/ 268 h 938"/>
                  <a:gd name="T40" fmla="*/ 724 w 1715"/>
                  <a:gd name="T41" fmla="*/ 296 h 938"/>
                  <a:gd name="T42" fmla="*/ 821 w 1715"/>
                  <a:gd name="T43" fmla="*/ 276 h 938"/>
                  <a:gd name="T44" fmla="*/ 846 w 1715"/>
                  <a:gd name="T45" fmla="*/ 153 h 938"/>
                  <a:gd name="T46" fmla="*/ 731 w 1715"/>
                  <a:gd name="T47" fmla="*/ 86 h 938"/>
                  <a:gd name="T48" fmla="*/ 675 w 1715"/>
                  <a:gd name="T49" fmla="*/ 118 h 938"/>
                  <a:gd name="T50" fmla="*/ 662 w 1715"/>
                  <a:gd name="T51" fmla="*/ 142 h 938"/>
                  <a:gd name="T52" fmla="*/ 633 w 1715"/>
                  <a:gd name="T53" fmla="*/ 143 h 938"/>
                  <a:gd name="T54" fmla="*/ 617 w 1715"/>
                  <a:gd name="T55" fmla="*/ 126 h 938"/>
                  <a:gd name="T56" fmla="*/ 605 w 1715"/>
                  <a:gd name="T57" fmla="*/ 111 h 938"/>
                  <a:gd name="T58" fmla="*/ 598 w 1715"/>
                  <a:gd name="T59" fmla="*/ 93 h 938"/>
                  <a:gd name="T60" fmla="*/ 600 w 1715"/>
                  <a:gd name="T61" fmla="*/ 76 h 938"/>
                  <a:gd name="T62" fmla="*/ 596 w 1715"/>
                  <a:gd name="T63" fmla="*/ 61 h 938"/>
                  <a:gd name="T64" fmla="*/ 586 w 1715"/>
                  <a:gd name="T65" fmla="*/ 19 h 938"/>
                  <a:gd name="T66" fmla="*/ 521 w 1715"/>
                  <a:gd name="T67" fmla="*/ 0 h 938"/>
                  <a:gd name="T68" fmla="*/ 479 w 1715"/>
                  <a:gd name="T69" fmla="*/ 22 h 938"/>
                  <a:gd name="T70" fmla="*/ 475 w 1715"/>
                  <a:gd name="T71" fmla="*/ 43 h 938"/>
                  <a:gd name="T72" fmla="*/ 469 w 1715"/>
                  <a:gd name="T73" fmla="*/ 61 h 938"/>
                  <a:gd name="T74" fmla="*/ 460 w 1715"/>
                  <a:gd name="T75" fmla="*/ 79 h 938"/>
                  <a:gd name="T76" fmla="*/ 438 w 1715"/>
                  <a:gd name="T77" fmla="*/ 84 h 938"/>
                  <a:gd name="T78" fmla="*/ 415 w 1715"/>
                  <a:gd name="T79" fmla="*/ 89 h 938"/>
                  <a:gd name="T80" fmla="*/ 379 w 1715"/>
                  <a:gd name="T81" fmla="*/ 101 h 938"/>
                  <a:gd name="T82" fmla="*/ 339 w 1715"/>
                  <a:gd name="T83" fmla="*/ 116 h 938"/>
                  <a:gd name="T84" fmla="*/ 299 w 1715"/>
                  <a:gd name="T85" fmla="*/ 131 h 938"/>
                  <a:gd name="T86" fmla="*/ 276 w 1715"/>
                  <a:gd name="T87" fmla="*/ 150 h 938"/>
                  <a:gd name="T88" fmla="*/ 253 w 1715"/>
                  <a:gd name="T89" fmla="*/ 169 h 93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15"/>
                  <a:gd name="T136" fmla="*/ 0 h 938"/>
                  <a:gd name="T137" fmla="*/ 1715 w 1715"/>
                  <a:gd name="T138" fmla="*/ 938 h 93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15" h="938">
                    <a:moveTo>
                      <a:pt x="477" y="365"/>
                    </a:moveTo>
                    <a:lnTo>
                      <a:pt x="427" y="399"/>
                    </a:lnTo>
                    <a:lnTo>
                      <a:pt x="395" y="439"/>
                    </a:lnTo>
                    <a:lnTo>
                      <a:pt x="373" y="479"/>
                    </a:lnTo>
                    <a:lnTo>
                      <a:pt x="360" y="520"/>
                    </a:lnTo>
                    <a:lnTo>
                      <a:pt x="346" y="558"/>
                    </a:lnTo>
                    <a:lnTo>
                      <a:pt x="328" y="593"/>
                    </a:lnTo>
                    <a:lnTo>
                      <a:pt x="301" y="622"/>
                    </a:lnTo>
                    <a:lnTo>
                      <a:pt x="258" y="643"/>
                    </a:lnTo>
                    <a:lnTo>
                      <a:pt x="217" y="644"/>
                    </a:lnTo>
                    <a:lnTo>
                      <a:pt x="187" y="649"/>
                    </a:lnTo>
                    <a:lnTo>
                      <a:pt x="164" y="658"/>
                    </a:lnTo>
                    <a:lnTo>
                      <a:pt x="146" y="672"/>
                    </a:lnTo>
                    <a:lnTo>
                      <a:pt x="129" y="686"/>
                    </a:lnTo>
                    <a:lnTo>
                      <a:pt x="110" y="705"/>
                    </a:lnTo>
                    <a:lnTo>
                      <a:pt x="84" y="726"/>
                    </a:lnTo>
                    <a:lnTo>
                      <a:pt x="51" y="750"/>
                    </a:lnTo>
                    <a:lnTo>
                      <a:pt x="15" y="795"/>
                    </a:lnTo>
                    <a:lnTo>
                      <a:pt x="0" y="826"/>
                    </a:lnTo>
                    <a:lnTo>
                      <a:pt x="1" y="845"/>
                    </a:lnTo>
                    <a:lnTo>
                      <a:pt x="15" y="857"/>
                    </a:lnTo>
                    <a:lnTo>
                      <a:pt x="36" y="861"/>
                    </a:lnTo>
                    <a:lnTo>
                      <a:pt x="62" y="864"/>
                    </a:lnTo>
                    <a:lnTo>
                      <a:pt x="87" y="864"/>
                    </a:lnTo>
                    <a:lnTo>
                      <a:pt x="110" y="869"/>
                    </a:lnTo>
                    <a:lnTo>
                      <a:pt x="119" y="865"/>
                    </a:lnTo>
                    <a:lnTo>
                      <a:pt x="131" y="867"/>
                    </a:lnTo>
                    <a:lnTo>
                      <a:pt x="145" y="871"/>
                    </a:lnTo>
                    <a:lnTo>
                      <a:pt x="164" y="877"/>
                    </a:lnTo>
                    <a:lnTo>
                      <a:pt x="187" y="882"/>
                    </a:lnTo>
                    <a:lnTo>
                      <a:pt x="213" y="888"/>
                    </a:lnTo>
                    <a:lnTo>
                      <a:pt x="244" y="889"/>
                    </a:lnTo>
                    <a:lnTo>
                      <a:pt x="282" y="888"/>
                    </a:lnTo>
                    <a:lnTo>
                      <a:pt x="311" y="900"/>
                    </a:lnTo>
                    <a:lnTo>
                      <a:pt x="356" y="913"/>
                    </a:lnTo>
                    <a:lnTo>
                      <a:pt x="414" y="921"/>
                    </a:lnTo>
                    <a:lnTo>
                      <a:pt x="484" y="930"/>
                    </a:lnTo>
                    <a:lnTo>
                      <a:pt x="560" y="934"/>
                    </a:lnTo>
                    <a:lnTo>
                      <a:pt x="646" y="938"/>
                    </a:lnTo>
                    <a:lnTo>
                      <a:pt x="733" y="938"/>
                    </a:lnTo>
                    <a:lnTo>
                      <a:pt x="825" y="938"/>
                    </a:lnTo>
                    <a:lnTo>
                      <a:pt x="893" y="938"/>
                    </a:lnTo>
                    <a:lnTo>
                      <a:pt x="951" y="935"/>
                    </a:lnTo>
                    <a:lnTo>
                      <a:pt x="1000" y="930"/>
                    </a:lnTo>
                    <a:lnTo>
                      <a:pt x="1041" y="925"/>
                    </a:lnTo>
                    <a:lnTo>
                      <a:pt x="1069" y="918"/>
                    </a:lnTo>
                    <a:lnTo>
                      <a:pt x="1092" y="913"/>
                    </a:lnTo>
                    <a:lnTo>
                      <a:pt x="1107" y="909"/>
                    </a:lnTo>
                    <a:lnTo>
                      <a:pt x="1115" y="910"/>
                    </a:lnTo>
                    <a:lnTo>
                      <a:pt x="1155" y="882"/>
                    </a:lnTo>
                    <a:lnTo>
                      <a:pt x="1196" y="865"/>
                    </a:lnTo>
                    <a:lnTo>
                      <a:pt x="1234" y="847"/>
                    </a:lnTo>
                    <a:lnTo>
                      <a:pt x="1268" y="826"/>
                    </a:lnTo>
                    <a:lnTo>
                      <a:pt x="1291" y="791"/>
                    </a:lnTo>
                    <a:lnTo>
                      <a:pt x="1306" y="737"/>
                    </a:lnTo>
                    <a:lnTo>
                      <a:pt x="1309" y="658"/>
                    </a:lnTo>
                    <a:lnTo>
                      <a:pt x="1296" y="547"/>
                    </a:lnTo>
                    <a:lnTo>
                      <a:pt x="1326" y="528"/>
                    </a:lnTo>
                    <a:lnTo>
                      <a:pt x="1353" y="527"/>
                    </a:lnTo>
                    <a:lnTo>
                      <a:pt x="1375" y="538"/>
                    </a:lnTo>
                    <a:lnTo>
                      <a:pt x="1398" y="557"/>
                    </a:lnTo>
                    <a:lnTo>
                      <a:pt x="1421" y="577"/>
                    </a:lnTo>
                    <a:lnTo>
                      <a:pt x="1448" y="594"/>
                    </a:lnTo>
                    <a:lnTo>
                      <a:pt x="1481" y="604"/>
                    </a:lnTo>
                    <a:lnTo>
                      <a:pt x="1523" y="603"/>
                    </a:lnTo>
                    <a:lnTo>
                      <a:pt x="1641" y="553"/>
                    </a:lnTo>
                    <a:lnTo>
                      <a:pt x="1703" y="479"/>
                    </a:lnTo>
                    <a:lnTo>
                      <a:pt x="1715" y="393"/>
                    </a:lnTo>
                    <a:lnTo>
                      <a:pt x="1691" y="306"/>
                    </a:lnTo>
                    <a:lnTo>
                      <a:pt x="1634" y="231"/>
                    </a:lnTo>
                    <a:lnTo>
                      <a:pt x="1556" y="182"/>
                    </a:lnTo>
                    <a:lnTo>
                      <a:pt x="1462" y="172"/>
                    </a:lnTo>
                    <a:lnTo>
                      <a:pt x="1365" y="213"/>
                    </a:lnTo>
                    <a:lnTo>
                      <a:pt x="1357" y="222"/>
                    </a:lnTo>
                    <a:lnTo>
                      <a:pt x="1350" y="237"/>
                    </a:lnTo>
                    <a:lnTo>
                      <a:pt x="1343" y="255"/>
                    </a:lnTo>
                    <a:lnTo>
                      <a:pt x="1335" y="272"/>
                    </a:lnTo>
                    <a:lnTo>
                      <a:pt x="1324" y="285"/>
                    </a:lnTo>
                    <a:lnTo>
                      <a:pt x="1309" y="295"/>
                    </a:lnTo>
                    <a:lnTo>
                      <a:pt x="1289" y="296"/>
                    </a:lnTo>
                    <a:lnTo>
                      <a:pt x="1265" y="286"/>
                    </a:lnTo>
                    <a:lnTo>
                      <a:pt x="1252" y="275"/>
                    </a:lnTo>
                    <a:lnTo>
                      <a:pt x="1244" y="263"/>
                    </a:lnTo>
                    <a:lnTo>
                      <a:pt x="1234" y="253"/>
                    </a:lnTo>
                    <a:lnTo>
                      <a:pt x="1226" y="243"/>
                    </a:lnTo>
                    <a:lnTo>
                      <a:pt x="1217" y="232"/>
                    </a:lnTo>
                    <a:lnTo>
                      <a:pt x="1209" y="222"/>
                    </a:lnTo>
                    <a:lnTo>
                      <a:pt x="1197" y="212"/>
                    </a:lnTo>
                    <a:lnTo>
                      <a:pt x="1187" y="202"/>
                    </a:lnTo>
                    <a:lnTo>
                      <a:pt x="1196" y="186"/>
                    </a:lnTo>
                    <a:lnTo>
                      <a:pt x="1201" y="174"/>
                    </a:lnTo>
                    <a:lnTo>
                      <a:pt x="1201" y="163"/>
                    </a:lnTo>
                    <a:lnTo>
                      <a:pt x="1199" y="153"/>
                    </a:lnTo>
                    <a:lnTo>
                      <a:pt x="1194" y="142"/>
                    </a:lnTo>
                    <a:lnTo>
                      <a:pt x="1192" y="133"/>
                    </a:lnTo>
                    <a:lnTo>
                      <a:pt x="1192" y="122"/>
                    </a:lnTo>
                    <a:lnTo>
                      <a:pt x="1197" y="112"/>
                    </a:lnTo>
                    <a:lnTo>
                      <a:pt x="1195" y="70"/>
                    </a:lnTo>
                    <a:lnTo>
                      <a:pt x="1172" y="39"/>
                    </a:lnTo>
                    <a:lnTo>
                      <a:pt x="1135" y="17"/>
                    </a:lnTo>
                    <a:lnTo>
                      <a:pt x="1091" y="5"/>
                    </a:lnTo>
                    <a:lnTo>
                      <a:pt x="1042" y="0"/>
                    </a:lnTo>
                    <a:lnTo>
                      <a:pt x="1000" y="7"/>
                    </a:lnTo>
                    <a:lnTo>
                      <a:pt x="969" y="20"/>
                    </a:lnTo>
                    <a:lnTo>
                      <a:pt x="957" y="45"/>
                    </a:lnTo>
                    <a:lnTo>
                      <a:pt x="955" y="62"/>
                    </a:lnTo>
                    <a:lnTo>
                      <a:pt x="953" y="75"/>
                    </a:lnTo>
                    <a:lnTo>
                      <a:pt x="949" y="87"/>
                    </a:lnTo>
                    <a:lnTo>
                      <a:pt x="945" y="99"/>
                    </a:lnTo>
                    <a:lnTo>
                      <a:pt x="941" y="111"/>
                    </a:lnTo>
                    <a:lnTo>
                      <a:pt x="938" y="123"/>
                    </a:lnTo>
                    <a:lnTo>
                      <a:pt x="936" y="137"/>
                    </a:lnTo>
                    <a:lnTo>
                      <a:pt x="938" y="156"/>
                    </a:lnTo>
                    <a:lnTo>
                      <a:pt x="919" y="158"/>
                    </a:lnTo>
                    <a:lnTo>
                      <a:pt x="904" y="162"/>
                    </a:lnTo>
                    <a:lnTo>
                      <a:pt x="889" y="166"/>
                    </a:lnTo>
                    <a:lnTo>
                      <a:pt x="875" y="169"/>
                    </a:lnTo>
                    <a:lnTo>
                      <a:pt x="860" y="172"/>
                    </a:lnTo>
                    <a:lnTo>
                      <a:pt x="846" y="176"/>
                    </a:lnTo>
                    <a:lnTo>
                      <a:pt x="830" y="179"/>
                    </a:lnTo>
                    <a:lnTo>
                      <a:pt x="814" y="183"/>
                    </a:lnTo>
                    <a:lnTo>
                      <a:pt x="786" y="193"/>
                    </a:lnTo>
                    <a:lnTo>
                      <a:pt x="758" y="203"/>
                    </a:lnTo>
                    <a:lnTo>
                      <a:pt x="731" y="213"/>
                    </a:lnTo>
                    <a:lnTo>
                      <a:pt x="704" y="223"/>
                    </a:lnTo>
                    <a:lnTo>
                      <a:pt x="677" y="233"/>
                    </a:lnTo>
                    <a:lnTo>
                      <a:pt x="649" y="243"/>
                    </a:lnTo>
                    <a:lnTo>
                      <a:pt x="623" y="253"/>
                    </a:lnTo>
                    <a:lnTo>
                      <a:pt x="597" y="263"/>
                    </a:lnTo>
                    <a:lnTo>
                      <a:pt x="582" y="276"/>
                    </a:lnTo>
                    <a:lnTo>
                      <a:pt x="567" y="289"/>
                    </a:lnTo>
                    <a:lnTo>
                      <a:pt x="551" y="301"/>
                    </a:lnTo>
                    <a:lnTo>
                      <a:pt x="536" y="314"/>
                    </a:lnTo>
                    <a:lnTo>
                      <a:pt x="521" y="326"/>
                    </a:lnTo>
                    <a:lnTo>
                      <a:pt x="506" y="339"/>
                    </a:lnTo>
                    <a:lnTo>
                      <a:pt x="491" y="351"/>
                    </a:lnTo>
                    <a:lnTo>
                      <a:pt x="477" y="365"/>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0" name="Freeform 609">
                <a:extLst>
                  <a:ext uri="{FF2B5EF4-FFF2-40B4-BE49-F238E27FC236}">
                    <a16:creationId xmlns:a16="http://schemas.microsoft.com/office/drawing/2014/main" id="{CD38F2C9-1DE5-C74D-A3FC-22CCDE1AFA73}"/>
                  </a:ext>
                </a:extLst>
              </p:cNvPr>
              <p:cNvSpPr>
                <a:spLocks/>
              </p:cNvSpPr>
              <p:nvPr/>
            </p:nvSpPr>
            <p:spPr bwMode="auto">
              <a:xfrm>
                <a:off x="3586" y="3162"/>
                <a:ext cx="125" cy="124"/>
              </a:xfrm>
              <a:custGeom>
                <a:avLst/>
                <a:gdLst>
                  <a:gd name="T0" fmla="*/ 57 w 251"/>
                  <a:gd name="T1" fmla="*/ 121 h 249"/>
                  <a:gd name="T2" fmla="*/ 69 w 251"/>
                  <a:gd name="T3" fmla="*/ 122 h 249"/>
                  <a:gd name="T4" fmla="*/ 83 w 251"/>
                  <a:gd name="T5" fmla="*/ 123 h 249"/>
                  <a:gd name="T6" fmla="*/ 97 w 251"/>
                  <a:gd name="T7" fmla="*/ 124 h 249"/>
                  <a:gd name="T8" fmla="*/ 109 w 251"/>
                  <a:gd name="T9" fmla="*/ 123 h 249"/>
                  <a:gd name="T10" fmla="*/ 119 w 251"/>
                  <a:gd name="T11" fmla="*/ 117 h 249"/>
                  <a:gd name="T12" fmla="*/ 125 w 251"/>
                  <a:gd name="T13" fmla="*/ 108 h 249"/>
                  <a:gd name="T14" fmla="*/ 125 w 251"/>
                  <a:gd name="T15" fmla="*/ 91 h 249"/>
                  <a:gd name="T16" fmla="*/ 119 w 251"/>
                  <a:gd name="T17" fmla="*/ 70 h 249"/>
                  <a:gd name="T18" fmla="*/ 113 w 251"/>
                  <a:gd name="T19" fmla="*/ 61 h 249"/>
                  <a:gd name="T20" fmla="*/ 108 w 251"/>
                  <a:gd name="T21" fmla="*/ 53 h 249"/>
                  <a:gd name="T22" fmla="*/ 103 w 251"/>
                  <a:gd name="T23" fmla="*/ 44 h 249"/>
                  <a:gd name="T24" fmla="*/ 98 w 251"/>
                  <a:gd name="T25" fmla="*/ 36 h 249"/>
                  <a:gd name="T26" fmla="*/ 92 w 251"/>
                  <a:gd name="T27" fmla="*/ 27 h 249"/>
                  <a:gd name="T28" fmla="*/ 87 w 251"/>
                  <a:gd name="T29" fmla="*/ 19 h 249"/>
                  <a:gd name="T30" fmla="*/ 82 w 251"/>
                  <a:gd name="T31" fmla="*/ 10 h 249"/>
                  <a:gd name="T32" fmla="*/ 77 w 251"/>
                  <a:gd name="T33" fmla="*/ 2 h 249"/>
                  <a:gd name="T34" fmla="*/ 47 w 251"/>
                  <a:gd name="T35" fmla="*/ 0 h 249"/>
                  <a:gd name="T36" fmla="*/ 23 w 251"/>
                  <a:gd name="T37" fmla="*/ 7 h 249"/>
                  <a:gd name="T38" fmla="*/ 7 w 251"/>
                  <a:gd name="T39" fmla="*/ 21 h 249"/>
                  <a:gd name="T40" fmla="*/ 0 w 251"/>
                  <a:gd name="T41" fmla="*/ 39 h 249"/>
                  <a:gd name="T42" fmla="*/ 0 w 251"/>
                  <a:gd name="T43" fmla="*/ 60 h 249"/>
                  <a:gd name="T44" fmla="*/ 9 w 251"/>
                  <a:gd name="T45" fmla="*/ 83 h 249"/>
                  <a:gd name="T46" fmla="*/ 28 w 251"/>
                  <a:gd name="T47" fmla="*/ 103 h 249"/>
                  <a:gd name="T48" fmla="*/ 57 w 251"/>
                  <a:gd name="T49" fmla="*/ 121 h 2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1"/>
                  <a:gd name="T76" fmla="*/ 0 h 249"/>
                  <a:gd name="T77" fmla="*/ 251 w 251"/>
                  <a:gd name="T78" fmla="*/ 249 h 2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1" h="249">
                    <a:moveTo>
                      <a:pt x="115" y="242"/>
                    </a:moveTo>
                    <a:lnTo>
                      <a:pt x="139" y="245"/>
                    </a:lnTo>
                    <a:lnTo>
                      <a:pt x="167" y="247"/>
                    </a:lnTo>
                    <a:lnTo>
                      <a:pt x="194" y="249"/>
                    </a:lnTo>
                    <a:lnTo>
                      <a:pt x="219" y="246"/>
                    </a:lnTo>
                    <a:lnTo>
                      <a:pt x="238" y="235"/>
                    </a:lnTo>
                    <a:lnTo>
                      <a:pt x="251" y="216"/>
                    </a:lnTo>
                    <a:lnTo>
                      <a:pt x="251" y="183"/>
                    </a:lnTo>
                    <a:lnTo>
                      <a:pt x="238" y="141"/>
                    </a:lnTo>
                    <a:lnTo>
                      <a:pt x="227" y="123"/>
                    </a:lnTo>
                    <a:lnTo>
                      <a:pt x="217" y="106"/>
                    </a:lnTo>
                    <a:lnTo>
                      <a:pt x="207" y="88"/>
                    </a:lnTo>
                    <a:lnTo>
                      <a:pt x="197" y="72"/>
                    </a:lnTo>
                    <a:lnTo>
                      <a:pt x="185" y="54"/>
                    </a:lnTo>
                    <a:lnTo>
                      <a:pt x="175" y="38"/>
                    </a:lnTo>
                    <a:lnTo>
                      <a:pt x="165" y="20"/>
                    </a:lnTo>
                    <a:lnTo>
                      <a:pt x="155" y="4"/>
                    </a:lnTo>
                    <a:lnTo>
                      <a:pt x="94" y="0"/>
                    </a:lnTo>
                    <a:lnTo>
                      <a:pt x="47" y="14"/>
                    </a:lnTo>
                    <a:lnTo>
                      <a:pt x="15" y="42"/>
                    </a:lnTo>
                    <a:lnTo>
                      <a:pt x="0" y="79"/>
                    </a:lnTo>
                    <a:lnTo>
                      <a:pt x="0" y="121"/>
                    </a:lnTo>
                    <a:lnTo>
                      <a:pt x="19" y="166"/>
                    </a:lnTo>
                    <a:lnTo>
                      <a:pt x="56" y="207"/>
                    </a:lnTo>
                    <a:lnTo>
                      <a:pt x="115" y="242"/>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1" name="Freeform 610">
                <a:extLst>
                  <a:ext uri="{FF2B5EF4-FFF2-40B4-BE49-F238E27FC236}">
                    <a16:creationId xmlns:a16="http://schemas.microsoft.com/office/drawing/2014/main" id="{54C92187-A9A7-7147-A6DA-6359D9585205}"/>
                  </a:ext>
                </a:extLst>
              </p:cNvPr>
              <p:cNvSpPr>
                <a:spLocks/>
              </p:cNvSpPr>
              <p:nvPr/>
            </p:nvSpPr>
            <p:spPr bwMode="auto">
              <a:xfrm>
                <a:off x="4057" y="2832"/>
                <a:ext cx="442" cy="196"/>
              </a:xfrm>
              <a:custGeom>
                <a:avLst/>
                <a:gdLst>
                  <a:gd name="T0" fmla="*/ 0 w 883"/>
                  <a:gd name="T1" fmla="*/ 113 h 392"/>
                  <a:gd name="T2" fmla="*/ 8 w 883"/>
                  <a:gd name="T3" fmla="*/ 110 h 392"/>
                  <a:gd name="T4" fmla="*/ 18 w 883"/>
                  <a:gd name="T5" fmla="*/ 108 h 392"/>
                  <a:gd name="T6" fmla="*/ 28 w 883"/>
                  <a:gd name="T7" fmla="*/ 106 h 392"/>
                  <a:gd name="T8" fmla="*/ 38 w 883"/>
                  <a:gd name="T9" fmla="*/ 106 h 392"/>
                  <a:gd name="T10" fmla="*/ 48 w 883"/>
                  <a:gd name="T11" fmla="*/ 106 h 392"/>
                  <a:gd name="T12" fmla="*/ 59 w 883"/>
                  <a:gd name="T13" fmla="*/ 108 h 392"/>
                  <a:gd name="T14" fmla="*/ 68 w 883"/>
                  <a:gd name="T15" fmla="*/ 110 h 392"/>
                  <a:gd name="T16" fmla="*/ 77 w 883"/>
                  <a:gd name="T17" fmla="*/ 113 h 392"/>
                  <a:gd name="T18" fmla="*/ 99 w 883"/>
                  <a:gd name="T19" fmla="*/ 145 h 392"/>
                  <a:gd name="T20" fmla="*/ 120 w 883"/>
                  <a:gd name="T21" fmla="*/ 168 h 392"/>
                  <a:gd name="T22" fmla="*/ 142 w 883"/>
                  <a:gd name="T23" fmla="*/ 182 h 392"/>
                  <a:gd name="T24" fmla="*/ 166 w 883"/>
                  <a:gd name="T25" fmla="*/ 191 h 392"/>
                  <a:gd name="T26" fmla="*/ 191 w 883"/>
                  <a:gd name="T27" fmla="*/ 195 h 392"/>
                  <a:gd name="T28" fmla="*/ 221 w 883"/>
                  <a:gd name="T29" fmla="*/ 196 h 392"/>
                  <a:gd name="T30" fmla="*/ 256 w 883"/>
                  <a:gd name="T31" fmla="*/ 196 h 392"/>
                  <a:gd name="T32" fmla="*/ 297 w 883"/>
                  <a:gd name="T33" fmla="*/ 196 h 392"/>
                  <a:gd name="T34" fmla="*/ 317 w 883"/>
                  <a:gd name="T35" fmla="*/ 181 h 392"/>
                  <a:gd name="T36" fmla="*/ 337 w 883"/>
                  <a:gd name="T37" fmla="*/ 168 h 392"/>
                  <a:gd name="T38" fmla="*/ 356 w 883"/>
                  <a:gd name="T39" fmla="*/ 154 h 392"/>
                  <a:gd name="T40" fmla="*/ 376 w 883"/>
                  <a:gd name="T41" fmla="*/ 139 h 392"/>
                  <a:gd name="T42" fmla="*/ 394 w 883"/>
                  <a:gd name="T43" fmla="*/ 121 h 392"/>
                  <a:gd name="T44" fmla="*/ 411 w 883"/>
                  <a:gd name="T45" fmla="*/ 101 h 392"/>
                  <a:gd name="T46" fmla="*/ 426 w 883"/>
                  <a:gd name="T47" fmla="*/ 79 h 392"/>
                  <a:gd name="T48" fmla="*/ 442 w 883"/>
                  <a:gd name="T49" fmla="*/ 54 h 392"/>
                  <a:gd name="T50" fmla="*/ 363 w 883"/>
                  <a:gd name="T51" fmla="*/ 73 h 392"/>
                  <a:gd name="T52" fmla="*/ 292 w 883"/>
                  <a:gd name="T53" fmla="*/ 77 h 392"/>
                  <a:gd name="T54" fmla="*/ 230 w 883"/>
                  <a:gd name="T55" fmla="*/ 70 h 392"/>
                  <a:gd name="T56" fmla="*/ 178 w 883"/>
                  <a:gd name="T57" fmla="*/ 55 h 392"/>
                  <a:gd name="T58" fmla="*/ 136 w 883"/>
                  <a:gd name="T59" fmla="*/ 37 h 392"/>
                  <a:gd name="T60" fmla="*/ 105 w 883"/>
                  <a:gd name="T61" fmla="*/ 19 h 392"/>
                  <a:gd name="T62" fmla="*/ 86 w 883"/>
                  <a:gd name="T63" fmla="*/ 5 h 392"/>
                  <a:gd name="T64" fmla="*/ 80 w 883"/>
                  <a:gd name="T65" fmla="*/ 0 h 392"/>
                  <a:gd name="T66" fmla="*/ 63 w 883"/>
                  <a:gd name="T67" fmla="*/ 10 h 392"/>
                  <a:gd name="T68" fmla="*/ 50 w 883"/>
                  <a:gd name="T69" fmla="*/ 22 h 392"/>
                  <a:gd name="T70" fmla="*/ 38 w 883"/>
                  <a:gd name="T71" fmla="*/ 33 h 392"/>
                  <a:gd name="T72" fmla="*/ 28 w 883"/>
                  <a:gd name="T73" fmla="*/ 46 h 392"/>
                  <a:gd name="T74" fmla="*/ 18 w 883"/>
                  <a:gd name="T75" fmla="*/ 59 h 392"/>
                  <a:gd name="T76" fmla="*/ 11 w 883"/>
                  <a:gd name="T77" fmla="*/ 76 h 392"/>
                  <a:gd name="T78" fmla="*/ 5 w 883"/>
                  <a:gd name="T79" fmla="*/ 93 h 392"/>
                  <a:gd name="T80" fmla="*/ 0 w 883"/>
                  <a:gd name="T81" fmla="*/ 113 h 3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83"/>
                  <a:gd name="T124" fmla="*/ 0 h 392"/>
                  <a:gd name="T125" fmla="*/ 883 w 883"/>
                  <a:gd name="T126" fmla="*/ 392 h 3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83" h="392">
                    <a:moveTo>
                      <a:pt x="0" y="227"/>
                    </a:moveTo>
                    <a:lnTo>
                      <a:pt x="15" y="221"/>
                    </a:lnTo>
                    <a:lnTo>
                      <a:pt x="35" y="217"/>
                    </a:lnTo>
                    <a:lnTo>
                      <a:pt x="55" y="213"/>
                    </a:lnTo>
                    <a:lnTo>
                      <a:pt x="76" y="213"/>
                    </a:lnTo>
                    <a:lnTo>
                      <a:pt x="96" y="213"/>
                    </a:lnTo>
                    <a:lnTo>
                      <a:pt x="118" y="216"/>
                    </a:lnTo>
                    <a:lnTo>
                      <a:pt x="136" y="220"/>
                    </a:lnTo>
                    <a:lnTo>
                      <a:pt x="153" y="227"/>
                    </a:lnTo>
                    <a:lnTo>
                      <a:pt x="197" y="290"/>
                    </a:lnTo>
                    <a:lnTo>
                      <a:pt x="239" y="335"/>
                    </a:lnTo>
                    <a:lnTo>
                      <a:pt x="283" y="364"/>
                    </a:lnTo>
                    <a:lnTo>
                      <a:pt x="331" y="382"/>
                    </a:lnTo>
                    <a:lnTo>
                      <a:pt x="382" y="390"/>
                    </a:lnTo>
                    <a:lnTo>
                      <a:pt x="441" y="392"/>
                    </a:lnTo>
                    <a:lnTo>
                      <a:pt x="511" y="391"/>
                    </a:lnTo>
                    <a:lnTo>
                      <a:pt x="594" y="391"/>
                    </a:lnTo>
                    <a:lnTo>
                      <a:pt x="634" y="362"/>
                    </a:lnTo>
                    <a:lnTo>
                      <a:pt x="674" y="336"/>
                    </a:lnTo>
                    <a:lnTo>
                      <a:pt x="712" y="307"/>
                    </a:lnTo>
                    <a:lnTo>
                      <a:pt x="751" y="277"/>
                    </a:lnTo>
                    <a:lnTo>
                      <a:pt x="787" y="242"/>
                    </a:lnTo>
                    <a:lnTo>
                      <a:pt x="821" y="203"/>
                    </a:lnTo>
                    <a:lnTo>
                      <a:pt x="852" y="158"/>
                    </a:lnTo>
                    <a:lnTo>
                      <a:pt x="883" y="108"/>
                    </a:lnTo>
                    <a:lnTo>
                      <a:pt x="725" y="146"/>
                    </a:lnTo>
                    <a:lnTo>
                      <a:pt x="583" y="154"/>
                    </a:lnTo>
                    <a:lnTo>
                      <a:pt x="459" y="139"/>
                    </a:lnTo>
                    <a:lnTo>
                      <a:pt x="355" y="111"/>
                    </a:lnTo>
                    <a:lnTo>
                      <a:pt x="271" y="74"/>
                    </a:lnTo>
                    <a:lnTo>
                      <a:pt x="209" y="38"/>
                    </a:lnTo>
                    <a:lnTo>
                      <a:pt x="172" y="10"/>
                    </a:lnTo>
                    <a:lnTo>
                      <a:pt x="159" y="0"/>
                    </a:lnTo>
                    <a:lnTo>
                      <a:pt x="125" y="20"/>
                    </a:lnTo>
                    <a:lnTo>
                      <a:pt x="99" y="43"/>
                    </a:lnTo>
                    <a:lnTo>
                      <a:pt x="75" y="65"/>
                    </a:lnTo>
                    <a:lnTo>
                      <a:pt x="55" y="92"/>
                    </a:lnTo>
                    <a:lnTo>
                      <a:pt x="36" y="119"/>
                    </a:lnTo>
                    <a:lnTo>
                      <a:pt x="22" y="151"/>
                    </a:lnTo>
                    <a:lnTo>
                      <a:pt x="10" y="186"/>
                    </a:lnTo>
                    <a:lnTo>
                      <a:pt x="0" y="227"/>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2" name="Freeform 611">
                <a:extLst>
                  <a:ext uri="{FF2B5EF4-FFF2-40B4-BE49-F238E27FC236}">
                    <a16:creationId xmlns:a16="http://schemas.microsoft.com/office/drawing/2014/main" id="{E905123C-6139-7D44-91F5-E52FCCB47B9E}"/>
                  </a:ext>
                </a:extLst>
              </p:cNvPr>
              <p:cNvSpPr>
                <a:spLocks/>
              </p:cNvSpPr>
              <p:nvPr/>
            </p:nvSpPr>
            <p:spPr bwMode="auto">
              <a:xfrm>
                <a:off x="4187" y="2909"/>
                <a:ext cx="100" cy="94"/>
              </a:xfrm>
              <a:custGeom>
                <a:avLst/>
                <a:gdLst>
                  <a:gd name="T0" fmla="*/ 0 w 201"/>
                  <a:gd name="T1" fmla="*/ 54 h 188"/>
                  <a:gd name="T2" fmla="*/ 7 w 201"/>
                  <a:gd name="T3" fmla="*/ 73 h 188"/>
                  <a:gd name="T4" fmla="*/ 20 w 201"/>
                  <a:gd name="T5" fmla="*/ 86 h 188"/>
                  <a:gd name="T6" fmla="*/ 36 w 201"/>
                  <a:gd name="T7" fmla="*/ 93 h 188"/>
                  <a:gd name="T8" fmla="*/ 54 w 201"/>
                  <a:gd name="T9" fmla="*/ 94 h 188"/>
                  <a:gd name="T10" fmla="*/ 71 w 201"/>
                  <a:gd name="T11" fmla="*/ 88 h 188"/>
                  <a:gd name="T12" fmla="*/ 86 w 201"/>
                  <a:gd name="T13" fmla="*/ 75 h 188"/>
                  <a:gd name="T14" fmla="*/ 96 w 201"/>
                  <a:gd name="T15" fmla="*/ 54 h 188"/>
                  <a:gd name="T16" fmla="*/ 100 w 201"/>
                  <a:gd name="T17" fmla="*/ 27 h 188"/>
                  <a:gd name="T18" fmla="*/ 82 w 201"/>
                  <a:gd name="T19" fmla="*/ 13 h 188"/>
                  <a:gd name="T20" fmla="*/ 64 w 201"/>
                  <a:gd name="T21" fmla="*/ 5 h 188"/>
                  <a:gd name="T22" fmla="*/ 47 w 201"/>
                  <a:gd name="T23" fmla="*/ 0 h 188"/>
                  <a:gd name="T24" fmla="*/ 32 w 201"/>
                  <a:gd name="T25" fmla="*/ 1 h 188"/>
                  <a:gd name="T26" fmla="*/ 19 w 201"/>
                  <a:gd name="T27" fmla="*/ 6 h 188"/>
                  <a:gd name="T28" fmla="*/ 9 w 201"/>
                  <a:gd name="T29" fmla="*/ 17 h 188"/>
                  <a:gd name="T30" fmla="*/ 1 w 201"/>
                  <a:gd name="T31" fmla="*/ 33 h 188"/>
                  <a:gd name="T32" fmla="*/ 0 w 201"/>
                  <a:gd name="T33" fmla="*/ 54 h 1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1"/>
                  <a:gd name="T52" fmla="*/ 0 h 188"/>
                  <a:gd name="T53" fmla="*/ 201 w 201"/>
                  <a:gd name="T54" fmla="*/ 188 h 1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1" h="188">
                    <a:moveTo>
                      <a:pt x="0" y="109"/>
                    </a:moveTo>
                    <a:lnTo>
                      <a:pt x="15" y="146"/>
                    </a:lnTo>
                    <a:lnTo>
                      <a:pt x="41" y="172"/>
                    </a:lnTo>
                    <a:lnTo>
                      <a:pt x="73" y="186"/>
                    </a:lnTo>
                    <a:lnTo>
                      <a:pt x="109" y="188"/>
                    </a:lnTo>
                    <a:lnTo>
                      <a:pt x="143" y="176"/>
                    </a:lnTo>
                    <a:lnTo>
                      <a:pt x="172" y="150"/>
                    </a:lnTo>
                    <a:lnTo>
                      <a:pt x="192" y="109"/>
                    </a:lnTo>
                    <a:lnTo>
                      <a:pt x="201" y="54"/>
                    </a:lnTo>
                    <a:lnTo>
                      <a:pt x="164" y="27"/>
                    </a:lnTo>
                    <a:lnTo>
                      <a:pt x="129" y="9"/>
                    </a:lnTo>
                    <a:lnTo>
                      <a:pt x="95" y="0"/>
                    </a:lnTo>
                    <a:lnTo>
                      <a:pt x="65" y="2"/>
                    </a:lnTo>
                    <a:lnTo>
                      <a:pt x="38" y="12"/>
                    </a:lnTo>
                    <a:lnTo>
                      <a:pt x="18" y="34"/>
                    </a:lnTo>
                    <a:lnTo>
                      <a:pt x="3" y="66"/>
                    </a:lnTo>
                    <a:lnTo>
                      <a:pt x="0" y="109"/>
                    </a:lnTo>
                    <a:close/>
                  </a:path>
                </a:pathLst>
              </a:custGeom>
              <a:solidFill>
                <a:srgbClr val="F0F0F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3" name="Freeform 612">
                <a:extLst>
                  <a:ext uri="{FF2B5EF4-FFF2-40B4-BE49-F238E27FC236}">
                    <a16:creationId xmlns:a16="http://schemas.microsoft.com/office/drawing/2014/main" id="{ED62D8AA-E0E5-7F44-8704-53EB7F837459}"/>
                  </a:ext>
                </a:extLst>
              </p:cNvPr>
              <p:cNvSpPr>
                <a:spLocks/>
              </p:cNvSpPr>
              <p:nvPr/>
            </p:nvSpPr>
            <p:spPr bwMode="auto">
              <a:xfrm>
                <a:off x="4085" y="2857"/>
                <a:ext cx="73" cy="69"/>
              </a:xfrm>
              <a:custGeom>
                <a:avLst/>
                <a:gdLst>
                  <a:gd name="T0" fmla="*/ 5 w 145"/>
                  <a:gd name="T1" fmla="*/ 37 h 138"/>
                  <a:gd name="T2" fmla="*/ 0 w 145"/>
                  <a:gd name="T3" fmla="*/ 53 h 138"/>
                  <a:gd name="T4" fmla="*/ 2 w 145"/>
                  <a:gd name="T5" fmla="*/ 63 h 138"/>
                  <a:gd name="T6" fmla="*/ 9 w 145"/>
                  <a:gd name="T7" fmla="*/ 68 h 138"/>
                  <a:gd name="T8" fmla="*/ 20 w 145"/>
                  <a:gd name="T9" fmla="*/ 69 h 138"/>
                  <a:gd name="T10" fmla="*/ 33 w 145"/>
                  <a:gd name="T11" fmla="*/ 66 h 138"/>
                  <a:gd name="T12" fmla="*/ 47 w 145"/>
                  <a:gd name="T13" fmla="*/ 60 h 138"/>
                  <a:gd name="T14" fmla="*/ 61 w 145"/>
                  <a:gd name="T15" fmla="*/ 53 h 138"/>
                  <a:gd name="T16" fmla="*/ 73 w 145"/>
                  <a:gd name="T17" fmla="*/ 44 h 138"/>
                  <a:gd name="T18" fmla="*/ 70 w 145"/>
                  <a:gd name="T19" fmla="*/ 26 h 138"/>
                  <a:gd name="T20" fmla="*/ 65 w 145"/>
                  <a:gd name="T21" fmla="*/ 13 h 138"/>
                  <a:gd name="T22" fmla="*/ 57 w 145"/>
                  <a:gd name="T23" fmla="*/ 4 h 138"/>
                  <a:gd name="T24" fmla="*/ 49 w 145"/>
                  <a:gd name="T25" fmla="*/ 0 h 138"/>
                  <a:gd name="T26" fmla="*/ 39 w 145"/>
                  <a:gd name="T27" fmla="*/ 0 h 138"/>
                  <a:gd name="T28" fmla="*/ 28 w 145"/>
                  <a:gd name="T29" fmla="*/ 6 h 138"/>
                  <a:gd name="T30" fmla="*/ 17 w 145"/>
                  <a:gd name="T31" fmla="*/ 18 h 138"/>
                  <a:gd name="T32" fmla="*/ 5 w 145"/>
                  <a:gd name="T33" fmla="*/ 37 h 1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8"/>
                  <a:gd name="T53" fmla="*/ 145 w 145"/>
                  <a:gd name="T54" fmla="*/ 138 h 13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8">
                    <a:moveTo>
                      <a:pt x="10" y="74"/>
                    </a:moveTo>
                    <a:lnTo>
                      <a:pt x="0" y="106"/>
                    </a:lnTo>
                    <a:lnTo>
                      <a:pt x="4" y="127"/>
                    </a:lnTo>
                    <a:lnTo>
                      <a:pt x="17" y="136"/>
                    </a:lnTo>
                    <a:lnTo>
                      <a:pt x="40" y="138"/>
                    </a:lnTo>
                    <a:lnTo>
                      <a:pt x="65" y="131"/>
                    </a:lnTo>
                    <a:lnTo>
                      <a:pt x="94" y="121"/>
                    </a:lnTo>
                    <a:lnTo>
                      <a:pt x="122" y="106"/>
                    </a:lnTo>
                    <a:lnTo>
                      <a:pt x="145" y="89"/>
                    </a:lnTo>
                    <a:lnTo>
                      <a:pt x="139" y="53"/>
                    </a:lnTo>
                    <a:lnTo>
                      <a:pt x="129" y="27"/>
                    </a:lnTo>
                    <a:lnTo>
                      <a:pt x="114" y="8"/>
                    </a:lnTo>
                    <a:lnTo>
                      <a:pt x="98" y="0"/>
                    </a:lnTo>
                    <a:lnTo>
                      <a:pt x="78" y="0"/>
                    </a:lnTo>
                    <a:lnTo>
                      <a:pt x="56" y="13"/>
                    </a:lnTo>
                    <a:lnTo>
                      <a:pt x="33" y="37"/>
                    </a:lnTo>
                    <a:lnTo>
                      <a:pt x="10" y="74"/>
                    </a:lnTo>
                    <a:close/>
                  </a:path>
                </a:pathLst>
              </a:custGeom>
              <a:solidFill>
                <a:srgbClr val="F0F0F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4" name="Freeform 613">
                <a:extLst>
                  <a:ext uri="{FF2B5EF4-FFF2-40B4-BE49-F238E27FC236}">
                    <a16:creationId xmlns:a16="http://schemas.microsoft.com/office/drawing/2014/main" id="{35A3A532-8229-ED4B-987A-DAA80A77ED25}"/>
                  </a:ext>
                </a:extLst>
              </p:cNvPr>
              <p:cNvSpPr>
                <a:spLocks/>
              </p:cNvSpPr>
              <p:nvPr/>
            </p:nvSpPr>
            <p:spPr bwMode="auto">
              <a:xfrm>
                <a:off x="4368" y="2842"/>
                <a:ext cx="602" cy="916"/>
              </a:xfrm>
              <a:custGeom>
                <a:avLst/>
                <a:gdLst>
                  <a:gd name="T0" fmla="*/ 81 w 1204"/>
                  <a:gd name="T1" fmla="*/ 0 h 1832"/>
                  <a:gd name="T2" fmla="*/ 153 w 1204"/>
                  <a:gd name="T3" fmla="*/ 27 h 1832"/>
                  <a:gd name="T4" fmla="*/ 222 w 1204"/>
                  <a:gd name="T5" fmla="*/ 62 h 1832"/>
                  <a:gd name="T6" fmla="*/ 287 w 1204"/>
                  <a:gd name="T7" fmla="*/ 106 h 1832"/>
                  <a:gd name="T8" fmla="*/ 346 w 1204"/>
                  <a:gd name="T9" fmla="*/ 155 h 1832"/>
                  <a:gd name="T10" fmla="*/ 403 w 1204"/>
                  <a:gd name="T11" fmla="*/ 210 h 1832"/>
                  <a:gd name="T12" fmla="*/ 456 w 1204"/>
                  <a:gd name="T13" fmla="*/ 270 h 1832"/>
                  <a:gd name="T14" fmla="*/ 506 w 1204"/>
                  <a:gd name="T15" fmla="*/ 335 h 1832"/>
                  <a:gd name="T16" fmla="*/ 555 w 1204"/>
                  <a:gd name="T17" fmla="*/ 404 h 1832"/>
                  <a:gd name="T18" fmla="*/ 574 w 1204"/>
                  <a:gd name="T19" fmla="*/ 468 h 1832"/>
                  <a:gd name="T20" fmla="*/ 588 w 1204"/>
                  <a:gd name="T21" fmla="*/ 525 h 1832"/>
                  <a:gd name="T22" fmla="*/ 597 w 1204"/>
                  <a:gd name="T23" fmla="*/ 575 h 1832"/>
                  <a:gd name="T24" fmla="*/ 602 w 1204"/>
                  <a:gd name="T25" fmla="*/ 624 h 1832"/>
                  <a:gd name="T26" fmla="*/ 601 w 1204"/>
                  <a:gd name="T27" fmla="*/ 671 h 1832"/>
                  <a:gd name="T28" fmla="*/ 598 w 1204"/>
                  <a:gd name="T29" fmla="*/ 723 h 1832"/>
                  <a:gd name="T30" fmla="*/ 591 w 1204"/>
                  <a:gd name="T31" fmla="*/ 780 h 1832"/>
                  <a:gd name="T32" fmla="*/ 581 w 1204"/>
                  <a:gd name="T33" fmla="*/ 848 h 1832"/>
                  <a:gd name="T34" fmla="*/ 473 w 1204"/>
                  <a:gd name="T35" fmla="*/ 879 h 1832"/>
                  <a:gd name="T36" fmla="*/ 363 w 1204"/>
                  <a:gd name="T37" fmla="*/ 904 h 1832"/>
                  <a:gd name="T38" fmla="*/ 258 w 1204"/>
                  <a:gd name="T39" fmla="*/ 916 h 1832"/>
                  <a:gd name="T40" fmla="*/ 162 w 1204"/>
                  <a:gd name="T41" fmla="*/ 909 h 1832"/>
                  <a:gd name="T42" fmla="*/ 82 w 1204"/>
                  <a:gd name="T43" fmla="*/ 874 h 1832"/>
                  <a:gd name="T44" fmla="*/ 27 w 1204"/>
                  <a:gd name="T45" fmla="*/ 807 h 1832"/>
                  <a:gd name="T46" fmla="*/ 0 w 1204"/>
                  <a:gd name="T47" fmla="*/ 701 h 1832"/>
                  <a:gd name="T48" fmla="*/ 9 w 1204"/>
                  <a:gd name="T49" fmla="*/ 550 h 1832"/>
                  <a:gd name="T50" fmla="*/ 16 w 1204"/>
                  <a:gd name="T51" fmla="*/ 542 h 1832"/>
                  <a:gd name="T52" fmla="*/ 24 w 1204"/>
                  <a:gd name="T53" fmla="*/ 533 h 1832"/>
                  <a:gd name="T54" fmla="*/ 33 w 1204"/>
                  <a:gd name="T55" fmla="*/ 525 h 1832"/>
                  <a:gd name="T56" fmla="*/ 40 w 1204"/>
                  <a:gd name="T57" fmla="*/ 518 h 1832"/>
                  <a:gd name="T58" fmla="*/ 48 w 1204"/>
                  <a:gd name="T59" fmla="*/ 509 h 1832"/>
                  <a:gd name="T60" fmla="*/ 56 w 1204"/>
                  <a:gd name="T61" fmla="*/ 501 h 1832"/>
                  <a:gd name="T62" fmla="*/ 65 w 1204"/>
                  <a:gd name="T63" fmla="*/ 493 h 1832"/>
                  <a:gd name="T64" fmla="*/ 73 w 1204"/>
                  <a:gd name="T65" fmla="*/ 485 h 1832"/>
                  <a:gd name="T66" fmla="*/ 65 w 1204"/>
                  <a:gd name="T67" fmla="*/ 466 h 1832"/>
                  <a:gd name="T68" fmla="*/ 56 w 1204"/>
                  <a:gd name="T69" fmla="*/ 447 h 1832"/>
                  <a:gd name="T70" fmla="*/ 48 w 1204"/>
                  <a:gd name="T71" fmla="*/ 428 h 1832"/>
                  <a:gd name="T72" fmla="*/ 40 w 1204"/>
                  <a:gd name="T73" fmla="*/ 409 h 1832"/>
                  <a:gd name="T74" fmla="*/ 33 w 1204"/>
                  <a:gd name="T75" fmla="*/ 389 h 1832"/>
                  <a:gd name="T76" fmla="*/ 24 w 1204"/>
                  <a:gd name="T77" fmla="*/ 370 h 1832"/>
                  <a:gd name="T78" fmla="*/ 16 w 1204"/>
                  <a:gd name="T79" fmla="*/ 351 h 1832"/>
                  <a:gd name="T80" fmla="*/ 9 w 1204"/>
                  <a:gd name="T81" fmla="*/ 332 h 1832"/>
                  <a:gd name="T82" fmla="*/ 15 w 1204"/>
                  <a:gd name="T83" fmla="*/ 314 h 1832"/>
                  <a:gd name="T84" fmla="*/ 23 w 1204"/>
                  <a:gd name="T85" fmla="*/ 296 h 1832"/>
                  <a:gd name="T86" fmla="*/ 30 w 1204"/>
                  <a:gd name="T87" fmla="*/ 278 h 1832"/>
                  <a:gd name="T88" fmla="*/ 38 w 1204"/>
                  <a:gd name="T89" fmla="*/ 261 h 1832"/>
                  <a:gd name="T90" fmla="*/ 45 w 1204"/>
                  <a:gd name="T91" fmla="*/ 242 h 1832"/>
                  <a:gd name="T92" fmla="*/ 53 w 1204"/>
                  <a:gd name="T93" fmla="*/ 225 h 1832"/>
                  <a:gd name="T94" fmla="*/ 60 w 1204"/>
                  <a:gd name="T95" fmla="*/ 208 h 1832"/>
                  <a:gd name="T96" fmla="*/ 68 w 1204"/>
                  <a:gd name="T97" fmla="*/ 191 h 1832"/>
                  <a:gd name="T98" fmla="*/ 72 w 1204"/>
                  <a:gd name="T99" fmla="*/ 168 h 1832"/>
                  <a:gd name="T100" fmla="*/ 74 w 1204"/>
                  <a:gd name="T101" fmla="*/ 144 h 1832"/>
                  <a:gd name="T102" fmla="*/ 74 w 1204"/>
                  <a:gd name="T103" fmla="*/ 119 h 1832"/>
                  <a:gd name="T104" fmla="*/ 75 w 1204"/>
                  <a:gd name="T105" fmla="*/ 96 h 1832"/>
                  <a:gd name="T106" fmla="*/ 75 w 1204"/>
                  <a:gd name="T107" fmla="*/ 70 h 1832"/>
                  <a:gd name="T108" fmla="*/ 75 w 1204"/>
                  <a:gd name="T109" fmla="*/ 46 h 1832"/>
                  <a:gd name="T110" fmla="*/ 77 w 1204"/>
                  <a:gd name="T111" fmla="*/ 22 h 1832"/>
                  <a:gd name="T112" fmla="*/ 81 w 1204"/>
                  <a:gd name="T113" fmla="*/ 0 h 18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04"/>
                  <a:gd name="T172" fmla="*/ 0 h 1832"/>
                  <a:gd name="T173" fmla="*/ 1204 w 1204"/>
                  <a:gd name="T174" fmla="*/ 1832 h 18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04" h="1832">
                    <a:moveTo>
                      <a:pt x="163" y="0"/>
                    </a:moveTo>
                    <a:lnTo>
                      <a:pt x="307" y="54"/>
                    </a:lnTo>
                    <a:lnTo>
                      <a:pt x="445" y="125"/>
                    </a:lnTo>
                    <a:lnTo>
                      <a:pt x="573" y="211"/>
                    </a:lnTo>
                    <a:lnTo>
                      <a:pt x="693" y="310"/>
                    </a:lnTo>
                    <a:lnTo>
                      <a:pt x="806" y="420"/>
                    </a:lnTo>
                    <a:lnTo>
                      <a:pt x="913" y="540"/>
                    </a:lnTo>
                    <a:lnTo>
                      <a:pt x="1013" y="670"/>
                    </a:lnTo>
                    <a:lnTo>
                      <a:pt x="1110" y="808"/>
                    </a:lnTo>
                    <a:lnTo>
                      <a:pt x="1148" y="937"/>
                    </a:lnTo>
                    <a:lnTo>
                      <a:pt x="1176" y="1050"/>
                    </a:lnTo>
                    <a:lnTo>
                      <a:pt x="1194" y="1150"/>
                    </a:lnTo>
                    <a:lnTo>
                      <a:pt x="1204" y="1247"/>
                    </a:lnTo>
                    <a:lnTo>
                      <a:pt x="1202" y="1342"/>
                    </a:lnTo>
                    <a:lnTo>
                      <a:pt x="1196" y="1445"/>
                    </a:lnTo>
                    <a:lnTo>
                      <a:pt x="1181" y="1560"/>
                    </a:lnTo>
                    <a:lnTo>
                      <a:pt x="1162" y="1696"/>
                    </a:lnTo>
                    <a:lnTo>
                      <a:pt x="947" y="1758"/>
                    </a:lnTo>
                    <a:lnTo>
                      <a:pt x="727" y="1808"/>
                    </a:lnTo>
                    <a:lnTo>
                      <a:pt x="515" y="1832"/>
                    </a:lnTo>
                    <a:lnTo>
                      <a:pt x="325" y="1817"/>
                    </a:lnTo>
                    <a:lnTo>
                      <a:pt x="165" y="1747"/>
                    </a:lnTo>
                    <a:lnTo>
                      <a:pt x="54" y="1614"/>
                    </a:lnTo>
                    <a:lnTo>
                      <a:pt x="0" y="1401"/>
                    </a:lnTo>
                    <a:lnTo>
                      <a:pt x="17" y="1099"/>
                    </a:lnTo>
                    <a:lnTo>
                      <a:pt x="32" y="1083"/>
                    </a:lnTo>
                    <a:lnTo>
                      <a:pt x="49" y="1066"/>
                    </a:lnTo>
                    <a:lnTo>
                      <a:pt x="65" y="1050"/>
                    </a:lnTo>
                    <a:lnTo>
                      <a:pt x="81" y="1035"/>
                    </a:lnTo>
                    <a:lnTo>
                      <a:pt x="96" y="1019"/>
                    </a:lnTo>
                    <a:lnTo>
                      <a:pt x="113" y="1003"/>
                    </a:lnTo>
                    <a:lnTo>
                      <a:pt x="129" y="986"/>
                    </a:lnTo>
                    <a:lnTo>
                      <a:pt x="145" y="971"/>
                    </a:lnTo>
                    <a:lnTo>
                      <a:pt x="129" y="932"/>
                    </a:lnTo>
                    <a:lnTo>
                      <a:pt x="113" y="894"/>
                    </a:lnTo>
                    <a:lnTo>
                      <a:pt x="96" y="855"/>
                    </a:lnTo>
                    <a:lnTo>
                      <a:pt x="81" y="817"/>
                    </a:lnTo>
                    <a:lnTo>
                      <a:pt x="65" y="778"/>
                    </a:lnTo>
                    <a:lnTo>
                      <a:pt x="49" y="739"/>
                    </a:lnTo>
                    <a:lnTo>
                      <a:pt x="32" y="701"/>
                    </a:lnTo>
                    <a:lnTo>
                      <a:pt x="17" y="663"/>
                    </a:lnTo>
                    <a:lnTo>
                      <a:pt x="31" y="627"/>
                    </a:lnTo>
                    <a:lnTo>
                      <a:pt x="46" y="592"/>
                    </a:lnTo>
                    <a:lnTo>
                      <a:pt x="61" y="555"/>
                    </a:lnTo>
                    <a:lnTo>
                      <a:pt x="76" y="521"/>
                    </a:lnTo>
                    <a:lnTo>
                      <a:pt x="91" y="485"/>
                    </a:lnTo>
                    <a:lnTo>
                      <a:pt x="106" y="450"/>
                    </a:lnTo>
                    <a:lnTo>
                      <a:pt x="121" y="415"/>
                    </a:lnTo>
                    <a:lnTo>
                      <a:pt x="136" y="381"/>
                    </a:lnTo>
                    <a:lnTo>
                      <a:pt x="144" y="336"/>
                    </a:lnTo>
                    <a:lnTo>
                      <a:pt x="148" y="288"/>
                    </a:lnTo>
                    <a:lnTo>
                      <a:pt x="148" y="239"/>
                    </a:lnTo>
                    <a:lnTo>
                      <a:pt x="149" y="191"/>
                    </a:lnTo>
                    <a:lnTo>
                      <a:pt x="149" y="140"/>
                    </a:lnTo>
                    <a:lnTo>
                      <a:pt x="150" y="92"/>
                    </a:lnTo>
                    <a:lnTo>
                      <a:pt x="154" y="44"/>
                    </a:lnTo>
                    <a:lnTo>
                      <a:pt x="163"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5" name="Freeform 614">
                <a:extLst>
                  <a:ext uri="{FF2B5EF4-FFF2-40B4-BE49-F238E27FC236}">
                    <a16:creationId xmlns:a16="http://schemas.microsoft.com/office/drawing/2014/main" id="{B777785C-8CCB-BF42-BA98-304F0A3D3063}"/>
                  </a:ext>
                </a:extLst>
              </p:cNvPr>
              <p:cNvSpPr>
                <a:spLocks/>
              </p:cNvSpPr>
              <p:nvPr/>
            </p:nvSpPr>
            <p:spPr bwMode="auto">
              <a:xfrm>
                <a:off x="4377" y="2842"/>
                <a:ext cx="588" cy="902"/>
              </a:xfrm>
              <a:custGeom>
                <a:avLst/>
                <a:gdLst>
                  <a:gd name="T0" fmla="*/ 73 w 1177"/>
                  <a:gd name="T1" fmla="*/ 0 h 1806"/>
                  <a:gd name="T2" fmla="*/ 145 w 1177"/>
                  <a:gd name="T3" fmla="*/ 27 h 1806"/>
                  <a:gd name="T4" fmla="*/ 212 w 1177"/>
                  <a:gd name="T5" fmla="*/ 62 h 1806"/>
                  <a:gd name="T6" fmla="*/ 276 w 1177"/>
                  <a:gd name="T7" fmla="*/ 105 h 1806"/>
                  <a:gd name="T8" fmla="*/ 335 w 1177"/>
                  <a:gd name="T9" fmla="*/ 155 h 1806"/>
                  <a:gd name="T10" fmla="*/ 391 w 1177"/>
                  <a:gd name="T11" fmla="*/ 209 h 1806"/>
                  <a:gd name="T12" fmla="*/ 444 w 1177"/>
                  <a:gd name="T13" fmla="*/ 269 h 1806"/>
                  <a:gd name="T14" fmla="*/ 493 w 1177"/>
                  <a:gd name="T15" fmla="*/ 334 h 1806"/>
                  <a:gd name="T16" fmla="*/ 542 w 1177"/>
                  <a:gd name="T17" fmla="*/ 403 h 1806"/>
                  <a:gd name="T18" fmla="*/ 560 w 1177"/>
                  <a:gd name="T19" fmla="*/ 467 h 1806"/>
                  <a:gd name="T20" fmla="*/ 575 w 1177"/>
                  <a:gd name="T21" fmla="*/ 522 h 1806"/>
                  <a:gd name="T22" fmla="*/ 584 w 1177"/>
                  <a:gd name="T23" fmla="*/ 571 h 1806"/>
                  <a:gd name="T24" fmla="*/ 588 w 1177"/>
                  <a:gd name="T25" fmla="*/ 619 h 1806"/>
                  <a:gd name="T26" fmla="*/ 588 w 1177"/>
                  <a:gd name="T27" fmla="*/ 665 h 1806"/>
                  <a:gd name="T28" fmla="*/ 584 w 1177"/>
                  <a:gd name="T29" fmla="*/ 716 h 1806"/>
                  <a:gd name="T30" fmla="*/ 577 w 1177"/>
                  <a:gd name="T31" fmla="*/ 773 h 1806"/>
                  <a:gd name="T32" fmla="*/ 568 w 1177"/>
                  <a:gd name="T33" fmla="*/ 841 h 1806"/>
                  <a:gd name="T34" fmla="*/ 461 w 1177"/>
                  <a:gd name="T35" fmla="*/ 872 h 1806"/>
                  <a:gd name="T36" fmla="*/ 354 w 1177"/>
                  <a:gd name="T37" fmla="*/ 895 h 1806"/>
                  <a:gd name="T38" fmla="*/ 251 w 1177"/>
                  <a:gd name="T39" fmla="*/ 902 h 1806"/>
                  <a:gd name="T40" fmla="*/ 160 w 1177"/>
                  <a:gd name="T41" fmla="*/ 891 h 1806"/>
                  <a:gd name="T42" fmla="*/ 83 w 1177"/>
                  <a:gd name="T43" fmla="*/ 854 h 1806"/>
                  <a:gd name="T44" fmla="*/ 30 w 1177"/>
                  <a:gd name="T45" fmla="*/ 787 h 1806"/>
                  <a:gd name="T46" fmla="*/ 4 w 1177"/>
                  <a:gd name="T47" fmla="*/ 685 h 1806"/>
                  <a:gd name="T48" fmla="*/ 11 w 1177"/>
                  <a:gd name="T49" fmla="*/ 544 h 1806"/>
                  <a:gd name="T50" fmla="*/ 18 w 1177"/>
                  <a:gd name="T51" fmla="*/ 535 h 1806"/>
                  <a:gd name="T52" fmla="*/ 25 w 1177"/>
                  <a:gd name="T53" fmla="*/ 528 h 1806"/>
                  <a:gd name="T54" fmla="*/ 31 w 1177"/>
                  <a:gd name="T55" fmla="*/ 521 h 1806"/>
                  <a:gd name="T56" fmla="*/ 38 w 1177"/>
                  <a:gd name="T57" fmla="*/ 514 h 1806"/>
                  <a:gd name="T58" fmla="*/ 43 w 1177"/>
                  <a:gd name="T59" fmla="*/ 507 h 1806"/>
                  <a:gd name="T60" fmla="*/ 49 w 1177"/>
                  <a:gd name="T61" fmla="*/ 500 h 1806"/>
                  <a:gd name="T62" fmla="*/ 56 w 1177"/>
                  <a:gd name="T63" fmla="*/ 492 h 1806"/>
                  <a:gd name="T64" fmla="*/ 64 w 1177"/>
                  <a:gd name="T65" fmla="*/ 485 h 1806"/>
                  <a:gd name="T66" fmla="*/ 56 w 1177"/>
                  <a:gd name="T67" fmla="*/ 465 h 1806"/>
                  <a:gd name="T68" fmla="*/ 48 w 1177"/>
                  <a:gd name="T69" fmla="*/ 447 h 1806"/>
                  <a:gd name="T70" fmla="*/ 39 w 1177"/>
                  <a:gd name="T71" fmla="*/ 427 h 1806"/>
                  <a:gd name="T72" fmla="*/ 32 w 1177"/>
                  <a:gd name="T73" fmla="*/ 408 h 1806"/>
                  <a:gd name="T74" fmla="*/ 24 w 1177"/>
                  <a:gd name="T75" fmla="*/ 389 h 1806"/>
                  <a:gd name="T76" fmla="*/ 16 w 1177"/>
                  <a:gd name="T77" fmla="*/ 369 h 1806"/>
                  <a:gd name="T78" fmla="*/ 7 w 1177"/>
                  <a:gd name="T79" fmla="*/ 350 h 1806"/>
                  <a:gd name="T80" fmla="*/ 0 w 1177"/>
                  <a:gd name="T81" fmla="*/ 331 h 1806"/>
                  <a:gd name="T82" fmla="*/ 7 w 1177"/>
                  <a:gd name="T83" fmla="*/ 313 h 1806"/>
                  <a:gd name="T84" fmla="*/ 14 w 1177"/>
                  <a:gd name="T85" fmla="*/ 296 h 1806"/>
                  <a:gd name="T86" fmla="*/ 22 w 1177"/>
                  <a:gd name="T87" fmla="*/ 277 h 1806"/>
                  <a:gd name="T88" fmla="*/ 29 w 1177"/>
                  <a:gd name="T89" fmla="*/ 260 h 1806"/>
                  <a:gd name="T90" fmla="*/ 37 w 1177"/>
                  <a:gd name="T91" fmla="*/ 242 h 1806"/>
                  <a:gd name="T92" fmla="*/ 44 w 1177"/>
                  <a:gd name="T93" fmla="*/ 225 h 1806"/>
                  <a:gd name="T94" fmla="*/ 52 w 1177"/>
                  <a:gd name="T95" fmla="*/ 207 h 1806"/>
                  <a:gd name="T96" fmla="*/ 59 w 1177"/>
                  <a:gd name="T97" fmla="*/ 190 h 1806"/>
                  <a:gd name="T98" fmla="*/ 63 w 1177"/>
                  <a:gd name="T99" fmla="*/ 168 h 1806"/>
                  <a:gd name="T100" fmla="*/ 65 w 1177"/>
                  <a:gd name="T101" fmla="*/ 144 h 1806"/>
                  <a:gd name="T102" fmla="*/ 65 w 1177"/>
                  <a:gd name="T103" fmla="*/ 119 h 1806"/>
                  <a:gd name="T104" fmla="*/ 66 w 1177"/>
                  <a:gd name="T105" fmla="*/ 95 h 1806"/>
                  <a:gd name="T106" fmla="*/ 66 w 1177"/>
                  <a:gd name="T107" fmla="*/ 70 h 1806"/>
                  <a:gd name="T108" fmla="*/ 66 w 1177"/>
                  <a:gd name="T109" fmla="*/ 46 h 1806"/>
                  <a:gd name="T110" fmla="*/ 68 w 1177"/>
                  <a:gd name="T111" fmla="*/ 22 h 1806"/>
                  <a:gd name="T112" fmla="*/ 73 w 1177"/>
                  <a:gd name="T113" fmla="*/ 0 h 18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77"/>
                  <a:gd name="T172" fmla="*/ 0 h 1806"/>
                  <a:gd name="T173" fmla="*/ 1177 w 1177"/>
                  <a:gd name="T174" fmla="*/ 1806 h 180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77" h="1806">
                    <a:moveTo>
                      <a:pt x="146" y="0"/>
                    </a:moveTo>
                    <a:lnTo>
                      <a:pt x="290" y="54"/>
                    </a:lnTo>
                    <a:lnTo>
                      <a:pt x="425" y="125"/>
                    </a:lnTo>
                    <a:lnTo>
                      <a:pt x="552" y="211"/>
                    </a:lnTo>
                    <a:lnTo>
                      <a:pt x="671" y="310"/>
                    </a:lnTo>
                    <a:lnTo>
                      <a:pt x="783" y="419"/>
                    </a:lnTo>
                    <a:lnTo>
                      <a:pt x="888" y="539"/>
                    </a:lnTo>
                    <a:lnTo>
                      <a:pt x="987" y="668"/>
                    </a:lnTo>
                    <a:lnTo>
                      <a:pt x="1084" y="806"/>
                    </a:lnTo>
                    <a:lnTo>
                      <a:pt x="1121" y="935"/>
                    </a:lnTo>
                    <a:lnTo>
                      <a:pt x="1150" y="1046"/>
                    </a:lnTo>
                    <a:lnTo>
                      <a:pt x="1168" y="1144"/>
                    </a:lnTo>
                    <a:lnTo>
                      <a:pt x="1177" y="1239"/>
                    </a:lnTo>
                    <a:lnTo>
                      <a:pt x="1177" y="1332"/>
                    </a:lnTo>
                    <a:lnTo>
                      <a:pt x="1169" y="1434"/>
                    </a:lnTo>
                    <a:lnTo>
                      <a:pt x="1155" y="1548"/>
                    </a:lnTo>
                    <a:lnTo>
                      <a:pt x="1136" y="1683"/>
                    </a:lnTo>
                    <a:lnTo>
                      <a:pt x="922" y="1746"/>
                    </a:lnTo>
                    <a:lnTo>
                      <a:pt x="709" y="1791"/>
                    </a:lnTo>
                    <a:lnTo>
                      <a:pt x="503" y="1806"/>
                    </a:lnTo>
                    <a:lnTo>
                      <a:pt x="320" y="1783"/>
                    </a:lnTo>
                    <a:lnTo>
                      <a:pt x="167" y="1709"/>
                    </a:lnTo>
                    <a:lnTo>
                      <a:pt x="61" y="1576"/>
                    </a:lnTo>
                    <a:lnTo>
                      <a:pt x="8" y="1372"/>
                    </a:lnTo>
                    <a:lnTo>
                      <a:pt x="23" y="1089"/>
                    </a:lnTo>
                    <a:lnTo>
                      <a:pt x="37" y="1071"/>
                    </a:lnTo>
                    <a:lnTo>
                      <a:pt x="50" y="1058"/>
                    </a:lnTo>
                    <a:lnTo>
                      <a:pt x="63" y="1043"/>
                    </a:lnTo>
                    <a:lnTo>
                      <a:pt x="76" y="1030"/>
                    </a:lnTo>
                    <a:lnTo>
                      <a:pt x="87" y="1015"/>
                    </a:lnTo>
                    <a:lnTo>
                      <a:pt x="99" y="1001"/>
                    </a:lnTo>
                    <a:lnTo>
                      <a:pt x="112" y="986"/>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6" name="Freeform 615">
                <a:extLst>
                  <a:ext uri="{FF2B5EF4-FFF2-40B4-BE49-F238E27FC236}">
                    <a16:creationId xmlns:a16="http://schemas.microsoft.com/office/drawing/2014/main" id="{8B498AD3-AEFB-2046-AC82-F7185A2C2F04}"/>
                  </a:ext>
                </a:extLst>
              </p:cNvPr>
              <p:cNvSpPr>
                <a:spLocks/>
              </p:cNvSpPr>
              <p:nvPr/>
            </p:nvSpPr>
            <p:spPr bwMode="auto">
              <a:xfrm>
                <a:off x="4377" y="2842"/>
                <a:ext cx="584" cy="889"/>
              </a:xfrm>
              <a:custGeom>
                <a:avLst/>
                <a:gdLst>
                  <a:gd name="T0" fmla="*/ 73 w 1168"/>
                  <a:gd name="T1" fmla="*/ 0 h 1779"/>
                  <a:gd name="T2" fmla="*/ 145 w 1168"/>
                  <a:gd name="T3" fmla="*/ 27 h 1779"/>
                  <a:gd name="T4" fmla="*/ 212 w 1168"/>
                  <a:gd name="T5" fmla="*/ 62 h 1779"/>
                  <a:gd name="T6" fmla="*/ 275 w 1168"/>
                  <a:gd name="T7" fmla="*/ 104 h 1779"/>
                  <a:gd name="T8" fmla="*/ 333 w 1168"/>
                  <a:gd name="T9" fmla="*/ 154 h 1779"/>
                  <a:gd name="T10" fmla="*/ 388 w 1168"/>
                  <a:gd name="T11" fmla="*/ 208 h 1779"/>
                  <a:gd name="T12" fmla="*/ 439 w 1168"/>
                  <a:gd name="T13" fmla="*/ 269 h 1779"/>
                  <a:gd name="T14" fmla="*/ 488 w 1168"/>
                  <a:gd name="T15" fmla="*/ 333 h 1779"/>
                  <a:gd name="T16" fmla="*/ 537 w 1168"/>
                  <a:gd name="T17" fmla="*/ 402 h 1779"/>
                  <a:gd name="T18" fmla="*/ 556 w 1168"/>
                  <a:gd name="T19" fmla="*/ 466 h 1779"/>
                  <a:gd name="T20" fmla="*/ 570 w 1168"/>
                  <a:gd name="T21" fmla="*/ 521 h 1779"/>
                  <a:gd name="T22" fmla="*/ 579 w 1168"/>
                  <a:gd name="T23" fmla="*/ 570 h 1779"/>
                  <a:gd name="T24" fmla="*/ 584 w 1168"/>
                  <a:gd name="T25" fmla="*/ 616 h 1779"/>
                  <a:gd name="T26" fmla="*/ 584 w 1168"/>
                  <a:gd name="T27" fmla="*/ 662 h 1779"/>
                  <a:gd name="T28" fmla="*/ 580 w 1168"/>
                  <a:gd name="T29" fmla="*/ 712 h 1779"/>
                  <a:gd name="T30" fmla="*/ 574 w 1168"/>
                  <a:gd name="T31" fmla="*/ 768 h 1779"/>
                  <a:gd name="T32" fmla="*/ 564 w 1168"/>
                  <a:gd name="T33" fmla="*/ 835 h 1779"/>
                  <a:gd name="T34" fmla="*/ 458 w 1168"/>
                  <a:gd name="T35" fmla="*/ 866 h 1779"/>
                  <a:gd name="T36" fmla="*/ 353 w 1168"/>
                  <a:gd name="T37" fmla="*/ 886 h 1779"/>
                  <a:gd name="T38" fmla="*/ 253 w 1168"/>
                  <a:gd name="T39" fmla="*/ 889 h 1779"/>
                  <a:gd name="T40" fmla="*/ 165 w 1168"/>
                  <a:gd name="T41" fmla="*/ 874 h 1779"/>
                  <a:gd name="T42" fmla="*/ 92 w 1168"/>
                  <a:gd name="T43" fmla="*/ 834 h 1779"/>
                  <a:gd name="T44" fmla="*/ 41 w 1168"/>
                  <a:gd name="T45" fmla="*/ 768 h 1779"/>
                  <a:gd name="T46" fmla="*/ 16 w 1168"/>
                  <a:gd name="T47" fmla="*/ 670 h 1779"/>
                  <a:gd name="T48" fmla="*/ 22 w 1168"/>
                  <a:gd name="T49" fmla="*/ 539 h 1779"/>
                  <a:gd name="T50" fmla="*/ 28 w 1168"/>
                  <a:gd name="T51" fmla="*/ 530 h 1779"/>
                  <a:gd name="T52" fmla="*/ 34 w 1168"/>
                  <a:gd name="T53" fmla="*/ 524 h 1779"/>
                  <a:gd name="T54" fmla="*/ 38 w 1168"/>
                  <a:gd name="T55" fmla="*/ 517 h 1779"/>
                  <a:gd name="T56" fmla="*/ 43 w 1168"/>
                  <a:gd name="T57" fmla="*/ 512 h 1779"/>
                  <a:gd name="T58" fmla="*/ 46 w 1168"/>
                  <a:gd name="T59" fmla="*/ 505 h 1779"/>
                  <a:gd name="T60" fmla="*/ 51 w 1168"/>
                  <a:gd name="T61" fmla="*/ 499 h 1779"/>
                  <a:gd name="T62" fmla="*/ 56 w 1168"/>
                  <a:gd name="T63" fmla="*/ 492 h 1779"/>
                  <a:gd name="T64" fmla="*/ 64 w 1168"/>
                  <a:gd name="T65" fmla="*/ 485 h 1779"/>
                  <a:gd name="T66" fmla="*/ 56 w 1168"/>
                  <a:gd name="T67" fmla="*/ 466 h 1779"/>
                  <a:gd name="T68" fmla="*/ 48 w 1168"/>
                  <a:gd name="T69" fmla="*/ 447 h 1779"/>
                  <a:gd name="T70" fmla="*/ 39 w 1168"/>
                  <a:gd name="T71" fmla="*/ 427 h 1779"/>
                  <a:gd name="T72" fmla="*/ 32 w 1168"/>
                  <a:gd name="T73" fmla="*/ 408 h 1779"/>
                  <a:gd name="T74" fmla="*/ 24 w 1168"/>
                  <a:gd name="T75" fmla="*/ 389 h 1779"/>
                  <a:gd name="T76" fmla="*/ 16 w 1168"/>
                  <a:gd name="T77" fmla="*/ 369 h 1779"/>
                  <a:gd name="T78" fmla="*/ 7 w 1168"/>
                  <a:gd name="T79" fmla="*/ 350 h 1779"/>
                  <a:gd name="T80" fmla="*/ 0 w 1168"/>
                  <a:gd name="T81" fmla="*/ 331 h 1779"/>
                  <a:gd name="T82" fmla="*/ 7 w 1168"/>
                  <a:gd name="T83" fmla="*/ 313 h 1779"/>
                  <a:gd name="T84" fmla="*/ 14 w 1168"/>
                  <a:gd name="T85" fmla="*/ 296 h 1779"/>
                  <a:gd name="T86" fmla="*/ 22 w 1168"/>
                  <a:gd name="T87" fmla="*/ 277 h 1779"/>
                  <a:gd name="T88" fmla="*/ 29 w 1168"/>
                  <a:gd name="T89" fmla="*/ 260 h 1779"/>
                  <a:gd name="T90" fmla="*/ 37 w 1168"/>
                  <a:gd name="T91" fmla="*/ 242 h 1779"/>
                  <a:gd name="T92" fmla="*/ 44 w 1168"/>
                  <a:gd name="T93" fmla="*/ 225 h 1779"/>
                  <a:gd name="T94" fmla="*/ 52 w 1168"/>
                  <a:gd name="T95" fmla="*/ 207 h 1779"/>
                  <a:gd name="T96" fmla="*/ 59 w 1168"/>
                  <a:gd name="T97" fmla="*/ 190 h 1779"/>
                  <a:gd name="T98" fmla="*/ 63 w 1168"/>
                  <a:gd name="T99" fmla="*/ 168 h 1779"/>
                  <a:gd name="T100" fmla="*/ 66 w 1168"/>
                  <a:gd name="T101" fmla="*/ 144 h 1779"/>
                  <a:gd name="T102" fmla="*/ 66 w 1168"/>
                  <a:gd name="T103" fmla="*/ 119 h 1779"/>
                  <a:gd name="T104" fmla="*/ 66 w 1168"/>
                  <a:gd name="T105" fmla="*/ 95 h 1779"/>
                  <a:gd name="T106" fmla="*/ 66 w 1168"/>
                  <a:gd name="T107" fmla="*/ 70 h 1779"/>
                  <a:gd name="T108" fmla="*/ 67 w 1168"/>
                  <a:gd name="T109" fmla="*/ 46 h 1779"/>
                  <a:gd name="T110" fmla="*/ 69 w 1168"/>
                  <a:gd name="T111" fmla="*/ 22 h 1779"/>
                  <a:gd name="T112" fmla="*/ 73 w 1168"/>
                  <a:gd name="T113" fmla="*/ 0 h 17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68"/>
                  <a:gd name="T172" fmla="*/ 0 h 1779"/>
                  <a:gd name="T173" fmla="*/ 1168 w 1168"/>
                  <a:gd name="T174" fmla="*/ 1779 h 17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68" h="1779">
                    <a:moveTo>
                      <a:pt x="146" y="0"/>
                    </a:moveTo>
                    <a:lnTo>
                      <a:pt x="290" y="54"/>
                    </a:lnTo>
                    <a:lnTo>
                      <a:pt x="424" y="124"/>
                    </a:lnTo>
                    <a:lnTo>
                      <a:pt x="550" y="209"/>
                    </a:lnTo>
                    <a:lnTo>
                      <a:pt x="667" y="308"/>
                    </a:lnTo>
                    <a:lnTo>
                      <a:pt x="777" y="417"/>
                    </a:lnTo>
                    <a:lnTo>
                      <a:pt x="879" y="538"/>
                    </a:lnTo>
                    <a:lnTo>
                      <a:pt x="977" y="667"/>
                    </a:lnTo>
                    <a:lnTo>
                      <a:pt x="1073" y="805"/>
                    </a:lnTo>
                    <a:lnTo>
                      <a:pt x="1111" y="932"/>
                    </a:lnTo>
                    <a:lnTo>
                      <a:pt x="1140" y="1043"/>
                    </a:lnTo>
                    <a:lnTo>
                      <a:pt x="1158" y="1140"/>
                    </a:lnTo>
                    <a:lnTo>
                      <a:pt x="1168" y="1233"/>
                    </a:lnTo>
                    <a:lnTo>
                      <a:pt x="1168" y="1325"/>
                    </a:lnTo>
                    <a:lnTo>
                      <a:pt x="1160" y="1424"/>
                    </a:lnTo>
                    <a:lnTo>
                      <a:pt x="1147" y="1536"/>
                    </a:lnTo>
                    <a:lnTo>
                      <a:pt x="1128" y="1670"/>
                    </a:lnTo>
                    <a:lnTo>
                      <a:pt x="916" y="1733"/>
                    </a:lnTo>
                    <a:lnTo>
                      <a:pt x="706" y="1773"/>
                    </a:lnTo>
                    <a:lnTo>
                      <a:pt x="507" y="1779"/>
                    </a:lnTo>
                    <a:lnTo>
                      <a:pt x="331" y="1749"/>
                    </a:lnTo>
                    <a:lnTo>
                      <a:pt x="185" y="1669"/>
                    </a:lnTo>
                    <a:lnTo>
                      <a:pt x="82" y="1536"/>
                    </a:lnTo>
                    <a:lnTo>
                      <a:pt x="32" y="1341"/>
                    </a:lnTo>
                    <a:lnTo>
                      <a:pt x="44" y="1078"/>
                    </a:lnTo>
                    <a:lnTo>
                      <a:pt x="57" y="1061"/>
                    </a:lnTo>
                    <a:lnTo>
                      <a:pt x="68" y="1049"/>
                    </a:lnTo>
                    <a:lnTo>
                      <a:pt x="77" y="1035"/>
                    </a:lnTo>
                    <a:lnTo>
                      <a:pt x="86" y="1024"/>
                    </a:lnTo>
                    <a:lnTo>
                      <a:pt x="93" y="1011"/>
                    </a:lnTo>
                    <a:lnTo>
                      <a:pt x="103" y="999"/>
                    </a:lnTo>
                    <a:lnTo>
                      <a:pt x="113"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7" name="Freeform 616">
                <a:extLst>
                  <a:ext uri="{FF2B5EF4-FFF2-40B4-BE49-F238E27FC236}">
                    <a16:creationId xmlns:a16="http://schemas.microsoft.com/office/drawing/2014/main" id="{7DE00A32-F122-2244-912F-0A0CDB1A8AFF}"/>
                  </a:ext>
                </a:extLst>
              </p:cNvPr>
              <p:cNvSpPr>
                <a:spLocks/>
              </p:cNvSpPr>
              <p:nvPr/>
            </p:nvSpPr>
            <p:spPr bwMode="auto">
              <a:xfrm>
                <a:off x="4377" y="2842"/>
                <a:ext cx="580" cy="877"/>
              </a:xfrm>
              <a:custGeom>
                <a:avLst/>
                <a:gdLst>
                  <a:gd name="T0" fmla="*/ 73 w 1159"/>
                  <a:gd name="T1" fmla="*/ 0 h 1756"/>
                  <a:gd name="T2" fmla="*/ 145 w 1159"/>
                  <a:gd name="T3" fmla="*/ 27 h 1756"/>
                  <a:gd name="T4" fmla="*/ 212 w 1159"/>
                  <a:gd name="T5" fmla="*/ 62 h 1756"/>
                  <a:gd name="T6" fmla="*/ 273 w 1159"/>
                  <a:gd name="T7" fmla="*/ 104 h 1756"/>
                  <a:gd name="T8" fmla="*/ 331 w 1159"/>
                  <a:gd name="T9" fmla="*/ 153 h 1756"/>
                  <a:gd name="T10" fmla="*/ 385 w 1159"/>
                  <a:gd name="T11" fmla="*/ 208 h 1756"/>
                  <a:gd name="T12" fmla="*/ 436 w 1159"/>
                  <a:gd name="T13" fmla="*/ 268 h 1756"/>
                  <a:gd name="T14" fmla="*/ 485 w 1159"/>
                  <a:gd name="T15" fmla="*/ 332 h 1756"/>
                  <a:gd name="T16" fmla="*/ 533 w 1159"/>
                  <a:gd name="T17" fmla="*/ 401 h 1756"/>
                  <a:gd name="T18" fmla="*/ 552 w 1159"/>
                  <a:gd name="T19" fmla="*/ 464 h 1756"/>
                  <a:gd name="T20" fmla="*/ 566 w 1159"/>
                  <a:gd name="T21" fmla="*/ 519 h 1756"/>
                  <a:gd name="T22" fmla="*/ 575 w 1159"/>
                  <a:gd name="T23" fmla="*/ 567 h 1756"/>
                  <a:gd name="T24" fmla="*/ 580 w 1159"/>
                  <a:gd name="T25" fmla="*/ 613 h 1756"/>
                  <a:gd name="T26" fmla="*/ 580 w 1159"/>
                  <a:gd name="T27" fmla="*/ 657 h 1756"/>
                  <a:gd name="T28" fmla="*/ 577 w 1159"/>
                  <a:gd name="T29" fmla="*/ 706 h 1756"/>
                  <a:gd name="T30" fmla="*/ 570 w 1159"/>
                  <a:gd name="T31" fmla="*/ 762 h 1756"/>
                  <a:gd name="T32" fmla="*/ 560 w 1159"/>
                  <a:gd name="T33" fmla="*/ 829 h 1756"/>
                  <a:gd name="T34" fmla="*/ 456 w 1159"/>
                  <a:gd name="T35" fmla="*/ 860 h 1756"/>
                  <a:gd name="T36" fmla="*/ 353 w 1159"/>
                  <a:gd name="T37" fmla="*/ 877 h 1756"/>
                  <a:gd name="T38" fmla="*/ 256 w 1159"/>
                  <a:gd name="T39" fmla="*/ 876 h 1756"/>
                  <a:gd name="T40" fmla="*/ 172 w 1159"/>
                  <a:gd name="T41" fmla="*/ 857 h 1756"/>
                  <a:gd name="T42" fmla="*/ 101 w 1159"/>
                  <a:gd name="T43" fmla="*/ 814 h 1756"/>
                  <a:gd name="T44" fmla="*/ 52 w 1159"/>
                  <a:gd name="T45" fmla="*/ 749 h 1756"/>
                  <a:gd name="T46" fmla="*/ 27 w 1159"/>
                  <a:gd name="T47" fmla="*/ 655 h 1756"/>
                  <a:gd name="T48" fmla="*/ 33 w 1159"/>
                  <a:gd name="T49" fmla="*/ 533 h 1756"/>
                  <a:gd name="T50" fmla="*/ 39 w 1159"/>
                  <a:gd name="T51" fmla="*/ 525 h 1756"/>
                  <a:gd name="T52" fmla="*/ 44 w 1159"/>
                  <a:gd name="T53" fmla="*/ 519 h 1756"/>
                  <a:gd name="T54" fmla="*/ 46 w 1159"/>
                  <a:gd name="T55" fmla="*/ 514 h 1756"/>
                  <a:gd name="T56" fmla="*/ 49 w 1159"/>
                  <a:gd name="T57" fmla="*/ 509 h 1756"/>
                  <a:gd name="T58" fmla="*/ 51 w 1159"/>
                  <a:gd name="T59" fmla="*/ 503 h 1756"/>
                  <a:gd name="T60" fmla="*/ 53 w 1159"/>
                  <a:gd name="T61" fmla="*/ 498 h 1756"/>
                  <a:gd name="T62" fmla="*/ 57 w 1159"/>
                  <a:gd name="T63" fmla="*/ 492 h 1756"/>
                  <a:gd name="T64" fmla="*/ 64 w 1159"/>
                  <a:gd name="T65" fmla="*/ 485 h 1756"/>
                  <a:gd name="T66" fmla="*/ 56 w 1159"/>
                  <a:gd name="T67" fmla="*/ 465 h 1756"/>
                  <a:gd name="T68" fmla="*/ 48 w 1159"/>
                  <a:gd name="T69" fmla="*/ 446 h 1756"/>
                  <a:gd name="T70" fmla="*/ 40 w 1159"/>
                  <a:gd name="T71" fmla="*/ 427 h 1756"/>
                  <a:gd name="T72" fmla="*/ 32 w 1159"/>
                  <a:gd name="T73" fmla="*/ 408 h 1756"/>
                  <a:gd name="T74" fmla="*/ 24 w 1159"/>
                  <a:gd name="T75" fmla="*/ 389 h 1756"/>
                  <a:gd name="T76" fmla="*/ 16 w 1159"/>
                  <a:gd name="T77" fmla="*/ 369 h 1756"/>
                  <a:gd name="T78" fmla="*/ 8 w 1159"/>
                  <a:gd name="T79" fmla="*/ 350 h 1756"/>
                  <a:gd name="T80" fmla="*/ 0 w 1159"/>
                  <a:gd name="T81" fmla="*/ 331 h 1756"/>
                  <a:gd name="T82" fmla="*/ 7 w 1159"/>
                  <a:gd name="T83" fmla="*/ 313 h 1756"/>
                  <a:gd name="T84" fmla="*/ 15 w 1159"/>
                  <a:gd name="T85" fmla="*/ 296 h 1756"/>
                  <a:gd name="T86" fmla="*/ 22 w 1159"/>
                  <a:gd name="T87" fmla="*/ 277 h 1756"/>
                  <a:gd name="T88" fmla="*/ 30 w 1159"/>
                  <a:gd name="T89" fmla="*/ 260 h 1756"/>
                  <a:gd name="T90" fmla="*/ 37 w 1159"/>
                  <a:gd name="T91" fmla="*/ 242 h 1756"/>
                  <a:gd name="T92" fmla="*/ 45 w 1159"/>
                  <a:gd name="T93" fmla="*/ 225 h 1756"/>
                  <a:gd name="T94" fmla="*/ 52 w 1159"/>
                  <a:gd name="T95" fmla="*/ 207 h 1756"/>
                  <a:gd name="T96" fmla="*/ 60 w 1159"/>
                  <a:gd name="T97" fmla="*/ 190 h 1756"/>
                  <a:gd name="T98" fmla="*/ 64 w 1159"/>
                  <a:gd name="T99" fmla="*/ 168 h 1756"/>
                  <a:gd name="T100" fmla="*/ 66 w 1159"/>
                  <a:gd name="T101" fmla="*/ 144 h 1756"/>
                  <a:gd name="T102" fmla="*/ 66 w 1159"/>
                  <a:gd name="T103" fmla="*/ 119 h 1756"/>
                  <a:gd name="T104" fmla="*/ 66 w 1159"/>
                  <a:gd name="T105" fmla="*/ 95 h 1756"/>
                  <a:gd name="T106" fmla="*/ 66 w 1159"/>
                  <a:gd name="T107" fmla="*/ 70 h 1756"/>
                  <a:gd name="T108" fmla="*/ 67 w 1159"/>
                  <a:gd name="T109" fmla="*/ 46 h 1756"/>
                  <a:gd name="T110" fmla="*/ 69 w 1159"/>
                  <a:gd name="T111" fmla="*/ 22 h 1756"/>
                  <a:gd name="T112" fmla="*/ 73 w 1159"/>
                  <a:gd name="T113" fmla="*/ 0 h 17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59"/>
                  <a:gd name="T172" fmla="*/ 0 h 1756"/>
                  <a:gd name="T173" fmla="*/ 1159 w 1159"/>
                  <a:gd name="T174" fmla="*/ 1756 h 17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59" h="1756">
                    <a:moveTo>
                      <a:pt x="146" y="0"/>
                    </a:moveTo>
                    <a:lnTo>
                      <a:pt x="290" y="54"/>
                    </a:lnTo>
                    <a:lnTo>
                      <a:pt x="423" y="124"/>
                    </a:lnTo>
                    <a:lnTo>
                      <a:pt x="546" y="209"/>
                    </a:lnTo>
                    <a:lnTo>
                      <a:pt x="662" y="307"/>
                    </a:lnTo>
                    <a:lnTo>
                      <a:pt x="769" y="416"/>
                    </a:lnTo>
                    <a:lnTo>
                      <a:pt x="872" y="536"/>
                    </a:lnTo>
                    <a:lnTo>
                      <a:pt x="970" y="664"/>
                    </a:lnTo>
                    <a:lnTo>
                      <a:pt x="1065" y="802"/>
                    </a:lnTo>
                    <a:lnTo>
                      <a:pt x="1103" y="930"/>
                    </a:lnTo>
                    <a:lnTo>
                      <a:pt x="1131" y="1040"/>
                    </a:lnTo>
                    <a:lnTo>
                      <a:pt x="1149" y="1135"/>
                    </a:lnTo>
                    <a:lnTo>
                      <a:pt x="1159" y="1227"/>
                    </a:lnTo>
                    <a:lnTo>
                      <a:pt x="1159" y="1316"/>
                    </a:lnTo>
                    <a:lnTo>
                      <a:pt x="1153" y="1414"/>
                    </a:lnTo>
                    <a:lnTo>
                      <a:pt x="1139" y="1526"/>
                    </a:lnTo>
                    <a:lnTo>
                      <a:pt x="1120" y="1660"/>
                    </a:lnTo>
                    <a:lnTo>
                      <a:pt x="911" y="1722"/>
                    </a:lnTo>
                    <a:lnTo>
                      <a:pt x="705" y="1756"/>
                    </a:lnTo>
                    <a:lnTo>
                      <a:pt x="512" y="1754"/>
                    </a:lnTo>
                    <a:lnTo>
                      <a:pt x="343" y="1716"/>
                    </a:lnTo>
                    <a:lnTo>
                      <a:pt x="202" y="1630"/>
                    </a:lnTo>
                    <a:lnTo>
                      <a:pt x="104" y="1499"/>
                    </a:lnTo>
                    <a:lnTo>
                      <a:pt x="54" y="1311"/>
                    </a:lnTo>
                    <a:lnTo>
                      <a:pt x="66" y="1068"/>
                    </a:lnTo>
                    <a:lnTo>
                      <a:pt x="78" y="1051"/>
                    </a:lnTo>
                    <a:lnTo>
                      <a:pt x="87" y="1040"/>
                    </a:lnTo>
                    <a:lnTo>
                      <a:pt x="92" y="1029"/>
                    </a:lnTo>
                    <a:lnTo>
                      <a:pt x="97" y="1019"/>
                    </a:lnTo>
                    <a:lnTo>
                      <a:pt x="101" y="1008"/>
                    </a:lnTo>
                    <a:lnTo>
                      <a:pt x="106" y="998"/>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8" name="Freeform 617">
                <a:extLst>
                  <a:ext uri="{FF2B5EF4-FFF2-40B4-BE49-F238E27FC236}">
                    <a16:creationId xmlns:a16="http://schemas.microsoft.com/office/drawing/2014/main" id="{D5EE8BD6-E2E3-FF4E-A8DB-F6328D164237}"/>
                  </a:ext>
                </a:extLst>
              </p:cNvPr>
              <p:cNvSpPr>
                <a:spLocks/>
              </p:cNvSpPr>
              <p:nvPr/>
            </p:nvSpPr>
            <p:spPr bwMode="auto">
              <a:xfrm>
                <a:off x="4377" y="2842"/>
                <a:ext cx="575" cy="869"/>
              </a:xfrm>
              <a:custGeom>
                <a:avLst/>
                <a:gdLst>
                  <a:gd name="T0" fmla="*/ 73 w 1149"/>
                  <a:gd name="T1" fmla="*/ 0 h 1738"/>
                  <a:gd name="T2" fmla="*/ 145 w 1149"/>
                  <a:gd name="T3" fmla="*/ 27 h 1738"/>
                  <a:gd name="T4" fmla="*/ 211 w 1149"/>
                  <a:gd name="T5" fmla="*/ 62 h 1738"/>
                  <a:gd name="T6" fmla="*/ 272 w 1149"/>
                  <a:gd name="T7" fmla="*/ 105 h 1738"/>
                  <a:gd name="T8" fmla="*/ 329 w 1149"/>
                  <a:gd name="T9" fmla="*/ 154 h 1738"/>
                  <a:gd name="T10" fmla="*/ 382 w 1149"/>
                  <a:gd name="T11" fmla="*/ 208 h 1738"/>
                  <a:gd name="T12" fmla="*/ 432 w 1149"/>
                  <a:gd name="T13" fmla="*/ 268 h 1738"/>
                  <a:gd name="T14" fmla="*/ 480 w 1149"/>
                  <a:gd name="T15" fmla="*/ 332 h 1738"/>
                  <a:gd name="T16" fmla="*/ 527 w 1149"/>
                  <a:gd name="T17" fmla="*/ 401 h 1738"/>
                  <a:gd name="T18" fmla="*/ 546 w 1149"/>
                  <a:gd name="T19" fmla="*/ 465 h 1738"/>
                  <a:gd name="T20" fmla="*/ 560 w 1149"/>
                  <a:gd name="T21" fmla="*/ 518 h 1738"/>
                  <a:gd name="T22" fmla="*/ 569 w 1149"/>
                  <a:gd name="T23" fmla="*/ 565 h 1738"/>
                  <a:gd name="T24" fmla="*/ 574 w 1149"/>
                  <a:gd name="T25" fmla="*/ 610 h 1738"/>
                  <a:gd name="T26" fmla="*/ 575 w 1149"/>
                  <a:gd name="T27" fmla="*/ 654 h 1738"/>
                  <a:gd name="T28" fmla="*/ 572 w 1149"/>
                  <a:gd name="T29" fmla="*/ 702 h 1738"/>
                  <a:gd name="T30" fmla="*/ 565 w 1149"/>
                  <a:gd name="T31" fmla="*/ 757 h 1738"/>
                  <a:gd name="T32" fmla="*/ 556 w 1149"/>
                  <a:gd name="T33" fmla="*/ 825 h 1738"/>
                  <a:gd name="T34" fmla="*/ 452 w 1149"/>
                  <a:gd name="T35" fmla="*/ 856 h 1738"/>
                  <a:gd name="T36" fmla="*/ 352 w 1149"/>
                  <a:gd name="T37" fmla="*/ 869 h 1738"/>
                  <a:gd name="T38" fmla="*/ 258 w 1149"/>
                  <a:gd name="T39" fmla="*/ 864 h 1738"/>
                  <a:gd name="T40" fmla="*/ 177 w 1149"/>
                  <a:gd name="T41" fmla="*/ 841 h 1738"/>
                  <a:gd name="T42" fmla="*/ 110 w 1149"/>
                  <a:gd name="T43" fmla="*/ 796 h 1738"/>
                  <a:gd name="T44" fmla="*/ 63 w 1149"/>
                  <a:gd name="T45" fmla="*/ 730 h 1738"/>
                  <a:gd name="T46" fmla="*/ 39 w 1149"/>
                  <a:gd name="T47" fmla="*/ 641 h 1738"/>
                  <a:gd name="T48" fmla="*/ 44 w 1149"/>
                  <a:gd name="T49" fmla="*/ 529 h 1738"/>
                  <a:gd name="T50" fmla="*/ 50 w 1149"/>
                  <a:gd name="T51" fmla="*/ 522 h 1738"/>
                  <a:gd name="T52" fmla="*/ 53 w 1149"/>
                  <a:gd name="T53" fmla="*/ 516 h 1738"/>
                  <a:gd name="T54" fmla="*/ 54 w 1149"/>
                  <a:gd name="T55" fmla="*/ 510 h 1738"/>
                  <a:gd name="T56" fmla="*/ 54 w 1149"/>
                  <a:gd name="T57" fmla="*/ 507 h 1738"/>
                  <a:gd name="T58" fmla="*/ 54 w 1149"/>
                  <a:gd name="T59" fmla="*/ 502 h 1738"/>
                  <a:gd name="T60" fmla="*/ 55 w 1149"/>
                  <a:gd name="T61" fmla="*/ 498 h 1738"/>
                  <a:gd name="T62" fmla="*/ 57 w 1149"/>
                  <a:gd name="T63" fmla="*/ 492 h 1738"/>
                  <a:gd name="T64" fmla="*/ 64 w 1149"/>
                  <a:gd name="T65" fmla="*/ 485 h 1738"/>
                  <a:gd name="T66" fmla="*/ 56 w 1149"/>
                  <a:gd name="T67" fmla="*/ 466 h 1738"/>
                  <a:gd name="T68" fmla="*/ 48 w 1149"/>
                  <a:gd name="T69" fmla="*/ 447 h 1738"/>
                  <a:gd name="T70" fmla="*/ 40 w 1149"/>
                  <a:gd name="T71" fmla="*/ 428 h 1738"/>
                  <a:gd name="T72" fmla="*/ 32 w 1149"/>
                  <a:gd name="T73" fmla="*/ 409 h 1738"/>
                  <a:gd name="T74" fmla="*/ 24 w 1149"/>
                  <a:gd name="T75" fmla="*/ 389 h 1738"/>
                  <a:gd name="T76" fmla="*/ 16 w 1149"/>
                  <a:gd name="T77" fmla="*/ 370 h 1738"/>
                  <a:gd name="T78" fmla="*/ 8 w 1149"/>
                  <a:gd name="T79" fmla="*/ 351 h 1738"/>
                  <a:gd name="T80" fmla="*/ 0 w 1149"/>
                  <a:gd name="T81" fmla="*/ 332 h 1738"/>
                  <a:gd name="T82" fmla="*/ 7 w 1149"/>
                  <a:gd name="T83" fmla="*/ 314 h 1738"/>
                  <a:gd name="T84" fmla="*/ 15 w 1149"/>
                  <a:gd name="T85" fmla="*/ 296 h 1738"/>
                  <a:gd name="T86" fmla="*/ 22 w 1149"/>
                  <a:gd name="T87" fmla="*/ 278 h 1738"/>
                  <a:gd name="T88" fmla="*/ 30 w 1149"/>
                  <a:gd name="T89" fmla="*/ 261 h 1738"/>
                  <a:gd name="T90" fmla="*/ 37 w 1149"/>
                  <a:gd name="T91" fmla="*/ 242 h 1738"/>
                  <a:gd name="T92" fmla="*/ 45 w 1149"/>
                  <a:gd name="T93" fmla="*/ 225 h 1738"/>
                  <a:gd name="T94" fmla="*/ 52 w 1149"/>
                  <a:gd name="T95" fmla="*/ 208 h 1738"/>
                  <a:gd name="T96" fmla="*/ 60 w 1149"/>
                  <a:gd name="T97" fmla="*/ 191 h 1738"/>
                  <a:gd name="T98" fmla="*/ 64 w 1149"/>
                  <a:gd name="T99" fmla="*/ 168 h 1738"/>
                  <a:gd name="T100" fmla="*/ 66 w 1149"/>
                  <a:gd name="T101" fmla="*/ 144 h 1738"/>
                  <a:gd name="T102" fmla="*/ 66 w 1149"/>
                  <a:gd name="T103" fmla="*/ 119 h 1738"/>
                  <a:gd name="T104" fmla="*/ 66 w 1149"/>
                  <a:gd name="T105" fmla="*/ 96 h 1738"/>
                  <a:gd name="T106" fmla="*/ 66 w 1149"/>
                  <a:gd name="T107" fmla="*/ 70 h 1738"/>
                  <a:gd name="T108" fmla="*/ 67 w 1149"/>
                  <a:gd name="T109" fmla="*/ 46 h 1738"/>
                  <a:gd name="T110" fmla="*/ 69 w 1149"/>
                  <a:gd name="T111" fmla="*/ 22 h 1738"/>
                  <a:gd name="T112" fmla="*/ 73 w 1149"/>
                  <a:gd name="T113" fmla="*/ 0 h 173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9"/>
                  <a:gd name="T172" fmla="*/ 0 h 1738"/>
                  <a:gd name="T173" fmla="*/ 1149 w 1149"/>
                  <a:gd name="T174" fmla="*/ 1738 h 173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9" h="1738">
                    <a:moveTo>
                      <a:pt x="146" y="0"/>
                    </a:moveTo>
                    <a:lnTo>
                      <a:pt x="289" y="54"/>
                    </a:lnTo>
                    <a:lnTo>
                      <a:pt x="422" y="124"/>
                    </a:lnTo>
                    <a:lnTo>
                      <a:pt x="543" y="209"/>
                    </a:lnTo>
                    <a:lnTo>
                      <a:pt x="657" y="307"/>
                    </a:lnTo>
                    <a:lnTo>
                      <a:pt x="763" y="415"/>
                    </a:lnTo>
                    <a:lnTo>
                      <a:pt x="864" y="535"/>
                    </a:lnTo>
                    <a:lnTo>
                      <a:pt x="960" y="664"/>
                    </a:lnTo>
                    <a:lnTo>
                      <a:pt x="1054" y="802"/>
                    </a:lnTo>
                    <a:lnTo>
                      <a:pt x="1091" y="930"/>
                    </a:lnTo>
                    <a:lnTo>
                      <a:pt x="1120" y="1036"/>
                    </a:lnTo>
                    <a:lnTo>
                      <a:pt x="1138" y="1130"/>
                    </a:lnTo>
                    <a:lnTo>
                      <a:pt x="1148" y="1219"/>
                    </a:lnTo>
                    <a:lnTo>
                      <a:pt x="1149" y="1307"/>
                    </a:lnTo>
                    <a:lnTo>
                      <a:pt x="1143" y="1404"/>
                    </a:lnTo>
                    <a:lnTo>
                      <a:pt x="1129" y="1514"/>
                    </a:lnTo>
                    <a:lnTo>
                      <a:pt x="1111" y="1649"/>
                    </a:lnTo>
                    <a:lnTo>
                      <a:pt x="903" y="1711"/>
                    </a:lnTo>
                    <a:lnTo>
                      <a:pt x="703" y="1738"/>
                    </a:lnTo>
                    <a:lnTo>
                      <a:pt x="516" y="1728"/>
                    </a:lnTo>
                    <a:lnTo>
                      <a:pt x="353" y="1682"/>
                    </a:lnTo>
                    <a:lnTo>
                      <a:pt x="220" y="1592"/>
                    </a:lnTo>
                    <a:lnTo>
                      <a:pt x="126" y="1460"/>
                    </a:lnTo>
                    <a:lnTo>
                      <a:pt x="78" y="1282"/>
                    </a:lnTo>
                    <a:lnTo>
                      <a:pt x="88" y="1058"/>
                    </a:lnTo>
                    <a:lnTo>
                      <a:pt x="99" y="1043"/>
                    </a:lnTo>
                    <a:lnTo>
                      <a:pt x="106" y="1031"/>
                    </a:lnTo>
                    <a:lnTo>
                      <a:pt x="107" y="1021"/>
                    </a:lnTo>
                    <a:lnTo>
                      <a:pt x="108" y="1014"/>
                    </a:lnTo>
                    <a:lnTo>
                      <a:pt x="107" y="1005"/>
                    </a:lnTo>
                    <a:lnTo>
                      <a:pt x="109" y="996"/>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9" name="Freeform 618">
                <a:extLst>
                  <a:ext uri="{FF2B5EF4-FFF2-40B4-BE49-F238E27FC236}">
                    <a16:creationId xmlns:a16="http://schemas.microsoft.com/office/drawing/2014/main" id="{9379FDD0-F0FB-BA44-98A0-61E3B9F6A8A8}"/>
                  </a:ext>
                </a:extLst>
              </p:cNvPr>
              <p:cNvSpPr>
                <a:spLocks/>
              </p:cNvSpPr>
              <p:nvPr/>
            </p:nvSpPr>
            <p:spPr bwMode="auto">
              <a:xfrm>
                <a:off x="4377" y="2842"/>
                <a:ext cx="570" cy="860"/>
              </a:xfrm>
              <a:custGeom>
                <a:avLst/>
                <a:gdLst>
                  <a:gd name="T0" fmla="*/ 73 w 1140"/>
                  <a:gd name="T1" fmla="*/ 0 h 1721"/>
                  <a:gd name="T2" fmla="*/ 144 w 1140"/>
                  <a:gd name="T3" fmla="*/ 27 h 1721"/>
                  <a:gd name="T4" fmla="*/ 209 w 1140"/>
                  <a:gd name="T5" fmla="*/ 62 h 1721"/>
                  <a:gd name="T6" fmla="*/ 270 w 1140"/>
                  <a:gd name="T7" fmla="*/ 104 h 1721"/>
                  <a:gd name="T8" fmla="*/ 326 w 1140"/>
                  <a:gd name="T9" fmla="*/ 153 h 1721"/>
                  <a:gd name="T10" fmla="*/ 377 w 1140"/>
                  <a:gd name="T11" fmla="*/ 207 h 1721"/>
                  <a:gd name="T12" fmla="*/ 428 w 1140"/>
                  <a:gd name="T13" fmla="*/ 267 h 1721"/>
                  <a:gd name="T14" fmla="*/ 475 w 1140"/>
                  <a:gd name="T15" fmla="*/ 331 h 1721"/>
                  <a:gd name="T16" fmla="*/ 523 w 1140"/>
                  <a:gd name="T17" fmla="*/ 400 h 1721"/>
                  <a:gd name="T18" fmla="*/ 542 w 1140"/>
                  <a:gd name="T19" fmla="*/ 463 h 1721"/>
                  <a:gd name="T20" fmla="*/ 556 w 1140"/>
                  <a:gd name="T21" fmla="*/ 517 h 1721"/>
                  <a:gd name="T22" fmla="*/ 565 w 1140"/>
                  <a:gd name="T23" fmla="*/ 563 h 1721"/>
                  <a:gd name="T24" fmla="*/ 570 w 1140"/>
                  <a:gd name="T25" fmla="*/ 606 h 1721"/>
                  <a:gd name="T26" fmla="*/ 570 w 1140"/>
                  <a:gd name="T27" fmla="*/ 649 h 1721"/>
                  <a:gd name="T28" fmla="*/ 567 w 1140"/>
                  <a:gd name="T29" fmla="*/ 697 h 1721"/>
                  <a:gd name="T30" fmla="*/ 560 w 1140"/>
                  <a:gd name="T31" fmla="*/ 752 h 1721"/>
                  <a:gd name="T32" fmla="*/ 552 w 1140"/>
                  <a:gd name="T33" fmla="*/ 818 h 1721"/>
                  <a:gd name="T34" fmla="*/ 448 w 1140"/>
                  <a:gd name="T35" fmla="*/ 849 h 1721"/>
                  <a:gd name="T36" fmla="*/ 350 w 1140"/>
                  <a:gd name="T37" fmla="*/ 860 h 1721"/>
                  <a:gd name="T38" fmla="*/ 261 w 1140"/>
                  <a:gd name="T39" fmla="*/ 851 h 1721"/>
                  <a:gd name="T40" fmla="*/ 182 w 1140"/>
                  <a:gd name="T41" fmla="*/ 824 h 1721"/>
                  <a:gd name="T42" fmla="*/ 118 w 1140"/>
                  <a:gd name="T43" fmla="*/ 777 h 1721"/>
                  <a:gd name="T44" fmla="*/ 74 w 1140"/>
                  <a:gd name="T45" fmla="*/ 711 h 1721"/>
                  <a:gd name="T46" fmla="*/ 51 w 1140"/>
                  <a:gd name="T47" fmla="*/ 626 h 1721"/>
                  <a:gd name="T48" fmla="*/ 54 w 1140"/>
                  <a:gd name="T49" fmla="*/ 524 h 1721"/>
                  <a:gd name="T50" fmla="*/ 59 w 1140"/>
                  <a:gd name="T51" fmla="*/ 516 h 1721"/>
                  <a:gd name="T52" fmla="*/ 61 w 1140"/>
                  <a:gd name="T53" fmla="*/ 511 h 1721"/>
                  <a:gd name="T54" fmla="*/ 60 w 1140"/>
                  <a:gd name="T55" fmla="*/ 507 h 1721"/>
                  <a:gd name="T56" fmla="*/ 59 w 1140"/>
                  <a:gd name="T57" fmla="*/ 504 h 1721"/>
                  <a:gd name="T58" fmla="*/ 56 w 1140"/>
                  <a:gd name="T59" fmla="*/ 500 h 1721"/>
                  <a:gd name="T60" fmla="*/ 56 w 1140"/>
                  <a:gd name="T61" fmla="*/ 497 h 1721"/>
                  <a:gd name="T62" fmla="*/ 58 w 1140"/>
                  <a:gd name="T63" fmla="*/ 492 h 1721"/>
                  <a:gd name="T64" fmla="*/ 64 w 1140"/>
                  <a:gd name="T65" fmla="*/ 485 h 1721"/>
                  <a:gd name="T66" fmla="*/ 56 w 1140"/>
                  <a:gd name="T67" fmla="*/ 466 h 1721"/>
                  <a:gd name="T68" fmla="*/ 48 w 1140"/>
                  <a:gd name="T69" fmla="*/ 447 h 1721"/>
                  <a:gd name="T70" fmla="*/ 39 w 1140"/>
                  <a:gd name="T71" fmla="*/ 427 h 1721"/>
                  <a:gd name="T72" fmla="*/ 32 w 1140"/>
                  <a:gd name="T73" fmla="*/ 408 h 1721"/>
                  <a:gd name="T74" fmla="*/ 24 w 1140"/>
                  <a:gd name="T75" fmla="*/ 389 h 1721"/>
                  <a:gd name="T76" fmla="*/ 16 w 1140"/>
                  <a:gd name="T77" fmla="*/ 369 h 1721"/>
                  <a:gd name="T78" fmla="*/ 7 w 1140"/>
                  <a:gd name="T79" fmla="*/ 350 h 1721"/>
                  <a:gd name="T80" fmla="*/ 0 w 1140"/>
                  <a:gd name="T81" fmla="*/ 331 h 1721"/>
                  <a:gd name="T82" fmla="*/ 7 w 1140"/>
                  <a:gd name="T83" fmla="*/ 313 h 1721"/>
                  <a:gd name="T84" fmla="*/ 14 w 1140"/>
                  <a:gd name="T85" fmla="*/ 296 h 1721"/>
                  <a:gd name="T86" fmla="*/ 22 w 1140"/>
                  <a:gd name="T87" fmla="*/ 277 h 1721"/>
                  <a:gd name="T88" fmla="*/ 29 w 1140"/>
                  <a:gd name="T89" fmla="*/ 260 h 1721"/>
                  <a:gd name="T90" fmla="*/ 37 w 1140"/>
                  <a:gd name="T91" fmla="*/ 242 h 1721"/>
                  <a:gd name="T92" fmla="*/ 44 w 1140"/>
                  <a:gd name="T93" fmla="*/ 225 h 1721"/>
                  <a:gd name="T94" fmla="*/ 52 w 1140"/>
                  <a:gd name="T95" fmla="*/ 207 h 1721"/>
                  <a:gd name="T96" fmla="*/ 59 w 1140"/>
                  <a:gd name="T97" fmla="*/ 190 h 1721"/>
                  <a:gd name="T98" fmla="*/ 63 w 1140"/>
                  <a:gd name="T99" fmla="*/ 168 h 1721"/>
                  <a:gd name="T100" fmla="*/ 66 w 1140"/>
                  <a:gd name="T101" fmla="*/ 144 h 1721"/>
                  <a:gd name="T102" fmla="*/ 66 w 1140"/>
                  <a:gd name="T103" fmla="*/ 119 h 1721"/>
                  <a:gd name="T104" fmla="*/ 66 w 1140"/>
                  <a:gd name="T105" fmla="*/ 95 h 1721"/>
                  <a:gd name="T106" fmla="*/ 66 w 1140"/>
                  <a:gd name="T107" fmla="*/ 70 h 1721"/>
                  <a:gd name="T108" fmla="*/ 67 w 1140"/>
                  <a:gd name="T109" fmla="*/ 46 h 1721"/>
                  <a:gd name="T110" fmla="*/ 69 w 1140"/>
                  <a:gd name="T111" fmla="*/ 22 h 1721"/>
                  <a:gd name="T112" fmla="*/ 73 w 1140"/>
                  <a:gd name="T113" fmla="*/ 0 h 172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0"/>
                  <a:gd name="T172" fmla="*/ 0 h 1721"/>
                  <a:gd name="T173" fmla="*/ 1140 w 1140"/>
                  <a:gd name="T174" fmla="*/ 1721 h 172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0" h="1721">
                    <a:moveTo>
                      <a:pt x="146" y="0"/>
                    </a:moveTo>
                    <a:lnTo>
                      <a:pt x="289" y="54"/>
                    </a:lnTo>
                    <a:lnTo>
                      <a:pt x="419" y="124"/>
                    </a:lnTo>
                    <a:lnTo>
                      <a:pt x="540" y="208"/>
                    </a:lnTo>
                    <a:lnTo>
                      <a:pt x="652" y="306"/>
                    </a:lnTo>
                    <a:lnTo>
                      <a:pt x="755" y="415"/>
                    </a:lnTo>
                    <a:lnTo>
                      <a:pt x="856" y="535"/>
                    </a:lnTo>
                    <a:lnTo>
                      <a:pt x="950" y="663"/>
                    </a:lnTo>
                    <a:lnTo>
                      <a:pt x="1045" y="801"/>
                    </a:lnTo>
                    <a:lnTo>
                      <a:pt x="1083" y="927"/>
                    </a:lnTo>
                    <a:lnTo>
                      <a:pt x="1111" y="1035"/>
                    </a:lnTo>
                    <a:lnTo>
                      <a:pt x="1129" y="1127"/>
                    </a:lnTo>
                    <a:lnTo>
                      <a:pt x="1140" y="1213"/>
                    </a:lnTo>
                    <a:lnTo>
                      <a:pt x="1140" y="1298"/>
                    </a:lnTo>
                    <a:lnTo>
                      <a:pt x="1134" y="1394"/>
                    </a:lnTo>
                    <a:lnTo>
                      <a:pt x="1120" y="1504"/>
                    </a:lnTo>
                    <a:lnTo>
                      <a:pt x="1103" y="1637"/>
                    </a:lnTo>
                    <a:lnTo>
                      <a:pt x="896" y="1698"/>
                    </a:lnTo>
                    <a:lnTo>
                      <a:pt x="700" y="1721"/>
                    </a:lnTo>
                    <a:lnTo>
                      <a:pt x="521" y="1703"/>
                    </a:lnTo>
                    <a:lnTo>
                      <a:pt x="365" y="1648"/>
                    </a:lnTo>
                    <a:lnTo>
                      <a:pt x="237" y="1554"/>
                    </a:lnTo>
                    <a:lnTo>
                      <a:pt x="148" y="1422"/>
                    </a:lnTo>
                    <a:lnTo>
                      <a:pt x="103" y="1253"/>
                    </a:lnTo>
                    <a:lnTo>
                      <a:pt x="109" y="1048"/>
                    </a:lnTo>
                    <a:lnTo>
                      <a:pt x="119" y="1033"/>
                    </a:lnTo>
                    <a:lnTo>
                      <a:pt x="123" y="1023"/>
                    </a:lnTo>
                    <a:lnTo>
                      <a:pt x="121" y="1014"/>
                    </a:lnTo>
                    <a:lnTo>
                      <a:pt x="118" y="1009"/>
                    </a:lnTo>
                    <a:lnTo>
                      <a:pt x="113" y="1001"/>
                    </a:lnTo>
                    <a:lnTo>
                      <a:pt x="113" y="995"/>
                    </a:lnTo>
                    <a:lnTo>
                      <a:pt x="116"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0" name="Freeform 619">
                <a:extLst>
                  <a:ext uri="{FF2B5EF4-FFF2-40B4-BE49-F238E27FC236}">
                    <a16:creationId xmlns:a16="http://schemas.microsoft.com/office/drawing/2014/main" id="{B424D150-0DC8-6B4C-8145-C943F3E39E02}"/>
                  </a:ext>
                </a:extLst>
              </p:cNvPr>
              <p:cNvSpPr>
                <a:spLocks/>
              </p:cNvSpPr>
              <p:nvPr/>
            </p:nvSpPr>
            <p:spPr bwMode="auto">
              <a:xfrm>
                <a:off x="4377" y="2842"/>
                <a:ext cx="566" cy="851"/>
              </a:xfrm>
              <a:custGeom>
                <a:avLst/>
                <a:gdLst>
                  <a:gd name="T0" fmla="*/ 73 w 1131"/>
                  <a:gd name="T1" fmla="*/ 0 h 1703"/>
                  <a:gd name="T2" fmla="*/ 145 w 1131"/>
                  <a:gd name="T3" fmla="*/ 27 h 1703"/>
                  <a:gd name="T4" fmla="*/ 210 w 1131"/>
                  <a:gd name="T5" fmla="*/ 62 h 1703"/>
                  <a:gd name="T6" fmla="*/ 269 w 1131"/>
                  <a:gd name="T7" fmla="*/ 104 h 1703"/>
                  <a:gd name="T8" fmla="*/ 325 w 1131"/>
                  <a:gd name="T9" fmla="*/ 153 h 1703"/>
                  <a:gd name="T10" fmla="*/ 375 w 1131"/>
                  <a:gd name="T11" fmla="*/ 207 h 1703"/>
                  <a:gd name="T12" fmla="*/ 424 w 1131"/>
                  <a:gd name="T13" fmla="*/ 266 h 1703"/>
                  <a:gd name="T14" fmla="*/ 471 w 1131"/>
                  <a:gd name="T15" fmla="*/ 331 h 1703"/>
                  <a:gd name="T16" fmla="*/ 518 w 1131"/>
                  <a:gd name="T17" fmla="*/ 400 h 1703"/>
                  <a:gd name="T18" fmla="*/ 537 w 1131"/>
                  <a:gd name="T19" fmla="*/ 463 h 1703"/>
                  <a:gd name="T20" fmla="*/ 551 w 1131"/>
                  <a:gd name="T21" fmla="*/ 515 h 1703"/>
                  <a:gd name="T22" fmla="*/ 560 w 1131"/>
                  <a:gd name="T23" fmla="*/ 561 h 1703"/>
                  <a:gd name="T24" fmla="*/ 565 w 1131"/>
                  <a:gd name="T25" fmla="*/ 603 h 1703"/>
                  <a:gd name="T26" fmla="*/ 566 w 1131"/>
                  <a:gd name="T27" fmla="*/ 645 h 1703"/>
                  <a:gd name="T28" fmla="*/ 563 w 1131"/>
                  <a:gd name="T29" fmla="*/ 691 h 1703"/>
                  <a:gd name="T30" fmla="*/ 556 w 1131"/>
                  <a:gd name="T31" fmla="*/ 745 h 1703"/>
                  <a:gd name="T32" fmla="*/ 547 w 1131"/>
                  <a:gd name="T33" fmla="*/ 812 h 1703"/>
                  <a:gd name="T34" fmla="*/ 445 w 1131"/>
                  <a:gd name="T35" fmla="*/ 843 h 1703"/>
                  <a:gd name="T36" fmla="*/ 349 w 1131"/>
                  <a:gd name="T37" fmla="*/ 851 h 1703"/>
                  <a:gd name="T38" fmla="*/ 262 w 1131"/>
                  <a:gd name="T39" fmla="*/ 838 h 1703"/>
                  <a:gd name="T40" fmla="*/ 188 w 1131"/>
                  <a:gd name="T41" fmla="*/ 807 h 1703"/>
                  <a:gd name="T42" fmla="*/ 128 w 1131"/>
                  <a:gd name="T43" fmla="*/ 757 h 1703"/>
                  <a:gd name="T44" fmla="*/ 85 w 1131"/>
                  <a:gd name="T45" fmla="*/ 692 h 1703"/>
                  <a:gd name="T46" fmla="*/ 63 w 1131"/>
                  <a:gd name="T47" fmla="*/ 611 h 1703"/>
                  <a:gd name="T48" fmla="*/ 65 w 1131"/>
                  <a:gd name="T49" fmla="*/ 518 h 1703"/>
                  <a:gd name="T50" fmla="*/ 69 w 1131"/>
                  <a:gd name="T51" fmla="*/ 511 h 1703"/>
                  <a:gd name="T52" fmla="*/ 71 w 1131"/>
                  <a:gd name="T53" fmla="*/ 507 h 1703"/>
                  <a:gd name="T54" fmla="*/ 68 w 1131"/>
                  <a:gd name="T55" fmla="*/ 504 h 1703"/>
                  <a:gd name="T56" fmla="*/ 65 w 1131"/>
                  <a:gd name="T57" fmla="*/ 502 h 1703"/>
                  <a:gd name="T58" fmla="*/ 61 w 1131"/>
                  <a:gd name="T59" fmla="*/ 499 h 1703"/>
                  <a:gd name="T60" fmla="*/ 58 w 1131"/>
                  <a:gd name="T61" fmla="*/ 496 h 1703"/>
                  <a:gd name="T62" fmla="*/ 59 w 1131"/>
                  <a:gd name="T63" fmla="*/ 492 h 1703"/>
                  <a:gd name="T64" fmla="*/ 64 w 1131"/>
                  <a:gd name="T65" fmla="*/ 485 h 1703"/>
                  <a:gd name="T66" fmla="*/ 56 w 1131"/>
                  <a:gd name="T67" fmla="*/ 466 h 1703"/>
                  <a:gd name="T68" fmla="*/ 48 w 1131"/>
                  <a:gd name="T69" fmla="*/ 447 h 1703"/>
                  <a:gd name="T70" fmla="*/ 40 w 1131"/>
                  <a:gd name="T71" fmla="*/ 427 h 1703"/>
                  <a:gd name="T72" fmla="*/ 32 w 1131"/>
                  <a:gd name="T73" fmla="*/ 408 h 1703"/>
                  <a:gd name="T74" fmla="*/ 24 w 1131"/>
                  <a:gd name="T75" fmla="*/ 389 h 1703"/>
                  <a:gd name="T76" fmla="*/ 16 w 1131"/>
                  <a:gd name="T77" fmla="*/ 369 h 1703"/>
                  <a:gd name="T78" fmla="*/ 8 w 1131"/>
                  <a:gd name="T79" fmla="*/ 350 h 1703"/>
                  <a:gd name="T80" fmla="*/ 0 w 1131"/>
                  <a:gd name="T81" fmla="*/ 331 h 1703"/>
                  <a:gd name="T82" fmla="*/ 7 w 1131"/>
                  <a:gd name="T83" fmla="*/ 313 h 1703"/>
                  <a:gd name="T84" fmla="*/ 15 w 1131"/>
                  <a:gd name="T85" fmla="*/ 296 h 1703"/>
                  <a:gd name="T86" fmla="*/ 22 w 1131"/>
                  <a:gd name="T87" fmla="*/ 277 h 1703"/>
                  <a:gd name="T88" fmla="*/ 30 w 1131"/>
                  <a:gd name="T89" fmla="*/ 260 h 1703"/>
                  <a:gd name="T90" fmla="*/ 37 w 1131"/>
                  <a:gd name="T91" fmla="*/ 242 h 1703"/>
                  <a:gd name="T92" fmla="*/ 45 w 1131"/>
                  <a:gd name="T93" fmla="*/ 225 h 1703"/>
                  <a:gd name="T94" fmla="*/ 52 w 1131"/>
                  <a:gd name="T95" fmla="*/ 207 h 1703"/>
                  <a:gd name="T96" fmla="*/ 60 w 1131"/>
                  <a:gd name="T97" fmla="*/ 190 h 1703"/>
                  <a:gd name="T98" fmla="*/ 64 w 1131"/>
                  <a:gd name="T99" fmla="*/ 168 h 1703"/>
                  <a:gd name="T100" fmla="*/ 66 w 1131"/>
                  <a:gd name="T101" fmla="*/ 144 h 1703"/>
                  <a:gd name="T102" fmla="*/ 66 w 1131"/>
                  <a:gd name="T103" fmla="*/ 119 h 1703"/>
                  <a:gd name="T104" fmla="*/ 66 w 1131"/>
                  <a:gd name="T105" fmla="*/ 95 h 1703"/>
                  <a:gd name="T106" fmla="*/ 66 w 1131"/>
                  <a:gd name="T107" fmla="*/ 70 h 1703"/>
                  <a:gd name="T108" fmla="*/ 67 w 1131"/>
                  <a:gd name="T109" fmla="*/ 46 h 1703"/>
                  <a:gd name="T110" fmla="*/ 69 w 1131"/>
                  <a:gd name="T111" fmla="*/ 22 h 1703"/>
                  <a:gd name="T112" fmla="*/ 73 w 1131"/>
                  <a:gd name="T113" fmla="*/ 0 h 17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31"/>
                  <a:gd name="T172" fmla="*/ 0 h 1703"/>
                  <a:gd name="T173" fmla="*/ 1131 w 1131"/>
                  <a:gd name="T174" fmla="*/ 1703 h 17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31" h="1703">
                    <a:moveTo>
                      <a:pt x="146" y="0"/>
                    </a:moveTo>
                    <a:lnTo>
                      <a:pt x="289" y="54"/>
                    </a:lnTo>
                    <a:lnTo>
                      <a:pt x="419" y="124"/>
                    </a:lnTo>
                    <a:lnTo>
                      <a:pt x="537" y="208"/>
                    </a:lnTo>
                    <a:lnTo>
                      <a:pt x="649" y="306"/>
                    </a:lnTo>
                    <a:lnTo>
                      <a:pt x="750" y="414"/>
                    </a:lnTo>
                    <a:lnTo>
                      <a:pt x="848" y="533"/>
                    </a:lnTo>
                    <a:lnTo>
                      <a:pt x="942" y="662"/>
                    </a:lnTo>
                    <a:lnTo>
                      <a:pt x="1035" y="800"/>
                    </a:lnTo>
                    <a:lnTo>
                      <a:pt x="1073" y="926"/>
                    </a:lnTo>
                    <a:lnTo>
                      <a:pt x="1101" y="1031"/>
                    </a:lnTo>
                    <a:lnTo>
                      <a:pt x="1120" y="1122"/>
                    </a:lnTo>
                    <a:lnTo>
                      <a:pt x="1130" y="1206"/>
                    </a:lnTo>
                    <a:lnTo>
                      <a:pt x="1131" y="1290"/>
                    </a:lnTo>
                    <a:lnTo>
                      <a:pt x="1125" y="1382"/>
                    </a:lnTo>
                    <a:lnTo>
                      <a:pt x="1111" y="1491"/>
                    </a:lnTo>
                    <a:lnTo>
                      <a:pt x="1093" y="1624"/>
                    </a:lnTo>
                    <a:lnTo>
                      <a:pt x="889" y="1686"/>
                    </a:lnTo>
                    <a:lnTo>
                      <a:pt x="698" y="1703"/>
                    </a:lnTo>
                    <a:lnTo>
                      <a:pt x="524" y="1677"/>
                    </a:lnTo>
                    <a:lnTo>
                      <a:pt x="375" y="1614"/>
                    </a:lnTo>
                    <a:lnTo>
                      <a:pt x="255" y="1514"/>
                    </a:lnTo>
                    <a:lnTo>
                      <a:pt x="170" y="1384"/>
                    </a:lnTo>
                    <a:lnTo>
                      <a:pt x="126" y="1222"/>
                    </a:lnTo>
                    <a:lnTo>
                      <a:pt x="129" y="1036"/>
                    </a:lnTo>
                    <a:lnTo>
                      <a:pt x="138" y="1023"/>
                    </a:lnTo>
                    <a:lnTo>
                      <a:pt x="141" y="1014"/>
                    </a:lnTo>
                    <a:lnTo>
                      <a:pt x="136" y="1008"/>
                    </a:lnTo>
                    <a:lnTo>
                      <a:pt x="129" y="1004"/>
                    </a:lnTo>
                    <a:lnTo>
                      <a:pt x="121" y="999"/>
                    </a:lnTo>
                    <a:lnTo>
                      <a:pt x="116" y="993"/>
                    </a:lnTo>
                    <a:lnTo>
                      <a:pt x="117"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1" name="Freeform 620">
                <a:extLst>
                  <a:ext uri="{FF2B5EF4-FFF2-40B4-BE49-F238E27FC236}">
                    <a16:creationId xmlns:a16="http://schemas.microsoft.com/office/drawing/2014/main" id="{26C494A2-D815-4840-85D8-E09BB7151212}"/>
                  </a:ext>
                </a:extLst>
              </p:cNvPr>
              <p:cNvSpPr>
                <a:spLocks/>
              </p:cNvSpPr>
              <p:nvPr/>
            </p:nvSpPr>
            <p:spPr bwMode="auto">
              <a:xfrm>
                <a:off x="4377" y="2842"/>
                <a:ext cx="561" cy="842"/>
              </a:xfrm>
              <a:custGeom>
                <a:avLst/>
                <a:gdLst>
                  <a:gd name="T0" fmla="*/ 73 w 1123"/>
                  <a:gd name="T1" fmla="*/ 0 h 1684"/>
                  <a:gd name="T2" fmla="*/ 143 w 1123"/>
                  <a:gd name="T3" fmla="*/ 27 h 1684"/>
                  <a:gd name="T4" fmla="*/ 208 w 1123"/>
                  <a:gd name="T5" fmla="*/ 62 h 1684"/>
                  <a:gd name="T6" fmla="*/ 267 w 1123"/>
                  <a:gd name="T7" fmla="*/ 104 h 1684"/>
                  <a:gd name="T8" fmla="*/ 321 w 1123"/>
                  <a:gd name="T9" fmla="*/ 153 h 1684"/>
                  <a:gd name="T10" fmla="*/ 371 w 1123"/>
                  <a:gd name="T11" fmla="*/ 206 h 1684"/>
                  <a:gd name="T12" fmla="*/ 419 w 1123"/>
                  <a:gd name="T13" fmla="*/ 266 h 1684"/>
                  <a:gd name="T14" fmla="*/ 466 w 1123"/>
                  <a:gd name="T15" fmla="*/ 330 h 1684"/>
                  <a:gd name="T16" fmla="*/ 513 w 1123"/>
                  <a:gd name="T17" fmla="*/ 399 h 1684"/>
                  <a:gd name="T18" fmla="*/ 532 w 1123"/>
                  <a:gd name="T19" fmla="*/ 462 h 1684"/>
                  <a:gd name="T20" fmla="*/ 546 w 1123"/>
                  <a:gd name="T21" fmla="*/ 514 h 1684"/>
                  <a:gd name="T22" fmla="*/ 555 w 1123"/>
                  <a:gd name="T23" fmla="*/ 559 h 1684"/>
                  <a:gd name="T24" fmla="*/ 560 w 1123"/>
                  <a:gd name="T25" fmla="*/ 600 h 1684"/>
                  <a:gd name="T26" fmla="*/ 561 w 1123"/>
                  <a:gd name="T27" fmla="*/ 641 h 1684"/>
                  <a:gd name="T28" fmla="*/ 558 w 1123"/>
                  <a:gd name="T29" fmla="*/ 686 h 1684"/>
                  <a:gd name="T30" fmla="*/ 551 w 1123"/>
                  <a:gd name="T31" fmla="*/ 740 h 1684"/>
                  <a:gd name="T32" fmla="*/ 542 w 1123"/>
                  <a:gd name="T33" fmla="*/ 807 h 1684"/>
                  <a:gd name="T34" fmla="*/ 441 w 1123"/>
                  <a:gd name="T35" fmla="*/ 837 h 1684"/>
                  <a:gd name="T36" fmla="*/ 348 w 1123"/>
                  <a:gd name="T37" fmla="*/ 842 h 1684"/>
                  <a:gd name="T38" fmla="*/ 265 w 1123"/>
                  <a:gd name="T39" fmla="*/ 825 h 1684"/>
                  <a:gd name="T40" fmla="*/ 194 w 1123"/>
                  <a:gd name="T41" fmla="*/ 790 h 1684"/>
                  <a:gd name="T42" fmla="*/ 137 w 1123"/>
                  <a:gd name="T43" fmla="*/ 738 h 1684"/>
                  <a:gd name="T44" fmla="*/ 96 w 1123"/>
                  <a:gd name="T45" fmla="*/ 673 h 1684"/>
                  <a:gd name="T46" fmla="*/ 75 w 1123"/>
                  <a:gd name="T47" fmla="*/ 596 h 1684"/>
                  <a:gd name="T48" fmla="*/ 76 w 1123"/>
                  <a:gd name="T49" fmla="*/ 513 h 1684"/>
                  <a:gd name="T50" fmla="*/ 80 w 1123"/>
                  <a:gd name="T51" fmla="*/ 506 h 1684"/>
                  <a:gd name="T52" fmla="*/ 79 w 1123"/>
                  <a:gd name="T53" fmla="*/ 502 h 1684"/>
                  <a:gd name="T54" fmla="*/ 75 w 1123"/>
                  <a:gd name="T55" fmla="*/ 500 h 1684"/>
                  <a:gd name="T56" fmla="*/ 70 w 1123"/>
                  <a:gd name="T57" fmla="*/ 499 h 1684"/>
                  <a:gd name="T58" fmla="*/ 63 w 1123"/>
                  <a:gd name="T59" fmla="*/ 497 h 1684"/>
                  <a:gd name="T60" fmla="*/ 59 w 1123"/>
                  <a:gd name="T61" fmla="*/ 495 h 1684"/>
                  <a:gd name="T62" fmla="*/ 59 w 1123"/>
                  <a:gd name="T63" fmla="*/ 491 h 1684"/>
                  <a:gd name="T64" fmla="*/ 64 w 1123"/>
                  <a:gd name="T65" fmla="*/ 485 h 1684"/>
                  <a:gd name="T66" fmla="*/ 56 w 1123"/>
                  <a:gd name="T67" fmla="*/ 466 h 1684"/>
                  <a:gd name="T68" fmla="*/ 48 w 1123"/>
                  <a:gd name="T69" fmla="*/ 447 h 1684"/>
                  <a:gd name="T70" fmla="*/ 39 w 1123"/>
                  <a:gd name="T71" fmla="*/ 427 h 1684"/>
                  <a:gd name="T72" fmla="*/ 32 w 1123"/>
                  <a:gd name="T73" fmla="*/ 409 h 1684"/>
                  <a:gd name="T74" fmla="*/ 24 w 1123"/>
                  <a:gd name="T75" fmla="*/ 389 h 1684"/>
                  <a:gd name="T76" fmla="*/ 16 w 1123"/>
                  <a:gd name="T77" fmla="*/ 370 h 1684"/>
                  <a:gd name="T78" fmla="*/ 7 w 1123"/>
                  <a:gd name="T79" fmla="*/ 351 h 1684"/>
                  <a:gd name="T80" fmla="*/ 0 w 1123"/>
                  <a:gd name="T81" fmla="*/ 332 h 1684"/>
                  <a:gd name="T82" fmla="*/ 7 w 1123"/>
                  <a:gd name="T83" fmla="*/ 314 h 1684"/>
                  <a:gd name="T84" fmla="*/ 14 w 1123"/>
                  <a:gd name="T85" fmla="*/ 296 h 1684"/>
                  <a:gd name="T86" fmla="*/ 22 w 1123"/>
                  <a:gd name="T87" fmla="*/ 278 h 1684"/>
                  <a:gd name="T88" fmla="*/ 29 w 1123"/>
                  <a:gd name="T89" fmla="*/ 261 h 1684"/>
                  <a:gd name="T90" fmla="*/ 37 w 1123"/>
                  <a:gd name="T91" fmla="*/ 242 h 1684"/>
                  <a:gd name="T92" fmla="*/ 44 w 1123"/>
                  <a:gd name="T93" fmla="*/ 225 h 1684"/>
                  <a:gd name="T94" fmla="*/ 52 w 1123"/>
                  <a:gd name="T95" fmla="*/ 208 h 1684"/>
                  <a:gd name="T96" fmla="*/ 59 w 1123"/>
                  <a:gd name="T97" fmla="*/ 191 h 1684"/>
                  <a:gd name="T98" fmla="*/ 63 w 1123"/>
                  <a:gd name="T99" fmla="*/ 168 h 1684"/>
                  <a:gd name="T100" fmla="*/ 65 w 1123"/>
                  <a:gd name="T101" fmla="*/ 144 h 1684"/>
                  <a:gd name="T102" fmla="*/ 65 w 1123"/>
                  <a:gd name="T103" fmla="*/ 119 h 1684"/>
                  <a:gd name="T104" fmla="*/ 66 w 1123"/>
                  <a:gd name="T105" fmla="*/ 96 h 1684"/>
                  <a:gd name="T106" fmla="*/ 66 w 1123"/>
                  <a:gd name="T107" fmla="*/ 70 h 1684"/>
                  <a:gd name="T108" fmla="*/ 66 w 1123"/>
                  <a:gd name="T109" fmla="*/ 46 h 1684"/>
                  <a:gd name="T110" fmla="*/ 68 w 1123"/>
                  <a:gd name="T111" fmla="*/ 22 h 1684"/>
                  <a:gd name="T112" fmla="*/ 73 w 1123"/>
                  <a:gd name="T113" fmla="*/ 0 h 168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3"/>
                  <a:gd name="T172" fmla="*/ 0 h 1684"/>
                  <a:gd name="T173" fmla="*/ 1123 w 1123"/>
                  <a:gd name="T174" fmla="*/ 1684 h 168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3" h="1684">
                    <a:moveTo>
                      <a:pt x="146" y="0"/>
                    </a:moveTo>
                    <a:lnTo>
                      <a:pt x="287" y="54"/>
                    </a:lnTo>
                    <a:lnTo>
                      <a:pt x="417" y="124"/>
                    </a:lnTo>
                    <a:lnTo>
                      <a:pt x="535" y="207"/>
                    </a:lnTo>
                    <a:lnTo>
                      <a:pt x="642" y="305"/>
                    </a:lnTo>
                    <a:lnTo>
                      <a:pt x="743" y="412"/>
                    </a:lnTo>
                    <a:lnTo>
                      <a:pt x="839" y="531"/>
                    </a:lnTo>
                    <a:lnTo>
                      <a:pt x="932" y="659"/>
                    </a:lnTo>
                    <a:lnTo>
                      <a:pt x="1026" y="797"/>
                    </a:lnTo>
                    <a:lnTo>
                      <a:pt x="1064" y="924"/>
                    </a:lnTo>
                    <a:lnTo>
                      <a:pt x="1093" y="1028"/>
                    </a:lnTo>
                    <a:lnTo>
                      <a:pt x="1111" y="1117"/>
                    </a:lnTo>
                    <a:lnTo>
                      <a:pt x="1121" y="1199"/>
                    </a:lnTo>
                    <a:lnTo>
                      <a:pt x="1123" y="1281"/>
                    </a:lnTo>
                    <a:lnTo>
                      <a:pt x="1116" y="1372"/>
                    </a:lnTo>
                    <a:lnTo>
                      <a:pt x="1103" y="1480"/>
                    </a:lnTo>
                    <a:lnTo>
                      <a:pt x="1084" y="1613"/>
                    </a:lnTo>
                    <a:lnTo>
                      <a:pt x="882" y="1673"/>
                    </a:lnTo>
                    <a:lnTo>
                      <a:pt x="696" y="1684"/>
                    </a:lnTo>
                    <a:lnTo>
                      <a:pt x="530" y="1650"/>
                    </a:lnTo>
                    <a:lnTo>
                      <a:pt x="388" y="1580"/>
                    </a:lnTo>
                    <a:lnTo>
                      <a:pt x="274" y="1475"/>
                    </a:lnTo>
                    <a:lnTo>
                      <a:pt x="193" y="1345"/>
                    </a:lnTo>
                    <a:lnTo>
                      <a:pt x="151" y="1192"/>
                    </a:lnTo>
                    <a:lnTo>
                      <a:pt x="152" y="1026"/>
                    </a:lnTo>
                    <a:lnTo>
                      <a:pt x="160" y="1013"/>
                    </a:lnTo>
                    <a:lnTo>
                      <a:pt x="158" y="1005"/>
                    </a:lnTo>
                    <a:lnTo>
                      <a:pt x="151" y="1000"/>
                    </a:lnTo>
                    <a:lnTo>
                      <a:pt x="140" y="999"/>
                    </a:lnTo>
                    <a:lnTo>
                      <a:pt x="127" y="995"/>
                    </a:lnTo>
                    <a:lnTo>
                      <a:pt x="119" y="991"/>
                    </a:lnTo>
                    <a:lnTo>
                      <a:pt x="118" y="982"/>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2" name="Freeform 621">
                <a:extLst>
                  <a:ext uri="{FF2B5EF4-FFF2-40B4-BE49-F238E27FC236}">
                    <a16:creationId xmlns:a16="http://schemas.microsoft.com/office/drawing/2014/main" id="{E62D265D-698C-9341-81AA-F618B2ECBD2E}"/>
                  </a:ext>
                </a:extLst>
              </p:cNvPr>
              <p:cNvSpPr>
                <a:spLocks/>
              </p:cNvSpPr>
              <p:nvPr/>
            </p:nvSpPr>
            <p:spPr bwMode="auto">
              <a:xfrm>
                <a:off x="4668" y="3628"/>
                <a:ext cx="267" cy="363"/>
              </a:xfrm>
              <a:custGeom>
                <a:avLst/>
                <a:gdLst>
                  <a:gd name="T0" fmla="*/ 78 w 534"/>
                  <a:gd name="T1" fmla="*/ 31 h 724"/>
                  <a:gd name="T2" fmla="*/ 57 w 534"/>
                  <a:gd name="T3" fmla="*/ 70 h 724"/>
                  <a:gd name="T4" fmla="*/ 39 w 534"/>
                  <a:gd name="T5" fmla="*/ 105 h 724"/>
                  <a:gd name="T6" fmla="*/ 26 w 534"/>
                  <a:gd name="T7" fmla="*/ 134 h 724"/>
                  <a:gd name="T8" fmla="*/ 20 w 534"/>
                  <a:gd name="T9" fmla="*/ 159 h 724"/>
                  <a:gd name="T10" fmla="*/ 22 w 534"/>
                  <a:gd name="T11" fmla="*/ 182 h 724"/>
                  <a:gd name="T12" fmla="*/ 35 w 534"/>
                  <a:gd name="T13" fmla="*/ 205 h 724"/>
                  <a:gd name="T14" fmla="*/ 60 w 534"/>
                  <a:gd name="T15" fmla="*/ 228 h 724"/>
                  <a:gd name="T16" fmla="*/ 100 w 534"/>
                  <a:gd name="T17" fmla="*/ 253 h 724"/>
                  <a:gd name="T18" fmla="*/ 89 w 534"/>
                  <a:gd name="T19" fmla="*/ 259 h 724"/>
                  <a:gd name="T20" fmla="*/ 77 w 534"/>
                  <a:gd name="T21" fmla="*/ 266 h 724"/>
                  <a:gd name="T22" fmla="*/ 63 w 534"/>
                  <a:gd name="T23" fmla="*/ 275 h 724"/>
                  <a:gd name="T24" fmla="*/ 50 w 534"/>
                  <a:gd name="T25" fmla="*/ 285 h 724"/>
                  <a:gd name="T26" fmla="*/ 36 w 534"/>
                  <a:gd name="T27" fmla="*/ 293 h 724"/>
                  <a:gd name="T28" fmla="*/ 22 w 534"/>
                  <a:gd name="T29" fmla="*/ 302 h 724"/>
                  <a:gd name="T30" fmla="*/ 10 w 534"/>
                  <a:gd name="T31" fmla="*/ 310 h 724"/>
                  <a:gd name="T32" fmla="*/ 0 w 534"/>
                  <a:gd name="T33" fmla="*/ 315 h 724"/>
                  <a:gd name="T34" fmla="*/ 3 w 534"/>
                  <a:gd name="T35" fmla="*/ 323 h 724"/>
                  <a:gd name="T36" fmla="*/ 8 w 534"/>
                  <a:gd name="T37" fmla="*/ 330 h 724"/>
                  <a:gd name="T38" fmla="*/ 14 w 534"/>
                  <a:gd name="T39" fmla="*/ 334 h 724"/>
                  <a:gd name="T40" fmla="*/ 21 w 534"/>
                  <a:gd name="T41" fmla="*/ 339 h 724"/>
                  <a:gd name="T42" fmla="*/ 27 w 534"/>
                  <a:gd name="T43" fmla="*/ 343 h 724"/>
                  <a:gd name="T44" fmla="*/ 33 w 534"/>
                  <a:gd name="T45" fmla="*/ 348 h 724"/>
                  <a:gd name="T46" fmla="*/ 37 w 534"/>
                  <a:gd name="T47" fmla="*/ 354 h 724"/>
                  <a:gd name="T48" fmla="*/ 41 w 534"/>
                  <a:gd name="T49" fmla="*/ 363 h 724"/>
                  <a:gd name="T50" fmla="*/ 66 w 534"/>
                  <a:gd name="T51" fmla="*/ 350 h 724"/>
                  <a:gd name="T52" fmla="*/ 90 w 534"/>
                  <a:gd name="T53" fmla="*/ 337 h 724"/>
                  <a:gd name="T54" fmla="*/ 115 w 534"/>
                  <a:gd name="T55" fmla="*/ 323 h 724"/>
                  <a:gd name="T56" fmla="*/ 139 w 534"/>
                  <a:gd name="T57" fmla="*/ 311 h 724"/>
                  <a:gd name="T58" fmla="*/ 163 w 534"/>
                  <a:gd name="T59" fmla="*/ 298 h 724"/>
                  <a:gd name="T60" fmla="*/ 188 w 534"/>
                  <a:gd name="T61" fmla="*/ 285 h 724"/>
                  <a:gd name="T62" fmla="*/ 212 w 534"/>
                  <a:gd name="T63" fmla="*/ 271 h 724"/>
                  <a:gd name="T64" fmla="*/ 237 w 534"/>
                  <a:gd name="T65" fmla="*/ 259 h 724"/>
                  <a:gd name="T66" fmla="*/ 258 w 534"/>
                  <a:gd name="T67" fmla="*/ 237 h 724"/>
                  <a:gd name="T68" fmla="*/ 267 w 534"/>
                  <a:gd name="T69" fmla="*/ 221 h 724"/>
                  <a:gd name="T70" fmla="*/ 266 w 534"/>
                  <a:gd name="T71" fmla="*/ 209 h 724"/>
                  <a:gd name="T72" fmla="*/ 256 w 534"/>
                  <a:gd name="T73" fmla="*/ 201 h 724"/>
                  <a:gd name="T74" fmla="*/ 237 w 534"/>
                  <a:gd name="T75" fmla="*/ 194 h 724"/>
                  <a:gd name="T76" fmla="*/ 211 w 534"/>
                  <a:gd name="T77" fmla="*/ 187 h 724"/>
                  <a:gd name="T78" fmla="*/ 179 w 534"/>
                  <a:gd name="T79" fmla="*/ 180 h 724"/>
                  <a:gd name="T80" fmla="*/ 142 w 534"/>
                  <a:gd name="T81" fmla="*/ 172 h 724"/>
                  <a:gd name="T82" fmla="*/ 148 w 534"/>
                  <a:gd name="T83" fmla="*/ 160 h 724"/>
                  <a:gd name="T84" fmla="*/ 155 w 534"/>
                  <a:gd name="T85" fmla="*/ 149 h 724"/>
                  <a:gd name="T86" fmla="*/ 162 w 534"/>
                  <a:gd name="T87" fmla="*/ 137 h 724"/>
                  <a:gd name="T88" fmla="*/ 169 w 534"/>
                  <a:gd name="T89" fmla="*/ 126 h 724"/>
                  <a:gd name="T90" fmla="*/ 175 w 534"/>
                  <a:gd name="T91" fmla="*/ 114 h 724"/>
                  <a:gd name="T92" fmla="*/ 182 w 534"/>
                  <a:gd name="T93" fmla="*/ 103 h 724"/>
                  <a:gd name="T94" fmla="*/ 189 w 534"/>
                  <a:gd name="T95" fmla="*/ 92 h 724"/>
                  <a:gd name="T96" fmla="*/ 196 w 534"/>
                  <a:gd name="T97" fmla="*/ 80 h 724"/>
                  <a:gd name="T98" fmla="*/ 185 w 534"/>
                  <a:gd name="T99" fmla="*/ 42 h 724"/>
                  <a:gd name="T100" fmla="*/ 170 w 534"/>
                  <a:gd name="T101" fmla="*/ 17 h 724"/>
                  <a:gd name="T102" fmla="*/ 152 w 534"/>
                  <a:gd name="T103" fmla="*/ 4 h 724"/>
                  <a:gd name="T104" fmla="*/ 133 w 534"/>
                  <a:gd name="T105" fmla="*/ 0 h 724"/>
                  <a:gd name="T106" fmla="*/ 113 w 534"/>
                  <a:gd name="T107" fmla="*/ 3 h 724"/>
                  <a:gd name="T108" fmla="*/ 97 w 534"/>
                  <a:gd name="T109" fmla="*/ 11 h 724"/>
                  <a:gd name="T110" fmla="*/ 84 w 534"/>
                  <a:gd name="T111" fmla="*/ 20 h 724"/>
                  <a:gd name="T112" fmla="*/ 78 w 53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724"/>
                  <a:gd name="T173" fmla="*/ 534 w 53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724">
                    <a:moveTo>
                      <a:pt x="157" y="61"/>
                    </a:moveTo>
                    <a:lnTo>
                      <a:pt x="114" y="140"/>
                    </a:lnTo>
                    <a:lnTo>
                      <a:pt x="79" y="209"/>
                    </a:lnTo>
                    <a:lnTo>
                      <a:pt x="52" y="267"/>
                    </a:lnTo>
                    <a:lnTo>
                      <a:pt x="40" y="318"/>
                    </a:lnTo>
                    <a:lnTo>
                      <a:pt x="44" y="363"/>
                    </a:lnTo>
                    <a:lnTo>
                      <a:pt x="70" y="409"/>
                    </a:lnTo>
                    <a:lnTo>
                      <a:pt x="121" y="455"/>
                    </a:lnTo>
                    <a:lnTo>
                      <a:pt x="201" y="505"/>
                    </a:lnTo>
                    <a:lnTo>
                      <a:pt x="178" y="516"/>
                    </a:lnTo>
                    <a:lnTo>
                      <a:pt x="154" y="531"/>
                    </a:lnTo>
                    <a:lnTo>
                      <a:pt x="127" y="549"/>
                    </a:lnTo>
                    <a:lnTo>
                      <a:pt x="101" y="568"/>
                    </a:lnTo>
                    <a:lnTo>
                      <a:pt x="72" y="585"/>
                    </a:lnTo>
                    <a:lnTo>
                      <a:pt x="45" y="603"/>
                    </a:lnTo>
                    <a:lnTo>
                      <a:pt x="20" y="618"/>
                    </a:lnTo>
                    <a:lnTo>
                      <a:pt x="0" y="629"/>
                    </a:lnTo>
                    <a:lnTo>
                      <a:pt x="6" y="645"/>
                    </a:lnTo>
                    <a:lnTo>
                      <a:pt x="16" y="658"/>
                    </a:lnTo>
                    <a:lnTo>
                      <a:pt x="28" y="667"/>
                    </a:lnTo>
                    <a:lnTo>
                      <a:pt x="42" y="677"/>
                    </a:lnTo>
                    <a:lnTo>
                      <a:pt x="54" y="684"/>
                    </a:lnTo>
                    <a:lnTo>
                      <a:pt x="65" y="694"/>
                    </a:lnTo>
                    <a:lnTo>
                      <a:pt x="75" y="707"/>
                    </a:lnTo>
                    <a:lnTo>
                      <a:pt x="83" y="724"/>
                    </a:lnTo>
                    <a:lnTo>
                      <a:pt x="132" y="698"/>
                    </a:lnTo>
                    <a:lnTo>
                      <a:pt x="181" y="672"/>
                    </a:lnTo>
                    <a:lnTo>
                      <a:pt x="230" y="645"/>
                    </a:lnTo>
                    <a:lnTo>
                      <a:pt x="279" y="620"/>
                    </a:lnTo>
                    <a:lnTo>
                      <a:pt x="327" y="594"/>
                    </a:lnTo>
                    <a:lnTo>
                      <a:pt x="376" y="568"/>
                    </a:lnTo>
                    <a:lnTo>
                      <a:pt x="425" y="541"/>
                    </a:lnTo>
                    <a:lnTo>
                      <a:pt x="474" y="516"/>
                    </a:lnTo>
                    <a:lnTo>
                      <a:pt x="516" y="472"/>
                    </a:lnTo>
                    <a:lnTo>
                      <a:pt x="534" y="441"/>
                    </a:lnTo>
                    <a:lnTo>
                      <a:pt x="532" y="417"/>
                    </a:lnTo>
                    <a:lnTo>
                      <a:pt x="512" y="401"/>
                    </a:lnTo>
                    <a:lnTo>
                      <a:pt x="474" y="386"/>
                    </a:lnTo>
                    <a:lnTo>
                      <a:pt x="423" y="373"/>
                    </a:lnTo>
                    <a:lnTo>
                      <a:pt x="358" y="360"/>
                    </a:lnTo>
                    <a:lnTo>
                      <a:pt x="284" y="343"/>
                    </a:lnTo>
                    <a:lnTo>
                      <a:pt x="296" y="320"/>
                    </a:lnTo>
                    <a:lnTo>
                      <a:pt x="310" y="297"/>
                    </a:lnTo>
                    <a:lnTo>
                      <a:pt x="324" y="274"/>
                    </a:lnTo>
                    <a:lnTo>
                      <a:pt x="338" y="252"/>
                    </a:lnTo>
                    <a:lnTo>
                      <a:pt x="350" y="228"/>
                    </a:lnTo>
                    <a:lnTo>
                      <a:pt x="365" y="205"/>
                    </a:lnTo>
                    <a:lnTo>
                      <a:pt x="378" y="183"/>
                    </a:lnTo>
                    <a:lnTo>
                      <a:pt x="393" y="160"/>
                    </a:lnTo>
                    <a:lnTo>
                      <a:pt x="371" y="83"/>
                    </a:lnTo>
                    <a:lnTo>
                      <a:pt x="341" y="34"/>
                    </a:lnTo>
                    <a:lnTo>
                      <a:pt x="305" y="7"/>
                    </a:lnTo>
                    <a:lnTo>
                      <a:pt x="266" y="0"/>
                    </a:lnTo>
                    <a:lnTo>
                      <a:pt x="227" y="5"/>
                    </a:lnTo>
                    <a:lnTo>
                      <a:pt x="195" y="21"/>
                    </a:lnTo>
                    <a:lnTo>
                      <a:pt x="169" y="40"/>
                    </a:lnTo>
                    <a:lnTo>
                      <a:pt x="157" y="61"/>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3" name="Freeform 622">
                <a:extLst>
                  <a:ext uri="{FF2B5EF4-FFF2-40B4-BE49-F238E27FC236}">
                    <a16:creationId xmlns:a16="http://schemas.microsoft.com/office/drawing/2014/main" id="{A75A7218-AEAB-E14A-9249-5849A2E69D4B}"/>
                  </a:ext>
                </a:extLst>
              </p:cNvPr>
              <p:cNvSpPr>
                <a:spLocks/>
              </p:cNvSpPr>
              <p:nvPr/>
            </p:nvSpPr>
            <p:spPr bwMode="auto">
              <a:xfrm>
                <a:off x="4676" y="3628"/>
                <a:ext cx="259" cy="363"/>
              </a:xfrm>
              <a:custGeom>
                <a:avLst/>
                <a:gdLst>
                  <a:gd name="T0" fmla="*/ 71 w 519"/>
                  <a:gd name="T1" fmla="*/ 31 h 724"/>
                  <a:gd name="T2" fmla="*/ 50 w 519"/>
                  <a:gd name="T3" fmla="*/ 70 h 724"/>
                  <a:gd name="T4" fmla="*/ 34 w 519"/>
                  <a:gd name="T5" fmla="*/ 104 h 724"/>
                  <a:gd name="T6" fmla="*/ 22 w 519"/>
                  <a:gd name="T7" fmla="*/ 133 h 724"/>
                  <a:gd name="T8" fmla="*/ 18 w 519"/>
                  <a:gd name="T9" fmla="*/ 159 h 724"/>
                  <a:gd name="T10" fmla="*/ 22 w 519"/>
                  <a:gd name="T11" fmla="*/ 182 h 724"/>
                  <a:gd name="T12" fmla="*/ 37 w 519"/>
                  <a:gd name="T13" fmla="*/ 204 h 724"/>
                  <a:gd name="T14" fmla="*/ 63 w 519"/>
                  <a:gd name="T15" fmla="*/ 227 h 724"/>
                  <a:gd name="T16" fmla="*/ 104 w 519"/>
                  <a:gd name="T17" fmla="*/ 253 h 724"/>
                  <a:gd name="T18" fmla="*/ 96 w 519"/>
                  <a:gd name="T19" fmla="*/ 258 h 724"/>
                  <a:gd name="T20" fmla="*/ 86 w 519"/>
                  <a:gd name="T21" fmla="*/ 267 h 724"/>
                  <a:gd name="T22" fmla="*/ 72 w 519"/>
                  <a:gd name="T23" fmla="*/ 276 h 724"/>
                  <a:gd name="T24" fmla="*/ 57 w 519"/>
                  <a:gd name="T25" fmla="*/ 288 h 724"/>
                  <a:gd name="T26" fmla="*/ 41 w 519"/>
                  <a:gd name="T27" fmla="*/ 298 h 724"/>
                  <a:gd name="T28" fmla="*/ 25 w 519"/>
                  <a:gd name="T29" fmla="*/ 307 h 724"/>
                  <a:gd name="T30" fmla="*/ 11 w 519"/>
                  <a:gd name="T31" fmla="*/ 315 h 724"/>
                  <a:gd name="T32" fmla="*/ 0 w 519"/>
                  <a:gd name="T33" fmla="*/ 322 h 724"/>
                  <a:gd name="T34" fmla="*/ 2 w 519"/>
                  <a:gd name="T35" fmla="*/ 328 h 724"/>
                  <a:gd name="T36" fmla="*/ 7 w 519"/>
                  <a:gd name="T37" fmla="*/ 334 h 724"/>
                  <a:gd name="T38" fmla="*/ 11 w 519"/>
                  <a:gd name="T39" fmla="*/ 338 h 724"/>
                  <a:gd name="T40" fmla="*/ 17 w 519"/>
                  <a:gd name="T41" fmla="*/ 342 h 724"/>
                  <a:gd name="T42" fmla="*/ 21 w 519"/>
                  <a:gd name="T43" fmla="*/ 345 h 724"/>
                  <a:gd name="T44" fmla="*/ 26 w 519"/>
                  <a:gd name="T45" fmla="*/ 349 h 724"/>
                  <a:gd name="T46" fmla="*/ 30 w 519"/>
                  <a:gd name="T47" fmla="*/ 355 h 724"/>
                  <a:gd name="T48" fmla="*/ 34 w 519"/>
                  <a:gd name="T49" fmla="*/ 363 h 724"/>
                  <a:gd name="T50" fmla="*/ 58 w 519"/>
                  <a:gd name="T51" fmla="*/ 350 h 724"/>
                  <a:gd name="T52" fmla="*/ 83 w 519"/>
                  <a:gd name="T53" fmla="*/ 337 h 724"/>
                  <a:gd name="T54" fmla="*/ 107 w 519"/>
                  <a:gd name="T55" fmla="*/ 323 h 724"/>
                  <a:gd name="T56" fmla="*/ 132 w 519"/>
                  <a:gd name="T57" fmla="*/ 311 h 724"/>
                  <a:gd name="T58" fmla="*/ 156 w 519"/>
                  <a:gd name="T59" fmla="*/ 298 h 724"/>
                  <a:gd name="T60" fmla="*/ 180 w 519"/>
                  <a:gd name="T61" fmla="*/ 285 h 724"/>
                  <a:gd name="T62" fmla="*/ 205 w 519"/>
                  <a:gd name="T63" fmla="*/ 271 h 724"/>
                  <a:gd name="T64" fmla="*/ 229 w 519"/>
                  <a:gd name="T65" fmla="*/ 259 h 724"/>
                  <a:gd name="T66" fmla="*/ 250 w 519"/>
                  <a:gd name="T67" fmla="*/ 237 h 724"/>
                  <a:gd name="T68" fmla="*/ 259 w 519"/>
                  <a:gd name="T69" fmla="*/ 221 h 724"/>
                  <a:gd name="T70" fmla="*/ 258 w 519"/>
                  <a:gd name="T71" fmla="*/ 209 h 724"/>
                  <a:gd name="T72" fmla="*/ 248 w 519"/>
                  <a:gd name="T73" fmla="*/ 201 h 724"/>
                  <a:gd name="T74" fmla="*/ 229 w 519"/>
                  <a:gd name="T75" fmla="*/ 194 h 724"/>
                  <a:gd name="T76" fmla="*/ 204 w 519"/>
                  <a:gd name="T77" fmla="*/ 187 h 724"/>
                  <a:gd name="T78" fmla="*/ 171 w 519"/>
                  <a:gd name="T79" fmla="*/ 180 h 724"/>
                  <a:gd name="T80" fmla="*/ 134 w 519"/>
                  <a:gd name="T81" fmla="*/ 172 h 724"/>
                  <a:gd name="T82" fmla="*/ 140 w 519"/>
                  <a:gd name="T83" fmla="*/ 160 h 724"/>
                  <a:gd name="T84" fmla="*/ 147 w 519"/>
                  <a:gd name="T85" fmla="*/ 149 h 724"/>
                  <a:gd name="T86" fmla="*/ 154 w 519"/>
                  <a:gd name="T87" fmla="*/ 137 h 724"/>
                  <a:gd name="T88" fmla="*/ 161 w 519"/>
                  <a:gd name="T89" fmla="*/ 126 h 724"/>
                  <a:gd name="T90" fmla="*/ 167 w 519"/>
                  <a:gd name="T91" fmla="*/ 114 h 724"/>
                  <a:gd name="T92" fmla="*/ 175 w 519"/>
                  <a:gd name="T93" fmla="*/ 103 h 724"/>
                  <a:gd name="T94" fmla="*/ 181 w 519"/>
                  <a:gd name="T95" fmla="*/ 92 h 724"/>
                  <a:gd name="T96" fmla="*/ 189 w 519"/>
                  <a:gd name="T97" fmla="*/ 80 h 724"/>
                  <a:gd name="T98" fmla="*/ 178 w 519"/>
                  <a:gd name="T99" fmla="*/ 42 h 724"/>
                  <a:gd name="T100" fmla="*/ 163 w 519"/>
                  <a:gd name="T101" fmla="*/ 17 h 724"/>
                  <a:gd name="T102" fmla="*/ 145 w 519"/>
                  <a:gd name="T103" fmla="*/ 4 h 724"/>
                  <a:gd name="T104" fmla="*/ 125 w 519"/>
                  <a:gd name="T105" fmla="*/ 0 h 724"/>
                  <a:gd name="T106" fmla="*/ 106 w 519"/>
                  <a:gd name="T107" fmla="*/ 3 h 724"/>
                  <a:gd name="T108" fmla="*/ 90 w 519"/>
                  <a:gd name="T109" fmla="*/ 11 h 724"/>
                  <a:gd name="T110" fmla="*/ 77 w 519"/>
                  <a:gd name="T111" fmla="*/ 20 h 724"/>
                  <a:gd name="T112" fmla="*/ 71 w 519"/>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9"/>
                  <a:gd name="T172" fmla="*/ 0 h 724"/>
                  <a:gd name="T173" fmla="*/ 519 w 51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9" h="724">
                    <a:moveTo>
                      <a:pt x="142" y="61"/>
                    </a:moveTo>
                    <a:lnTo>
                      <a:pt x="101" y="140"/>
                    </a:lnTo>
                    <a:lnTo>
                      <a:pt x="68" y="208"/>
                    </a:lnTo>
                    <a:lnTo>
                      <a:pt x="44" y="266"/>
                    </a:lnTo>
                    <a:lnTo>
                      <a:pt x="37" y="317"/>
                    </a:lnTo>
                    <a:lnTo>
                      <a:pt x="45" y="362"/>
                    </a:lnTo>
                    <a:lnTo>
                      <a:pt x="74" y="407"/>
                    </a:lnTo>
                    <a:lnTo>
                      <a:pt x="127" y="452"/>
                    </a:lnTo>
                    <a:lnTo>
                      <a:pt x="208" y="504"/>
                    </a:lnTo>
                    <a:lnTo>
                      <a:pt x="193" y="515"/>
                    </a:lnTo>
                    <a:lnTo>
                      <a:pt x="172" y="533"/>
                    </a:lnTo>
                    <a:lnTo>
                      <a:pt x="144" y="551"/>
                    </a:lnTo>
                    <a:lnTo>
                      <a:pt x="114" y="574"/>
                    </a:lnTo>
                    <a:lnTo>
                      <a:pt x="82" y="594"/>
                    </a:lnTo>
                    <a:lnTo>
                      <a:pt x="50" y="613"/>
                    </a:lnTo>
                    <a:lnTo>
                      <a:pt x="22" y="629"/>
                    </a:lnTo>
                    <a:lnTo>
                      <a:pt x="0" y="642"/>
                    </a:lnTo>
                    <a:lnTo>
                      <a:pt x="5" y="655"/>
                    </a:lnTo>
                    <a:lnTo>
                      <a:pt x="14" y="667"/>
                    </a:lnTo>
                    <a:lnTo>
                      <a:pt x="23" y="674"/>
                    </a:lnTo>
                    <a:lnTo>
                      <a:pt x="34" y="682"/>
                    </a:lnTo>
                    <a:lnTo>
                      <a:pt x="43" y="688"/>
                    </a:lnTo>
                    <a:lnTo>
                      <a:pt x="53" y="697"/>
                    </a:lnTo>
                    <a:lnTo>
                      <a:pt x="60" y="708"/>
                    </a:lnTo>
                    <a:lnTo>
                      <a:pt x="68" y="724"/>
                    </a:lnTo>
                    <a:lnTo>
                      <a:pt x="117" y="698"/>
                    </a:lnTo>
                    <a:lnTo>
                      <a:pt x="166" y="672"/>
                    </a:lnTo>
                    <a:lnTo>
                      <a:pt x="215" y="645"/>
                    </a:lnTo>
                    <a:lnTo>
                      <a:pt x="264" y="620"/>
                    </a:lnTo>
                    <a:lnTo>
                      <a:pt x="312" y="594"/>
                    </a:lnTo>
                    <a:lnTo>
                      <a:pt x="361" y="568"/>
                    </a:lnTo>
                    <a:lnTo>
                      <a:pt x="410" y="541"/>
                    </a:lnTo>
                    <a:lnTo>
                      <a:pt x="459" y="516"/>
                    </a:lnTo>
                    <a:lnTo>
                      <a:pt x="501" y="472"/>
                    </a:lnTo>
                    <a:lnTo>
                      <a:pt x="519" y="441"/>
                    </a:lnTo>
                    <a:lnTo>
                      <a:pt x="517" y="417"/>
                    </a:lnTo>
                    <a:lnTo>
                      <a:pt x="497" y="401"/>
                    </a:lnTo>
                    <a:lnTo>
                      <a:pt x="459" y="386"/>
                    </a:lnTo>
                    <a:lnTo>
                      <a:pt x="408" y="373"/>
                    </a:lnTo>
                    <a:lnTo>
                      <a:pt x="343" y="360"/>
                    </a:lnTo>
                    <a:lnTo>
                      <a:pt x="269" y="343"/>
                    </a:lnTo>
                    <a:lnTo>
                      <a:pt x="281" y="320"/>
                    </a:lnTo>
                    <a:lnTo>
                      <a:pt x="295" y="297"/>
                    </a:lnTo>
                    <a:lnTo>
                      <a:pt x="309" y="274"/>
                    </a:lnTo>
                    <a:lnTo>
                      <a:pt x="323" y="252"/>
                    </a:lnTo>
                    <a:lnTo>
                      <a:pt x="335" y="228"/>
                    </a:lnTo>
                    <a:lnTo>
                      <a:pt x="350" y="205"/>
                    </a:lnTo>
                    <a:lnTo>
                      <a:pt x="363" y="183"/>
                    </a:lnTo>
                    <a:lnTo>
                      <a:pt x="378" y="160"/>
                    </a:lnTo>
                    <a:lnTo>
                      <a:pt x="356" y="83"/>
                    </a:lnTo>
                    <a:lnTo>
                      <a:pt x="326" y="34"/>
                    </a:lnTo>
                    <a:lnTo>
                      <a:pt x="290" y="7"/>
                    </a:lnTo>
                    <a:lnTo>
                      <a:pt x="251" y="0"/>
                    </a:lnTo>
                    <a:lnTo>
                      <a:pt x="212" y="5"/>
                    </a:lnTo>
                    <a:lnTo>
                      <a:pt x="180" y="21"/>
                    </a:lnTo>
                    <a:lnTo>
                      <a:pt x="154" y="40"/>
                    </a:lnTo>
                    <a:lnTo>
                      <a:pt x="142" y="61"/>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4" name="Freeform 623">
                <a:extLst>
                  <a:ext uri="{FF2B5EF4-FFF2-40B4-BE49-F238E27FC236}">
                    <a16:creationId xmlns:a16="http://schemas.microsoft.com/office/drawing/2014/main" id="{8311A78F-AFB2-F543-BC1F-D1382E69240A}"/>
                  </a:ext>
                </a:extLst>
              </p:cNvPr>
              <p:cNvSpPr>
                <a:spLocks/>
              </p:cNvSpPr>
              <p:nvPr/>
            </p:nvSpPr>
            <p:spPr bwMode="auto">
              <a:xfrm>
                <a:off x="4683" y="3628"/>
                <a:ext cx="252" cy="363"/>
              </a:xfrm>
              <a:custGeom>
                <a:avLst/>
                <a:gdLst>
                  <a:gd name="T0" fmla="*/ 63 w 504"/>
                  <a:gd name="T1" fmla="*/ 31 h 724"/>
                  <a:gd name="T2" fmla="*/ 44 w 504"/>
                  <a:gd name="T3" fmla="*/ 70 h 724"/>
                  <a:gd name="T4" fmla="*/ 28 w 504"/>
                  <a:gd name="T5" fmla="*/ 104 h 724"/>
                  <a:gd name="T6" fmla="*/ 19 w 504"/>
                  <a:gd name="T7" fmla="*/ 132 h 724"/>
                  <a:gd name="T8" fmla="*/ 17 w 504"/>
                  <a:gd name="T9" fmla="*/ 158 h 724"/>
                  <a:gd name="T10" fmla="*/ 23 w 504"/>
                  <a:gd name="T11" fmla="*/ 180 h 724"/>
                  <a:gd name="T12" fmla="*/ 39 w 504"/>
                  <a:gd name="T13" fmla="*/ 203 h 724"/>
                  <a:gd name="T14" fmla="*/ 67 w 504"/>
                  <a:gd name="T15" fmla="*/ 226 h 724"/>
                  <a:gd name="T16" fmla="*/ 108 w 504"/>
                  <a:gd name="T17" fmla="*/ 252 h 724"/>
                  <a:gd name="T18" fmla="*/ 104 w 504"/>
                  <a:gd name="T19" fmla="*/ 258 h 724"/>
                  <a:gd name="T20" fmla="*/ 95 w 504"/>
                  <a:gd name="T21" fmla="*/ 268 h 724"/>
                  <a:gd name="T22" fmla="*/ 81 w 504"/>
                  <a:gd name="T23" fmla="*/ 278 h 724"/>
                  <a:gd name="T24" fmla="*/ 64 w 504"/>
                  <a:gd name="T25" fmla="*/ 290 h 724"/>
                  <a:gd name="T26" fmla="*/ 46 w 504"/>
                  <a:gd name="T27" fmla="*/ 301 h 724"/>
                  <a:gd name="T28" fmla="*/ 28 w 504"/>
                  <a:gd name="T29" fmla="*/ 312 h 724"/>
                  <a:gd name="T30" fmla="*/ 12 w 504"/>
                  <a:gd name="T31" fmla="*/ 320 h 724"/>
                  <a:gd name="T32" fmla="*/ 0 w 504"/>
                  <a:gd name="T33" fmla="*/ 327 h 724"/>
                  <a:gd name="T34" fmla="*/ 2 w 504"/>
                  <a:gd name="T35" fmla="*/ 334 h 724"/>
                  <a:gd name="T36" fmla="*/ 6 w 504"/>
                  <a:gd name="T37" fmla="*/ 339 h 724"/>
                  <a:gd name="T38" fmla="*/ 10 w 504"/>
                  <a:gd name="T39" fmla="*/ 342 h 724"/>
                  <a:gd name="T40" fmla="*/ 14 w 504"/>
                  <a:gd name="T41" fmla="*/ 345 h 724"/>
                  <a:gd name="T42" fmla="*/ 17 w 504"/>
                  <a:gd name="T43" fmla="*/ 347 h 724"/>
                  <a:gd name="T44" fmla="*/ 20 w 504"/>
                  <a:gd name="T45" fmla="*/ 350 h 724"/>
                  <a:gd name="T46" fmla="*/ 24 w 504"/>
                  <a:gd name="T47" fmla="*/ 355 h 724"/>
                  <a:gd name="T48" fmla="*/ 27 w 504"/>
                  <a:gd name="T49" fmla="*/ 363 h 724"/>
                  <a:gd name="T50" fmla="*/ 51 w 504"/>
                  <a:gd name="T51" fmla="*/ 350 h 724"/>
                  <a:gd name="T52" fmla="*/ 76 w 504"/>
                  <a:gd name="T53" fmla="*/ 337 h 724"/>
                  <a:gd name="T54" fmla="*/ 100 w 504"/>
                  <a:gd name="T55" fmla="*/ 323 h 724"/>
                  <a:gd name="T56" fmla="*/ 125 w 504"/>
                  <a:gd name="T57" fmla="*/ 311 h 724"/>
                  <a:gd name="T58" fmla="*/ 149 w 504"/>
                  <a:gd name="T59" fmla="*/ 298 h 724"/>
                  <a:gd name="T60" fmla="*/ 173 w 504"/>
                  <a:gd name="T61" fmla="*/ 285 h 724"/>
                  <a:gd name="T62" fmla="*/ 198 w 504"/>
                  <a:gd name="T63" fmla="*/ 271 h 724"/>
                  <a:gd name="T64" fmla="*/ 222 w 504"/>
                  <a:gd name="T65" fmla="*/ 259 h 724"/>
                  <a:gd name="T66" fmla="*/ 243 w 504"/>
                  <a:gd name="T67" fmla="*/ 237 h 724"/>
                  <a:gd name="T68" fmla="*/ 252 w 504"/>
                  <a:gd name="T69" fmla="*/ 221 h 724"/>
                  <a:gd name="T70" fmla="*/ 251 w 504"/>
                  <a:gd name="T71" fmla="*/ 209 h 724"/>
                  <a:gd name="T72" fmla="*/ 241 w 504"/>
                  <a:gd name="T73" fmla="*/ 201 h 724"/>
                  <a:gd name="T74" fmla="*/ 222 w 504"/>
                  <a:gd name="T75" fmla="*/ 194 h 724"/>
                  <a:gd name="T76" fmla="*/ 197 w 504"/>
                  <a:gd name="T77" fmla="*/ 187 h 724"/>
                  <a:gd name="T78" fmla="*/ 164 w 504"/>
                  <a:gd name="T79" fmla="*/ 180 h 724"/>
                  <a:gd name="T80" fmla="*/ 127 w 504"/>
                  <a:gd name="T81" fmla="*/ 172 h 724"/>
                  <a:gd name="T82" fmla="*/ 133 w 504"/>
                  <a:gd name="T83" fmla="*/ 160 h 724"/>
                  <a:gd name="T84" fmla="*/ 140 w 504"/>
                  <a:gd name="T85" fmla="*/ 149 h 724"/>
                  <a:gd name="T86" fmla="*/ 147 w 504"/>
                  <a:gd name="T87" fmla="*/ 137 h 724"/>
                  <a:gd name="T88" fmla="*/ 154 w 504"/>
                  <a:gd name="T89" fmla="*/ 126 h 724"/>
                  <a:gd name="T90" fmla="*/ 160 w 504"/>
                  <a:gd name="T91" fmla="*/ 114 h 724"/>
                  <a:gd name="T92" fmla="*/ 168 w 504"/>
                  <a:gd name="T93" fmla="*/ 103 h 724"/>
                  <a:gd name="T94" fmla="*/ 174 w 504"/>
                  <a:gd name="T95" fmla="*/ 92 h 724"/>
                  <a:gd name="T96" fmla="*/ 182 w 504"/>
                  <a:gd name="T97" fmla="*/ 80 h 724"/>
                  <a:gd name="T98" fmla="*/ 171 w 504"/>
                  <a:gd name="T99" fmla="*/ 42 h 724"/>
                  <a:gd name="T100" fmla="*/ 156 w 504"/>
                  <a:gd name="T101" fmla="*/ 17 h 724"/>
                  <a:gd name="T102" fmla="*/ 138 w 504"/>
                  <a:gd name="T103" fmla="*/ 4 h 724"/>
                  <a:gd name="T104" fmla="*/ 118 w 504"/>
                  <a:gd name="T105" fmla="*/ 0 h 724"/>
                  <a:gd name="T106" fmla="*/ 99 w 504"/>
                  <a:gd name="T107" fmla="*/ 3 h 724"/>
                  <a:gd name="T108" fmla="*/ 83 w 504"/>
                  <a:gd name="T109" fmla="*/ 11 h 724"/>
                  <a:gd name="T110" fmla="*/ 70 w 504"/>
                  <a:gd name="T111" fmla="*/ 20 h 724"/>
                  <a:gd name="T112" fmla="*/ 63 w 50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04"/>
                  <a:gd name="T172" fmla="*/ 0 h 724"/>
                  <a:gd name="T173" fmla="*/ 504 w 50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04" h="724">
                    <a:moveTo>
                      <a:pt x="127" y="61"/>
                    </a:moveTo>
                    <a:lnTo>
                      <a:pt x="87" y="140"/>
                    </a:lnTo>
                    <a:lnTo>
                      <a:pt x="55" y="208"/>
                    </a:lnTo>
                    <a:lnTo>
                      <a:pt x="37" y="264"/>
                    </a:lnTo>
                    <a:lnTo>
                      <a:pt x="33" y="316"/>
                    </a:lnTo>
                    <a:lnTo>
                      <a:pt x="45" y="360"/>
                    </a:lnTo>
                    <a:lnTo>
                      <a:pt x="78" y="405"/>
                    </a:lnTo>
                    <a:lnTo>
                      <a:pt x="133" y="451"/>
                    </a:lnTo>
                    <a:lnTo>
                      <a:pt x="216" y="502"/>
                    </a:lnTo>
                    <a:lnTo>
                      <a:pt x="208" y="515"/>
                    </a:lnTo>
                    <a:lnTo>
                      <a:pt x="190" y="534"/>
                    </a:lnTo>
                    <a:lnTo>
                      <a:pt x="161" y="555"/>
                    </a:lnTo>
                    <a:lnTo>
                      <a:pt x="128" y="579"/>
                    </a:lnTo>
                    <a:lnTo>
                      <a:pt x="91" y="600"/>
                    </a:lnTo>
                    <a:lnTo>
                      <a:pt x="55" y="622"/>
                    </a:lnTo>
                    <a:lnTo>
                      <a:pt x="24" y="638"/>
                    </a:lnTo>
                    <a:lnTo>
                      <a:pt x="0" y="652"/>
                    </a:lnTo>
                    <a:lnTo>
                      <a:pt x="4" y="667"/>
                    </a:lnTo>
                    <a:lnTo>
                      <a:pt x="12" y="677"/>
                    </a:lnTo>
                    <a:lnTo>
                      <a:pt x="19" y="682"/>
                    </a:lnTo>
                    <a:lnTo>
                      <a:pt x="27" y="688"/>
                    </a:lnTo>
                    <a:lnTo>
                      <a:pt x="33" y="692"/>
                    </a:lnTo>
                    <a:lnTo>
                      <a:pt x="40" y="698"/>
                    </a:lnTo>
                    <a:lnTo>
                      <a:pt x="47" y="708"/>
                    </a:lnTo>
                    <a:lnTo>
                      <a:pt x="53" y="724"/>
                    </a:lnTo>
                    <a:lnTo>
                      <a:pt x="102" y="698"/>
                    </a:lnTo>
                    <a:lnTo>
                      <a:pt x="151" y="672"/>
                    </a:lnTo>
                    <a:lnTo>
                      <a:pt x="200" y="645"/>
                    </a:lnTo>
                    <a:lnTo>
                      <a:pt x="249" y="620"/>
                    </a:lnTo>
                    <a:lnTo>
                      <a:pt x="297" y="594"/>
                    </a:lnTo>
                    <a:lnTo>
                      <a:pt x="346" y="568"/>
                    </a:lnTo>
                    <a:lnTo>
                      <a:pt x="395" y="541"/>
                    </a:lnTo>
                    <a:lnTo>
                      <a:pt x="444" y="516"/>
                    </a:lnTo>
                    <a:lnTo>
                      <a:pt x="486" y="472"/>
                    </a:lnTo>
                    <a:lnTo>
                      <a:pt x="504" y="441"/>
                    </a:lnTo>
                    <a:lnTo>
                      <a:pt x="502" y="417"/>
                    </a:lnTo>
                    <a:lnTo>
                      <a:pt x="482" y="401"/>
                    </a:lnTo>
                    <a:lnTo>
                      <a:pt x="444" y="386"/>
                    </a:lnTo>
                    <a:lnTo>
                      <a:pt x="393" y="373"/>
                    </a:lnTo>
                    <a:lnTo>
                      <a:pt x="328" y="360"/>
                    </a:lnTo>
                    <a:lnTo>
                      <a:pt x="254" y="343"/>
                    </a:lnTo>
                    <a:lnTo>
                      <a:pt x="266" y="320"/>
                    </a:lnTo>
                    <a:lnTo>
                      <a:pt x="280" y="297"/>
                    </a:lnTo>
                    <a:lnTo>
                      <a:pt x="294" y="274"/>
                    </a:lnTo>
                    <a:lnTo>
                      <a:pt x="308" y="252"/>
                    </a:lnTo>
                    <a:lnTo>
                      <a:pt x="320" y="228"/>
                    </a:lnTo>
                    <a:lnTo>
                      <a:pt x="335" y="205"/>
                    </a:lnTo>
                    <a:lnTo>
                      <a:pt x="348" y="183"/>
                    </a:lnTo>
                    <a:lnTo>
                      <a:pt x="363" y="160"/>
                    </a:lnTo>
                    <a:lnTo>
                      <a:pt x="341" y="83"/>
                    </a:lnTo>
                    <a:lnTo>
                      <a:pt x="311" y="34"/>
                    </a:lnTo>
                    <a:lnTo>
                      <a:pt x="275" y="7"/>
                    </a:lnTo>
                    <a:lnTo>
                      <a:pt x="236" y="0"/>
                    </a:lnTo>
                    <a:lnTo>
                      <a:pt x="197" y="5"/>
                    </a:lnTo>
                    <a:lnTo>
                      <a:pt x="165" y="21"/>
                    </a:lnTo>
                    <a:lnTo>
                      <a:pt x="139" y="40"/>
                    </a:lnTo>
                    <a:lnTo>
                      <a:pt x="127" y="61"/>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5" name="Freeform 624">
                <a:extLst>
                  <a:ext uri="{FF2B5EF4-FFF2-40B4-BE49-F238E27FC236}">
                    <a16:creationId xmlns:a16="http://schemas.microsoft.com/office/drawing/2014/main" id="{EE028448-8D19-2E49-94C5-45D995B5DDB7}"/>
                  </a:ext>
                </a:extLst>
              </p:cNvPr>
              <p:cNvSpPr>
                <a:spLocks/>
              </p:cNvSpPr>
              <p:nvPr/>
            </p:nvSpPr>
            <p:spPr bwMode="auto">
              <a:xfrm>
                <a:off x="4691" y="3628"/>
                <a:ext cx="244" cy="363"/>
              </a:xfrm>
              <a:custGeom>
                <a:avLst/>
                <a:gdLst>
                  <a:gd name="T0" fmla="*/ 55 w 487"/>
                  <a:gd name="T1" fmla="*/ 31 h 724"/>
                  <a:gd name="T2" fmla="*/ 35 w 487"/>
                  <a:gd name="T3" fmla="*/ 70 h 724"/>
                  <a:gd name="T4" fmla="*/ 21 w 487"/>
                  <a:gd name="T5" fmla="*/ 104 h 724"/>
                  <a:gd name="T6" fmla="*/ 14 w 487"/>
                  <a:gd name="T7" fmla="*/ 132 h 724"/>
                  <a:gd name="T8" fmla="*/ 14 w 487"/>
                  <a:gd name="T9" fmla="*/ 158 h 724"/>
                  <a:gd name="T10" fmla="*/ 22 w 487"/>
                  <a:gd name="T11" fmla="*/ 179 h 724"/>
                  <a:gd name="T12" fmla="*/ 41 w 487"/>
                  <a:gd name="T13" fmla="*/ 202 h 724"/>
                  <a:gd name="T14" fmla="*/ 70 w 487"/>
                  <a:gd name="T15" fmla="*/ 224 h 724"/>
                  <a:gd name="T16" fmla="*/ 111 w 487"/>
                  <a:gd name="T17" fmla="*/ 250 h 724"/>
                  <a:gd name="T18" fmla="*/ 110 w 487"/>
                  <a:gd name="T19" fmla="*/ 257 h 724"/>
                  <a:gd name="T20" fmla="*/ 103 w 487"/>
                  <a:gd name="T21" fmla="*/ 268 h 724"/>
                  <a:gd name="T22" fmla="*/ 88 w 487"/>
                  <a:gd name="T23" fmla="*/ 280 h 724"/>
                  <a:gd name="T24" fmla="*/ 70 w 487"/>
                  <a:gd name="T25" fmla="*/ 293 h 724"/>
                  <a:gd name="T26" fmla="*/ 50 w 487"/>
                  <a:gd name="T27" fmla="*/ 305 h 724"/>
                  <a:gd name="T28" fmla="*/ 30 w 487"/>
                  <a:gd name="T29" fmla="*/ 317 h 724"/>
                  <a:gd name="T30" fmla="*/ 12 w 487"/>
                  <a:gd name="T31" fmla="*/ 326 h 724"/>
                  <a:gd name="T32" fmla="*/ 0 w 487"/>
                  <a:gd name="T33" fmla="*/ 333 h 724"/>
                  <a:gd name="T34" fmla="*/ 2 w 487"/>
                  <a:gd name="T35" fmla="*/ 339 h 724"/>
                  <a:gd name="T36" fmla="*/ 4 w 487"/>
                  <a:gd name="T37" fmla="*/ 343 h 724"/>
                  <a:gd name="T38" fmla="*/ 6 w 487"/>
                  <a:gd name="T39" fmla="*/ 346 h 724"/>
                  <a:gd name="T40" fmla="*/ 9 w 487"/>
                  <a:gd name="T41" fmla="*/ 347 h 724"/>
                  <a:gd name="T42" fmla="*/ 11 w 487"/>
                  <a:gd name="T43" fmla="*/ 348 h 724"/>
                  <a:gd name="T44" fmla="*/ 13 w 487"/>
                  <a:gd name="T45" fmla="*/ 351 h 724"/>
                  <a:gd name="T46" fmla="*/ 16 w 487"/>
                  <a:gd name="T47" fmla="*/ 355 h 724"/>
                  <a:gd name="T48" fmla="*/ 18 w 487"/>
                  <a:gd name="T49" fmla="*/ 363 h 724"/>
                  <a:gd name="T50" fmla="*/ 43 w 487"/>
                  <a:gd name="T51" fmla="*/ 350 h 724"/>
                  <a:gd name="T52" fmla="*/ 67 w 487"/>
                  <a:gd name="T53" fmla="*/ 337 h 724"/>
                  <a:gd name="T54" fmla="*/ 92 w 487"/>
                  <a:gd name="T55" fmla="*/ 323 h 724"/>
                  <a:gd name="T56" fmla="*/ 116 w 487"/>
                  <a:gd name="T57" fmla="*/ 311 h 724"/>
                  <a:gd name="T58" fmla="*/ 140 w 487"/>
                  <a:gd name="T59" fmla="*/ 298 h 724"/>
                  <a:gd name="T60" fmla="*/ 165 w 487"/>
                  <a:gd name="T61" fmla="*/ 285 h 724"/>
                  <a:gd name="T62" fmla="*/ 189 w 487"/>
                  <a:gd name="T63" fmla="*/ 271 h 724"/>
                  <a:gd name="T64" fmla="*/ 214 w 487"/>
                  <a:gd name="T65" fmla="*/ 259 h 724"/>
                  <a:gd name="T66" fmla="*/ 235 w 487"/>
                  <a:gd name="T67" fmla="*/ 237 h 724"/>
                  <a:gd name="T68" fmla="*/ 244 w 487"/>
                  <a:gd name="T69" fmla="*/ 221 h 724"/>
                  <a:gd name="T70" fmla="*/ 243 w 487"/>
                  <a:gd name="T71" fmla="*/ 209 h 724"/>
                  <a:gd name="T72" fmla="*/ 233 w 487"/>
                  <a:gd name="T73" fmla="*/ 201 h 724"/>
                  <a:gd name="T74" fmla="*/ 214 w 487"/>
                  <a:gd name="T75" fmla="*/ 194 h 724"/>
                  <a:gd name="T76" fmla="*/ 188 w 487"/>
                  <a:gd name="T77" fmla="*/ 187 h 724"/>
                  <a:gd name="T78" fmla="*/ 156 w 487"/>
                  <a:gd name="T79" fmla="*/ 180 h 724"/>
                  <a:gd name="T80" fmla="*/ 119 w 487"/>
                  <a:gd name="T81" fmla="*/ 172 h 724"/>
                  <a:gd name="T82" fmla="*/ 125 w 487"/>
                  <a:gd name="T83" fmla="*/ 160 h 724"/>
                  <a:gd name="T84" fmla="*/ 132 w 487"/>
                  <a:gd name="T85" fmla="*/ 149 h 724"/>
                  <a:gd name="T86" fmla="*/ 139 w 487"/>
                  <a:gd name="T87" fmla="*/ 137 h 724"/>
                  <a:gd name="T88" fmla="*/ 146 w 487"/>
                  <a:gd name="T89" fmla="*/ 126 h 724"/>
                  <a:gd name="T90" fmla="*/ 152 w 487"/>
                  <a:gd name="T91" fmla="*/ 114 h 724"/>
                  <a:gd name="T92" fmla="*/ 159 w 487"/>
                  <a:gd name="T93" fmla="*/ 103 h 724"/>
                  <a:gd name="T94" fmla="*/ 166 w 487"/>
                  <a:gd name="T95" fmla="*/ 92 h 724"/>
                  <a:gd name="T96" fmla="*/ 173 w 487"/>
                  <a:gd name="T97" fmla="*/ 80 h 724"/>
                  <a:gd name="T98" fmla="*/ 162 w 487"/>
                  <a:gd name="T99" fmla="*/ 42 h 724"/>
                  <a:gd name="T100" fmla="*/ 147 w 487"/>
                  <a:gd name="T101" fmla="*/ 17 h 724"/>
                  <a:gd name="T102" fmla="*/ 129 w 487"/>
                  <a:gd name="T103" fmla="*/ 4 h 724"/>
                  <a:gd name="T104" fmla="*/ 110 w 487"/>
                  <a:gd name="T105" fmla="*/ 0 h 724"/>
                  <a:gd name="T106" fmla="*/ 90 w 487"/>
                  <a:gd name="T107" fmla="*/ 3 h 724"/>
                  <a:gd name="T108" fmla="*/ 74 w 487"/>
                  <a:gd name="T109" fmla="*/ 11 h 724"/>
                  <a:gd name="T110" fmla="*/ 61 w 487"/>
                  <a:gd name="T111" fmla="*/ 20 h 724"/>
                  <a:gd name="T112" fmla="*/ 55 w 487"/>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87"/>
                  <a:gd name="T172" fmla="*/ 0 h 724"/>
                  <a:gd name="T173" fmla="*/ 487 w 487"/>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87" h="724">
                    <a:moveTo>
                      <a:pt x="110" y="61"/>
                    </a:moveTo>
                    <a:lnTo>
                      <a:pt x="70" y="140"/>
                    </a:lnTo>
                    <a:lnTo>
                      <a:pt x="42" y="208"/>
                    </a:lnTo>
                    <a:lnTo>
                      <a:pt x="27" y="264"/>
                    </a:lnTo>
                    <a:lnTo>
                      <a:pt x="27" y="315"/>
                    </a:lnTo>
                    <a:lnTo>
                      <a:pt x="43" y="358"/>
                    </a:lnTo>
                    <a:lnTo>
                      <a:pt x="81" y="402"/>
                    </a:lnTo>
                    <a:lnTo>
                      <a:pt x="139" y="447"/>
                    </a:lnTo>
                    <a:lnTo>
                      <a:pt x="222" y="499"/>
                    </a:lnTo>
                    <a:lnTo>
                      <a:pt x="220" y="513"/>
                    </a:lnTo>
                    <a:lnTo>
                      <a:pt x="205" y="534"/>
                    </a:lnTo>
                    <a:lnTo>
                      <a:pt x="176" y="558"/>
                    </a:lnTo>
                    <a:lnTo>
                      <a:pt x="140" y="584"/>
                    </a:lnTo>
                    <a:lnTo>
                      <a:pt x="99" y="609"/>
                    </a:lnTo>
                    <a:lnTo>
                      <a:pt x="59" y="632"/>
                    </a:lnTo>
                    <a:lnTo>
                      <a:pt x="23" y="650"/>
                    </a:lnTo>
                    <a:lnTo>
                      <a:pt x="0" y="664"/>
                    </a:lnTo>
                    <a:lnTo>
                      <a:pt x="3" y="677"/>
                    </a:lnTo>
                    <a:lnTo>
                      <a:pt x="7" y="685"/>
                    </a:lnTo>
                    <a:lnTo>
                      <a:pt x="12" y="690"/>
                    </a:lnTo>
                    <a:lnTo>
                      <a:pt x="17" y="693"/>
                    </a:lnTo>
                    <a:lnTo>
                      <a:pt x="21" y="694"/>
                    </a:lnTo>
                    <a:lnTo>
                      <a:pt x="26" y="700"/>
                    </a:lnTo>
                    <a:lnTo>
                      <a:pt x="31" y="708"/>
                    </a:lnTo>
                    <a:lnTo>
                      <a:pt x="36" y="724"/>
                    </a:lnTo>
                    <a:lnTo>
                      <a:pt x="85" y="698"/>
                    </a:lnTo>
                    <a:lnTo>
                      <a:pt x="134" y="672"/>
                    </a:lnTo>
                    <a:lnTo>
                      <a:pt x="183" y="645"/>
                    </a:lnTo>
                    <a:lnTo>
                      <a:pt x="232" y="620"/>
                    </a:lnTo>
                    <a:lnTo>
                      <a:pt x="280" y="594"/>
                    </a:lnTo>
                    <a:lnTo>
                      <a:pt x="329" y="568"/>
                    </a:lnTo>
                    <a:lnTo>
                      <a:pt x="378" y="541"/>
                    </a:lnTo>
                    <a:lnTo>
                      <a:pt x="427" y="516"/>
                    </a:lnTo>
                    <a:lnTo>
                      <a:pt x="469" y="472"/>
                    </a:lnTo>
                    <a:lnTo>
                      <a:pt x="487" y="441"/>
                    </a:lnTo>
                    <a:lnTo>
                      <a:pt x="485" y="417"/>
                    </a:lnTo>
                    <a:lnTo>
                      <a:pt x="465" y="401"/>
                    </a:lnTo>
                    <a:lnTo>
                      <a:pt x="427" y="386"/>
                    </a:lnTo>
                    <a:lnTo>
                      <a:pt x="376" y="373"/>
                    </a:lnTo>
                    <a:lnTo>
                      <a:pt x="311" y="360"/>
                    </a:lnTo>
                    <a:lnTo>
                      <a:pt x="237" y="343"/>
                    </a:lnTo>
                    <a:lnTo>
                      <a:pt x="249" y="320"/>
                    </a:lnTo>
                    <a:lnTo>
                      <a:pt x="263" y="297"/>
                    </a:lnTo>
                    <a:lnTo>
                      <a:pt x="277" y="274"/>
                    </a:lnTo>
                    <a:lnTo>
                      <a:pt x="291" y="252"/>
                    </a:lnTo>
                    <a:lnTo>
                      <a:pt x="303" y="228"/>
                    </a:lnTo>
                    <a:lnTo>
                      <a:pt x="318" y="205"/>
                    </a:lnTo>
                    <a:lnTo>
                      <a:pt x="331" y="183"/>
                    </a:lnTo>
                    <a:lnTo>
                      <a:pt x="346" y="160"/>
                    </a:lnTo>
                    <a:lnTo>
                      <a:pt x="324" y="83"/>
                    </a:lnTo>
                    <a:lnTo>
                      <a:pt x="294" y="34"/>
                    </a:lnTo>
                    <a:lnTo>
                      <a:pt x="258" y="7"/>
                    </a:lnTo>
                    <a:lnTo>
                      <a:pt x="219" y="0"/>
                    </a:lnTo>
                    <a:lnTo>
                      <a:pt x="180" y="5"/>
                    </a:lnTo>
                    <a:lnTo>
                      <a:pt x="148" y="21"/>
                    </a:lnTo>
                    <a:lnTo>
                      <a:pt x="122" y="40"/>
                    </a:lnTo>
                    <a:lnTo>
                      <a:pt x="110" y="61"/>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6" name="Freeform 625">
                <a:extLst>
                  <a:ext uri="{FF2B5EF4-FFF2-40B4-BE49-F238E27FC236}">
                    <a16:creationId xmlns:a16="http://schemas.microsoft.com/office/drawing/2014/main" id="{BC593CFB-7DB0-9F41-BB01-1F5E16156ACB}"/>
                  </a:ext>
                </a:extLst>
              </p:cNvPr>
              <p:cNvSpPr>
                <a:spLocks/>
              </p:cNvSpPr>
              <p:nvPr/>
            </p:nvSpPr>
            <p:spPr bwMode="auto">
              <a:xfrm>
                <a:off x="4699" y="3628"/>
                <a:ext cx="236" cy="363"/>
              </a:xfrm>
              <a:custGeom>
                <a:avLst/>
                <a:gdLst>
                  <a:gd name="T0" fmla="*/ 48 w 472"/>
                  <a:gd name="T1" fmla="*/ 31 h 724"/>
                  <a:gd name="T2" fmla="*/ 28 w 472"/>
                  <a:gd name="T3" fmla="*/ 70 h 724"/>
                  <a:gd name="T4" fmla="*/ 15 w 472"/>
                  <a:gd name="T5" fmla="*/ 104 h 724"/>
                  <a:gd name="T6" fmla="*/ 9 w 472"/>
                  <a:gd name="T7" fmla="*/ 131 h 724"/>
                  <a:gd name="T8" fmla="*/ 12 w 472"/>
                  <a:gd name="T9" fmla="*/ 156 h 724"/>
                  <a:gd name="T10" fmla="*/ 22 w 472"/>
                  <a:gd name="T11" fmla="*/ 178 h 724"/>
                  <a:gd name="T12" fmla="*/ 43 w 472"/>
                  <a:gd name="T13" fmla="*/ 201 h 724"/>
                  <a:gd name="T14" fmla="*/ 73 w 472"/>
                  <a:gd name="T15" fmla="*/ 223 h 724"/>
                  <a:gd name="T16" fmla="*/ 115 w 472"/>
                  <a:gd name="T17" fmla="*/ 249 h 724"/>
                  <a:gd name="T18" fmla="*/ 118 w 472"/>
                  <a:gd name="T19" fmla="*/ 257 h 724"/>
                  <a:gd name="T20" fmla="*/ 112 w 472"/>
                  <a:gd name="T21" fmla="*/ 268 h 724"/>
                  <a:gd name="T22" fmla="*/ 97 w 472"/>
                  <a:gd name="T23" fmla="*/ 281 h 724"/>
                  <a:gd name="T24" fmla="*/ 77 w 472"/>
                  <a:gd name="T25" fmla="*/ 295 h 724"/>
                  <a:gd name="T26" fmla="*/ 55 w 472"/>
                  <a:gd name="T27" fmla="*/ 308 h 724"/>
                  <a:gd name="T28" fmla="*/ 32 w 472"/>
                  <a:gd name="T29" fmla="*/ 321 h 724"/>
                  <a:gd name="T30" fmla="*/ 13 w 472"/>
                  <a:gd name="T31" fmla="*/ 331 h 724"/>
                  <a:gd name="T32" fmla="*/ 0 w 472"/>
                  <a:gd name="T33" fmla="*/ 338 h 724"/>
                  <a:gd name="T34" fmla="*/ 1 w 472"/>
                  <a:gd name="T35" fmla="*/ 345 h 724"/>
                  <a:gd name="T36" fmla="*/ 3 w 472"/>
                  <a:gd name="T37" fmla="*/ 348 h 724"/>
                  <a:gd name="T38" fmla="*/ 4 w 472"/>
                  <a:gd name="T39" fmla="*/ 350 h 724"/>
                  <a:gd name="T40" fmla="*/ 5 w 472"/>
                  <a:gd name="T41" fmla="*/ 350 h 724"/>
                  <a:gd name="T42" fmla="*/ 6 w 472"/>
                  <a:gd name="T43" fmla="*/ 350 h 724"/>
                  <a:gd name="T44" fmla="*/ 7 w 472"/>
                  <a:gd name="T45" fmla="*/ 352 h 724"/>
                  <a:gd name="T46" fmla="*/ 8 w 472"/>
                  <a:gd name="T47" fmla="*/ 355 h 724"/>
                  <a:gd name="T48" fmla="*/ 11 w 472"/>
                  <a:gd name="T49" fmla="*/ 363 h 724"/>
                  <a:gd name="T50" fmla="*/ 35 w 472"/>
                  <a:gd name="T51" fmla="*/ 350 h 724"/>
                  <a:gd name="T52" fmla="*/ 59 w 472"/>
                  <a:gd name="T53" fmla="*/ 337 h 724"/>
                  <a:gd name="T54" fmla="*/ 84 w 472"/>
                  <a:gd name="T55" fmla="*/ 323 h 724"/>
                  <a:gd name="T56" fmla="*/ 109 w 472"/>
                  <a:gd name="T57" fmla="*/ 311 h 724"/>
                  <a:gd name="T58" fmla="*/ 133 w 472"/>
                  <a:gd name="T59" fmla="*/ 298 h 724"/>
                  <a:gd name="T60" fmla="*/ 157 w 472"/>
                  <a:gd name="T61" fmla="*/ 285 h 724"/>
                  <a:gd name="T62" fmla="*/ 182 w 472"/>
                  <a:gd name="T63" fmla="*/ 271 h 724"/>
                  <a:gd name="T64" fmla="*/ 206 w 472"/>
                  <a:gd name="T65" fmla="*/ 259 h 724"/>
                  <a:gd name="T66" fmla="*/ 227 w 472"/>
                  <a:gd name="T67" fmla="*/ 237 h 724"/>
                  <a:gd name="T68" fmla="*/ 236 w 472"/>
                  <a:gd name="T69" fmla="*/ 221 h 724"/>
                  <a:gd name="T70" fmla="*/ 235 w 472"/>
                  <a:gd name="T71" fmla="*/ 209 h 724"/>
                  <a:gd name="T72" fmla="*/ 225 w 472"/>
                  <a:gd name="T73" fmla="*/ 201 h 724"/>
                  <a:gd name="T74" fmla="*/ 206 w 472"/>
                  <a:gd name="T75" fmla="*/ 194 h 724"/>
                  <a:gd name="T76" fmla="*/ 181 w 472"/>
                  <a:gd name="T77" fmla="*/ 187 h 724"/>
                  <a:gd name="T78" fmla="*/ 148 w 472"/>
                  <a:gd name="T79" fmla="*/ 180 h 724"/>
                  <a:gd name="T80" fmla="*/ 111 w 472"/>
                  <a:gd name="T81" fmla="*/ 172 h 724"/>
                  <a:gd name="T82" fmla="*/ 117 w 472"/>
                  <a:gd name="T83" fmla="*/ 160 h 724"/>
                  <a:gd name="T84" fmla="*/ 124 w 472"/>
                  <a:gd name="T85" fmla="*/ 149 h 724"/>
                  <a:gd name="T86" fmla="*/ 131 w 472"/>
                  <a:gd name="T87" fmla="*/ 137 h 724"/>
                  <a:gd name="T88" fmla="*/ 138 w 472"/>
                  <a:gd name="T89" fmla="*/ 126 h 724"/>
                  <a:gd name="T90" fmla="*/ 144 w 472"/>
                  <a:gd name="T91" fmla="*/ 114 h 724"/>
                  <a:gd name="T92" fmla="*/ 152 w 472"/>
                  <a:gd name="T93" fmla="*/ 103 h 724"/>
                  <a:gd name="T94" fmla="*/ 158 w 472"/>
                  <a:gd name="T95" fmla="*/ 92 h 724"/>
                  <a:gd name="T96" fmla="*/ 166 w 472"/>
                  <a:gd name="T97" fmla="*/ 80 h 724"/>
                  <a:gd name="T98" fmla="*/ 155 w 472"/>
                  <a:gd name="T99" fmla="*/ 42 h 724"/>
                  <a:gd name="T100" fmla="*/ 140 w 472"/>
                  <a:gd name="T101" fmla="*/ 17 h 724"/>
                  <a:gd name="T102" fmla="*/ 121 w 472"/>
                  <a:gd name="T103" fmla="*/ 4 h 724"/>
                  <a:gd name="T104" fmla="*/ 102 w 472"/>
                  <a:gd name="T105" fmla="*/ 0 h 724"/>
                  <a:gd name="T106" fmla="*/ 83 w 472"/>
                  <a:gd name="T107" fmla="*/ 3 h 724"/>
                  <a:gd name="T108" fmla="*/ 67 w 472"/>
                  <a:gd name="T109" fmla="*/ 11 h 724"/>
                  <a:gd name="T110" fmla="*/ 54 w 472"/>
                  <a:gd name="T111" fmla="*/ 20 h 724"/>
                  <a:gd name="T112" fmla="*/ 48 w 472"/>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72"/>
                  <a:gd name="T172" fmla="*/ 0 h 724"/>
                  <a:gd name="T173" fmla="*/ 472 w 472"/>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72" h="724">
                    <a:moveTo>
                      <a:pt x="95" y="61"/>
                    </a:moveTo>
                    <a:lnTo>
                      <a:pt x="56" y="140"/>
                    </a:lnTo>
                    <a:lnTo>
                      <a:pt x="31" y="207"/>
                    </a:lnTo>
                    <a:lnTo>
                      <a:pt x="18" y="262"/>
                    </a:lnTo>
                    <a:lnTo>
                      <a:pt x="23" y="312"/>
                    </a:lnTo>
                    <a:lnTo>
                      <a:pt x="44" y="356"/>
                    </a:lnTo>
                    <a:lnTo>
                      <a:pt x="85" y="400"/>
                    </a:lnTo>
                    <a:lnTo>
                      <a:pt x="145" y="445"/>
                    </a:lnTo>
                    <a:lnTo>
                      <a:pt x="229" y="496"/>
                    </a:lnTo>
                    <a:lnTo>
                      <a:pt x="237" y="513"/>
                    </a:lnTo>
                    <a:lnTo>
                      <a:pt x="223" y="535"/>
                    </a:lnTo>
                    <a:lnTo>
                      <a:pt x="193" y="560"/>
                    </a:lnTo>
                    <a:lnTo>
                      <a:pt x="154" y="589"/>
                    </a:lnTo>
                    <a:lnTo>
                      <a:pt x="109" y="615"/>
                    </a:lnTo>
                    <a:lnTo>
                      <a:pt x="64" y="640"/>
                    </a:lnTo>
                    <a:lnTo>
                      <a:pt x="26" y="660"/>
                    </a:lnTo>
                    <a:lnTo>
                      <a:pt x="0" y="674"/>
                    </a:lnTo>
                    <a:lnTo>
                      <a:pt x="2" y="688"/>
                    </a:lnTo>
                    <a:lnTo>
                      <a:pt x="6" y="695"/>
                    </a:lnTo>
                    <a:lnTo>
                      <a:pt x="7" y="698"/>
                    </a:lnTo>
                    <a:lnTo>
                      <a:pt x="10" y="699"/>
                    </a:lnTo>
                    <a:lnTo>
                      <a:pt x="11" y="699"/>
                    </a:lnTo>
                    <a:lnTo>
                      <a:pt x="13" y="702"/>
                    </a:lnTo>
                    <a:lnTo>
                      <a:pt x="16" y="709"/>
                    </a:lnTo>
                    <a:lnTo>
                      <a:pt x="21" y="724"/>
                    </a:lnTo>
                    <a:lnTo>
                      <a:pt x="70" y="698"/>
                    </a:lnTo>
                    <a:lnTo>
                      <a:pt x="119" y="672"/>
                    </a:lnTo>
                    <a:lnTo>
                      <a:pt x="168" y="645"/>
                    </a:lnTo>
                    <a:lnTo>
                      <a:pt x="217" y="620"/>
                    </a:lnTo>
                    <a:lnTo>
                      <a:pt x="265" y="594"/>
                    </a:lnTo>
                    <a:lnTo>
                      <a:pt x="314" y="568"/>
                    </a:lnTo>
                    <a:lnTo>
                      <a:pt x="363" y="541"/>
                    </a:lnTo>
                    <a:lnTo>
                      <a:pt x="412" y="516"/>
                    </a:lnTo>
                    <a:lnTo>
                      <a:pt x="454" y="472"/>
                    </a:lnTo>
                    <a:lnTo>
                      <a:pt x="472" y="441"/>
                    </a:lnTo>
                    <a:lnTo>
                      <a:pt x="470" y="417"/>
                    </a:lnTo>
                    <a:lnTo>
                      <a:pt x="450" y="401"/>
                    </a:lnTo>
                    <a:lnTo>
                      <a:pt x="412" y="386"/>
                    </a:lnTo>
                    <a:lnTo>
                      <a:pt x="361" y="373"/>
                    </a:lnTo>
                    <a:lnTo>
                      <a:pt x="296" y="360"/>
                    </a:lnTo>
                    <a:lnTo>
                      <a:pt x="222" y="343"/>
                    </a:lnTo>
                    <a:lnTo>
                      <a:pt x="234" y="320"/>
                    </a:lnTo>
                    <a:lnTo>
                      <a:pt x="248" y="297"/>
                    </a:lnTo>
                    <a:lnTo>
                      <a:pt x="262" y="274"/>
                    </a:lnTo>
                    <a:lnTo>
                      <a:pt x="276" y="252"/>
                    </a:lnTo>
                    <a:lnTo>
                      <a:pt x="288" y="228"/>
                    </a:lnTo>
                    <a:lnTo>
                      <a:pt x="303" y="205"/>
                    </a:lnTo>
                    <a:lnTo>
                      <a:pt x="316" y="183"/>
                    </a:lnTo>
                    <a:lnTo>
                      <a:pt x="331" y="160"/>
                    </a:lnTo>
                    <a:lnTo>
                      <a:pt x="309" y="83"/>
                    </a:lnTo>
                    <a:lnTo>
                      <a:pt x="279" y="34"/>
                    </a:lnTo>
                    <a:lnTo>
                      <a:pt x="243" y="7"/>
                    </a:lnTo>
                    <a:lnTo>
                      <a:pt x="204" y="0"/>
                    </a:lnTo>
                    <a:lnTo>
                      <a:pt x="165" y="5"/>
                    </a:lnTo>
                    <a:lnTo>
                      <a:pt x="133" y="21"/>
                    </a:lnTo>
                    <a:lnTo>
                      <a:pt x="107" y="40"/>
                    </a:lnTo>
                    <a:lnTo>
                      <a:pt x="95" y="61"/>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7" name="Freeform 626">
                <a:extLst>
                  <a:ext uri="{FF2B5EF4-FFF2-40B4-BE49-F238E27FC236}">
                    <a16:creationId xmlns:a16="http://schemas.microsoft.com/office/drawing/2014/main" id="{D61CD946-B129-8D4B-A447-7625BB938316}"/>
                  </a:ext>
                </a:extLst>
              </p:cNvPr>
              <p:cNvSpPr>
                <a:spLocks/>
              </p:cNvSpPr>
              <p:nvPr/>
            </p:nvSpPr>
            <p:spPr bwMode="auto">
              <a:xfrm>
                <a:off x="4706" y="3628"/>
                <a:ext cx="229" cy="363"/>
              </a:xfrm>
              <a:custGeom>
                <a:avLst/>
                <a:gdLst>
                  <a:gd name="T0" fmla="*/ 41 w 459"/>
                  <a:gd name="T1" fmla="*/ 31 h 724"/>
                  <a:gd name="T2" fmla="*/ 22 w 459"/>
                  <a:gd name="T3" fmla="*/ 70 h 724"/>
                  <a:gd name="T4" fmla="*/ 11 w 459"/>
                  <a:gd name="T5" fmla="*/ 104 h 724"/>
                  <a:gd name="T6" fmla="*/ 6 w 459"/>
                  <a:gd name="T7" fmla="*/ 131 h 724"/>
                  <a:gd name="T8" fmla="*/ 11 w 459"/>
                  <a:gd name="T9" fmla="*/ 156 h 724"/>
                  <a:gd name="T10" fmla="*/ 23 w 459"/>
                  <a:gd name="T11" fmla="*/ 178 h 724"/>
                  <a:gd name="T12" fmla="*/ 45 w 459"/>
                  <a:gd name="T13" fmla="*/ 201 h 724"/>
                  <a:gd name="T14" fmla="*/ 76 w 459"/>
                  <a:gd name="T15" fmla="*/ 223 h 724"/>
                  <a:gd name="T16" fmla="*/ 119 w 459"/>
                  <a:gd name="T17" fmla="*/ 248 h 724"/>
                  <a:gd name="T18" fmla="*/ 127 w 459"/>
                  <a:gd name="T19" fmla="*/ 256 h 724"/>
                  <a:gd name="T20" fmla="*/ 121 w 459"/>
                  <a:gd name="T21" fmla="*/ 268 h 724"/>
                  <a:gd name="T22" fmla="*/ 106 w 459"/>
                  <a:gd name="T23" fmla="*/ 282 h 724"/>
                  <a:gd name="T24" fmla="*/ 85 w 459"/>
                  <a:gd name="T25" fmla="*/ 298 h 724"/>
                  <a:gd name="T26" fmla="*/ 59 w 459"/>
                  <a:gd name="T27" fmla="*/ 312 h 724"/>
                  <a:gd name="T28" fmla="*/ 34 w 459"/>
                  <a:gd name="T29" fmla="*/ 326 h 724"/>
                  <a:gd name="T30" fmla="*/ 14 w 459"/>
                  <a:gd name="T31" fmla="*/ 337 h 724"/>
                  <a:gd name="T32" fmla="*/ 0 w 459"/>
                  <a:gd name="T33" fmla="*/ 344 h 724"/>
                  <a:gd name="T34" fmla="*/ 1 w 459"/>
                  <a:gd name="T35" fmla="*/ 350 h 724"/>
                  <a:gd name="T36" fmla="*/ 2 w 459"/>
                  <a:gd name="T37" fmla="*/ 353 h 724"/>
                  <a:gd name="T38" fmla="*/ 2 w 459"/>
                  <a:gd name="T39" fmla="*/ 353 h 724"/>
                  <a:gd name="T40" fmla="*/ 2 w 459"/>
                  <a:gd name="T41" fmla="*/ 353 h 724"/>
                  <a:gd name="T42" fmla="*/ 1 w 459"/>
                  <a:gd name="T43" fmla="*/ 352 h 724"/>
                  <a:gd name="T44" fmla="*/ 1 w 459"/>
                  <a:gd name="T45" fmla="*/ 352 h 724"/>
                  <a:gd name="T46" fmla="*/ 1 w 459"/>
                  <a:gd name="T47" fmla="*/ 355 h 724"/>
                  <a:gd name="T48" fmla="*/ 4 w 459"/>
                  <a:gd name="T49" fmla="*/ 363 h 724"/>
                  <a:gd name="T50" fmla="*/ 28 w 459"/>
                  <a:gd name="T51" fmla="*/ 350 h 724"/>
                  <a:gd name="T52" fmla="*/ 53 w 459"/>
                  <a:gd name="T53" fmla="*/ 337 h 724"/>
                  <a:gd name="T54" fmla="*/ 77 w 459"/>
                  <a:gd name="T55" fmla="*/ 323 h 724"/>
                  <a:gd name="T56" fmla="*/ 102 w 459"/>
                  <a:gd name="T57" fmla="*/ 311 h 724"/>
                  <a:gd name="T58" fmla="*/ 126 w 459"/>
                  <a:gd name="T59" fmla="*/ 298 h 724"/>
                  <a:gd name="T60" fmla="*/ 150 w 459"/>
                  <a:gd name="T61" fmla="*/ 285 h 724"/>
                  <a:gd name="T62" fmla="*/ 175 w 459"/>
                  <a:gd name="T63" fmla="*/ 271 h 724"/>
                  <a:gd name="T64" fmla="*/ 199 w 459"/>
                  <a:gd name="T65" fmla="*/ 259 h 724"/>
                  <a:gd name="T66" fmla="*/ 220 w 459"/>
                  <a:gd name="T67" fmla="*/ 237 h 724"/>
                  <a:gd name="T68" fmla="*/ 229 w 459"/>
                  <a:gd name="T69" fmla="*/ 221 h 724"/>
                  <a:gd name="T70" fmla="*/ 228 w 459"/>
                  <a:gd name="T71" fmla="*/ 209 h 724"/>
                  <a:gd name="T72" fmla="*/ 218 w 459"/>
                  <a:gd name="T73" fmla="*/ 201 h 724"/>
                  <a:gd name="T74" fmla="*/ 199 w 459"/>
                  <a:gd name="T75" fmla="*/ 194 h 724"/>
                  <a:gd name="T76" fmla="*/ 174 w 459"/>
                  <a:gd name="T77" fmla="*/ 187 h 724"/>
                  <a:gd name="T78" fmla="*/ 141 w 459"/>
                  <a:gd name="T79" fmla="*/ 180 h 724"/>
                  <a:gd name="T80" fmla="*/ 104 w 459"/>
                  <a:gd name="T81" fmla="*/ 172 h 724"/>
                  <a:gd name="T82" fmla="*/ 110 w 459"/>
                  <a:gd name="T83" fmla="*/ 160 h 724"/>
                  <a:gd name="T84" fmla="*/ 117 w 459"/>
                  <a:gd name="T85" fmla="*/ 149 h 724"/>
                  <a:gd name="T86" fmla="*/ 124 w 459"/>
                  <a:gd name="T87" fmla="*/ 137 h 724"/>
                  <a:gd name="T88" fmla="*/ 131 w 459"/>
                  <a:gd name="T89" fmla="*/ 126 h 724"/>
                  <a:gd name="T90" fmla="*/ 137 w 459"/>
                  <a:gd name="T91" fmla="*/ 114 h 724"/>
                  <a:gd name="T92" fmla="*/ 145 w 459"/>
                  <a:gd name="T93" fmla="*/ 103 h 724"/>
                  <a:gd name="T94" fmla="*/ 151 w 459"/>
                  <a:gd name="T95" fmla="*/ 92 h 724"/>
                  <a:gd name="T96" fmla="*/ 159 w 459"/>
                  <a:gd name="T97" fmla="*/ 80 h 724"/>
                  <a:gd name="T98" fmla="*/ 148 w 459"/>
                  <a:gd name="T99" fmla="*/ 42 h 724"/>
                  <a:gd name="T100" fmla="*/ 133 w 459"/>
                  <a:gd name="T101" fmla="*/ 17 h 724"/>
                  <a:gd name="T102" fmla="*/ 115 w 459"/>
                  <a:gd name="T103" fmla="*/ 4 h 724"/>
                  <a:gd name="T104" fmla="*/ 95 w 459"/>
                  <a:gd name="T105" fmla="*/ 0 h 724"/>
                  <a:gd name="T106" fmla="*/ 76 w 459"/>
                  <a:gd name="T107" fmla="*/ 3 h 724"/>
                  <a:gd name="T108" fmla="*/ 60 w 459"/>
                  <a:gd name="T109" fmla="*/ 11 h 724"/>
                  <a:gd name="T110" fmla="*/ 47 w 459"/>
                  <a:gd name="T111" fmla="*/ 20 h 724"/>
                  <a:gd name="T112" fmla="*/ 41 w 459"/>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9"/>
                  <a:gd name="T172" fmla="*/ 0 h 724"/>
                  <a:gd name="T173" fmla="*/ 459 w 45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9" h="724">
                    <a:moveTo>
                      <a:pt x="82" y="61"/>
                    </a:moveTo>
                    <a:lnTo>
                      <a:pt x="44" y="140"/>
                    </a:lnTo>
                    <a:lnTo>
                      <a:pt x="22" y="207"/>
                    </a:lnTo>
                    <a:lnTo>
                      <a:pt x="13" y="262"/>
                    </a:lnTo>
                    <a:lnTo>
                      <a:pt x="22" y="312"/>
                    </a:lnTo>
                    <a:lnTo>
                      <a:pt x="47" y="356"/>
                    </a:lnTo>
                    <a:lnTo>
                      <a:pt x="91" y="400"/>
                    </a:lnTo>
                    <a:lnTo>
                      <a:pt x="153" y="444"/>
                    </a:lnTo>
                    <a:lnTo>
                      <a:pt x="239" y="495"/>
                    </a:lnTo>
                    <a:lnTo>
                      <a:pt x="254" y="511"/>
                    </a:lnTo>
                    <a:lnTo>
                      <a:pt x="242" y="535"/>
                    </a:lnTo>
                    <a:lnTo>
                      <a:pt x="212" y="563"/>
                    </a:lnTo>
                    <a:lnTo>
                      <a:pt x="170" y="594"/>
                    </a:lnTo>
                    <a:lnTo>
                      <a:pt x="118" y="623"/>
                    </a:lnTo>
                    <a:lnTo>
                      <a:pt x="69" y="650"/>
                    </a:lnTo>
                    <a:lnTo>
                      <a:pt x="28" y="672"/>
                    </a:lnTo>
                    <a:lnTo>
                      <a:pt x="0" y="687"/>
                    </a:lnTo>
                    <a:lnTo>
                      <a:pt x="3" y="699"/>
                    </a:lnTo>
                    <a:lnTo>
                      <a:pt x="4" y="704"/>
                    </a:lnTo>
                    <a:lnTo>
                      <a:pt x="4" y="705"/>
                    </a:lnTo>
                    <a:lnTo>
                      <a:pt x="4" y="704"/>
                    </a:lnTo>
                    <a:lnTo>
                      <a:pt x="3" y="702"/>
                    </a:lnTo>
                    <a:lnTo>
                      <a:pt x="3" y="703"/>
                    </a:lnTo>
                    <a:lnTo>
                      <a:pt x="3" y="709"/>
                    </a:lnTo>
                    <a:lnTo>
                      <a:pt x="8" y="724"/>
                    </a:lnTo>
                    <a:lnTo>
                      <a:pt x="57" y="698"/>
                    </a:lnTo>
                    <a:lnTo>
                      <a:pt x="106" y="672"/>
                    </a:lnTo>
                    <a:lnTo>
                      <a:pt x="155" y="645"/>
                    </a:lnTo>
                    <a:lnTo>
                      <a:pt x="204" y="620"/>
                    </a:lnTo>
                    <a:lnTo>
                      <a:pt x="252" y="594"/>
                    </a:lnTo>
                    <a:lnTo>
                      <a:pt x="301" y="568"/>
                    </a:lnTo>
                    <a:lnTo>
                      <a:pt x="350" y="541"/>
                    </a:lnTo>
                    <a:lnTo>
                      <a:pt x="399" y="516"/>
                    </a:lnTo>
                    <a:lnTo>
                      <a:pt x="441" y="472"/>
                    </a:lnTo>
                    <a:lnTo>
                      <a:pt x="459" y="441"/>
                    </a:lnTo>
                    <a:lnTo>
                      <a:pt x="457" y="417"/>
                    </a:lnTo>
                    <a:lnTo>
                      <a:pt x="437" y="401"/>
                    </a:lnTo>
                    <a:lnTo>
                      <a:pt x="399" y="386"/>
                    </a:lnTo>
                    <a:lnTo>
                      <a:pt x="348" y="373"/>
                    </a:lnTo>
                    <a:lnTo>
                      <a:pt x="283" y="360"/>
                    </a:lnTo>
                    <a:lnTo>
                      <a:pt x="209" y="343"/>
                    </a:lnTo>
                    <a:lnTo>
                      <a:pt x="221" y="320"/>
                    </a:lnTo>
                    <a:lnTo>
                      <a:pt x="235" y="297"/>
                    </a:lnTo>
                    <a:lnTo>
                      <a:pt x="249" y="274"/>
                    </a:lnTo>
                    <a:lnTo>
                      <a:pt x="263" y="252"/>
                    </a:lnTo>
                    <a:lnTo>
                      <a:pt x="275" y="228"/>
                    </a:lnTo>
                    <a:lnTo>
                      <a:pt x="290" y="205"/>
                    </a:lnTo>
                    <a:lnTo>
                      <a:pt x="303" y="183"/>
                    </a:lnTo>
                    <a:lnTo>
                      <a:pt x="318" y="160"/>
                    </a:lnTo>
                    <a:lnTo>
                      <a:pt x="296" y="83"/>
                    </a:lnTo>
                    <a:lnTo>
                      <a:pt x="266" y="34"/>
                    </a:lnTo>
                    <a:lnTo>
                      <a:pt x="230" y="7"/>
                    </a:lnTo>
                    <a:lnTo>
                      <a:pt x="191" y="0"/>
                    </a:lnTo>
                    <a:lnTo>
                      <a:pt x="152" y="5"/>
                    </a:lnTo>
                    <a:lnTo>
                      <a:pt x="120" y="21"/>
                    </a:lnTo>
                    <a:lnTo>
                      <a:pt x="94" y="40"/>
                    </a:lnTo>
                    <a:lnTo>
                      <a:pt x="82" y="61"/>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8" name="Freeform 627">
                <a:extLst>
                  <a:ext uri="{FF2B5EF4-FFF2-40B4-BE49-F238E27FC236}">
                    <a16:creationId xmlns:a16="http://schemas.microsoft.com/office/drawing/2014/main" id="{681D82E2-F6E5-264B-ABE5-9C7021E9C8E0}"/>
                  </a:ext>
                </a:extLst>
              </p:cNvPr>
              <p:cNvSpPr>
                <a:spLocks/>
              </p:cNvSpPr>
              <p:nvPr/>
            </p:nvSpPr>
            <p:spPr bwMode="auto">
              <a:xfrm>
                <a:off x="4708" y="3628"/>
                <a:ext cx="227" cy="363"/>
              </a:xfrm>
              <a:custGeom>
                <a:avLst/>
                <a:gdLst>
                  <a:gd name="T0" fmla="*/ 39 w 455"/>
                  <a:gd name="T1" fmla="*/ 31 h 724"/>
                  <a:gd name="T2" fmla="*/ 21 w 455"/>
                  <a:gd name="T3" fmla="*/ 70 h 724"/>
                  <a:gd name="T4" fmla="*/ 11 w 455"/>
                  <a:gd name="T5" fmla="*/ 104 h 724"/>
                  <a:gd name="T6" fmla="*/ 8 w 455"/>
                  <a:gd name="T7" fmla="*/ 131 h 724"/>
                  <a:gd name="T8" fmla="*/ 14 w 455"/>
                  <a:gd name="T9" fmla="*/ 156 h 724"/>
                  <a:gd name="T10" fmla="*/ 29 w 455"/>
                  <a:gd name="T11" fmla="*/ 177 h 724"/>
                  <a:gd name="T12" fmla="*/ 52 w 455"/>
                  <a:gd name="T13" fmla="*/ 199 h 724"/>
                  <a:gd name="T14" fmla="*/ 84 w 455"/>
                  <a:gd name="T15" fmla="*/ 221 h 724"/>
                  <a:gd name="T16" fmla="*/ 127 w 455"/>
                  <a:gd name="T17" fmla="*/ 246 h 724"/>
                  <a:gd name="T18" fmla="*/ 138 w 455"/>
                  <a:gd name="T19" fmla="*/ 256 h 724"/>
                  <a:gd name="T20" fmla="*/ 135 w 455"/>
                  <a:gd name="T21" fmla="*/ 269 h 724"/>
                  <a:gd name="T22" fmla="*/ 120 w 455"/>
                  <a:gd name="T23" fmla="*/ 284 h 724"/>
                  <a:gd name="T24" fmla="*/ 97 w 455"/>
                  <a:gd name="T25" fmla="*/ 300 h 724"/>
                  <a:gd name="T26" fmla="*/ 70 w 455"/>
                  <a:gd name="T27" fmla="*/ 316 h 724"/>
                  <a:gd name="T28" fmla="*/ 43 w 455"/>
                  <a:gd name="T29" fmla="*/ 330 h 724"/>
                  <a:gd name="T30" fmla="*/ 20 w 455"/>
                  <a:gd name="T31" fmla="*/ 342 h 724"/>
                  <a:gd name="T32" fmla="*/ 5 w 455"/>
                  <a:gd name="T33" fmla="*/ 349 h 724"/>
                  <a:gd name="T34" fmla="*/ 6 w 455"/>
                  <a:gd name="T35" fmla="*/ 355 h 724"/>
                  <a:gd name="T36" fmla="*/ 6 w 455"/>
                  <a:gd name="T37" fmla="*/ 358 h 724"/>
                  <a:gd name="T38" fmla="*/ 5 w 455"/>
                  <a:gd name="T39" fmla="*/ 357 h 724"/>
                  <a:gd name="T40" fmla="*/ 4 w 455"/>
                  <a:gd name="T41" fmla="*/ 356 h 724"/>
                  <a:gd name="T42" fmla="*/ 2 w 455"/>
                  <a:gd name="T43" fmla="*/ 353 h 724"/>
                  <a:gd name="T44" fmla="*/ 0 w 455"/>
                  <a:gd name="T45" fmla="*/ 353 h 724"/>
                  <a:gd name="T46" fmla="*/ 0 w 455"/>
                  <a:gd name="T47" fmla="*/ 356 h 724"/>
                  <a:gd name="T48" fmla="*/ 2 w 455"/>
                  <a:gd name="T49" fmla="*/ 363 h 724"/>
                  <a:gd name="T50" fmla="*/ 26 w 455"/>
                  <a:gd name="T51" fmla="*/ 350 h 724"/>
                  <a:gd name="T52" fmla="*/ 51 w 455"/>
                  <a:gd name="T53" fmla="*/ 337 h 724"/>
                  <a:gd name="T54" fmla="*/ 75 w 455"/>
                  <a:gd name="T55" fmla="*/ 323 h 724"/>
                  <a:gd name="T56" fmla="*/ 100 w 455"/>
                  <a:gd name="T57" fmla="*/ 311 h 724"/>
                  <a:gd name="T58" fmla="*/ 124 w 455"/>
                  <a:gd name="T59" fmla="*/ 298 h 724"/>
                  <a:gd name="T60" fmla="*/ 148 w 455"/>
                  <a:gd name="T61" fmla="*/ 285 h 724"/>
                  <a:gd name="T62" fmla="*/ 173 w 455"/>
                  <a:gd name="T63" fmla="*/ 271 h 724"/>
                  <a:gd name="T64" fmla="*/ 197 w 455"/>
                  <a:gd name="T65" fmla="*/ 259 h 724"/>
                  <a:gd name="T66" fmla="*/ 218 w 455"/>
                  <a:gd name="T67" fmla="*/ 237 h 724"/>
                  <a:gd name="T68" fmla="*/ 227 w 455"/>
                  <a:gd name="T69" fmla="*/ 221 h 724"/>
                  <a:gd name="T70" fmla="*/ 226 w 455"/>
                  <a:gd name="T71" fmla="*/ 209 h 724"/>
                  <a:gd name="T72" fmla="*/ 216 w 455"/>
                  <a:gd name="T73" fmla="*/ 201 h 724"/>
                  <a:gd name="T74" fmla="*/ 197 w 455"/>
                  <a:gd name="T75" fmla="*/ 194 h 724"/>
                  <a:gd name="T76" fmla="*/ 172 w 455"/>
                  <a:gd name="T77" fmla="*/ 187 h 724"/>
                  <a:gd name="T78" fmla="*/ 139 w 455"/>
                  <a:gd name="T79" fmla="*/ 180 h 724"/>
                  <a:gd name="T80" fmla="*/ 102 w 455"/>
                  <a:gd name="T81" fmla="*/ 172 h 724"/>
                  <a:gd name="T82" fmla="*/ 108 w 455"/>
                  <a:gd name="T83" fmla="*/ 160 h 724"/>
                  <a:gd name="T84" fmla="*/ 115 w 455"/>
                  <a:gd name="T85" fmla="*/ 149 h 724"/>
                  <a:gd name="T86" fmla="*/ 122 w 455"/>
                  <a:gd name="T87" fmla="*/ 137 h 724"/>
                  <a:gd name="T88" fmla="*/ 129 w 455"/>
                  <a:gd name="T89" fmla="*/ 126 h 724"/>
                  <a:gd name="T90" fmla="*/ 135 w 455"/>
                  <a:gd name="T91" fmla="*/ 114 h 724"/>
                  <a:gd name="T92" fmla="*/ 143 w 455"/>
                  <a:gd name="T93" fmla="*/ 103 h 724"/>
                  <a:gd name="T94" fmla="*/ 149 w 455"/>
                  <a:gd name="T95" fmla="*/ 92 h 724"/>
                  <a:gd name="T96" fmla="*/ 157 w 455"/>
                  <a:gd name="T97" fmla="*/ 80 h 724"/>
                  <a:gd name="T98" fmla="*/ 146 w 455"/>
                  <a:gd name="T99" fmla="*/ 42 h 724"/>
                  <a:gd name="T100" fmla="*/ 131 w 455"/>
                  <a:gd name="T101" fmla="*/ 17 h 724"/>
                  <a:gd name="T102" fmla="*/ 113 w 455"/>
                  <a:gd name="T103" fmla="*/ 4 h 724"/>
                  <a:gd name="T104" fmla="*/ 93 w 455"/>
                  <a:gd name="T105" fmla="*/ 0 h 724"/>
                  <a:gd name="T106" fmla="*/ 74 w 455"/>
                  <a:gd name="T107" fmla="*/ 3 h 724"/>
                  <a:gd name="T108" fmla="*/ 58 w 455"/>
                  <a:gd name="T109" fmla="*/ 11 h 724"/>
                  <a:gd name="T110" fmla="*/ 45 w 455"/>
                  <a:gd name="T111" fmla="*/ 20 h 724"/>
                  <a:gd name="T112" fmla="*/ 39 w 455"/>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5"/>
                  <a:gd name="T172" fmla="*/ 0 h 724"/>
                  <a:gd name="T173" fmla="*/ 455 w 455"/>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5" h="724">
                    <a:moveTo>
                      <a:pt x="78" y="61"/>
                    </a:moveTo>
                    <a:lnTo>
                      <a:pt x="42" y="140"/>
                    </a:lnTo>
                    <a:lnTo>
                      <a:pt x="22" y="207"/>
                    </a:lnTo>
                    <a:lnTo>
                      <a:pt x="16" y="262"/>
                    </a:lnTo>
                    <a:lnTo>
                      <a:pt x="29" y="311"/>
                    </a:lnTo>
                    <a:lnTo>
                      <a:pt x="58" y="353"/>
                    </a:lnTo>
                    <a:lnTo>
                      <a:pt x="104" y="397"/>
                    </a:lnTo>
                    <a:lnTo>
                      <a:pt x="169" y="441"/>
                    </a:lnTo>
                    <a:lnTo>
                      <a:pt x="255" y="491"/>
                    </a:lnTo>
                    <a:lnTo>
                      <a:pt x="277" y="510"/>
                    </a:lnTo>
                    <a:lnTo>
                      <a:pt x="271" y="536"/>
                    </a:lnTo>
                    <a:lnTo>
                      <a:pt x="240" y="566"/>
                    </a:lnTo>
                    <a:lnTo>
                      <a:pt x="195" y="599"/>
                    </a:lnTo>
                    <a:lnTo>
                      <a:pt x="141" y="630"/>
                    </a:lnTo>
                    <a:lnTo>
                      <a:pt x="87" y="659"/>
                    </a:lnTo>
                    <a:lnTo>
                      <a:pt x="40" y="682"/>
                    </a:lnTo>
                    <a:lnTo>
                      <a:pt x="11" y="697"/>
                    </a:lnTo>
                    <a:lnTo>
                      <a:pt x="13" y="709"/>
                    </a:lnTo>
                    <a:lnTo>
                      <a:pt x="13" y="714"/>
                    </a:lnTo>
                    <a:lnTo>
                      <a:pt x="10" y="713"/>
                    </a:lnTo>
                    <a:lnTo>
                      <a:pt x="8" y="711"/>
                    </a:lnTo>
                    <a:lnTo>
                      <a:pt x="4" y="705"/>
                    </a:lnTo>
                    <a:lnTo>
                      <a:pt x="1" y="705"/>
                    </a:lnTo>
                    <a:lnTo>
                      <a:pt x="0" y="711"/>
                    </a:lnTo>
                    <a:lnTo>
                      <a:pt x="4" y="724"/>
                    </a:lnTo>
                    <a:lnTo>
                      <a:pt x="53" y="698"/>
                    </a:lnTo>
                    <a:lnTo>
                      <a:pt x="102" y="672"/>
                    </a:lnTo>
                    <a:lnTo>
                      <a:pt x="151" y="645"/>
                    </a:lnTo>
                    <a:lnTo>
                      <a:pt x="200" y="620"/>
                    </a:lnTo>
                    <a:lnTo>
                      <a:pt x="248" y="594"/>
                    </a:lnTo>
                    <a:lnTo>
                      <a:pt x="297" y="568"/>
                    </a:lnTo>
                    <a:lnTo>
                      <a:pt x="346" y="541"/>
                    </a:lnTo>
                    <a:lnTo>
                      <a:pt x="395" y="516"/>
                    </a:lnTo>
                    <a:lnTo>
                      <a:pt x="437" y="472"/>
                    </a:lnTo>
                    <a:lnTo>
                      <a:pt x="455" y="441"/>
                    </a:lnTo>
                    <a:lnTo>
                      <a:pt x="453" y="417"/>
                    </a:lnTo>
                    <a:lnTo>
                      <a:pt x="433" y="401"/>
                    </a:lnTo>
                    <a:lnTo>
                      <a:pt x="395" y="386"/>
                    </a:lnTo>
                    <a:lnTo>
                      <a:pt x="344" y="373"/>
                    </a:lnTo>
                    <a:lnTo>
                      <a:pt x="279" y="360"/>
                    </a:lnTo>
                    <a:lnTo>
                      <a:pt x="205" y="343"/>
                    </a:lnTo>
                    <a:lnTo>
                      <a:pt x="217" y="320"/>
                    </a:lnTo>
                    <a:lnTo>
                      <a:pt x="231" y="297"/>
                    </a:lnTo>
                    <a:lnTo>
                      <a:pt x="245" y="274"/>
                    </a:lnTo>
                    <a:lnTo>
                      <a:pt x="259" y="252"/>
                    </a:lnTo>
                    <a:lnTo>
                      <a:pt x="271" y="228"/>
                    </a:lnTo>
                    <a:lnTo>
                      <a:pt x="286" y="205"/>
                    </a:lnTo>
                    <a:lnTo>
                      <a:pt x="299" y="183"/>
                    </a:lnTo>
                    <a:lnTo>
                      <a:pt x="314" y="160"/>
                    </a:lnTo>
                    <a:lnTo>
                      <a:pt x="292" y="83"/>
                    </a:lnTo>
                    <a:lnTo>
                      <a:pt x="262" y="34"/>
                    </a:lnTo>
                    <a:lnTo>
                      <a:pt x="226" y="7"/>
                    </a:lnTo>
                    <a:lnTo>
                      <a:pt x="187" y="0"/>
                    </a:lnTo>
                    <a:lnTo>
                      <a:pt x="148" y="5"/>
                    </a:lnTo>
                    <a:lnTo>
                      <a:pt x="116" y="21"/>
                    </a:lnTo>
                    <a:lnTo>
                      <a:pt x="90" y="40"/>
                    </a:lnTo>
                    <a:lnTo>
                      <a:pt x="78" y="61"/>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9" name="Freeform 628">
                <a:extLst>
                  <a:ext uri="{FF2B5EF4-FFF2-40B4-BE49-F238E27FC236}">
                    <a16:creationId xmlns:a16="http://schemas.microsoft.com/office/drawing/2014/main" id="{9EB342E3-B379-9546-9245-244B17864EF8}"/>
                  </a:ext>
                </a:extLst>
              </p:cNvPr>
              <p:cNvSpPr>
                <a:spLocks/>
              </p:cNvSpPr>
              <p:nvPr/>
            </p:nvSpPr>
            <p:spPr bwMode="auto">
              <a:xfrm>
                <a:off x="4708" y="3628"/>
                <a:ext cx="227" cy="363"/>
              </a:xfrm>
              <a:custGeom>
                <a:avLst/>
                <a:gdLst>
                  <a:gd name="T0" fmla="*/ 39 w 454"/>
                  <a:gd name="T1" fmla="*/ 31 h 724"/>
                  <a:gd name="T2" fmla="*/ 21 w 454"/>
                  <a:gd name="T3" fmla="*/ 70 h 724"/>
                  <a:gd name="T4" fmla="*/ 12 w 454"/>
                  <a:gd name="T5" fmla="*/ 103 h 724"/>
                  <a:gd name="T6" fmla="*/ 12 w 454"/>
                  <a:gd name="T7" fmla="*/ 131 h 724"/>
                  <a:gd name="T8" fmla="*/ 20 w 454"/>
                  <a:gd name="T9" fmla="*/ 155 h 724"/>
                  <a:gd name="T10" fmla="*/ 36 w 454"/>
                  <a:gd name="T11" fmla="*/ 176 h 724"/>
                  <a:gd name="T12" fmla="*/ 61 w 454"/>
                  <a:gd name="T13" fmla="*/ 198 h 724"/>
                  <a:gd name="T14" fmla="*/ 95 w 454"/>
                  <a:gd name="T15" fmla="*/ 220 h 724"/>
                  <a:gd name="T16" fmla="*/ 138 w 454"/>
                  <a:gd name="T17" fmla="*/ 246 h 724"/>
                  <a:gd name="T18" fmla="*/ 154 w 454"/>
                  <a:gd name="T19" fmla="*/ 255 h 724"/>
                  <a:gd name="T20" fmla="*/ 152 w 454"/>
                  <a:gd name="T21" fmla="*/ 270 h 724"/>
                  <a:gd name="T22" fmla="*/ 136 w 454"/>
                  <a:gd name="T23" fmla="*/ 285 h 724"/>
                  <a:gd name="T24" fmla="*/ 111 w 454"/>
                  <a:gd name="T25" fmla="*/ 303 h 724"/>
                  <a:gd name="T26" fmla="*/ 82 w 454"/>
                  <a:gd name="T27" fmla="*/ 320 h 724"/>
                  <a:gd name="T28" fmla="*/ 53 w 454"/>
                  <a:gd name="T29" fmla="*/ 335 h 724"/>
                  <a:gd name="T30" fmla="*/ 28 w 454"/>
                  <a:gd name="T31" fmla="*/ 347 h 724"/>
                  <a:gd name="T32" fmla="*/ 14 w 454"/>
                  <a:gd name="T33" fmla="*/ 355 h 724"/>
                  <a:gd name="T34" fmla="*/ 14 w 454"/>
                  <a:gd name="T35" fmla="*/ 361 h 724"/>
                  <a:gd name="T36" fmla="*/ 13 w 454"/>
                  <a:gd name="T37" fmla="*/ 363 h 724"/>
                  <a:gd name="T38" fmla="*/ 10 w 454"/>
                  <a:gd name="T39" fmla="*/ 361 h 724"/>
                  <a:gd name="T40" fmla="*/ 7 w 454"/>
                  <a:gd name="T41" fmla="*/ 359 h 724"/>
                  <a:gd name="T42" fmla="*/ 4 w 454"/>
                  <a:gd name="T43" fmla="*/ 355 h 724"/>
                  <a:gd name="T44" fmla="*/ 2 w 454"/>
                  <a:gd name="T45" fmla="*/ 354 h 724"/>
                  <a:gd name="T46" fmla="*/ 0 w 454"/>
                  <a:gd name="T47" fmla="*/ 356 h 724"/>
                  <a:gd name="T48" fmla="*/ 2 w 454"/>
                  <a:gd name="T49" fmla="*/ 363 h 724"/>
                  <a:gd name="T50" fmla="*/ 26 w 454"/>
                  <a:gd name="T51" fmla="*/ 350 h 724"/>
                  <a:gd name="T52" fmla="*/ 51 w 454"/>
                  <a:gd name="T53" fmla="*/ 337 h 724"/>
                  <a:gd name="T54" fmla="*/ 75 w 454"/>
                  <a:gd name="T55" fmla="*/ 323 h 724"/>
                  <a:gd name="T56" fmla="*/ 100 w 454"/>
                  <a:gd name="T57" fmla="*/ 311 h 724"/>
                  <a:gd name="T58" fmla="*/ 123 w 454"/>
                  <a:gd name="T59" fmla="*/ 298 h 724"/>
                  <a:gd name="T60" fmla="*/ 148 w 454"/>
                  <a:gd name="T61" fmla="*/ 285 h 724"/>
                  <a:gd name="T62" fmla="*/ 173 w 454"/>
                  <a:gd name="T63" fmla="*/ 271 h 724"/>
                  <a:gd name="T64" fmla="*/ 197 w 454"/>
                  <a:gd name="T65" fmla="*/ 259 h 724"/>
                  <a:gd name="T66" fmla="*/ 218 w 454"/>
                  <a:gd name="T67" fmla="*/ 237 h 724"/>
                  <a:gd name="T68" fmla="*/ 227 w 454"/>
                  <a:gd name="T69" fmla="*/ 221 h 724"/>
                  <a:gd name="T70" fmla="*/ 226 w 454"/>
                  <a:gd name="T71" fmla="*/ 209 h 724"/>
                  <a:gd name="T72" fmla="*/ 216 w 454"/>
                  <a:gd name="T73" fmla="*/ 201 h 724"/>
                  <a:gd name="T74" fmla="*/ 197 w 454"/>
                  <a:gd name="T75" fmla="*/ 194 h 724"/>
                  <a:gd name="T76" fmla="*/ 172 w 454"/>
                  <a:gd name="T77" fmla="*/ 187 h 724"/>
                  <a:gd name="T78" fmla="*/ 139 w 454"/>
                  <a:gd name="T79" fmla="*/ 180 h 724"/>
                  <a:gd name="T80" fmla="*/ 102 w 454"/>
                  <a:gd name="T81" fmla="*/ 172 h 724"/>
                  <a:gd name="T82" fmla="*/ 108 w 454"/>
                  <a:gd name="T83" fmla="*/ 160 h 724"/>
                  <a:gd name="T84" fmla="*/ 115 w 454"/>
                  <a:gd name="T85" fmla="*/ 149 h 724"/>
                  <a:gd name="T86" fmla="*/ 122 w 454"/>
                  <a:gd name="T87" fmla="*/ 137 h 724"/>
                  <a:gd name="T88" fmla="*/ 129 w 454"/>
                  <a:gd name="T89" fmla="*/ 126 h 724"/>
                  <a:gd name="T90" fmla="*/ 135 w 454"/>
                  <a:gd name="T91" fmla="*/ 114 h 724"/>
                  <a:gd name="T92" fmla="*/ 143 w 454"/>
                  <a:gd name="T93" fmla="*/ 103 h 724"/>
                  <a:gd name="T94" fmla="*/ 149 w 454"/>
                  <a:gd name="T95" fmla="*/ 92 h 724"/>
                  <a:gd name="T96" fmla="*/ 157 w 454"/>
                  <a:gd name="T97" fmla="*/ 80 h 724"/>
                  <a:gd name="T98" fmla="*/ 146 w 454"/>
                  <a:gd name="T99" fmla="*/ 42 h 724"/>
                  <a:gd name="T100" fmla="*/ 131 w 454"/>
                  <a:gd name="T101" fmla="*/ 17 h 724"/>
                  <a:gd name="T102" fmla="*/ 113 w 454"/>
                  <a:gd name="T103" fmla="*/ 4 h 724"/>
                  <a:gd name="T104" fmla="*/ 93 w 454"/>
                  <a:gd name="T105" fmla="*/ 0 h 724"/>
                  <a:gd name="T106" fmla="*/ 74 w 454"/>
                  <a:gd name="T107" fmla="*/ 3 h 724"/>
                  <a:gd name="T108" fmla="*/ 57 w 454"/>
                  <a:gd name="T109" fmla="*/ 11 h 724"/>
                  <a:gd name="T110" fmla="*/ 45 w 454"/>
                  <a:gd name="T111" fmla="*/ 20 h 724"/>
                  <a:gd name="T112" fmla="*/ 39 w 45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4"/>
                  <a:gd name="T172" fmla="*/ 0 h 724"/>
                  <a:gd name="T173" fmla="*/ 454 w 45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4" h="724">
                    <a:moveTo>
                      <a:pt x="77" y="61"/>
                    </a:moveTo>
                    <a:lnTo>
                      <a:pt x="42" y="140"/>
                    </a:lnTo>
                    <a:lnTo>
                      <a:pt x="24" y="205"/>
                    </a:lnTo>
                    <a:lnTo>
                      <a:pt x="23" y="261"/>
                    </a:lnTo>
                    <a:lnTo>
                      <a:pt x="39" y="310"/>
                    </a:lnTo>
                    <a:lnTo>
                      <a:pt x="72" y="352"/>
                    </a:lnTo>
                    <a:lnTo>
                      <a:pt x="122" y="395"/>
                    </a:lnTo>
                    <a:lnTo>
                      <a:pt x="190" y="439"/>
                    </a:lnTo>
                    <a:lnTo>
                      <a:pt x="276" y="490"/>
                    </a:lnTo>
                    <a:lnTo>
                      <a:pt x="308" y="509"/>
                    </a:lnTo>
                    <a:lnTo>
                      <a:pt x="303" y="538"/>
                    </a:lnTo>
                    <a:lnTo>
                      <a:pt x="271" y="569"/>
                    </a:lnTo>
                    <a:lnTo>
                      <a:pt x="222" y="605"/>
                    </a:lnTo>
                    <a:lnTo>
                      <a:pt x="163" y="638"/>
                    </a:lnTo>
                    <a:lnTo>
                      <a:pt x="106" y="669"/>
                    </a:lnTo>
                    <a:lnTo>
                      <a:pt x="57" y="693"/>
                    </a:lnTo>
                    <a:lnTo>
                      <a:pt x="27" y="709"/>
                    </a:lnTo>
                    <a:lnTo>
                      <a:pt x="28" y="721"/>
                    </a:lnTo>
                    <a:lnTo>
                      <a:pt x="26" y="724"/>
                    </a:lnTo>
                    <a:lnTo>
                      <a:pt x="19" y="721"/>
                    </a:lnTo>
                    <a:lnTo>
                      <a:pt x="14" y="716"/>
                    </a:lnTo>
                    <a:lnTo>
                      <a:pt x="7" y="709"/>
                    </a:lnTo>
                    <a:lnTo>
                      <a:pt x="3" y="707"/>
                    </a:lnTo>
                    <a:lnTo>
                      <a:pt x="0" y="711"/>
                    </a:lnTo>
                    <a:lnTo>
                      <a:pt x="3" y="724"/>
                    </a:lnTo>
                    <a:lnTo>
                      <a:pt x="52" y="698"/>
                    </a:lnTo>
                    <a:lnTo>
                      <a:pt x="101" y="672"/>
                    </a:lnTo>
                    <a:lnTo>
                      <a:pt x="150" y="645"/>
                    </a:lnTo>
                    <a:lnTo>
                      <a:pt x="199" y="620"/>
                    </a:lnTo>
                    <a:lnTo>
                      <a:pt x="247" y="594"/>
                    </a:lnTo>
                    <a:lnTo>
                      <a:pt x="296" y="568"/>
                    </a:lnTo>
                    <a:lnTo>
                      <a:pt x="345" y="541"/>
                    </a:lnTo>
                    <a:lnTo>
                      <a:pt x="394" y="516"/>
                    </a:lnTo>
                    <a:lnTo>
                      <a:pt x="436" y="472"/>
                    </a:lnTo>
                    <a:lnTo>
                      <a:pt x="454" y="441"/>
                    </a:lnTo>
                    <a:lnTo>
                      <a:pt x="452" y="417"/>
                    </a:lnTo>
                    <a:lnTo>
                      <a:pt x="432" y="401"/>
                    </a:lnTo>
                    <a:lnTo>
                      <a:pt x="394" y="386"/>
                    </a:lnTo>
                    <a:lnTo>
                      <a:pt x="343" y="373"/>
                    </a:lnTo>
                    <a:lnTo>
                      <a:pt x="278" y="360"/>
                    </a:lnTo>
                    <a:lnTo>
                      <a:pt x="204" y="343"/>
                    </a:lnTo>
                    <a:lnTo>
                      <a:pt x="216" y="320"/>
                    </a:lnTo>
                    <a:lnTo>
                      <a:pt x="230" y="297"/>
                    </a:lnTo>
                    <a:lnTo>
                      <a:pt x="244" y="274"/>
                    </a:lnTo>
                    <a:lnTo>
                      <a:pt x="258" y="252"/>
                    </a:lnTo>
                    <a:lnTo>
                      <a:pt x="270" y="228"/>
                    </a:lnTo>
                    <a:lnTo>
                      <a:pt x="285" y="205"/>
                    </a:lnTo>
                    <a:lnTo>
                      <a:pt x="298" y="183"/>
                    </a:lnTo>
                    <a:lnTo>
                      <a:pt x="313" y="160"/>
                    </a:lnTo>
                    <a:lnTo>
                      <a:pt x="291" y="83"/>
                    </a:lnTo>
                    <a:lnTo>
                      <a:pt x="261" y="34"/>
                    </a:lnTo>
                    <a:lnTo>
                      <a:pt x="225" y="7"/>
                    </a:lnTo>
                    <a:lnTo>
                      <a:pt x="186" y="0"/>
                    </a:lnTo>
                    <a:lnTo>
                      <a:pt x="147" y="5"/>
                    </a:lnTo>
                    <a:lnTo>
                      <a:pt x="115" y="21"/>
                    </a:lnTo>
                    <a:lnTo>
                      <a:pt x="89" y="40"/>
                    </a:lnTo>
                    <a:lnTo>
                      <a:pt x="77" y="61"/>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0" name="Freeform 629">
                <a:extLst>
                  <a:ext uri="{FF2B5EF4-FFF2-40B4-BE49-F238E27FC236}">
                    <a16:creationId xmlns:a16="http://schemas.microsoft.com/office/drawing/2014/main" id="{F6550AC7-A0FE-D942-9159-68DEDF32FDD7}"/>
                  </a:ext>
                </a:extLst>
              </p:cNvPr>
              <p:cNvSpPr>
                <a:spLocks/>
              </p:cNvSpPr>
              <p:nvPr/>
            </p:nvSpPr>
            <p:spPr bwMode="auto">
              <a:xfrm>
                <a:off x="4610" y="3894"/>
                <a:ext cx="169" cy="140"/>
              </a:xfrm>
              <a:custGeom>
                <a:avLst/>
                <a:gdLst>
                  <a:gd name="T0" fmla="*/ 75 w 338"/>
                  <a:gd name="T1" fmla="*/ 0 h 280"/>
                  <a:gd name="T2" fmla="*/ 110 w 338"/>
                  <a:gd name="T3" fmla="*/ 9 h 280"/>
                  <a:gd name="T4" fmla="*/ 134 w 338"/>
                  <a:gd name="T5" fmla="*/ 19 h 280"/>
                  <a:gd name="T6" fmla="*/ 148 w 338"/>
                  <a:gd name="T7" fmla="*/ 27 h 280"/>
                  <a:gd name="T8" fmla="*/ 156 w 338"/>
                  <a:gd name="T9" fmla="*/ 36 h 280"/>
                  <a:gd name="T10" fmla="*/ 159 w 338"/>
                  <a:gd name="T11" fmla="*/ 45 h 280"/>
                  <a:gd name="T12" fmla="*/ 161 w 338"/>
                  <a:gd name="T13" fmla="*/ 55 h 280"/>
                  <a:gd name="T14" fmla="*/ 163 w 338"/>
                  <a:gd name="T15" fmla="*/ 67 h 280"/>
                  <a:gd name="T16" fmla="*/ 169 w 338"/>
                  <a:gd name="T17" fmla="*/ 80 h 280"/>
                  <a:gd name="T18" fmla="*/ 147 w 338"/>
                  <a:gd name="T19" fmla="*/ 102 h 280"/>
                  <a:gd name="T20" fmla="*/ 124 w 338"/>
                  <a:gd name="T21" fmla="*/ 118 h 280"/>
                  <a:gd name="T22" fmla="*/ 102 w 338"/>
                  <a:gd name="T23" fmla="*/ 129 h 280"/>
                  <a:gd name="T24" fmla="*/ 82 w 338"/>
                  <a:gd name="T25" fmla="*/ 136 h 280"/>
                  <a:gd name="T26" fmla="*/ 61 w 338"/>
                  <a:gd name="T27" fmla="*/ 140 h 280"/>
                  <a:gd name="T28" fmla="*/ 42 w 338"/>
                  <a:gd name="T29" fmla="*/ 140 h 280"/>
                  <a:gd name="T30" fmla="*/ 23 w 338"/>
                  <a:gd name="T31" fmla="*/ 138 h 280"/>
                  <a:gd name="T32" fmla="*/ 6 w 338"/>
                  <a:gd name="T33" fmla="*/ 136 h 280"/>
                  <a:gd name="T34" fmla="*/ 0 w 338"/>
                  <a:gd name="T35" fmla="*/ 123 h 280"/>
                  <a:gd name="T36" fmla="*/ 0 w 338"/>
                  <a:gd name="T37" fmla="*/ 108 h 280"/>
                  <a:gd name="T38" fmla="*/ 3 w 338"/>
                  <a:gd name="T39" fmla="*/ 90 h 280"/>
                  <a:gd name="T40" fmla="*/ 12 w 338"/>
                  <a:gd name="T41" fmla="*/ 71 h 280"/>
                  <a:gd name="T42" fmla="*/ 23 w 338"/>
                  <a:gd name="T43" fmla="*/ 51 h 280"/>
                  <a:gd name="T44" fmla="*/ 39 w 338"/>
                  <a:gd name="T45" fmla="*/ 33 h 280"/>
                  <a:gd name="T46" fmla="*/ 55 w 338"/>
                  <a:gd name="T47" fmla="*/ 15 h 280"/>
                  <a:gd name="T48" fmla="*/ 75 w 338"/>
                  <a:gd name="T49" fmla="*/ 0 h 28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8"/>
                  <a:gd name="T76" fmla="*/ 0 h 280"/>
                  <a:gd name="T77" fmla="*/ 338 w 338"/>
                  <a:gd name="T78" fmla="*/ 280 h 28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8" h="280">
                    <a:moveTo>
                      <a:pt x="150" y="0"/>
                    </a:moveTo>
                    <a:lnTo>
                      <a:pt x="220" y="19"/>
                    </a:lnTo>
                    <a:lnTo>
                      <a:pt x="268" y="38"/>
                    </a:lnTo>
                    <a:lnTo>
                      <a:pt x="296" y="54"/>
                    </a:lnTo>
                    <a:lnTo>
                      <a:pt x="312" y="73"/>
                    </a:lnTo>
                    <a:lnTo>
                      <a:pt x="317" y="91"/>
                    </a:lnTo>
                    <a:lnTo>
                      <a:pt x="321" y="111"/>
                    </a:lnTo>
                    <a:lnTo>
                      <a:pt x="326" y="133"/>
                    </a:lnTo>
                    <a:lnTo>
                      <a:pt x="338" y="161"/>
                    </a:lnTo>
                    <a:lnTo>
                      <a:pt x="293" y="205"/>
                    </a:lnTo>
                    <a:lnTo>
                      <a:pt x="249" y="237"/>
                    </a:lnTo>
                    <a:lnTo>
                      <a:pt x="205" y="258"/>
                    </a:lnTo>
                    <a:lnTo>
                      <a:pt x="164" y="272"/>
                    </a:lnTo>
                    <a:lnTo>
                      <a:pt x="122" y="279"/>
                    </a:lnTo>
                    <a:lnTo>
                      <a:pt x="85" y="280"/>
                    </a:lnTo>
                    <a:lnTo>
                      <a:pt x="47" y="276"/>
                    </a:lnTo>
                    <a:lnTo>
                      <a:pt x="12" y="272"/>
                    </a:lnTo>
                    <a:lnTo>
                      <a:pt x="0" y="246"/>
                    </a:lnTo>
                    <a:lnTo>
                      <a:pt x="0" y="216"/>
                    </a:lnTo>
                    <a:lnTo>
                      <a:pt x="7" y="180"/>
                    </a:lnTo>
                    <a:lnTo>
                      <a:pt x="25" y="143"/>
                    </a:lnTo>
                    <a:lnTo>
                      <a:pt x="47" y="103"/>
                    </a:lnTo>
                    <a:lnTo>
                      <a:pt x="77" y="65"/>
                    </a:lnTo>
                    <a:lnTo>
                      <a:pt x="111" y="30"/>
                    </a:lnTo>
                    <a:lnTo>
                      <a:pt x="150" y="0"/>
                    </a:lnTo>
                    <a:close/>
                  </a:path>
                </a:pathLst>
              </a:custGeom>
              <a:solidFill>
                <a:srgbClr val="FF005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1" name="Freeform 630">
                <a:extLst>
                  <a:ext uri="{FF2B5EF4-FFF2-40B4-BE49-F238E27FC236}">
                    <a16:creationId xmlns:a16="http://schemas.microsoft.com/office/drawing/2014/main" id="{C612E088-504D-6F4A-BB8D-7C08287C6360}"/>
                  </a:ext>
                </a:extLst>
              </p:cNvPr>
              <p:cNvSpPr>
                <a:spLocks/>
              </p:cNvSpPr>
              <p:nvPr/>
            </p:nvSpPr>
            <p:spPr bwMode="auto">
              <a:xfrm>
                <a:off x="4091" y="3654"/>
                <a:ext cx="146" cy="173"/>
              </a:xfrm>
              <a:custGeom>
                <a:avLst/>
                <a:gdLst>
                  <a:gd name="T0" fmla="*/ 146 w 291"/>
                  <a:gd name="T1" fmla="*/ 27 h 346"/>
                  <a:gd name="T2" fmla="*/ 138 w 291"/>
                  <a:gd name="T3" fmla="*/ 45 h 346"/>
                  <a:gd name="T4" fmla="*/ 131 w 291"/>
                  <a:gd name="T5" fmla="*/ 63 h 346"/>
                  <a:gd name="T6" fmla="*/ 123 w 291"/>
                  <a:gd name="T7" fmla="*/ 82 h 346"/>
                  <a:gd name="T8" fmla="*/ 116 w 291"/>
                  <a:gd name="T9" fmla="*/ 100 h 346"/>
                  <a:gd name="T10" fmla="*/ 108 w 291"/>
                  <a:gd name="T11" fmla="*/ 118 h 346"/>
                  <a:gd name="T12" fmla="*/ 100 w 291"/>
                  <a:gd name="T13" fmla="*/ 137 h 346"/>
                  <a:gd name="T14" fmla="*/ 92 w 291"/>
                  <a:gd name="T15" fmla="*/ 155 h 346"/>
                  <a:gd name="T16" fmla="*/ 86 w 291"/>
                  <a:gd name="T17" fmla="*/ 173 h 346"/>
                  <a:gd name="T18" fmla="*/ 69 w 291"/>
                  <a:gd name="T19" fmla="*/ 152 h 346"/>
                  <a:gd name="T20" fmla="*/ 53 w 291"/>
                  <a:gd name="T21" fmla="*/ 131 h 346"/>
                  <a:gd name="T22" fmla="*/ 37 w 291"/>
                  <a:gd name="T23" fmla="*/ 110 h 346"/>
                  <a:gd name="T24" fmla="*/ 24 w 291"/>
                  <a:gd name="T25" fmla="*/ 91 h 346"/>
                  <a:gd name="T26" fmla="*/ 12 w 291"/>
                  <a:gd name="T27" fmla="*/ 72 h 346"/>
                  <a:gd name="T28" fmla="*/ 4 w 291"/>
                  <a:gd name="T29" fmla="*/ 54 h 346"/>
                  <a:gd name="T30" fmla="*/ 0 w 291"/>
                  <a:gd name="T31" fmla="*/ 40 h 346"/>
                  <a:gd name="T32" fmla="*/ 3 w 291"/>
                  <a:gd name="T33" fmla="*/ 28 h 346"/>
                  <a:gd name="T34" fmla="*/ 19 w 291"/>
                  <a:gd name="T35" fmla="*/ 13 h 346"/>
                  <a:gd name="T36" fmla="*/ 36 w 291"/>
                  <a:gd name="T37" fmla="*/ 5 h 346"/>
                  <a:gd name="T38" fmla="*/ 52 w 291"/>
                  <a:gd name="T39" fmla="*/ 0 h 346"/>
                  <a:gd name="T40" fmla="*/ 69 w 291"/>
                  <a:gd name="T41" fmla="*/ 1 h 346"/>
                  <a:gd name="T42" fmla="*/ 86 w 291"/>
                  <a:gd name="T43" fmla="*/ 5 h 346"/>
                  <a:gd name="T44" fmla="*/ 105 w 291"/>
                  <a:gd name="T45" fmla="*/ 11 h 346"/>
                  <a:gd name="T46" fmla="*/ 124 w 291"/>
                  <a:gd name="T47" fmla="*/ 19 h 346"/>
                  <a:gd name="T48" fmla="*/ 146 w 291"/>
                  <a:gd name="T49" fmla="*/ 27 h 3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1"/>
                  <a:gd name="T76" fmla="*/ 0 h 346"/>
                  <a:gd name="T77" fmla="*/ 291 w 291"/>
                  <a:gd name="T78" fmla="*/ 346 h 3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1" h="346">
                    <a:moveTo>
                      <a:pt x="291" y="54"/>
                    </a:moveTo>
                    <a:lnTo>
                      <a:pt x="276" y="91"/>
                    </a:lnTo>
                    <a:lnTo>
                      <a:pt x="261" y="127"/>
                    </a:lnTo>
                    <a:lnTo>
                      <a:pt x="246" y="163"/>
                    </a:lnTo>
                    <a:lnTo>
                      <a:pt x="231" y="201"/>
                    </a:lnTo>
                    <a:lnTo>
                      <a:pt x="215" y="236"/>
                    </a:lnTo>
                    <a:lnTo>
                      <a:pt x="199" y="274"/>
                    </a:lnTo>
                    <a:lnTo>
                      <a:pt x="184" y="309"/>
                    </a:lnTo>
                    <a:lnTo>
                      <a:pt x="171" y="346"/>
                    </a:lnTo>
                    <a:lnTo>
                      <a:pt x="138" y="304"/>
                    </a:lnTo>
                    <a:lnTo>
                      <a:pt x="106" y="262"/>
                    </a:lnTo>
                    <a:lnTo>
                      <a:pt x="74" y="221"/>
                    </a:lnTo>
                    <a:lnTo>
                      <a:pt x="47" y="182"/>
                    </a:lnTo>
                    <a:lnTo>
                      <a:pt x="23" y="143"/>
                    </a:lnTo>
                    <a:lnTo>
                      <a:pt x="8" y="109"/>
                    </a:lnTo>
                    <a:lnTo>
                      <a:pt x="0" y="79"/>
                    </a:lnTo>
                    <a:lnTo>
                      <a:pt x="5" y="57"/>
                    </a:lnTo>
                    <a:lnTo>
                      <a:pt x="38" y="27"/>
                    </a:lnTo>
                    <a:lnTo>
                      <a:pt x="72" y="9"/>
                    </a:lnTo>
                    <a:lnTo>
                      <a:pt x="103" y="0"/>
                    </a:lnTo>
                    <a:lnTo>
                      <a:pt x="137" y="3"/>
                    </a:lnTo>
                    <a:lnTo>
                      <a:pt x="171" y="9"/>
                    </a:lnTo>
                    <a:lnTo>
                      <a:pt x="209" y="22"/>
                    </a:lnTo>
                    <a:lnTo>
                      <a:pt x="248" y="37"/>
                    </a:lnTo>
                    <a:lnTo>
                      <a:pt x="291" y="54"/>
                    </a:lnTo>
                    <a:close/>
                  </a:path>
                </a:pathLst>
              </a:custGeom>
              <a:solidFill>
                <a:srgbClr val="FF005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2" name="Freeform 631">
                <a:extLst>
                  <a:ext uri="{FF2B5EF4-FFF2-40B4-BE49-F238E27FC236}">
                    <a16:creationId xmlns:a16="http://schemas.microsoft.com/office/drawing/2014/main" id="{912FF4B3-2380-C343-82CD-F26ACFF7F177}"/>
                  </a:ext>
                </a:extLst>
              </p:cNvPr>
              <p:cNvSpPr>
                <a:spLocks/>
              </p:cNvSpPr>
              <p:nvPr/>
            </p:nvSpPr>
            <p:spPr bwMode="auto">
              <a:xfrm>
                <a:off x="4514" y="2857"/>
                <a:ext cx="157" cy="149"/>
              </a:xfrm>
              <a:custGeom>
                <a:avLst/>
                <a:gdLst>
                  <a:gd name="T0" fmla="*/ 0 w 313"/>
                  <a:gd name="T1" fmla="*/ 78 h 298"/>
                  <a:gd name="T2" fmla="*/ 13 w 313"/>
                  <a:gd name="T3" fmla="*/ 69 h 298"/>
                  <a:gd name="T4" fmla="*/ 25 w 313"/>
                  <a:gd name="T5" fmla="*/ 58 h 298"/>
                  <a:gd name="T6" fmla="*/ 33 w 313"/>
                  <a:gd name="T7" fmla="*/ 46 h 298"/>
                  <a:gd name="T8" fmla="*/ 42 w 313"/>
                  <a:gd name="T9" fmla="*/ 34 h 298"/>
                  <a:gd name="T10" fmla="*/ 49 w 313"/>
                  <a:gd name="T11" fmla="*/ 20 h 298"/>
                  <a:gd name="T12" fmla="*/ 59 w 313"/>
                  <a:gd name="T13" fmla="*/ 10 h 298"/>
                  <a:gd name="T14" fmla="*/ 70 w 313"/>
                  <a:gd name="T15" fmla="*/ 3 h 298"/>
                  <a:gd name="T16" fmla="*/ 85 w 313"/>
                  <a:gd name="T17" fmla="*/ 0 h 298"/>
                  <a:gd name="T18" fmla="*/ 117 w 313"/>
                  <a:gd name="T19" fmla="*/ 11 h 298"/>
                  <a:gd name="T20" fmla="*/ 139 w 313"/>
                  <a:gd name="T21" fmla="*/ 29 h 298"/>
                  <a:gd name="T22" fmla="*/ 152 w 313"/>
                  <a:gd name="T23" fmla="*/ 51 h 298"/>
                  <a:gd name="T24" fmla="*/ 157 w 313"/>
                  <a:gd name="T25" fmla="*/ 76 h 298"/>
                  <a:gd name="T26" fmla="*/ 154 w 313"/>
                  <a:gd name="T27" fmla="*/ 99 h 298"/>
                  <a:gd name="T28" fmla="*/ 145 w 313"/>
                  <a:gd name="T29" fmla="*/ 121 h 298"/>
                  <a:gd name="T30" fmla="*/ 130 w 313"/>
                  <a:gd name="T31" fmla="*/ 138 h 298"/>
                  <a:gd name="T32" fmla="*/ 111 w 313"/>
                  <a:gd name="T33" fmla="*/ 149 h 298"/>
                  <a:gd name="T34" fmla="*/ 85 w 313"/>
                  <a:gd name="T35" fmla="*/ 148 h 298"/>
                  <a:gd name="T36" fmla="*/ 65 w 313"/>
                  <a:gd name="T37" fmla="*/ 141 h 298"/>
                  <a:gd name="T38" fmla="*/ 49 w 313"/>
                  <a:gd name="T39" fmla="*/ 129 h 298"/>
                  <a:gd name="T40" fmla="*/ 37 w 313"/>
                  <a:gd name="T41" fmla="*/ 116 h 298"/>
                  <a:gd name="T42" fmla="*/ 27 w 313"/>
                  <a:gd name="T43" fmla="*/ 101 h 298"/>
                  <a:gd name="T44" fmla="*/ 18 w 313"/>
                  <a:gd name="T45" fmla="*/ 89 h 298"/>
                  <a:gd name="T46" fmla="*/ 10 w 313"/>
                  <a:gd name="T47" fmla="*/ 80 h 298"/>
                  <a:gd name="T48" fmla="*/ 0 w 313"/>
                  <a:gd name="T49" fmla="*/ 78 h 29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3"/>
                  <a:gd name="T76" fmla="*/ 0 h 298"/>
                  <a:gd name="T77" fmla="*/ 313 w 313"/>
                  <a:gd name="T78" fmla="*/ 298 h 29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3" h="298">
                    <a:moveTo>
                      <a:pt x="0" y="156"/>
                    </a:moveTo>
                    <a:lnTo>
                      <a:pt x="26" y="138"/>
                    </a:lnTo>
                    <a:lnTo>
                      <a:pt x="49" y="117"/>
                    </a:lnTo>
                    <a:lnTo>
                      <a:pt x="65" y="92"/>
                    </a:lnTo>
                    <a:lnTo>
                      <a:pt x="83" y="67"/>
                    </a:lnTo>
                    <a:lnTo>
                      <a:pt x="98" y="41"/>
                    </a:lnTo>
                    <a:lnTo>
                      <a:pt x="117" y="21"/>
                    </a:lnTo>
                    <a:lnTo>
                      <a:pt x="139" y="6"/>
                    </a:lnTo>
                    <a:lnTo>
                      <a:pt x="169" y="0"/>
                    </a:lnTo>
                    <a:lnTo>
                      <a:pt x="233" y="23"/>
                    </a:lnTo>
                    <a:lnTo>
                      <a:pt x="277" y="59"/>
                    </a:lnTo>
                    <a:lnTo>
                      <a:pt x="303" y="103"/>
                    </a:lnTo>
                    <a:lnTo>
                      <a:pt x="313" y="152"/>
                    </a:lnTo>
                    <a:lnTo>
                      <a:pt x="307" y="198"/>
                    </a:lnTo>
                    <a:lnTo>
                      <a:pt x="290" y="242"/>
                    </a:lnTo>
                    <a:lnTo>
                      <a:pt x="260" y="276"/>
                    </a:lnTo>
                    <a:lnTo>
                      <a:pt x="221" y="298"/>
                    </a:lnTo>
                    <a:lnTo>
                      <a:pt x="169" y="296"/>
                    </a:lnTo>
                    <a:lnTo>
                      <a:pt x="130" y="282"/>
                    </a:lnTo>
                    <a:lnTo>
                      <a:pt x="98" y="258"/>
                    </a:lnTo>
                    <a:lnTo>
                      <a:pt x="74" y="232"/>
                    </a:lnTo>
                    <a:lnTo>
                      <a:pt x="53" y="202"/>
                    </a:lnTo>
                    <a:lnTo>
                      <a:pt x="36" y="178"/>
                    </a:lnTo>
                    <a:lnTo>
                      <a:pt x="19" y="161"/>
                    </a:lnTo>
                    <a:lnTo>
                      <a:pt x="0" y="156"/>
                    </a:lnTo>
                    <a:close/>
                  </a:path>
                </a:pathLst>
              </a:custGeom>
              <a:solidFill>
                <a:srgbClr val="FFEBE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3" name="Freeform 632">
                <a:extLst>
                  <a:ext uri="{FF2B5EF4-FFF2-40B4-BE49-F238E27FC236}">
                    <a16:creationId xmlns:a16="http://schemas.microsoft.com/office/drawing/2014/main" id="{F64874D0-D22D-5A41-B5D4-EFC57E7DD886}"/>
                  </a:ext>
                </a:extLst>
              </p:cNvPr>
              <p:cNvSpPr>
                <a:spLocks/>
              </p:cNvSpPr>
              <p:nvPr/>
            </p:nvSpPr>
            <p:spPr bwMode="auto">
              <a:xfrm>
                <a:off x="3806" y="3238"/>
                <a:ext cx="118" cy="112"/>
              </a:xfrm>
              <a:custGeom>
                <a:avLst/>
                <a:gdLst>
                  <a:gd name="T0" fmla="*/ 0 w 237"/>
                  <a:gd name="T1" fmla="*/ 0 h 224"/>
                  <a:gd name="T2" fmla="*/ 15 w 237"/>
                  <a:gd name="T3" fmla="*/ 2 h 224"/>
                  <a:gd name="T4" fmla="*/ 33 w 237"/>
                  <a:gd name="T5" fmla="*/ 11 h 224"/>
                  <a:gd name="T6" fmla="*/ 51 w 237"/>
                  <a:gd name="T7" fmla="*/ 25 h 224"/>
                  <a:gd name="T8" fmla="*/ 69 w 237"/>
                  <a:gd name="T9" fmla="*/ 42 h 224"/>
                  <a:gd name="T10" fmla="*/ 86 w 237"/>
                  <a:gd name="T11" fmla="*/ 60 h 224"/>
                  <a:gd name="T12" fmla="*/ 100 w 237"/>
                  <a:gd name="T13" fmla="*/ 79 h 224"/>
                  <a:gd name="T14" fmla="*/ 111 w 237"/>
                  <a:gd name="T15" fmla="*/ 97 h 224"/>
                  <a:gd name="T16" fmla="*/ 118 w 237"/>
                  <a:gd name="T17" fmla="*/ 112 h 2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224"/>
                  <a:gd name="T29" fmla="*/ 237 w 237"/>
                  <a:gd name="T30" fmla="*/ 224 h 2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224">
                    <a:moveTo>
                      <a:pt x="0" y="0"/>
                    </a:moveTo>
                    <a:lnTo>
                      <a:pt x="31" y="4"/>
                    </a:lnTo>
                    <a:lnTo>
                      <a:pt x="66" y="21"/>
                    </a:lnTo>
                    <a:lnTo>
                      <a:pt x="103" y="49"/>
                    </a:lnTo>
                    <a:lnTo>
                      <a:pt x="139" y="84"/>
                    </a:lnTo>
                    <a:lnTo>
                      <a:pt x="172" y="120"/>
                    </a:lnTo>
                    <a:lnTo>
                      <a:pt x="201" y="158"/>
                    </a:lnTo>
                    <a:lnTo>
                      <a:pt x="222" y="193"/>
                    </a:lnTo>
                    <a:lnTo>
                      <a:pt x="237" y="224"/>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4" name="Freeform 633">
                <a:extLst>
                  <a:ext uri="{FF2B5EF4-FFF2-40B4-BE49-F238E27FC236}">
                    <a16:creationId xmlns:a16="http://schemas.microsoft.com/office/drawing/2014/main" id="{8A64EACF-77B9-0C42-B7D3-840DB6779297}"/>
                  </a:ext>
                </a:extLst>
              </p:cNvPr>
              <p:cNvSpPr>
                <a:spLocks/>
              </p:cNvSpPr>
              <p:nvPr/>
            </p:nvSpPr>
            <p:spPr bwMode="auto">
              <a:xfrm>
                <a:off x="3869" y="3207"/>
                <a:ext cx="119" cy="111"/>
              </a:xfrm>
              <a:custGeom>
                <a:avLst/>
                <a:gdLst>
                  <a:gd name="T0" fmla="*/ 0 w 238"/>
                  <a:gd name="T1" fmla="*/ 0 h 223"/>
                  <a:gd name="T2" fmla="*/ 15 w 238"/>
                  <a:gd name="T3" fmla="*/ 1 h 223"/>
                  <a:gd name="T4" fmla="*/ 34 w 238"/>
                  <a:gd name="T5" fmla="*/ 10 h 223"/>
                  <a:gd name="T6" fmla="*/ 52 w 238"/>
                  <a:gd name="T7" fmla="*/ 23 h 223"/>
                  <a:gd name="T8" fmla="*/ 71 w 238"/>
                  <a:gd name="T9" fmla="*/ 41 h 223"/>
                  <a:gd name="T10" fmla="*/ 87 w 238"/>
                  <a:gd name="T11" fmla="*/ 59 h 223"/>
                  <a:gd name="T12" fmla="*/ 102 w 238"/>
                  <a:gd name="T13" fmla="*/ 79 h 223"/>
                  <a:gd name="T14" fmla="*/ 112 w 238"/>
                  <a:gd name="T15" fmla="*/ 96 h 223"/>
                  <a:gd name="T16" fmla="*/ 119 w 238"/>
                  <a:gd name="T17" fmla="*/ 111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3"/>
                  <a:gd name="T29" fmla="*/ 238 w 238"/>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3">
                    <a:moveTo>
                      <a:pt x="0" y="0"/>
                    </a:moveTo>
                    <a:lnTo>
                      <a:pt x="31" y="3"/>
                    </a:lnTo>
                    <a:lnTo>
                      <a:pt x="67" y="21"/>
                    </a:lnTo>
                    <a:lnTo>
                      <a:pt x="104" y="47"/>
                    </a:lnTo>
                    <a:lnTo>
                      <a:pt x="141" y="82"/>
                    </a:lnTo>
                    <a:lnTo>
                      <a:pt x="174" y="119"/>
                    </a:lnTo>
                    <a:lnTo>
                      <a:pt x="203" y="158"/>
                    </a:lnTo>
                    <a:lnTo>
                      <a:pt x="224" y="193"/>
                    </a:lnTo>
                    <a:lnTo>
                      <a:pt x="238" y="223"/>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5" name="Freeform 634">
                <a:extLst>
                  <a:ext uri="{FF2B5EF4-FFF2-40B4-BE49-F238E27FC236}">
                    <a16:creationId xmlns:a16="http://schemas.microsoft.com/office/drawing/2014/main" id="{2CDD62DE-41D9-714B-9CCC-E90407807BDE}"/>
                  </a:ext>
                </a:extLst>
              </p:cNvPr>
              <p:cNvSpPr>
                <a:spLocks/>
              </p:cNvSpPr>
              <p:nvPr/>
            </p:nvSpPr>
            <p:spPr bwMode="auto">
              <a:xfrm>
                <a:off x="3793" y="3217"/>
                <a:ext cx="18" cy="32"/>
              </a:xfrm>
              <a:custGeom>
                <a:avLst/>
                <a:gdLst>
                  <a:gd name="T0" fmla="*/ 18 w 35"/>
                  <a:gd name="T1" fmla="*/ 16 h 64"/>
                  <a:gd name="T2" fmla="*/ 16 w 35"/>
                  <a:gd name="T3" fmla="*/ 22 h 64"/>
                  <a:gd name="T4" fmla="*/ 15 w 35"/>
                  <a:gd name="T5" fmla="*/ 27 h 64"/>
                  <a:gd name="T6" fmla="*/ 11 w 35"/>
                  <a:gd name="T7" fmla="*/ 30 h 64"/>
                  <a:gd name="T8" fmla="*/ 8 w 35"/>
                  <a:gd name="T9" fmla="*/ 32 h 64"/>
                  <a:gd name="T10" fmla="*/ 5 w 35"/>
                  <a:gd name="T11" fmla="*/ 30 h 64"/>
                  <a:gd name="T12" fmla="*/ 2 w 35"/>
                  <a:gd name="T13" fmla="*/ 27 h 64"/>
                  <a:gd name="T14" fmla="*/ 0 w 35"/>
                  <a:gd name="T15" fmla="*/ 21 h 64"/>
                  <a:gd name="T16" fmla="*/ 0 w 35"/>
                  <a:gd name="T17" fmla="*/ 15 h 64"/>
                  <a:gd name="T18" fmla="*/ 0 w 35"/>
                  <a:gd name="T19" fmla="*/ 8 h 64"/>
                  <a:gd name="T20" fmla="*/ 3 w 35"/>
                  <a:gd name="T21" fmla="*/ 4 h 64"/>
                  <a:gd name="T22" fmla="*/ 6 w 35"/>
                  <a:gd name="T23" fmla="*/ 1 h 64"/>
                  <a:gd name="T24" fmla="*/ 10 w 35"/>
                  <a:gd name="T25" fmla="*/ 0 h 64"/>
                  <a:gd name="T26" fmla="*/ 13 w 35"/>
                  <a:gd name="T27" fmla="*/ 1 h 64"/>
                  <a:gd name="T28" fmla="*/ 16 w 35"/>
                  <a:gd name="T29" fmla="*/ 5 h 64"/>
                  <a:gd name="T30" fmla="*/ 17 w 35"/>
                  <a:gd name="T31" fmla="*/ 10 h 64"/>
                  <a:gd name="T32" fmla="*/ 18 w 35"/>
                  <a:gd name="T33" fmla="*/ 16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
                  <a:gd name="T52" fmla="*/ 0 h 64"/>
                  <a:gd name="T53" fmla="*/ 35 w 3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 h="64">
                    <a:moveTo>
                      <a:pt x="35" y="32"/>
                    </a:moveTo>
                    <a:lnTo>
                      <a:pt x="32" y="44"/>
                    </a:lnTo>
                    <a:lnTo>
                      <a:pt x="29" y="54"/>
                    </a:lnTo>
                    <a:lnTo>
                      <a:pt x="22" y="60"/>
                    </a:lnTo>
                    <a:lnTo>
                      <a:pt x="16" y="64"/>
                    </a:lnTo>
                    <a:lnTo>
                      <a:pt x="9" y="60"/>
                    </a:lnTo>
                    <a:lnTo>
                      <a:pt x="4" y="54"/>
                    </a:lnTo>
                    <a:lnTo>
                      <a:pt x="0" y="42"/>
                    </a:lnTo>
                    <a:lnTo>
                      <a:pt x="0" y="31"/>
                    </a:lnTo>
                    <a:lnTo>
                      <a:pt x="0" y="17"/>
                    </a:lnTo>
                    <a:lnTo>
                      <a:pt x="5" y="8"/>
                    </a:lnTo>
                    <a:lnTo>
                      <a:pt x="11" y="1"/>
                    </a:lnTo>
                    <a:lnTo>
                      <a:pt x="19" y="0"/>
                    </a:lnTo>
                    <a:lnTo>
                      <a:pt x="25" y="2"/>
                    </a:lnTo>
                    <a:lnTo>
                      <a:pt x="31" y="10"/>
                    </a:lnTo>
                    <a:lnTo>
                      <a:pt x="34" y="20"/>
                    </a:lnTo>
                    <a:lnTo>
                      <a:pt x="35" y="32"/>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6" name="Freeform 635">
                <a:extLst>
                  <a:ext uri="{FF2B5EF4-FFF2-40B4-BE49-F238E27FC236}">
                    <a16:creationId xmlns:a16="http://schemas.microsoft.com/office/drawing/2014/main" id="{FEA57B82-7A05-704B-89B7-791DE4BAC355}"/>
                  </a:ext>
                </a:extLst>
              </p:cNvPr>
              <p:cNvSpPr>
                <a:spLocks/>
              </p:cNvSpPr>
              <p:nvPr/>
            </p:nvSpPr>
            <p:spPr bwMode="auto">
              <a:xfrm>
                <a:off x="3866" y="3186"/>
                <a:ext cx="18" cy="33"/>
              </a:xfrm>
              <a:custGeom>
                <a:avLst/>
                <a:gdLst>
                  <a:gd name="T0" fmla="*/ 18 w 38"/>
                  <a:gd name="T1" fmla="*/ 17 h 65"/>
                  <a:gd name="T2" fmla="*/ 16 w 38"/>
                  <a:gd name="T3" fmla="*/ 23 h 65"/>
                  <a:gd name="T4" fmla="*/ 14 w 38"/>
                  <a:gd name="T5" fmla="*/ 28 h 65"/>
                  <a:gd name="T6" fmla="*/ 11 w 38"/>
                  <a:gd name="T7" fmla="*/ 31 h 65"/>
                  <a:gd name="T8" fmla="*/ 8 w 38"/>
                  <a:gd name="T9" fmla="*/ 33 h 65"/>
                  <a:gd name="T10" fmla="*/ 4 w 38"/>
                  <a:gd name="T11" fmla="*/ 31 h 65"/>
                  <a:gd name="T12" fmla="*/ 2 w 38"/>
                  <a:gd name="T13" fmla="*/ 27 h 65"/>
                  <a:gd name="T14" fmla="*/ 0 w 38"/>
                  <a:gd name="T15" fmla="*/ 24 h 65"/>
                  <a:gd name="T16" fmla="*/ 0 w 38"/>
                  <a:gd name="T17" fmla="*/ 22 h 65"/>
                  <a:gd name="T18" fmla="*/ 0 w 38"/>
                  <a:gd name="T19" fmla="*/ 19 h 65"/>
                  <a:gd name="T20" fmla="*/ 0 w 38"/>
                  <a:gd name="T21" fmla="*/ 15 h 65"/>
                  <a:gd name="T22" fmla="*/ 0 w 38"/>
                  <a:gd name="T23" fmla="*/ 9 h 65"/>
                  <a:gd name="T24" fmla="*/ 3 w 38"/>
                  <a:gd name="T25" fmla="*/ 5 h 65"/>
                  <a:gd name="T26" fmla="*/ 6 w 38"/>
                  <a:gd name="T27" fmla="*/ 1 h 65"/>
                  <a:gd name="T28" fmla="*/ 9 w 38"/>
                  <a:gd name="T29" fmla="*/ 0 h 65"/>
                  <a:gd name="T30" fmla="*/ 12 w 38"/>
                  <a:gd name="T31" fmla="*/ 2 h 65"/>
                  <a:gd name="T32" fmla="*/ 16 w 38"/>
                  <a:gd name="T33" fmla="*/ 5 h 65"/>
                  <a:gd name="T34" fmla="*/ 17 w 38"/>
                  <a:gd name="T35" fmla="*/ 10 h 65"/>
                  <a:gd name="T36" fmla="*/ 18 w 38"/>
                  <a:gd name="T37" fmla="*/ 17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65"/>
                  <a:gd name="T59" fmla="*/ 38 w 38"/>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65">
                    <a:moveTo>
                      <a:pt x="38" y="33"/>
                    </a:moveTo>
                    <a:lnTo>
                      <a:pt x="34" y="45"/>
                    </a:lnTo>
                    <a:lnTo>
                      <a:pt x="29" y="55"/>
                    </a:lnTo>
                    <a:lnTo>
                      <a:pt x="23" y="62"/>
                    </a:lnTo>
                    <a:lnTo>
                      <a:pt x="16" y="65"/>
                    </a:lnTo>
                    <a:lnTo>
                      <a:pt x="9" y="62"/>
                    </a:lnTo>
                    <a:lnTo>
                      <a:pt x="4" y="54"/>
                    </a:lnTo>
                    <a:lnTo>
                      <a:pt x="1" y="48"/>
                    </a:lnTo>
                    <a:lnTo>
                      <a:pt x="0" y="43"/>
                    </a:lnTo>
                    <a:lnTo>
                      <a:pt x="0" y="37"/>
                    </a:lnTo>
                    <a:lnTo>
                      <a:pt x="1" y="30"/>
                    </a:lnTo>
                    <a:lnTo>
                      <a:pt x="1" y="18"/>
                    </a:lnTo>
                    <a:lnTo>
                      <a:pt x="6" y="9"/>
                    </a:lnTo>
                    <a:lnTo>
                      <a:pt x="13" y="2"/>
                    </a:lnTo>
                    <a:lnTo>
                      <a:pt x="20" y="0"/>
                    </a:lnTo>
                    <a:lnTo>
                      <a:pt x="26" y="3"/>
                    </a:lnTo>
                    <a:lnTo>
                      <a:pt x="33" y="9"/>
                    </a:lnTo>
                    <a:lnTo>
                      <a:pt x="35" y="19"/>
                    </a:lnTo>
                    <a:lnTo>
                      <a:pt x="38" y="33"/>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7" name="Freeform 636">
                <a:extLst>
                  <a:ext uri="{FF2B5EF4-FFF2-40B4-BE49-F238E27FC236}">
                    <a16:creationId xmlns:a16="http://schemas.microsoft.com/office/drawing/2014/main" id="{331963BC-DE8D-9043-96C4-8A7D86481F17}"/>
                  </a:ext>
                </a:extLst>
              </p:cNvPr>
              <p:cNvSpPr>
                <a:spLocks/>
              </p:cNvSpPr>
              <p:nvPr/>
            </p:nvSpPr>
            <p:spPr bwMode="auto">
              <a:xfrm>
                <a:off x="3919" y="3231"/>
                <a:ext cx="18" cy="32"/>
              </a:xfrm>
              <a:custGeom>
                <a:avLst/>
                <a:gdLst>
                  <a:gd name="T0" fmla="*/ 18 w 36"/>
                  <a:gd name="T1" fmla="*/ 16 h 64"/>
                  <a:gd name="T2" fmla="*/ 16 w 36"/>
                  <a:gd name="T3" fmla="*/ 22 h 64"/>
                  <a:gd name="T4" fmla="*/ 13 w 36"/>
                  <a:gd name="T5" fmla="*/ 27 h 64"/>
                  <a:gd name="T6" fmla="*/ 10 w 36"/>
                  <a:gd name="T7" fmla="*/ 31 h 64"/>
                  <a:gd name="T8" fmla="*/ 8 w 36"/>
                  <a:gd name="T9" fmla="*/ 32 h 64"/>
                  <a:gd name="T10" fmla="*/ 4 w 36"/>
                  <a:gd name="T11" fmla="*/ 30 h 64"/>
                  <a:gd name="T12" fmla="*/ 1 w 36"/>
                  <a:gd name="T13" fmla="*/ 27 h 64"/>
                  <a:gd name="T14" fmla="*/ 0 w 36"/>
                  <a:gd name="T15" fmla="*/ 22 h 64"/>
                  <a:gd name="T16" fmla="*/ 0 w 36"/>
                  <a:gd name="T17" fmla="*/ 16 h 64"/>
                  <a:gd name="T18" fmla="*/ 1 w 36"/>
                  <a:gd name="T19" fmla="*/ 9 h 64"/>
                  <a:gd name="T20" fmla="*/ 3 w 36"/>
                  <a:gd name="T21" fmla="*/ 4 h 64"/>
                  <a:gd name="T22" fmla="*/ 5 w 36"/>
                  <a:gd name="T23" fmla="*/ 1 h 64"/>
                  <a:gd name="T24" fmla="*/ 9 w 36"/>
                  <a:gd name="T25" fmla="*/ 0 h 64"/>
                  <a:gd name="T26" fmla="*/ 12 w 36"/>
                  <a:gd name="T27" fmla="*/ 1 h 64"/>
                  <a:gd name="T28" fmla="*/ 15 w 36"/>
                  <a:gd name="T29" fmla="*/ 5 h 64"/>
                  <a:gd name="T30" fmla="*/ 18 w 36"/>
                  <a:gd name="T31" fmla="*/ 10 h 64"/>
                  <a:gd name="T32" fmla="*/ 18 w 36"/>
                  <a:gd name="T33" fmla="*/ 16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
                  <a:gd name="T52" fmla="*/ 0 h 64"/>
                  <a:gd name="T53" fmla="*/ 36 w 3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 h="64">
                    <a:moveTo>
                      <a:pt x="36" y="33"/>
                    </a:moveTo>
                    <a:lnTo>
                      <a:pt x="32" y="44"/>
                    </a:lnTo>
                    <a:lnTo>
                      <a:pt x="27" y="55"/>
                    </a:lnTo>
                    <a:lnTo>
                      <a:pt x="21" y="62"/>
                    </a:lnTo>
                    <a:lnTo>
                      <a:pt x="16" y="64"/>
                    </a:lnTo>
                    <a:lnTo>
                      <a:pt x="8" y="60"/>
                    </a:lnTo>
                    <a:lnTo>
                      <a:pt x="3" y="54"/>
                    </a:lnTo>
                    <a:lnTo>
                      <a:pt x="0" y="44"/>
                    </a:lnTo>
                    <a:lnTo>
                      <a:pt x="0" y="32"/>
                    </a:lnTo>
                    <a:lnTo>
                      <a:pt x="1" y="18"/>
                    </a:lnTo>
                    <a:lnTo>
                      <a:pt x="6" y="9"/>
                    </a:lnTo>
                    <a:lnTo>
                      <a:pt x="11" y="1"/>
                    </a:lnTo>
                    <a:lnTo>
                      <a:pt x="18" y="0"/>
                    </a:lnTo>
                    <a:lnTo>
                      <a:pt x="25" y="3"/>
                    </a:lnTo>
                    <a:lnTo>
                      <a:pt x="31" y="10"/>
                    </a:lnTo>
                    <a:lnTo>
                      <a:pt x="35" y="20"/>
                    </a:lnTo>
                    <a:lnTo>
                      <a:pt x="36" y="33"/>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8" name="Freeform 637">
                <a:extLst>
                  <a:ext uri="{FF2B5EF4-FFF2-40B4-BE49-F238E27FC236}">
                    <a16:creationId xmlns:a16="http://schemas.microsoft.com/office/drawing/2014/main" id="{97D98BB3-B6BC-6E42-B95B-C9DD7BAB4365}"/>
                  </a:ext>
                </a:extLst>
              </p:cNvPr>
              <p:cNvSpPr>
                <a:spLocks/>
              </p:cNvSpPr>
              <p:nvPr/>
            </p:nvSpPr>
            <p:spPr bwMode="auto">
              <a:xfrm>
                <a:off x="4329" y="2757"/>
                <a:ext cx="1004" cy="730"/>
              </a:xfrm>
              <a:custGeom>
                <a:avLst/>
                <a:gdLst>
                  <a:gd name="T0" fmla="*/ 7 w 2009"/>
                  <a:gd name="T1" fmla="*/ 582 h 1460"/>
                  <a:gd name="T2" fmla="*/ 29 w 2009"/>
                  <a:gd name="T3" fmla="*/ 532 h 1460"/>
                  <a:gd name="T4" fmla="*/ 54 w 2009"/>
                  <a:gd name="T5" fmla="*/ 483 h 1460"/>
                  <a:gd name="T6" fmla="*/ 76 w 2009"/>
                  <a:gd name="T7" fmla="*/ 433 h 1460"/>
                  <a:gd name="T8" fmla="*/ 156 w 2009"/>
                  <a:gd name="T9" fmla="*/ 298 h 1460"/>
                  <a:gd name="T10" fmla="*/ 314 w 2009"/>
                  <a:gd name="T11" fmla="*/ 134 h 1460"/>
                  <a:gd name="T12" fmla="*/ 504 w 2009"/>
                  <a:gd name="T13" fmla="*/ 38 h 1460"/>
                  <a:gd name="T14" fmla="*/ 736 w 2009"/>
                  <a:gd name="T15" fmla="*/ 13 h 1460"/>
                  <a:gd name="T16" fmla="*/ 881 w 2009"/>
                  <a:gd name="T17" fmla="*/ 30 h 1460"/>
                  <a:gd name="T18" fmla="*/ 901 w 2009"/>
                  <a:gd name="T19" fmla="*/ 31 h 1460"/>
                  <a:gd name="T20" fmla="*/ 923 w 2009"/>
                  <a:gd name="T21" fmla="*/ 25 h 1460"/>
                  <a:gd name="T22" fmla="*/ 943 w 2009"/>
                  <a:gd name="T23" fmla="*/ 11 h 1460"/>
                  <a:gd name="T24" fmla="*/ 958 w 2009"/>
                  <a:gd name="T25" fmla="*/ 11 h 1460"/>
                  <a:gd name="T26" fmla="*/ 965 w 2009"/>
                  <a:gd name="T27" fmla="*/ 33 h 1460"/>
                  <a:gd name="T28" fmla="*/ 968 w 2009"/>
                  <a:gd name="T29" fmla="*/ 56 h 1460"/>
                  <a:gd name="T30" fmla="*/ 966 w 2009"/>
                  <a:gd name="T31" fmla="*/ 82 h 1460"/>
                  <a:gd name="T32" fmla="*/ 997 w 2009"/>
                  <a:gd name="T33" fmla="*/ 201 h 1460"/>
                  <a:gd name="T34" fmla="*/ 992 w 2009"/>
                  <a:gd name="T35" fmla="*/ 399 h 1460"/>
                  <a:gd name="T36" fmla="*/ 939 w 2009"/>
                  <a:gd name="T37" fmla="*/ 560 h 1460"/>
                  <a:gd name="T38" fmla="*/ 893 w 2009"/>
                  <a:gd name="T39" fmla="*/ 663 h 1460"/>
                  <a:gd name="T40" fmla="*/ 890 w 2009"/>
                  <a:gd name="T41" fmla="*/ 696 h 1460"/>
                  <a:gd name="T42" fmla="*/ 888 w 2009"/>
                  <a:gd name="T43" fmla="*/ 706 h 1460"/>
                  <a:gd name="T44" fmla="*/ 886 w 2009"/>
                  <a:gd name="T45" fmla="*/ 711 h 1460"/>
                  <a:gd name="T46" fmla="*/ 885 w 2009"/>
                  <a:gd name="T47" fmla="*/ 720 h 1460"/>
                  <a:gd name="T48" fmla="*/ 873 w 2009"/>
                  <a:gd name="T49" fmla="*/ 722 h 1460"/>
                  <a:gd name="T50" fmla="*/ 841 w 2009"/>
                  <a:gd name="T51" fmla="*/ 714 h 1460"/>
                  <a:gd name="T52" fmla="*/ 804 w 2009"/>
                  <a:gd name="T53" fmla="*/ 710 h 1460"/>
                  <a:gd name="T54" fmla="*/ 771 w 2009"/>
                  <a:gd name="T55" fmla="*/ 703 h 1460"/>
                  <a:gd name="T56" fmla="*/ 702 w 2009"/>
                  <a:gd name="T57" fmla="*/ 669 h 1460"/>
                  <a:gd name="T58" fmla="*/ 616 w 2009"/>
                  <a:gd name="T59" fmla="*/ 602 h 1460"/>
                  <a:gd name="T60" fmla="*/ 551 w 2009"/>
                  <a:gd name="T61" fmla="*/ 523 h 1460"/>
                  <a:gd name="T62" fmla="*/ 481 w 2009"/>
                  <a:gd name="T63" fmla="*/ 432 h 1460"/>
                  <a:gd name="T64" fmla="*/ 412 w 2009"/>
                  <a:gd name="T65" fmla="*/ 379 h 1460"/>
                  <a:gd name="T66" fmla="*/ 367 w 2009"/>
                  <a:gd name="T67" fmla="*/ 382 h 1460"/>
                  <a:gd name="T68" fmla="*/ 318 w 2009"/>
                  <a:gd name="T69" fmla="*/ 399 h 1460"/>
                  <a:gd name="T70" fmla="*/ 258 w 2009"/>
                  <a:gd name="T71" fmla="*/ 428 h 1460"/>
                  <a:gd name="T72" fmla="*/ 205 w 2009"/>
                  <a:gd name="T73" fmla="*/ 471 h 1460"/>
                  <a:gd name="T74" fmla="*/ 163 w 2009"/>
                  <a:gd name="T75" fmla="*/ 523 h 1460"/>
                  <a:gd name="T76" fmla="*/ 118 w 2009"/>
                  <a:gd name="T77" fmla="*/ 579 h 1460"/>
                  <a:gd name="T78" fmla="*/ 76 w 2009"/>
                  <a:gd name="T79" fmla="*/ 632 h 1460"/>
                  <a:gd name="T80" fmla="*/ 53 w 2009"/>
                  <a:gd name="T81" fmla="*/ 654 h 1460"/>
                  <a:gd name="T82" fmla="*/ 37 w 2009"/>
                  <a:gd name="T83" fmla="*/ 641 h 1460"/>
                  <a:gd name="T84" fmla="*/ 20 w 2009"/>
                  <a:gd name="T85" fmla="*/ 623 h 1460"/>
                  <a:gd name="T86" fmla="*/ 5 w 2009"/>
                  <a:gd name="T87" fmla="*/ 610 h 1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09"/>
                  <a:gd name="T133" fmla="*/ 0 h 1460"/>
                  <a:gd name="T134" fmla="*/ 2009 w 2009"/>
                  <a:gd name="T135" fmla="*/ 1460 h 146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09" h="1460">
                    <a:moveTo>
                      <a:pt x="0" y="1218"/>
                    </a:moveTo>
                    <a:lnTo>
                      <a:pt x="15" y="1164"/>
                    </a:lnTo>
                    <a:lnTo>
                      <a:pt x="36" y="1114"/>
                    </a:lnTo>
                    <a:lnTo>
                      <a:pt x="59" y="1064"/>
                    </a:lnTo>
                    <a:lnTo>
                      <a:pt x="84" y="1016"/>
                    </a:lnTo>
                    <a:lnTo>
                      <a:pt x="108" y="966"/>
                    </a:lnTo>
                    <a:lnTo>
                      <a:pt x="131" y="917"/>
                    </a:lnTo>
                    <a:lnTo>
                      <a:pt x="153" y="866"/>
                    </a:lnTo>
                    <a:lnTo>
                      <a:pt x="170" y="813"/>
                    </a:lnTo>
                    <a:lnTo>
                      <a:pt x="312" y="596"/>
                    </a:lnTo>
                    <a:lnTo>
                      <a:pt x="465" y="416"/>
                    </a:lnTo>
                    <a:lnTo>
                      <a:pt x="629" y="268"/>
                    </a:lnTo>
                    <a:lnTo>
                      <a:pt x="811" y="155"/>
                    </a:lnTo>
                    <a:lnTo>
                      <a:pt x="1009" y="76"/>
                    </a:lnTo>
                    <a:lnTo>
                      <a:pt x="1230" y="35"/>
                    </a:lnTo>
                    <a:lnTo>
                      <a:pt x="1472" y="27"/>
                    </a:lnTo>
                    <a:lnTo>
                      <a:pt x="1743" y="59"/>
                    </a:lnTo>
                    <a:lnTo>
                      <a:pt x="1762" y="61"/>
                    </a:lnTo>
                    <a:lnTo>
                      <a:pt x="1783" y="63"/>
                    </a:lnTo>
                    <a:lnTo>
                      <a:pt x="1803" y="63"/>
                    </a:lnTo>
                    <a:lnTo>
                      <a:pt x="1826" y="60"/>
                    </a:lnTo>
                    <a:lnTo>
                      <a:pt x="1846" y="51"/>
                    </a:lnTo>
                    <a:lnTo>
                      <a:pt x="1867" y="40"/>
                    </a:lnTo>
                    <a:lnTo>
                      <a:pt x="1887" y="22"/>
                    </a:lnTo>
                    <a:lnTo>
                      <a:pt x="1908" y="0"/>
                    </a:lnTo>
                    <a:lnTo>
                      <a:pt x="1917" y="21"/>
                    </a:lnTo>
                    <a:lnTo>
                      <a:pt x="1926" y="44"/>
                    </a:lnTo>
                    <a:lnTo>
                      <a:pt x="1931" y="66"/>
                    </a:lnTo>
                    <a:lnTo>
                      <a:pt x="1936" y="90"/>
                    </a:lnTo>
                    <a:lnTo>
                      <a:pt x="1937" y="113"/>
                    </a:lnTo>
                    <a:lnTo>
                      <a:pt x="1937" y="138"/>
                    </a:lnTo>
                    <a:lnTo>
                      <a:pt x="1933" y="164"/>
                    </a:lnTo>
                    <a:lnTo>
                      <a:pt x="1927" y="193"/>
                    </a:lnTo>
                    <a:lnTo>
                      <a:pt x="1994" y="403"/>
                    </a:lnTo>
                    <a:lnTo>
                      <a:pt x="2009" y="608"/>
                    </a:lnTo>
                    <a:lnTo>
                      <a:pt x="1984" y="798"/>
                    </a:lnTo>
                    <a:lnTo>
                      <a:pt x="1937" y="971"/>
                    </a:lnTo>
                    <a:lnTo>
                      <a:pt x="1878" y="1119"/>
                    </a:lnTo>
                    <a:lnTo>
                      <a:pt x="1823" y="1240"/>
                    </a:lnTo>
                    <a:lnTo>
                      <a:pt x="1787" y="1326"/>
                    </a:lnTo>
                    <a:lnTo>
                      <a:pt x="1782" y="1375"/>
                    </a:lnTo>
                    <a:lnTo>
                      <a:pt x="1780" y="1392"/>
                    </a:lnTo>
                    <a:lnTo>
                      <a:pt x="1779" y="1405"/>
                    </a:lnTo>
                    <a:lnTo>
                      <a:pt x="1777" y="1411"/>
                    </a:lnTo>
                    <a:lnTo>
                      <a:pt x="1775" y="1417"/>
                    </a:lnTo>
                    <a:lnTo>
                      <a:pt x="1773" y="1421"/>
                    </a:lnTo>
                    <a:lnTo>
                      <a:pt x="1772" y="1427"/>
                    </a:lnTo>
                    <a:lnTo>
                      <a:pt x="1770" y="1440"/>
                    </a:lnTo>
                    <a:lnTo>
                      <a:pt x="1770" y="1460"/>
                    </a:lnTo>
                    <a:lnTo>
                      <a:pt x="1747" y="1443"/>
                    </a:lnTo>
                    <a:lnTo>
                      <a:pt x="1718" y="1435"/>
                    </a:lnTo>
                    <a:lnTo>
                      <a:pt x="1683" y="1428"/>
                    </a:lnTo>
                    <a:lnTo>
                      <a:pt x="1646" y="1425"/>
                    </a:lnTo>
                    <a:lnTo>
                      <a:pt x="1609" y="1420"/>
                    </a:lnTo>
                    <a:lnTo>
                      <a:pt x="1574" y="1415"/>
                    </a:lnTo>
                    <a:lnTo>
                      <a:pt x="1543" y="1406"/>
                    </a:lnTo>
                    <a:lnTo>
                      <a:pt x="1522" y="1393"/>
                    </a:lnTo>
                    <a:lnTo>
                      <a:pt x="1404" y="1337"/>
                    </a:lnTo>
                    <a:lnTo>
                      <a:pt x="1310" y="1273"/>
                    </a:lnTo>
                    <a:lnTo>
                      <a:pt x="1232" y="1203"/>
                    </a:lnTo>
                    <a:lnTo>
                      <a:pt x="1167" y="1128"/>
                    </a:lnTo>
                    <a:lnTo>
                      <a:pt x="1103" y="1045"/>
                    </a:lnTo>
                    <a:lnTo>
                      <a:pt x="1038" y="957"/>
                    </a:lnTo>
                    <a:lnTo>
                      <a:pt x="962" y="865"/>
                    </a:lnTo>
                    <a:lnTo>
                      <a:pt x="871" y="768"/>
                    </a:lnTo>
                    <a:lnTo>
                      <a:pt x="825" y="758"/>
                    </a:lnTo>
                    <a:lnTo>
                      <a:pt x="781" y="758"/>
                    </a:lnTo>
                    <a:lnTo>
                      <a:pt x="735" y="764"/>
                    </a:lnTo>
                    <a:lnTo>
                      <a:pt x="688" y="779"/>
                    </a:lnTo>
                    <a:lnTo>
                      <a:pt x="637" y="799"/>
                    </a:lnTo>
                    <a:lnTo>
                      <a:pt x="580" y="826"/>
                    </a:lnTo>
                    <a:lnTo>
                      <a:pt x="516" y="857"/>
                    </a:lnTo>
                    <a:lnTo>
                      <a:pt x="446" y="895"/>
                    </a:lnTo>
                    <a:lnTo>
                      <a:pt x="410" y="942"/>
                    </a:lnTo>
                    <a:lnTo>
                      <a:pt x="371" y="994"/>
                    </a:lnTo>
                    <a:lnTo>
                      <a:pt x="326" y="1046"/>
                    </a:lnTo>
                    <a:lnTo>
                      <a:pt x="282" y="1103"/>
                    </a:lnTo>
                    <a:lnTo>
                      <a:pt x="237" y="1157"/>
                    </a:lnTo>
                    <a:lnTo>
                      <a:pt x="193" y="1210"/>
                    </a:lnTo>
                    <a:lnTo>
                      <a:pt x="153" y="1263"/>
                    </a:lnTo>
                    <a:lnTo>
                      <a:pt x="119" y="1313"/>
                    </a:lnTo>
                    <a:lnTo>
                      <a:pt x="106" y="1308"/>
                    </a:lnTo>
                    <a:lnTo>
                      <a:pt x="93" y="1297"/>
                    </a:lnTo>
                    <a:lnTo>
                      <a:pt x="75" y="1281"/>
                    </a:lnTo>
                    <a:lnTo>
                      <a:pt x="59" y="1264"/>
                    </a:lnTo>
                    <a:lnTo>
                      <a:pt x="40" y="1245"/>
                    </a:lnTo>
                    <a:lnTo>
                      <a:pt x="24" y="1230"/>
                    </a:lnTo>
                    <a:lnTo>
                      <a:pt x="10" y="1220"/>
                    </a:lnTo>
                    <a:lnTo>
                      <a:pt x="0" y="1218"/>
                    </a:lnTo>
                    <a:close/>
                  </a:path>
                </a:pathLst>
              </a:custGeom>
              <a:solidFill>
                <a:srgbClr val="E3A68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9" name="Freeform 638">
                <a:extLst>
                  <a:ext uri="{FF2B5EF4-FFF2-40B4-BE49-F238E27FC236}">
                    <a16:creationId xmlns:a16="http://schemas.microsoft.com/office/drawing/2014/main" id="{BBE9CC99-C94A-D241-B54C-C3A06A646996}"/>
                  </a:ext>
                </a:extLst>
              </p:cNvPr>
              <p:cNvSpPr>
                <a:spLocks/>
              </p:cNvSpPr>
              <p:nvPr/>
            </p:nvSpPr>
            <p:spPr bwMode="auto">
              <a:xfrm>
                <a:off x="4335" y="2766"/>
                <a:ext cx="993" cy="694"/>
              </a:xfrm>
              <a:custGeom>
                <a:avLst/>
                <a:gdLst>
                  <a:gd name="T0" fmla="*/ 9 w 1985"/>
                  <a:gd name="T1" fmla="*/ 558 h 1387"/>
                  <a:gd name="T2" fmla="*/ 29 w 1985"/>
                  <a:gd name="T3" fmla="*/ 512 h 1387"/>
                  <a:gd name="T4" fmla="*/ 51 w 1985"/>
                  <a:gd name="T5" fmla="*/ 469 h 1387"/>
                  <a:gd name="T6" fmla="*/ 71 w 1985"/>
                  <a:gd name="T7" fmla="*/ 423 h 1387"/>
                  <a:gd name="T8" fmla="*/ 150 w 1985"/>
                  <a:gd name="T9" fmla="*/ 290 h 1387"/>
                  <a:gd name="T10" fmla="*/ 308 w 1985"/>
                  <a:gd name="T11" fmla="*/ 126 h 1387"/>
                  <a:gd name="T12" fmla="*/ 496 w 1985"/>
                  <a:gd name="T13" fmla="*/ 32 h 1387"/>
                  <a:gd name="T14" fmla="*/ 726 w 1985"/>
                  <a:gd name="T15" fmla="*/ 9 h 1387"/>
                  <a:gd name="T16" fmla="*/ 871 w 1985"/>
                  <a:gd name="T17" fmla="*/ 25 h 1387"/>
                  <a:gd name="T18" fmla="*/ 891 w 1985"/>
                  <a:gd name="T19" fmla="*/ 26 h 1387"/>
                  <a:gd name="T20" fmla="*/ 913 w 1985"/>
                  <a:gd name="T21" fmla="*/ 21 h 1387"/>
                  <a:gd name="T22" fmla="*/ 933 w 1985"/>
                  <a:gd name="T23" fmla="*/ 9 h 1387"/>
                  <a:gd name="T24" fmla="*/ 949 w 1985"/>
                  <a:gd name="T25" fmla="*/ 11 h 1387"/>
                  <a:gd name="T26" fmla="*/ 957 w 1985"/>
                  <a:gd name="T27" fmla="*/ 33 h 1387"/>
                  <a:gd name="T28" fmla="*/ 960 w 1985"/>
                  <a:gd name="T29" fmla="*/ 55 h 1387"/>
                  <a:gd name="T30" fmla="*/ 958 w 1985"/>
                  <a:gd name="T31" fmla="*/ 80 h 1387"/>
                  <a:gd name="T32" fmla="*/ 987 w 1985"/>
                  <a:gd name="T33" fmla="*/ 191 h 1387"/>
                  <a:gd name="T34" fmla="*/ 982 w 1985"/>
                  <a:gd name="T35" fmla="*/ 377 h 1387"/>
                  <a:gd name="T36" fmla="*/ 932 w 1985"/>
                  <a:gd name="T37" fmla="*/ 532 h 1387"/>
                  <a:gd name="T38" fmla="*/ 886 w 1985"/>
                  <a:gd name="T39" fmla="*/ 632 h 1387"/>
                  <a:gd name="T40" fmla="*/ 879 w 1985"/>
                  <a:gd name="T41" fmla="*/ 664 h 1387"/>
                  <a:gd name="T42" fmla="*/ 877 w 1985"/>
                  <a:gd name="T43" fmla="*/ 673 h 1387"/>
                  <a:gd name="T44" fmla="*/ 873 w 1985"/>
                  <a:gd name="T45" fmla="*/ 677 h 1387"/>
                  <a:gd name="T46" fmla="*/ 869 w 1985"/>
                  <a:gd name="T47" fmla="*/ 685 h 1387"/>
                  <a:gd name="T48" fmla="*/ 858 w 1985"/>
                  <a:gd name="T49" fmla="*/ 688 h 1387"/>
                  <a:gd name="T50" fmla="*/ 828 w 1985"/>
                  <a:gd name="T51" fmla="*/ 682 h 1387"/>
                  <a:gd name="T52" fmla="*/ 794 w 1985"/>
                  <a:gd name="T53" fmla="*/ 679 h 1387"/>
                  <a:gd name="T54" fmla="*/ 764 w 1985"/>
                  <a:gd name="T55" fmla="*/ 672 h 1387"/>
                  <a:gd name="T56" fmla="*/ 695 w 1985"/>
                  <a:gd name="T57" fmla="*/ 639 h 1387"/>
                  <a:gd name="T58" fmla="*/ 610 w 1985"/>
                  <a:gd name="T59" fmla="*/ 574 h 1387"/>
                  <a:gd name="T60" fmla="*/ 546 w 1985"/>
                  <a:gd name="T61" fmla="*/ 498 h 1387"/>
                  <a:gd name="T62" fmla="*/ 476 w 1985"/>
                  <a:gd name="T63" fmla="*/ 410 h 1387"/>
                  <a:gd name="T64" fmla="*/ 407 w 1985"/>
                  <a:gd name="T65" fmla="*/ 357 h 1387"/>
                  <a:gd name="T66" fmla="*/ 361 w 1985"/>
                  <a:gd name="T67" fmla="*/ 362 h 1387"/>
                  <a:gd name="T68" fmla="*/ 310 w 1985"/>
                  <a:gd name="T69" fmla="*/ 380 h 1387"/>
                  <a:gd name="T70" fmla="*/ 249 w 1985"/>
                  <a:gd name="T71" fmla="*/ 412 h 1387"/>
                  <a:gd name="T72" fmla="*/ 197 w 1985"/>
                  <a:gd name="T73" fmla="*/ 455 h 1387"/>
                  <a:gd name="T74" fmla="*/ 157 w 1985"/>
                  <a:gd name="T75" fmla="*/ 504 h 1387"/>
                  <a:gd name="T76" fmla="*/ 114 w 1985"/>
                  <a:gd name="T77" fmla="*/ 554 h 1387"/>
                  <a:gd name="T78" fmla="*/ 74 w 1985"/>
                  <a:gd name="T79" fmla="*/ 603 h 1387"/>
                  <a:gd name="T80" fmla="*/ 51 w 1985"/>
                  <a:gd name="T81" fmla="*/ 625 h 1387"/>
                  <a:gd name="T82" fmla="*/ 36 w 1985"/>
                  <a:gd name="T83" fmla="*/ 613 h 1387"/>
                  <a:gd name="T84" fmla="*/ 20 w 1985"/>
                  <a:gd name="T85" fmla="*/ 597 h 1387"/>
                  <a:gd name="T86" fmla="*/ 5 w 1985"/>
                  <a:gd name="T87" fmla="*/ 585 h 13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85"/>
                  <a:gd name="T133" fmla="*/ 0 h 1387"/>
                  <a:gd name="T134" fmla="*/ 1985 w 1985"/>
                  <a:gd name="T135" fmla="*/ 1387 h 138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85" h="1387">
                    <a:moveTo>
                      <a:pt x="0" y="1168"/>
                    </a:moveTo>
                    <a:lnTo>
                      <a:pt x="17" y="1115"/>
                    </a:lnTo>
                    <a:lnTo>
                      <a:pt x="35" y="1069"/>
                    </a:lnTo>
                    <a:lnTo>
                      <a:pt x="57" y="1023"/>
                    </a:lnTo>
                    <a:lnTo>
                      <a:pt x="79" y="981"/>
                    </a:lnTo>
                    <a:lnTo>
                      <a:pt x="101" y="937"/>
                    </a:lnTo>
                    <a:lnTo>
                      <a:pt x="122" y="893"/>
                    </a:lnTo>
                    <a:lnTo>
                      <a:pt x="141" y="846"/>
                    </a:lnTo>
                    <a:lnTo>
                      <a:pt x="158" y="794"/>
                    </a:lnTo>
                    <a:lnTo>
                      <a:pt x="300" y="579"/>
                    </a:lnTo>
                    <a:lnTo>
                      <a:pt x="452" y="398"/>
                    </a:lnTo>
                    <a:lnTo>
                      <a:pt x="616" y="252"/>
                    </a:lnTo>
                    <a:lnTo>
                      <a:pt x="795" y="141"/>
                    </a:lnTo>
                    <a:lnTo>
                      <a:pt x="991" y="64"/>
                    </a:lnTo>
                    <a:lnTo>
                      <a:pt x="1209" y="23"/>
                    </a:lnTo>
                    <a:lnTo>
                      <a:pt x="1452" y="17"/>
                    </a:lnTo>
                    <a:lnTo>
                      <a:pt x="1722" y="49"/>
                    </a:lnTo>
                    <a:lnTo>
                      <a:pt x="1741" y="50"/>
                    </a:lnTo>
                    <a:lnTo>
                      <a:pt x="1762" y="52"/>
                    </a:lnTo>
                    <a:lnTo>
                      <a:pt x="1782" y="51"/>
                    </a:lnTo>
                    <a:lnTo>
                      <a:pt x="1805" y="49"/>
                    </a:lnTo>
                    <a:lnTo>
                      <a:pt x="1825" y="42"/>
                    </a:lnTo>
                    <a:lnTo>
                      <a:pt x="1846" y="33"/>
                    </a:lnTo>
                    <a:lnTo>
                      <a:pt x="1866" y="18"/>
                    </a:lnTo>
                    <a:lnTo>
                      <a:pt x="1888" y="0"/>
                    </a:lnTo>
                    <a:lnTo>
                      <a:pt x="1898" y="21"/>
                    </a:lnTo>
                    <a:lnTo>
                      <a:pt x="1906" y="44"/>
                    </a:lnTo>
                    <a:lnTo>
                      <a:pt x="1913" y="65"/>
                    </a:lnTo>
                    <a:lnTo>
                      <a:pt x="1918" y="87"/>
                    </a:lnTo>
                    <a:lnTo>
                      <a:pt x="1919" y="110"/>
                    </a:lnTo>
                    <a:lnTo>
                      <a:pt x="1920" y="134"/>
                    </a:lnTo>
                    <a:lnTo>
                      <a:pt x="1916" y="159"/>
                    </a:lnTo>
                    <a:lnTo>
                      <a:pt x="1913" y="186"/>
                    </a:lnTo>
                    <a:lnTo>
                      <a:pt x="1973" y="382"/>
                    </a:lnTo>
                    <a:lnTo>
                      <a:pt x="1985" y="574"/>
                    </a:lnTo>
                    <a:lnTo>
                      <a:pt x="1963" y="754"/>
                    </a:lnTo>
                    <a:lnTo>
                      <a:pt x="1919" y="921"/>
                    </a:lnTo>
                    <a:lnTo>
                      <a:pt x="1863" y="1064"/>
                    </a:lnTo>
                    <a:lnTo>
                      <a:pt x="1810" y="1180"/>
                    </a:lnTo>
                    <a:lnTo>
                      <a:pt x="1771" y="1264"/>
                    </a:lnTo>
                    <a:lnTo>
                      <a:pt x="1761" y="1310"/>
                    </a:lnTo>
                    <a:lnTo>
                      <a:pt x="1758" y="1327"/>
                    </a:lnTo>
                    <a:lnTo>
                      <a:pt x="1757" y="1339"/>
                    </a:lnTo>
                    <a:lnTo>
                      <a:pt x="1753" y="1346"/>
                    </a:lnTo>
                    <a:lnTo>
                      <a:pt x="1750" y="1351"/>
                    </a:lnTo>
                    <a:lnTo>
                      <a:pt x="1745" y="1353"/>
                    </a:lnTo>
                    <a:lnTo>
                      <a:pt x="1741" y="1359"/>
                    </a:lnTo>
                    <a:lnTo>
                      <a:pt x="1737" y="1369"/>
                    </a:lnTo>
                    <a:lnTo>
                      <a:pt x="1736" y="1387"/>
                    </a:lnTo>
                    <a:lnTo>
                      <a:pt x="1715" y="1376"/>
                    </a:lnTo>
                    <a:lnTo>
                      <a:pt x="1688" y="1368"/>
                    </a:lnTo>
                    <a:lnTo>
                      <a:pt x="1656" y="1364"/>
                    </a:lnTo>
                    <a:lnTo>
                      <a:pt x="1622" y="1362"/>
                    </a:lnTo>
                    <a:lnTo>
                      <a:pt x="1587" y="1357"/>
                    </a:lnTo>
                    <a:lnTo>
                      <a:pt x="1555" y="1353"/>
                    </a:lnTo>
                    <a:lnTo>
                      <a:pt x="1528" y="1344"/>
                    </a:lnTo>
                    <a:lnTo>
                      <a:pt x="1508" y="1333"/>
                    </a:lnTo>
                    <a:lnTo>
                      <a:pt x="1390" y="1277"/>
                    </a:lnTo>
                    <a:lnTo>
                      <a:pt x="1296" y="1215"/>
                    </a:lnTo>
                    <a:lnTo>
                      <a:pt x="1219" y="1148"/>
                    </a:lnTo>
                    <a:lnTo>
                      <a:pt x="1154" y="1075"/>
                    </a:lnTo>
                    <a:lnTo>
                      <a:pt x="1091" y="996"/>
                    </a:lnTo>
                    <a:lnTo>
                      <a:pt x="1026" y="911"/>
                    </a:lnTo>
                    <a:lnTo>
                      <a:pt x="951" y="820"/>
                    </a:lnTo>
                    <a:lnTo>
                      <a:pt x="861" y="724"/>
                    </a:lnTo>
                    <a:lnTo>
                      <a:pt x="814" y="714"/>
                    </a:lnTo>
                    <a:lnTo>
                      <a:pt x="768" y="714"/>
                    </a:lnTo>
                    <a:lnTo>
                      <a:pt x="721" y="723"/>
                    </a:lnTo>
                    <a:lnTo>
                      <a:pt x="672" y="739"/>
                    </a:lnTo>
                    <a:lnTo>
                      <a:pt x="619" y="760"/>
                    </a:lnTo>
                    <a:lnTo>
                      <a:pt x="562" y="789"/>
                    </a:lnTo>
                    <a:lnTo>
                      <a:pt x="498" y="823"/>
                    </a:lnTo>
                    <a:lnTo>
                      <a:pt x="429" y="863"/>
                    </a:lnTo>
                    <a:lnTo>
                      <a:pt x="394" y="909"/>
                    </a:lnTo>
                    <a:lnTo>
                      <a:pt x="355" y="958"/>
                    </a:lnTo>
                    <a:lnTo>
                      <a:pt x="314" y="1007"/>
                    </a:lnTo>
                    <a:lnTo>
                      <a:pt x="271" y="1059"/>
                    </a:lnTo>
                    <a:lnTo>
                      <a:pt x="227" y="1107"/>
                    </a:lnTo>
                    <a:lnTo>
                      <a:pt x="186" y="1158"/>
                    </a:lnTo>
                    <a:lnTo>
                      <a:pt x="147" y="1205"/>
                    </a:lnTo>
                    <a:lnTo>
                      <a:pt x="114" y="1254"/>
                    </a:lnTo>
                    <a:lnTo>
                      <a:pt x="102" y="1250"/>
                    </a:lnTo>
                    <a:lnTo>
                      <a:pt x="88" y="1240"/>
                    </a:lnTo>
                    <a:lnTo>
                      <a:pt x="72" y="1226"/>
                    </a:lnTo>
                    <a:lnTo>
                      <a:pt x="57" y="1210"/>
                    </a:lnTo>
                    <a:lnTo>
                      <a:pt x="39" y="1193"/>
                    </a:lnTo>
                    <a:lnTo>
                      <a:pt x="24" y="1180"/>
                    </a:lnTo>
                    <a:lnTo>
                      <a:pt x="10" y="1170"/>
                    </a:lnTo>
                    <a:lnTo>
                      <a:pt x="0" y="1168"/>
                    </a:lnTo>
                    <a:close/>
                  </a:path>
                </a:pathLst>
              </a:custGeom>
              <a:solidFill>
                <a:srgbClr val="E6AB94"/>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0" name="Freeform 639">
                <a:extLst>
                  <a:ext uri="{FF2B5EF4-FFF2-40B4-BE49-F238E27FC236}">
                    <a16:creationId xmlns:a16="http://schemas.microsoft.com/office/drawing/2014/main" id="{E892A7D6-434B-CD40-98A1-2A9BEB173C98}"/>
                  </a:ext>
                </a:extLst>
              </p:cNvPr>
              <p:cNvSpPr>
                <a:spLocks/>
              </p:cNvSpPr>
              <p:nvPr/>
            </p:nvSpPr>
            <p:spPr bwMode="auto">
              <a:xfrm>
                <a:off x="4342" y="2777"/>
                <a:ext cx="979" cy="657"/>
              </a:xfrm>
              <a:custGeom>
                <a:avLst/>
                <a:gdLst>
                  <a:gd name="T0" fmla="*/ 7 w 1959"/>
                  <a:gd name="T1" fmla="*/ 532 h 1315"/>
                  <a:gd name="T2" fmla="*/ 26 w 1959"/>
                  <a:gd name="T3" fmla="*/ 490 h 1315"/>
                  <a:gd name="T4" fmla="*/ 45 w 1959"/>
                  <a:gd name="T5" fmla="*/ 453 h 1315"/>
                  <a:gd name="T6" fmla="*/ 63 w 1959"/>
                  <a:gd name="T7" fmla="*/ 411 h 1315"/>
                  <a:gd name="T8" fmla="*/ 143 w 1959"/>
                  <a:gd name="T9" fmla="*/ 279 h 1315"/>
                  <a:gd name="T10" fmla="*/ 300 w 1959"/>
                  <a:gd name="T11" fmla="*/ 116 h 1315"/>
                  <a:gd name="T12" fmla="*/ 486 w 1959"/>
                  <a:gd name="T13" fmla="*/ 24 h 1315"/>
                  <a:gd name="T14" fmla="*/ 715 w 1959"/>
                  <a:gd name="T15" fmla="*/ 1 h 1315"/>
                  <a:gd name="T16" fmla="*/ 859 w 1959"/>
                  <a:gd name="T17" fmla="*/ 17 h 1315"/>
                  <a:gd name="T18" fmla="*/ 879 w 1959"/>
                  <a:gd name="T19" fmla="*/ 18 h 1315"/>
                  <a:gd name="T20" fmla="*/ 901 w 1959"/>
                  <a:gd name="T21" fmla="*/ 15 h 1315"/>
                  <a:gd name="T22" fmla="*/ 922 w 1959"/>
                  <a:gd name="T23" fmla="*/ 7 h 1315"/>
                  <a:gd name="T24" fmla="*/ 937 w 1959"/>
                  <a:gd name="T25" fmla="*/ 10 h 1315"/>
                  <a:gd name="T26" fmla="*/ 945 w 1959"/>
                  <a:gd name="T27" fmla="*/ 31 h 1315"/>
                  <a:gd name="T28" fmla="*/ 948 w 1959"/>
                  <a:gd name="T29" fmla="*/ 52 h 1315"/>
                  <a:gd name="T30" fmla="*/ 948 w 1959"/>
                  <a:gd name="T31" fmla="*/ 76 h 1315"/>
                  <a:gd name="T32" fmla="*/ 974 w 1959"/>
                  <a:gd name="T33" fmla="*/ 180 h 1315"/>
                  <a:gd name="T34" fmla="*/ 969 w 1959"/>
                  <a:gd name="T35" fmla="*/ 356 h 1315"/>
                  <a:gd name="T36" fmla="*/ 922 w 1959"/>
                  <a:gd name="T37" fmla="*/ 503 h 1315"/>
                  <a:gd name="T38" fmla="*/ 877 w 1959"/>
                  <a:gd name="T39" fmla="*/ 601 h 1315"/>
                  <a:gd name="T40" fmla="*/ 868 w 1959"/>
                  <a:gd name="T41" fmla="*/ 630 h 1315"/>
                  <a:gd name="T42" fmla="*/ 863 w 1959"/>
                  <a:gd name="T43" fmla="*/ 638 h 1315"/>
                  <a:gd name="T44" fmla="*/ 857 w 1959"/>
                  <a:gd name="T45" fmla="*/ 643 h 1315"/>
                  <a:gd name="T46" fmla="*/ 851 w 1959"/>
                  <a:gd name="T47" fmla="*/ 649 h 1315"/>
                  <a:gd name="T48" fmla="*/ 840 w 1959"/>
                  <a:gd name="T49" fmla="*/ 653 h 1315"/>
                  <a:gd name="T50" fmla="*/ 812 w 1959"/>
                  <a:gd name="T51" fmla="*/ 648 h 1315"/>
                  <a:gd name="T52" fmla="*/ 780 w 1959"/>
                  <a:gd name="T53" fmla="*/ 644 h 1315"/>
                  <a:gd name="T54" fmla="*/ 753 w 1959"/>
                  <a:gd name="T55" fmla="*/ 639 h 1315"/>
                  <a:gd name="T56" fmla="*/ 686 w 1959"/>
                  <a:gd name="T57" fmla="*/ 606 h 1315"/>
                  <a:gd name="T58" fmla="*/ 602 w 1959"/>
                  <a:gd name="T59" fmla="*/ 544 h 1315"/>
                  <a:gd name="T60" fmla="*/ 539 w 1959"/>
                  <a:gd name="T61" fmla="*/ 472 h 1315"/>
                  <a:gd name="T62" fmla="*/ 469 w 1959"/>
                  <a:gd name="T63" fmla="*/ 386 h 1315"/>
                  <a:gd name="T64" fmla="*/ 400 w 1959"/>
                  <a:gd name="T65" fmla="*/ 334 h 1315"/>
                  <a:gd name="T66" fmla="*/ 352 w 1959"/>
                  <a:gd name="T67" fmla="*/ 339 h 1315"/>
                  <a:gd name="T68" fmla="*/ 300 w 1959"/>
                  <a:gd name="T69" fmla="*/ 359 h 1315"/>
                  <a:gd name="T70" fmla="*/ 239 w 1959"/>
                  <a:gd name="T71" fmla="*/ 394 h 1315"/>
                  <a:gd name="T72" fmla="*/ 188 w 1959"/>
                  <a:gd name="T73" fmla="*/ 438 h 1315"/>
                  <a:gd name="T74" fmla="*/ 149 w 1959"/>
                  <a:gd name="T75" fmla="*/ 483 h 1315"/>
                  <a:gd name="T76" fmla="*/ 108 w 1959"/>
                  <a:gd name="T77" fmla="*/ 528 h 1315"/>
                  <a:gd name="T78" fmla="*/ 69 w 1959"/>
                  <a:gd name="T79" fmla="*/ 573 h 1315"/>
                  <a:gd name="T80" fmla="*/ 47 w 1959"/>
                  <a:gd name="T81" fmla="*/ 596 h 1315"/>
                  <a:gd name="T82" fmla="*/ 32 w 1959"/>
                  <a:gd name="T83" fmla="*/ 584 h 1315"/>
                  <a:gd name="T84" fmla="*/ 18 w 1959"/>
                  <a:gd name="T85" fmla="*/ 569 h 1315"/>
                  <a:gd name="T86" fmla="*/ 4 w 1959"/>
                  <a:gd name="T87" fmla="*/ 559 h 131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59"/>
                  <a:gd name="T133" fmla="*/ 0 h 1315"/>
                  <a:gd name="T134" fmla="*/ 1959 w 1959"/>
                  <a:gd name="T135" fmla="*/ 1315 h 131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59" h="1315">
                    <a:moveTo>
                      <a:pt x="0" y="1117"/>
                    </a:moveTo>
                    <a:lnTo>
                      <a:pt x="14" y="1065"/>
                    </a:lnTo>
                    <a:lnTo>
                      <a:pt x="33" y="1021"/>
                    </a:lnTo>
                    <a:lnTo>
                      <a:pt x="52" y="981"/>
                    </a:lnTo>
                    <a:lnTo>
                      <a:pt x="72" y="945"/>
                    </a:lnTo>
                    <a:lnTo>
                      <a:pt x="90" y="906"/>
                    </a:lnTo>
                    <a:lnTo>
                      <a:pt x="109" y="867"/>
                    </a:lnTo>
                    <a:lnTo>
                      <a:pt x="127" y="823"/>
                    </a:lnTo>
                    <a:lnTo>
                      <a:pt x="144" y="773"/>
                    </a:lnTo>
                    <a:lnTo>
                      <a:pt x="286" y="558"/>
                    </a:lnTo>
                    <a:lnTo>
                      <a:pt x="436" y="378"/>
                    </a:lnTo>
                    <a:lnTo>
                      <a:pt x="600" y="232"/>
                    </a:lnTo>
                    <a:lnTo>
                      <a:pt x="778" y="123"/>
                    </a:lnTo>
                    <a:lnTo>
                      <a:pt x="972" y="48"/>
                    </a:lnTo>
                    <a:lnTo>
                      <a:pt x="1189" y="7"/>
                    </a:lnTo>
                    <a:lnTo>
                      <a:pt x="1431" y="2"/>
                    </a:lnTo>
                    <a:lnTo>
                      <a:pt x="1701" y="34"/>
                    </a:lnTo>
                    <a:lnTo>
                      <a:pt x="1719" y="35"/>
                    </a:lnTo>
                    <a:lnTo>
                      <a:pt x="1739" y="38"/>
                    </a:lnTo>
                    <a:lnTo>
                      <a:pt x="1759" y="36"/>
                    </a:lnTo>
                    <a:lnTo>
                      <a:pt x="1782" y="36"/>
                    </a:lnTo>
                    <a:lnTo>
                      <a:pt x="1802" y="31"/>
                    </a:lnTo>
                    <a:lnTo>
                      <a:pt x="1823" y="24"/>
                    </a:lnTo>
                    <a:lnTo>
                      <a:pt x="1845" y="14"/>
                    </a:lnTo>
                    <a:lnTo>
                      <a:pt x="1866" y="0"/>
                    </a:lnTo>
                    <a:lnTo>
                      <a:pt x="1875" y="21"/>
                    </a:lnTo>
                    <a:lnTo>
                      <a:pt x="1884" y="43"/>
                    </a:lnTo>
                    <a:lnTo>
                      <a:pt x="1890" y="63"/>
                    </a:lnTo>
                    <a:lnTo>
                      <a:pt x="1895" y="84"/>
                    </a:lnTo>
                    <a:lnTo>
                      <a:pt x="1897" y="105"/>
                    </a:lnTo>
                    <a:lnTo>
                      <a:pt x="1899" y="128"/>
                    </a:lnTo>
                    <a:lnTo>
                      <a:pt x="1897" y="152"/>
                    </a:lnTo>
                    <a:lnTo>
                      <a:pt x="1894" y="179"/>
                    </a:lnTo>
                    <a:lnTo>
                      <a:pt x="1948" y="360"/>
                    </a:lnTo>
                    <a:lnTo>
                      <a:pt x="1959" y="540"/>
                    </a:lnTo>
                    <a:lnTo>
                      <a:pt x="1939" y="712"/>
                    </a:lnTo>
                    <a:lnTo>
                      <a:pt x="1897" y="870"/>
                    </a:lnTo>
                    <a:lnTo>
                      <a:pt x="1845" y="1007"/>
                    </a:lnTo>
                    <a:lnTo>
                      <a:pt x="1793" y="1120"/>
                    </a:lnTo>
                    <a:lnTo>
                      <a:pt x="1754" y="1202"/>
                    </a:lnTo>
                    <a:lnTo>
                      <a:pt x="1739" y="1246"/>
                    </a:lnTo>
                    <a:lnTo>
                      <a:pt x="1736" y="1261"/>
                    </a:lnTo>
                    <a:lnTo>
                      <a:pt x="1733" y="1271"/>
                    </a:lnTo>
                    <a:lnTo>
                      <a:pt x="1727" y="1277"/>
                    </a:lnTo>
                    <a:lnTo>
                      <a:pt x="1722" y="1282"/>
                    </a:lnTo>
                    <a:lnTo>
                      <a:pt x="1714" y="1286"/>
                    </a:lnTo>
                    <a:lnTo>
                      <a:pt x="1709" y="1291"/>
                    </a:lnTo>
                    <a:lnTo>
                      <a:pt x="1703" y="1299"/>
                    </a:lnTo>
                    <a:lnTo>
                      <a:pt x="1701" y="1315"/>
                    </a:lnTo>
                    <a:lnTo>
                      <a:pt x="1680" y="1306"/>
                    </a:lnTo>
                    <a:lnTo>
                      <a:pt x="1655" y="1301"/>
                    </a:lnTo>
                    <a:lnTo>
                      <a:pt x="1625" y="1297"/>
                    </a:lnTo>
                    <a:lnTo>
                      <a:pt x="1594" y="1294"/>
                    </a:lnTo>
                    <a:lnTo>
                      <a:pt x="1561" y="1289"/>
                    </a:lnTo>
                    <a:lnTo>
                      <a:pt x="1533" y="1286"/>
                    </a:lnTo>
                    <a:lnTo>
                      <a:pt x="1507" y="1278"/>
                    </a:lnTo>
                    <a:lnTo>
                      <a:pt x="1490" y="1269"/>
                    </a:lnTo>
                    <a:lnTo>
                      <a:pt x="1372" y="1213"/>
                    </a:lnTo>
                    <a:lnTo>
                      <a:pt x="1279" y="1154"/>
                    </a:lnTo>
                    <a:lnTo>
                      <a:pt x="1204" y="1089"/>
                    </a:lnTo>
                    <a:lnTo>
                      <a:pt x="1140" y="1020"/>
                    </a:lnTo>
                    <a:lnTo>
                      <a:pt x="1079" y="944"/>
                    </a:lnTo>
                    <a:lnTo>
                      <a:pt x="1013" y="861"/>
                    </a:lnTo>
                    <a:lnTo>
                      <a:pt x="938" y="772"/>
                    </a:lnTo>
                    <a:lnTo>
                      <a:pt x="848" y="677"/>
                    </a:lnTo>
                    <a:lnTo>
                      <a:pt x="800" y="668"/>
                    </a:lnTo>
                    <a:lnTo>
                      <a:pt x="753" y="669"/>
                    </a:lnTo>
                    <a:lnTo>
                      <a:pt x="704" y="678"/>
                    </a:lnTo>
                    <a:lnTo>
                      <a:pt x="653" y="695"/>
                    </a:lnTo>
                    <a:lnTo>
                      <a:pt x="600" y="719"/>
                    </a:lnTo>
                    <a:lnTo>
                      <a:pt x="542" y="752"/>
                    </a:lnTo>
                    <a:lnTo>
                      <a:pt x="479" y="788"/>
                    </a:lnTo>
                    <a:lnTo>
                      <a:pt x="411" y="832"/>
                    </a:lnTo>
                    <a:lnTo>
                      <a:pt x="376" y="877"/>
                    </a:lnTo>
                    <a:lnTo>
                      <a:pt x="339" y="922"/>
                    </a:lnTo>
                    <a:lnTo>
                      <a:pt x="299" y="967"/>
                    </a:lnTo>
                    <a:lnTo>
                      <a:pt x="258" y="1013"/>
                    </a:lnTo>
                    <a:lnTo>
                      <a:pt x="216" y="1056"/>
                    </a:lnTo>
                    <a:lnTo>
                      <a:pt x="176" y="1101"/>
                    </a:lnTo>
                    <a:lnTo>
                      <a:pt x="138" y="1147"/>
                    </a:lnTo>
                    <a:lnTo>
                      <a:pt x="105" y="1195"/>
                    </a:lnTo>
                    <a:lnTo>
                      <a:pt x="94" y="1192"/>
                    </a:lnTo>
                    <a:lnTo>
                      <a:pt x="80" y="1182"/>
                    </a:lnTo>
                    <a:lnTo>
                      <a:pt x="65" y="1168"/>
                    </a:lnTo>
                    <a:lnTo>
                      <a:pt x="52" y="1154"/>
                    </a:lnTo>
                    <a:lnTo>
                      <a:pt x="36" y="1139"/>
                    </a:lnTo>
                    <a:lnTo>
                      <a:pt x="21" y="1127"/>
                    </a:lnTo>
                    <a:lnTo>
                      <a:pt x="9" y="1118"/>
                    </a:lnTo>
                    <a:lnTo>
                      <a:pt x="0" y="1117"/>
                    </a:lnTo>
                    <a:close/>
                  </a:path>
                </a:pathLst>
              </a:custGeom>
              <a:solidFill>
                <a:srgbClr val="EBB09C"/>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1" name="Freeform 640">
                <a:extLst>
                  <a:ext uri="{FF2B5EF4-FFF2-40B4-BE49-F238E27FC236}">
                    <a16:creationId xmlns:a16="http://schemas.microsoft.com/office/drawing/2014/main" id="{EB9E0765-8301-E645-B704-4E83179FD453}"/>
                  </a:ext>
                </a:extLst>
              </p:cNvPr>
              <p:cNvSpPr>
                <a:spLocks/>
              </p:cNvSpPr>
              <p:nvPr/>
            </p:nvSpPr>
            <p:spPr bwMode="auto">
              <a:xfrm>
                <a:off x="4349" y="2782"/>
                <a:ext cx="967" cy="627"/>
              </a:xfrm>
              <a:custGeom>
                <a:avLst/>
                <a:gdLst>
                  <a:gd name="T0" fmla="*/ 7 w 1934"/>
                  <a:gd name="T1" fmla="*/ 513 h 1254"/>
                  <a:gd name="T2" fmla="*/ 23 w 1934"/>
                  <a:gd name="T3" fmla="*/ 475 h 1254"/>
                  <a:gd name="T4" fmla="*/ 41 w 1934"/>
                  <a:gd name="T5" fmla="*/ 443 h 1254"/>
                  <a:gd name="T6" fmla="*/ 57 w 1934"/>
                  <a:gd name="T7" fmla="*/ 405 h 1254"/>
                  <a:gd name="T8" fmla="*/ 136 w 1934"/>
                  <a:gd name="T9" fmla="*/ 274 h 1254"/>
                  <a:gd name="T10" fmla="*/ 291 w 1934"/>
                  <a:gd name="T11" fmla="*/ 112 h 1254"/>
                  <a:gd name="T12" fmla="*/ 476 w 1934"/>
                  <a:gd name="T13" fmla="*/ 21 h 1254"/>
                  <a:gd name="T14" fmla="*/ 704 w 1934"/>
                  <a:gd name="T15" fmla="*/ 0 h 1254"/>
                  <a:gd name="T16" fmla="*/ 849 w 1934"/>
                  <a:gd name="T17" fmla="*/ 17 h 1254"/>
                  <a:gd name="T18" fmla="*/ 869 w 1934"/>
                  <a:gd name="T19" fmla="*/ 18 h 1254"/>
                  <a:gd name="T20" fmla="*/ 889 w 1934"/>
                  <a:gd name="T21" fmla="*/ 15 h 1254"/>
                  <a:gd name="T22" fmla="*/ 910 w 1934"/>
                  <a:gd name="T23" fmla="*/ 10 h 1254"/>
                  <a:gd name="T24" fmla="*/ 926 w 1934"/>
                  <a:gd name="T25" fmla="*/ 15 h 1254"/>
                  <a:gd name="T26" fmla="*/ 934 w 1934"/>
                  <a:gd name="T27" fmla="*/ 36 h 1254"/>
                  <a:gd name="T28" fmla="*/ 938 w 1934"/>
                  <a:gd name="T29" fmla="*/ 55 h 1254"/>
                  <a:gd name="T30" fmla="*/ 939 w 1934"/>
                  <a:gd name="T31" fmla="*/ 77 h 1254"/>
                  <a:gd name="T32" fmla="*/ 962 w 1934"/>
                  <a:gd name="T33" fmla="*/ 173 h 1254"/>
                  <a:gd name="T34" fmla="*/ 958 w 1934"/>
                  <a:gd name="T35" fmla="*/ 339 h 1254"/>
                  <a:gd name="T36" fmla="*/ 914 w 1934"/>
                  <a:gd name="T37" fmla="*/ 480 h 1254"/>
                  <a:gd name="T38" fmla="*/ 869 w 1934"/>
                  <a:gd name="T39" fmla="*/ 575 h 1254"/>
                  <a:gd name="T40" fmla="*/ 857 w 1934"/>
                  <a:gd name="T41" fmla="*/ 602 h 1254"/>
                  <a:gd name="T42" fmla="*/ 851 w 1934"/>
                  <a:gd name="T43" fmla="*/ 610 h 1254"/>
                  <a:gd name="T44" fmla="*/ 842 w 1934"/>
                  <a:gd name="T45" fmla="*/ 614 h 1254"/>
                  <a:gd name="T46" fmla="*/ 834 w 1934"/>
                  <a:gd name="T47" fmla="*/ 621 h 1254"/>
                  <a:gd name="T48" fmla="*/ 823 w 1934"/>
                  <a:gd name="T49" fmla="*/ 624 h 1254"/>
                  <a:gd name="T50" fmla="*/ 798 w 1934"/>
                  <a:gd name="T51" fmla="*/ 621 h 1254"/>
                  <a:gd name="T52" fmla="*/ 769 w 1934"/>
                  <a:gd name="T53" fmla="*/ 618 h 1254"/>
                  <a:gd name="T54" fmla="*/ 744 w 1934"/>
                  <a:gd name="T55" fmla="*/ 613 h 1254"/>
                  <a:gd name="T56" fmla="*/ 678 w 1934"/>
                  <a:gd name="T57" fmla="*/ 581 h 1254"/>
                  <a:gd name="T58" fmla="*/ 594 w 1934"/>
                  <a:gd name="T59" fmla="*/ 522 h 1254"/>
                  <a:gd name="T60" fmla="*/ 532 w 1934"/>
                  <a:gd name="T61" fmla="*/ 451 h 1254"/>
                  <a:gd name="T62" fmla="*/ 462 w 1934"/>
                  <a:gd name="T63" fmla="*/ 367 h 1254"/>
                  <a:gd name="T64" fmla="*/ 393 w 1934"/>
                  <a:gd name="T65" fmla="*/ 316 h 1254"/>
                  <a:gd name="T66" fmla="*/ 344 w 1934"/>
                  <a:gd name="T67" fmla="*/ 322 h 1254"/>
                  <a:gd name="T68" fmla="*/ 290 w 1934"/>
                  <a:gd name="T69" fmla="*/ 344 h 1254"/>
                  <a:gd name="T70" fmla="*/ 230 w 1934"/>
                  <a:gd name="T71" fmla="*/ 381 h 1254"/>
                  <a:gd name="T72" fmla="*/ 180 w 1934"/>
                  <a:gd name="T73" fmla="*/ 427 h 1254"/>
                  <a:gd name="T74" fmla="*/ 142 w 1934"/>
                  <a:gd name="T75" fmla="*/ 468 h 1254"/>
                  <a:gd name="T76" fmla="*/ 102 w 1934"/>
                  <a:gd name="T77" fmla="*/ 508 h 1254"/>
                  <a:gd name="T78" fmla="*/ 65 w 1934"/>
                  <a:gd name="T79" fmla="*/ 550 h 1254"/>
                  <a:gd name="T80" fmla="*/ 43 w 1934"/>
                  <a:gd name="T81" fmla="*/ 571 h 1254"/>
                  <a:gd name="T82" fmla="*/ 30 w 1934"/>
                  <a:gd name="T83" fmla="*/ 561 h 1254"/>
                  <a:gd name="T84" fmla="*/ 17 w 1934"/>
                  <a:gd name="T85" fmla="*/ 548 h 1254"/>
                  <a:gd name="T86" fmla="*/ 5 w 1934"/>
                  <a:gd name="T87" fmla="*/ 538 h 1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4"/>
                  <a:gd name="T133" fmla="*/ 0 h 1254"/>
                  <a:gd name="T134" fmla="*/ 1934 w 1934"/>
                  <a:gd name="T135" fmla="*/ 1254 h 125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4" h="1254">
                    <a:moveTo>
                      <a:pt x="0" y="1075"/>
                    </a:moveTo>
                    <a:lnTo>
                      <a:pt x="14" y="1025"/>
                    </a:lnTo>
                    <a:lnTo>
                      <a:pt x="30" y="985"/>
                    </a:lnTo>
                    <a:lnTo>
                      <a:pt x="46" y="950"/>
                    </a:lnTo>
                    <a:lnTo>
                      <a:pt x="65" y="919"/>
                    </a:lnTo>
                    <a:lnTo>
                      <a:pt x="81" y="886"/>
                    </a:lnTo>
                    <a:lnTo>
                      <a:pt x="98" y="852"/>
                    </a:lnTo>
                    <a:lnTo>
                      <a:pt x="114" y="811"/>
                    </a:lnTo>
                    <a:lnTo>
                      <a:pt x="130" y="763"/>
                    </a:lnTo>
                    <a:lnTo>
                      <a:pt x="272" y="548"/>
                    </a:lnTo>
                    <a:lnTo>
                      <a:pt x="421" y="368"/>
                    </a:lnTo>
                    <a:lnTo>
                      <a:pt x="582" y="224"/>
                    </a:lnTo>
                    <a:lnTo>
                      <a:pt x="759" y="117"/>
                    </a:lnTo>
                    <a:lnTo>
                      <a:pt x="952" y="43"/>
                    </a:lnTo>
                    <a:lnTo>
                      <a:pt x="1167" y="4"/>
                    </a:lnTo>
                    <a:lnTo>
                      <a:pt x="1408" y="0"/>
                    </a:lnTo>
                    <a:lnTo>
                      <a:pt x="1678" y="31"/>
                    </a:lnTo>
                    <a:lnTo>
                      <a:pt x="1697" y="33"/>
                    </a:lnTo>
                    <a:lnTo>
                      <a:pt x="1717" y="35"/>
                    </a:lnTo>
                    <a:lnTo>
                      <a:pt x="1737" y="35"/>
                    </a:lnTo>
                    <a:lnTo>
                      <a:pt x="1758" y="35"/>
                    </a:lnTo>
                    <a:lnTo>
                      <a:pt x="1778" y="31"/>
                    </a:lnTo>
                    <a:lnTo>
                      <a:pt x="1799" y="26"/>
                    </a:lnTo>
                    <a:lnTo>
                      <a:pt x="1819" y="19"/>
                    </a:lnTo>
                    <a:lnTo>
                      <a:pt x="1841" y="10"/>
                    </a:lnTo>
                    <a:lnTo>
                      <a:pt x="1851" y="31"/>
                    </a:lnTo>
                    <a:lnTo>
                      <a:pt x="1860" y="51"/>
                    </a:lnTo>
                    <a:lnTo>
                      <a:pt x="1867" y="71"/>
                    </a:lnTo>
                    <a:lnTo>
                      <a:pt x="1873" y="91"/>
                    </a:lnTo>
                    <a:lnTo>
                      <a:pt x="1876" y="110"/>
                    </a:lnTo>
                    <a:lnTo>
                      <a:pt x="1878" y="132"/>
                    </a:lnTo>
                    <a:lnTo>
                      <a:pt x="1877" y="154"/>
                    </a:lnTo>
                    <a:lnTo>
                      <a:pt x="1876" y="180"/>
                    </a:lnTo>
                    <a:lnTo>
                      <a:pt x="1924" y="347"/>
                    </a:lnTo>
                    <a:lnTo>
                      <a:pt x="1934" y="516"/>
                    </a:lnTo>
                    <a:lnTo>
                      <a:pt x="1915" y="678"/>
                    </a:lnTo>
                    <a:lnTo>
                      <a:pt x="1877" y="830"/>
                    </a:lnTo>
                    <a:lnTo>
                      <a:pt x="1827" y="961"/>
                    </a:lnTo>
                    <a:lnTo>
                      <a:pt x="1778" y="1070"/>
                    </a:lnTo>
                    <a:lnTo>
                      <a:pt x="1738" y="1149"/>
                    </a:lnTo>
                    <a:lnTo>
                      <a:pt x="1717" y="1192"/>
                    </a:lnTo>
                    <a:lnTo>
                      <a:pt x="1713" y="1204"/>
                    </a:lnTo>
                    <a:lnTo>
                      <a:pt x="1709" y="1213"/>
                    </a:lnTo>
                    <a:lnTo>
                      <a:pt x="1702" y="1219"/>
                    </a:lnTo>
                    <a:lnTo>
                      <a:pt x="1694" y="1224"/>
                    </a:lnTo>
                    <a:lnTo>
                      <a:pt x="1684" y="1228"/>
                    </a:lnTo>
                    <a:lnTo>
                      <a:pt x="1675" y="1234"/>
                    </a:lnTo>
                    <a:lnTo>
                      <a:pt x="1668" y="1242"/>
                    </a:lnTo>
                    <a:lnTo>
                      <a:pt x="1664" y="1254"/>
                    </a:lnTo>
                    <a:lnTo>
                      <a:pt x="1646" y="1248"/>
                    </a:lnTo>
                    <a:lnTo>
                      <a:pt x="1624" y="1244"/>
                    </a:lnTo>
                    <a:lnTo>
                      <a:pt x="1596" y="1241"/>
                    </a:lnTo>
                    <a:lnTo>
                      <a:pt x="1567" y="1239"/>
                    </a:lnTo>
                    <a:lnTo>
                      <a:pt x="1537" y="1236"/>
                    </a:lnTo>
                    <a:lnTo>
                      <a:pt x="1511" y="1232"/>
                    </a:lnTo>
                    <a:lnTo>
                      <a:pt x="1488" y="1226"/>
                    </a:lnTo>
                    <a:lnTo>
                      <a:pt x="1473" y="1218"/>
                    </a:lnTo>
                    <a:lnTo>
                      <a:pt x="1355" y="1162"/>
                    </a:lnTo>
                    <a:lnTo>
                      <a:pt x="1263" y="1104"/>
                    </a:lnTo>
                    <a:lnTo>
                      <a:pt x="1187" y="1043"/>
                    </a:lnTo>
                    <a:lnTo>
                      <a:pt x="1125" y="976"/>
                    </a:lnTo>
                    <a:lnTo>
                      <a:pt x="1063" y="902"/>
                    </a:lnTo>
                    <a:lnTo>
                      <a:pt x="999" y="822"/>
                    </a:lnTo>
                    <a:lnTo>
                      <a:pt x="924" y="734"/>
                    </a:lnTo>
                    <a:lnTo>
                      <a:pt x="834" y="640"/>
                    </a:lnTo>
                    <a:lnTo>
                      <a:pt x="786" y="632"/>
                    </a:lnTo>
                    <a:lnTo>
                      <a:pt x="739" y="633"/>
                    </a:lnTo>
                    <a:lnTo>
                      <a:pt x="688" y="644"/>
                    </a:lnTo>
                    <a:lnTo>
                      <a:pt x="637" y="664"/>
                    </a:lnTo>
                    <a:lnTo>
                      <a:pt x="580" y="689"/>
                    </a:lnTo>
                    <a:lnTo>
                      <a:pt x="522" y="723"/>
                    </a:lnTo>
                    <a:lnTo>
                      <a:pt x="460" y="763"/>
                    </a:lnTo>
                    <a:lnTo>
                      <a:pt x="395" y="810"/>
                    </a:lnTo>
                    <a:lnTo>
                      <a:pt x="360" y="855"/>
                    </a:lnTo>
                    <a:lnTo>
                      <a:pt x="322" y="897"/>
                    </a:lnTo>
                    <a:lnTo>
                      <a:pt x="283" y="937"/>
                    </a:lnTo>
                    <a:lnTo>
                      <a:pt x="244" y="977"/>
                    </a:lnTo>
                    <a:lnTo>
                      <a:pt x="203" y="1016"/>
                    </a:lnTo>
                    <a:lnTo>
                      <a:pt x="165" y="1058"/>
                    </a:lnTo>
                    <a:lnTo>
                      <a:pt x="129" y="1099"/>
                    </a:lnTo>
                    <a:lnTo>
                      <a:pt x="96" y="1145"/>
                    </a:lnTo>
                    <a:lnTo>
                      <a:pt x="85" y="1142"/>
                    </a:lnTo>
                    <a:lnTo>
                      <a:pt x="74" y="1134"/>
                    </a:lnTo>
                    <a:lnTo>
                      <a:pt x="60" y="1122"/>
                    </a:lnTo>
                    <a:lnTo>
                      <a:pt x="48" y="1109"/>
                    </a:lnTo>
                    <a:lnTo>
                      <a:pt x="34" y="1095"/>
                    </a:lnTo>
                    <a:lnTo>
                      <a:pt x="21" y="1084"/>
                    </a:lnTo>
                    <a:lnTo>
                      <a:pt x="9" y="1076"/>
                    </a:lnTo>
                    <a:lnTo>
                      <a:pt x="0" y="1075"/>
                    </a:lnTo>
                    <a:close/>
                  </a:path>
                </a:pathLst>
              </a:custGeom>
              <a:solidFill>
                <a:srgbClr val="EDB5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2" name="Freeform 641">
                <a:extLst>
                  <a:ext uri="{FF2B5EF4-FFF2-40B4-BE49-F238E27FC236}">
                    <a16:creationId xmlns:a16="http://schemas.microsoft.com/office/drawing/2014/main" id="{DD526718-0671-574A-9CB1-525B9468ABB2}"/>
                  </a:ext>
                </a:extLst>
              </p:cNvPr>
              <p:cNvSpPr>
                <a:spLocks/>
              </p:cNvSpPr>
              <p:nvPr/>
            </p:nvSpPr>
            <p:spPr bwMode="auto">
              <a:xfrm>
                <a:off x="4356" y="2785"/>
                <a:ext cx="954" cy="599"/>
              </a:xfrm>
              <a:custGeom>
                <a:avLst/>
                <a:gdLst>
                  <a:gd name="T0" fmla="*/ 7 w 1907"/>
                  <a:gd name="T1" fmla="*/ 495 h 1197"/>
                  <a:gd name="T2" fmla="*/ 21 w 1907"/>
                  <a:gd name="T3" fmla="*/ 462 h 1197"/>
                  <a:gd name="T4" fmla="*/ 36 w 1907"/>
                  <a:gd name="T5" fmla="*/ 436 h 1197"/>
                  <a:gd name="T6" fmla="*/ 51 w 1907"/>
                  <a:gd name="T7" fmla="*/ 403 h 1197"/>
                  <a:gd name="T8" fmla="*/ 129 w 1907"/>
                  <a:gd name="T9" fmla="*/ 271 h 1197"/>
                  <a:gd name="T10" fmla="*/ 283 w 1907"/>
                  <a:gd name="T11" fmla="*/ 111 h 1197"/>
                  <a:gd name="T12" fmla="*/ 467 w 1907"/>
                  <a:gd name="T13" fmla="*/ 21 h 1197"/>
                  <a:gd name="T14" fmla="*/ 693 w 1907"/>
                  <a:gd name="T15" fmla="*/ 0 h 1197"/>
                  <a:gd name="T16" fmla="*/ 837 w 1907"/>
                  <a:gd name="T17" fmla="*/ 17 h 1197"/>
                  <a:gd name="T18" fmla="*/ 857 w 1907"/>
                  <a:gd name="T19" fmla="*/ 18 h 1197"/>
                  <a:gd name="T20" fmla="*/ 879 w 1907"/>
                  <a:gd name="T21" fmla="*/ 18 h 1197"/>
                  <a:gd name="T22" fmla="*/ 900 w 1907"/>
                  <a:gd name="T23" fmla="*/ 14 h 1197"/>
                  <a:gd name="T24" fmla="*/ 915 w 1907"/>
                  <a:gd name="T25" fmla="*/ 22 h 1197"/>
                  <a:gd name="T26" fmla="*/ 923 w 1907"/>
                  <a:gd name="T27" fmla="*/ 42 h 1197"/>
                  <a:gd name="T28" fmla="*/ 928 w 1907"/>
                  <a:gd name="T29" fmla="*/ 61 h 1197"/>
                  <a:gd name="T30" fmla="*/ 929 w 1907"/>
                  <a:gd name="T31" fmla="*/ 82 h 1197"/>
                  <a:gd name="T32" fmla="*/ 950 w 1907"/>
                  <a:gd name="T33" fmla="*/ 170 h 1197"/>
                  <a:gd name="T34" fmla="*/ 945 w 1907"/>
                  <a:gd name="T35" fmla="*/ 324 h 1197"/>
                  <a:gd name="T36" fmla="*/ 905 w 1907"/>
                  <a:gd name="T37" fmla="*/ 460 h 1197"/>
                  <a:gd name="T38" fmla="*/ 861 w 1907"/>
                  <a:gd name="T39" fmla="*/ 551 h 1197"/>
                  <a:gd name="T40" fmla="*/ 847 w 1907"/>
                  <a:gd name="T41" fmla="*/ 577 h 1197"/>
                  <a:gd name="T42" fmla="*/ 838 w 1907"/>
                  <a:gd name="T43" fmla="*/ 584 h 1197"/>
                  <a:gd name="T44" fmla="*/ 828 w 1907"/>
                  <a:gd name="T45" fmla="*/ 588 h 1197"/>
                  <a:gd name="T46" fmla="*/ 817 w 1907"/>
                  <a:gd name="T47" fmla="*/ 594 h 1197"/>
                  <a:gd name="T48" fmla="*/ 806 w 1907"/>
                  <a:gd name="T49" fmla="*/ 597 h 1197"/>
                  <a:gd name="T50" fmla="*/ 783 w 1907"/>
                  <a:gd name="T51" fmla="*/ 596 h 1197"/>
                  <a:gd name="T52" fmla="*/ 757 w 1907"/>
                  <a:gd name="T53" fmla="*/ 593 h 1197"/>
                  <a:gd name="T54" fmla="*/ 735 w 1907"/>
                  <a:gd name="T55" fmla="*/ 588 h 1197"/>
                  <a:gd name="T56" fmla="*/ 669 w 1907"/>
                  <a:gd name="T57" fmla="*/ 558 h 1197"/>
                  <a:gd name="T58" fmla="*/ 586 w 1907"/>
                  <a:gd name="T59" fmla="*/ 500 h 1197"/>
                  <a:gd name="T60" fmla="*/ 525 w 1907"/>
                  <a:gd name="T61" fmla="*/ 433 h 1197"/>
                  <a:gd name="T62" fmla="*/ 457 w 1907"/>
                  <a:gd name="T63" fmla="*/ 353 h 1197"/>
                  <a:gd name="T64" fmla="*/ 387 w 1907"/>
                  <a:gd name="T65" fmla="*/ 301 h 1197"/>
                  <a:gd name="T66" fmla="*/ 336 w 1907"/>
                  <a:gd name="T67" fmla="*/ 307 h 1197"/>
                  <a:gd name="T68" fmla="*/ 280 w 1907"/>
                  <a:gd name="T69" fmla="*/ 332 h 1197"/>
                  <a:gd name="T70" fmla="*/ 220 w 1907"/>
                  <a:gd name="T71" fmla="*/ 372 h 1197"/>
                  <a:gd name="T72" fmla="*/ 171 w 1907"/>
                  <a:gd name="T73" fmla="*/ 418 h 1197"/>
                  <a:gd name="T74" fmla="*/ 134 w 1907"/>
                  <a:gd name="T75" fmla="*/ 456 h 1197"/>
                  <a:gd name="T76" fmla="*/ 97 w 1907"/>
                  <a:gd name="T77" fmla="*/ 490 h 1197"/>
                  <a:gd name="T78" fmla="*/ 60 w 1907"/>
                  <a:gd name="T79" fmla="*/ 528 h 1197"/>
                  <a:gd name="T80" fmla="*/ 38 w 1907"/>
                  <a:gd name="T81" fmla="*/ 549 h 1197"/>
                  <a:gd name="T82" fmla="*/ 28 w 1907"/>
                  <a:gd name="T83" fmla="*/ 540 h 1197"/>
                  <a:gd name="T84" fmla="*/ 16 w 1907"/>
                  <a:gd name="T85" fmla="*/ 528 h 1197"/>
                  <a:gd name="T86" fmla="*/ 4 w 1907"/>
                  <a:gd name="T87" fmla="*/ 519 h 119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07"/>
                  <a:gd name="T133" fmla="*/ 0 h 1197"/>
                  <a:gd name="T134" fmla="*/ 1907 w 1907"/>
                  <a:gd name="T135" fmla="*/ 1197 h 119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07" h="1197">
                    <a:moveTo>
                      <a:pt x="0" y="1038"/>
                    </a:moveTo>
                    <a:lnTo>
                      <a:pt x="13" y="989"/>
                    </a:lnTo>
                    <a:lnTo>
                      <a:pt x="29" y="953"/>
                    </a:lnTo>
                    <a:lnTo>
                      <a:pt x="42" y="923"/>
                    </a:lnTo>
                    <a:lnTo>
                      <a:pt x="57" y="898"/>
                    </a:lnTo>
                    <a:lnTo>
                      <a:pt x="71" y="871"/>
                    </a:lnTo>
                    <a:lnTo>
                      <a:pt x="86" y="841"/>
                    </a:lnTo>
                    <a:lnTo>
                      <a:pt x="101" y="805"/>
                    </a:lnTo>
                    <a:lnTo>
                      <a:pt x="116" y="757"/>
                    </a:lnTo>
                    <a:lnTo>
                      <a:pt x="257" y="542"/>
                    </a:lnTo>
                    <a:lnTo>
                      <a:pt x="406" y="364"/>
                    </a:lnTo>
                    <a:lnTo>
                      <a:pt x="565" y="221"/>
                    </a:lnTo>
                    <a:lnTo>
                      <a:pt x="741" y="114"/>
                    </a:lnTo>
                    <a:lnTo>
                      <a:pt x="933" y="42"/>
                    </a:lnTo>
                    <a:lnTo>
                      <a:pt x="1147" y="4"/>
                    </a:lnTo>
                    <a:lnTo>
                      <a:pt x="1385" y="0"/>
                    </a:lnTo>
                    <a:lnTo>
                      <a:pt x="1655" y="32"/>
                    </a:lnTo>
                    <a:lnTo>
                      <a:pt x="1674" y="33"/>
                    </a:lnTo>
                    <a:lnTo>
                      <a:pt x="1694" y="35"/>
                    </a:lnTo>
                    <a:lnTo>
                      <a:pt x="1714" y="35"/>
                    </a:lnTo>
                    <a:lnTo>
                      <a:pt x="1735" y="37"/>
                    </a:lnTo>
                    <a:lnTo>
                      <a:pt x="1757" y="35"/>
                    </a:lnTo>
                    <a:lnTo>
                      <a:pt x="1778" y="33"/>
                    </a:lnTo>
                    <a:lnTo>
                      <a:pt x="1799" y="28"/>
                    </a:lnTo>
                    <a:lnTo>
                      <a:pt x="1821" y="23"/>
                    </a:lnTo>
                    <a:lnTo>
                      <a:pt x="1829" y="43"/>
                    </a:lnTo>
                    <a:lnTo>
                      <a:pt x="1838" y="64"/>
                    </a:lnTo>
                    <a:lnTo>
                      <a:pt x="1846" y="83"/>
                    </a:lnTo>
                    <a:lnTo>
                      <a:pt x="1852" y="103"/>
                    </a:lnTo>
                    <a:lnTo>
                      <a:pt x="1856" y="122"/>
                    </a:lnTo>
                    <a:lnTo>
                      <a:pt x="1858" y="142"/>
                    </a:lnTo>
                    <a:lnTo>
                      <a:pt x="1858" y="163"/>
                    </a:lnTo>
                    <a:lnTo>
                      <a:pt x="1858" y="187"/>
                    </a:lnTo>
                    <a:lnTo>
                      <a:pt x="1900" y="339"/>
                    </a:lnTo>
                    <a:lnTo>
                      <a:pt x="1907" y="495"/>
                    </a:lnTo>
                    <a:lnTo>
                      <a:pt x="1890" y="648"/>
                    </a:lnTo>
                    <a:lnTo>
                      <a:pt x="1856" y="793"/>
                    </a:lnTo>
                    <a:lnTo>
                      <a:pt x="1809" y="920"/>
                    </a:lnTo>
                    <a:lnTo>
                      <a:pt x="1763" y="1025"/>
                    </a:lnTo>
                    <a:lnTo>
                      <a:pt x="1721" y="1101"/>
                    </a:lnTo>
                    <a:lnTo>
                      <a:pt x="1696" y="1142"/>
                    </a:lnTo>
                    <a:lnTo>
                      <a:pt x="1693" y="1153"/>
                    </a:lnTo>
                    <a:lnTo>
                      <a:pt x="1685" y="1162"/>
                    </a:lnTo>
                    <a:lnTo>
                      <a:pt x="1676" y="1167"/>
                    </a:lnTo>
                    <a:lnTo>
                      <a:pt x="1666" y="1172"/>
                    </a:lnTo>
                    <a:lnTo>
                      <a:pt x="1655" y="1176"/>
                    </a:lnTo>
                    <a:lnTo>
                      <a:pt x="1645" y="1181"/>
                    </a:lnTo>
                    <a:lnTo>
                      <a:pt x="1634" y="1187"/>
                    </a:lnTo>
                    <a:lnTo>
                      <a:pt x="1627" y="1197"/>
                    </a:lnTo>
                    <a:lnTo>
                      <a:pt x="1611" y="1193"/>
                    </a:lnTo>
                    <a:lnTo>
                      <a:pt x="1591" y="1192"/>
                    </a:lnTo>
                    <a:lnTo>
                      <a:pt x="1566" y="1191"/>
                    </a:lnTo>
                    <a:lnTo>
                      <a:pt x="1540" y="1189"/>
                    </a:lnTo>
                    <a:lnTo>
                      <a:pt x="1513" y="1186"/>
                    </a:lnTo>
                    <a:lnTo>
                      <a:pt x="1489" y="1182"/>
                    </a:lnTo>
                    <a:lnTo>
                      <a:pt x="1469" y="1176"/>
                    </a:lnTo>
                    <a:lnTo>
                      <a:pt x="1457" y="1169"/>
                    </a:lnTo>
                    <a:lnTo>
                      <a:pt x="1338" y="1116"/>
                    </a:lnTo>
                    <a:lnTo>
                      <a:pt x="1246" y="1059"/>
                    </a:lnTo>
                    <a:lnTo>
                      <a:pt x="1172" y="999"/>
                    </a:lnTo>
                    <a:lnTo>
                      <a:pt x="1109" y="936"/>
                    </a:lnTo>
                    <a:lnTo>
                      <a:pt x="1049" y="866"/>
                    </a:lnTo>
                    <a:lnTo>
                      <a:pt x="987" y="790"/>
                    </a:lnTo>
                    <a:lnTo>
                      <a:pt x="913" y="705"/>
                    </a:lnTo>
                    <a:lnTo>
                      <a:pt x="822" y="611"/>
                    </a:lnTo>
                    <a:lnTo>
                      <a:pt x="773" y="601"/>
                    </a:lnTo>
                    <a:lnTo>
                      <a:pt x="725" y="603"/>
                    </a:lnTo>
                    <a:lnTo>
                      <a:pt x="672" y="614"/>
                    </a:lnTo>
                    <a:lnTo>
                      <a:pt x="618" y="637"/>
                    </a:lnTo>
                    <a:lnTo>
                      <a:pt x="560" y="664"/>
                    </a:lnTo>
                    <a:lnTo>
                      <a:pt x="501" y="701"/>
                    </a:lnTo>
                    <a:lnTo>
                      <a:pt x="440" y="743"/>
                    </a:lnTo>
                    <a:lnTo>
                      <a:pt x="376" y="793"/>
                    </a:lnTo>
                    <a:lnTo>
                      <a:pt x="342" y="836"/>
                    </a:lnTo>
                    <a:lnTo>
                      <a:pt x="306" y="875"/>
                    </a:lnTo>
                    <a:lnTo>
                      <a:pt x="268" y="911"/>
                    </a:lnTo>
                    <a:lnTo>
                      <a:pt x="232" y="946"/>
                    </a:lnTo>
                    <a:lnTo>
                      <a:pt x="193" y="980"/>
                    </a:lnTo>
                    <a:lnTo>
                      <a:pt x="156" y="1017"/>
                    </a:lnTo>
                    <a:lnTo>
                      <a:pt x="120" y="1055"/>
                    </a:lnTo>
                    <a:lnTo>
                      <a:pt x="87" y="1101"/>
                    </a:lnTo>
                    <a:lnTo>
                      <a:pt x="76" y="1097"/>
                    </a:lnTo>
                    <a:lnTo>
                      <a:pt x="66" y="1090"/>
                    </a:lnTo>
                    <a:lnTo>
                      <a:pt x="55" y="1079"/>
                    </a:lnTo>
                    <a:lnTo>
                      <a:pt x="44" y="1068"/>
                    </a:lnTo>
                    <a:lnTo>
                      <a:pt x="31" y="1055"/>
                    </a:lnTo>
                    <a:lnTo>
                      <a:pt x="20" y="1045"/>
                    </a:lnTo>
                    <a:lnTo>
                      <a:pt x="8" y="1038"/>
                    </a:lnTo>
                    <a:lnTo>
                      <a:pt x="0" y="1038"/>
                    </a:lnTo>
                    <a:close/>
                  </a:path>
                </a:pathLst>
              </a:custGeom>
              <a:solidFill>
                <a:srgbClr val="F2BAA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3" name="Freeform 642">
                <a:extLst>
                  <a:ext uri="{FF2B5EF4-FFF2-40B4-BE49-F238E27FC236}">
                    <a16:creationId xmlns:a16="http://schemas.microsoft.com/office/drawing/2014/main" id="{52A8148B-6F01-1B43-A5B3-321D446CB73A}"/>
                  </a:ext>
                </a:extLst>
              </p:cNvPr>
              <p:cNvSpPr>
                <a:spLocks/>
              </p:cNvSpPr>
              <p:nvPr/>
            </p:nvSpPr>
            <p:spPr bwMode="auto">
              <a:xfrm>
                <a:off x="4363" y="2788"/>
                <a:ext cx="940" cy="569"/>
              </a:xfrm>
              <a:custGeom>
                <a:avLst/>
                <a:gdLst>
                  <a:gd name="T0" fmla="*/ 6 w 1882"/>
                  <a:gd name="T1" fmla="*/ 476 h 1137"/>
                  <a:gd name="T2" fmla="*/ 19 w 1882"/>
                  <a:gd name="T3" fmla="*/ 447 h 1137"/>
                  <a:gd name="T4" fmla="*/ 31 w 1882"/>
                  <a:gd name="T5" fmla="*/ 427 h 1137"/>
                  <a:gd name="T6" fmla="*/ 44 w 1882"/>
                  <a:gd name="T7" fmla="*/ 398 h 1137"/>
                  <a:gd name="T8" fmla="*/ 122 w 1882"/>
                  <a:gd name="T9" fmla="*/ 268 h 1137"/>
                  <a:gd name="T10" fmla="*/ 275 w 1882"/>
                  <a:gd name="T11" fmla="*/ 108 h 1137"/>
                  <a:gd name="T12" fmla="*/ 456 w 1882"/>
                  <a:gd name="T13" fmla="*/ 20 h 1137"/>
                  <a:gd name="T14" fmla="*/ 682 w 1882"/>
                  <a:gd name="T15" fmla="*/ 0 h 1137"/>
                  <a:gd name="T16" fmla="*/ 825 w 1882"/>
                  <a:gd name="T17" fmla="*/ 17 h 1137"/>
                  <a:gd name="T18" fmla="*/ 845 w 1882"/>
                  <a:gd name="T19" fmla="*/ 19 h 1137"/>
                  <a:gd name="T20" fmla="*/ 866 w 1882"/>
                  <a:gd name="T21" fmla="*/ 19 h 1137"/>
                  <a:gd name="T22" fmla="*/ 887 w 1882"/>
                  <a:gd name="T23" fmla="*/ 19 h 1137"/>
                  <a:gd name="T24" fmla="*/ 902 w 1882"/>
                  <a:gd name="T25" fmla="*/ 29 h 1137"/>
                  <a:gd name="T26" fmla="*/ 911 w 1882"/>
                  <a:gd name="T27" fmla="*/ 48 h 1137"/>
                  <a:gd name="T28" fmla="*/ 916 w 1882"/>
                  <a:gd name="T29" fmla="*/ 65 h 1137"/>
                  <a:gd name="T30" fmla="*/ 919 w 1882"/>
                  <a:gd name="T31" fmla="*/ 85 h 1137"/>
                  <a:gd name="T32" fmla="*/ 937 w 1882"/>
                  <a:gd name="T33" fmla="*/ 165 h 1137"/>
                  <a:gd name="T34" fmla="*/ 932 w 1882"/>
                  <a:gd name="T35" fmla="*/ 310 h 1137"/>
                  <a:gd name="T36" fmla="*/ 895 w 1882"/>
                  <a:gd name="T37" fmla="*/ 439 h 1137"/>
                  <a:gd name="T38" fmla="*/ 852 w 1882"/>
                  <a:gd name="T39" fmla="*/ 526 h 1137"/>
                  <a:gd name="T40" fmla="*/ 834 w 1882"/>
                  <a:gd name="T41" fmla="*/ 550 h 1137"/>
                  <a:gd name="T42" fmla="*/ 825 w 1882"/>
                  <a:gd name="T43" fmla="*/ 556 h 1137"/>
                  <a:gd name="T44" fmla="*/ 811 w 1882"/>
                  <a:gd name="T45" fmla="*/ 560 h 1137"/>
                  <a:gd name="T46" fmla="*/ 799 w 1882"/>
                  <a:gd name="T47" fmla="*/ 565 h 1137"/>
                  <a:gd name="T48" fmla="*/ 788 w 1882"/>
                  <a:gd name="T49" fmla="*/ 568 h 1137"/>
                  <a:gd name="T50" fmla="*/ 768 w 1882"/>
                  <a:gd name="T51" fmla="*/ 568 h 1137"/>
                  <a:gd name="T52" fmla="*/ 744 w 1882"/>
                  <a:gd name="T53" fmla="*/ 566 h 1137"/>
                  <a:gd name="T54" fmla="*/ 724 w 1882"/>
                  <a:gd name="T55" fmla="*/ 563 h 1137"/>
                  <a:gd name="T56" fmla="*/ 660 w 1882"/>
                  <a:gd name="T57" fmla="*/ 534 h 1137"/>
                  <a:gd name="T58" fmla="*/ 578 w 1882"/>
                  <a:gd name="T59" fmla="*/ 479 h 1137"/>
                  <a:gd name="T60" fmla="*/ 517 w 1882"/>
                  <a:gd name="T61" fmla="*/ 415 h 1137"/>
                  <a:gd name="T62" fmla="*/ 450 w 1882"/>
                  <a:gd name="T63" fmla="*/ 336 h 1137"/>
                  <a:gd name="T64" fmla="*/ 381 w 1882"/>
                  <a:gd name="T65" fmla="*/ 284 h 1137"/>
                  <a:gd name="T66" fmla="*/ 328 w 1882"/>
                  <a:gd name="T67" fmla="*/ 293 h 1137"/>
                  <a:gd name="T68" fmla="*/ 271 w 1882"/>
                  <a:gd name="T69" fmla="*/ 320 h 1137"/>
                  <a:gd name="T70" fmla="*/ 210 w 1882"/>
                  <a:gd name="T71" fmla="*/ 361 h 1137"/>
                  <a:gd name="T72" fmla="*/ 162 w 1882"/>
                  <a:gd name="T73" fmla="*/ 409 h 1137"/>
                  <a:gd name="T74" fmla="*/ 127 w 1882"/>
                  <a:gd name="T75" fmla="*/ 442 h 1137"/>
                  <a:gd name="T76" fmla="*/ 91 w 1882"/>
                  <a:gd name="T77" fmla="*/ 472 h 1137"/>
                  <a:gd name="T78" fmla="*/ 56 w 1882"/>
                  <a:gd name="T79" fmla="*/ 506 h 1137"/>
                  <a:gd name="T80" fmla="*/ 34 w 1882"/>
                  <a:gd name="T81" fmla="*/ 526 h 1137"/>
                  <a:gd name="T82" fmla="*/ 24 w 1882"/>
                  <a:gd name="T83" fmla="*/ 518 h 1137"/>
                  <a:gd name="T84" fmla="*/ 14 w 1882"/>
                  <a:gd name="T85" fmla="*/ 508 h 1137"/>
                  <a:gd name="T86" fmla="*/ 4 w 1882"/>
                  <a:gd name="T87" fmla="*/ 501 h 113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82"/>
                  <a:gd name="T133" fmla="*/ 0 h 1137"/>
                  <a:gd name="T134" fmla="*/ 1882 w 1882"/>
                  <a:gd name="T135" fmla="*/ 1137 h 113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82" h="1137">
                    <a:moveTo>
                      <a:pt x="0" y="1000"/>
                    </a:moveTo>
                    <a:lnTo>
                      <a:pt x="13" y="952"/>
                    </a:lnTo>
                    <a:lnTo>
                      <a:pt x="27" y="919"/>
                    </a:lnTo>
                    <a:lnTo>
                      <a:pt x="39" y="894"/>
                    </a:lnTo>
                    <a:lnTo>
                      <a:pt x="52" y="875"/>
                    </a:lnTo>
                    <a:lnTo>
                      <a:pt x="63" y="854"/>
                    </a:lnTo>
                    <a:lnTo>
                      <a:pt x="76" y="829"/>
                    </a:lnTo>
                    <a:lnTo>
                      <a:pt x="88" y="795"/>
                    </a:lnTo>
                    <a:lnTo>
                      <a:pt x="103" y="750"/>
                    </a:lnTo>
                    <a:lnTo>
                      <a:pt x="244" y="535"/>
                    </a:lnTo>
                    <a:lnTo>
                      <a:pt x="392" y="358"/>
                    </a:lnTo>
                    <a:lnTo>
                      <a:pt x="550" y="216"/>
                    </a:lnTo>
                    <a:lnTo>
                      <a:pt x="723" y="111"/>
                    </a:lnTo>
                    <a:lnTo>
                      <a:pt x="913" y="40"/>
                    </a:lnTo>
                    <a:lnTo>
                      <a:pt x="1127" y="3"/>
                    </a:lnTo>
                    <a:lnTo>
                      <a:pt x="1365" y="0"/>
                    </a:lnTo>
                    <a:lnTo>
                      <a:pt x="1633" y="32"/>
                    </a:lnTo>
                    <a:lnTo>
                      <a:pt x="1652" y="33"/>
                    </a:lnTo>
                    <a:lnTo>
                      <a:pt x="1672" y="36"/>
                    </a:lnTo>
                    <a:lnTo>
                      <a:pt x="1692" y="37"/>
                    </a:lnTo>
                    <a:lnTo>
                      <a:pt x="1713" y="38"/>
                    </a:lnTo>
                    <a:lnTo>
                      <a:pt x="1734" y="38"/>
                    </a:lnTo>
                    <a:lnTo>
                      <a:pt x="1755" y="38"/>
                    </a:lnTo>
                    <a:lnTo>
                      <a:pt x="1776" y="37"/>
                    </a:lnTo>
                    <a:lnTo>
                      <a:pt x="1798" y="37"/>
                    </a:lnTo>
                    <a:lnTo>
                      <a:pt x="1806" y="57"/>
                    </a:lnTo>
                    <a:lnTo>
                      <a:pt x="1815" y="77"/>
                    </a:lnTo>
                    <a:lnTo>
                      <a:pt x="1823" y="95"/>
                    </a:lnTo>
                    <a:lnTo>
                      <a:pt x="1830" y="114"/>
                    </a:lnTo>
                    <a:lnTo>
                      <a:pt x="1834" y="130"/>
                    </a:lnTo>
                    <a:lnTo>
                      <a:pt x="1838" y="150"/>
                    </a:lnTo>
                    <a:lnTo>
                      <a:pt x="1839" y="170"/>
                    </a:lnTo>
                    <a:lnTo>
                      <a:pt x="1840" y="194"/>
                    </a:lnTo>
                    <a:lnTo>
                      <a:pt x="1875" y="330"/>
                    </a:lnTo>
                    <a:lnTo>
                      <a:pt x="1882" y="476"/>
                    </a:lnTo>
                    <a:lnTo>
                      <a:pt x="1865" y="620"/>
                    </a:lnTo>
                    <a:lnTo>
                      <a:pt x="1834" y="756"/>
                    </a:lnTo>
                    <a:lnTo>
                      <a:pt x="1791" y="878"/>
                    </a:lnTo>
                    <a:lnTo>
                      <a:pt x="1747" y="979"/>
                    </a:lnTo>
                    <a:lnTo>
                      <a:pt x="1705" y="1051"/>
                    </a:lnTo>
                    <a:lnTo>
                      <a:pt x="1675" y="1090"/>
                    </a:lnTo>
                    <a:lnTo>
                      <a:pt x="1670" y="1099"/>
                    </a:lnTo>
                    <a:lnTo>
                      <a:pt x="1662" y="1107"/>
                    </a:lnTo>
                    <a:lnTo>
                      <a:pt x="1651" y="1112"/>
                    </a:lnTo>
                    <a:lnTo>
                      <a:pt x="1638" y="1117"/>
                    </a:lnTo>
                    <a:lnTo>
                      <a:pt x="1624" y="1120"/>
                    </a:lnTo>
                    <a:lnTo>
                      <a:pt x="1612" y="1125"/>
                    </a:lnTo>
                    <a:lnTo>
                      <a:pt x="1599" y="1129"/>
                    </a:lnTo>
                    <a:lnTo>
                      <a:pt x="1592" y="1136"/>
                    </a:lnTo>
                    <a:lnTo>
                      <a:pt x="1578" y="1136"/>
                    </a:lnTo>
                    <a:lnTo>
                      <a:pt x="1560" y="1137"/>
                    </a:lnTo>
                    <a:lnTo>
                      <a:pt x="1538" y="1136"/>
                    </a:lnTo>
                    <a:lnTo>
                      <a:pt x="1514" y="1136"/>
                    </a:lnTo>
                    <a:lnTo>
                      <a:pt x="1489" y="1132"/>
                    </a:lnTo>
                    <a:lnTo>
                      <a:pt x="1468" y="1130"/>
                    </a:lnTo>
                    <a:lnTo>
                      <a:pt x="1450" y="1125"/>
                    </a:lnTo>
                    <a:lnTo>
                      <a:pt x="1440" y="1121"/>
                    </a:lnTo>
                    <a:lnTo>
                      <a:pt x="1322" y="1067"/>
                    </a:lnTo>
                    <a:lnTo>
                      <a:pt x="1232" y="1015"/>
                    </a:lnTo>
                    <a:lnTo>
                      <a:pt x="1158" y="957"/>
                    </a:lnTo>
                    <a:lnTo>
                      <a:pt x="1096" y="897"/>
                    </a:lnTo>
                    <a:lnTo>
                      <a:pt x="1036" y="829"/>
                    </a:lnTo>
                    <a:lnTo>
                      <a:pt x="975" y="755"/>
                    </a:lnTo>
                    <a:lnTo>
                      <a:pt x="901" y="671"/>
                    </a:lnTo>
                    <a:lnTo>
                      <a:pt x="811" y="577"/>
                    </a:lnTo>
                    <a:lnTo>
                      <a:pt x="762" y="568"/>
                    </a:lnTo>
                    <a:lnTo>
                      <a:pt x="712" y="572"/>
                    </a:lnTo>
                    <a:lnTo>
                      <a:pt x="656" y="586"/>
                    </a:lnTo>
                    <a:lnTo>
                      <a:pt x="601" y="609"/>
                    </a:lnTo>
                    <a:lnTo>
                      <a:pt x="542" y="639"/>
                    </a:lnTo>
                    <a:lnTo>
                      <a:pt x="483" y="676"/>
                    </a:lnTo>
                    <a:lnTo>
                      <a:pt x="421" y="721"/>
                    </a:lnTo>
                    <a:lnTo>
                      <a:pt x="359" y="774"/>
                    </a:lnTo>
                    <a:lnTo>
                      <a:pt x="325" y="817"/>
                    </a:lnTo>
                    <a:lnTo>
                      <a:pt x="291" y="853"/>
                    </a:lnTo>
                    <a:lnTo>
                      <a:pt x="255" y="884"/>
                    </a:lnTo>
                    <a:lnTo>
                      <a:pt x="220" y="914"/>
                    </a:lnTo>
                    <a:lnTo>
                      <a:pt x="182" y="943"/>
                    </a:lnTo>
                    <a:lnTo>
                      <a:pt x="147" y="974"/>
                    </a:lnTo>
                    <a:lnTo>
                      <a:pt x="113" y="1011"/>
                    </a:lnTo>
                    <a:lnTo>
                      <a:pt x="81" y="1055"/>
                    </a:lnTo>
                    <a:lnTo>
                      <a:pt x="69" y="1052"/>
                    </a:lnTo>
                    <a:lnTo>
                      <a:pt x="59" y="1046"/>
                    </a:lnTo>
                    <a:lnTo>
                      <a:pt x="49" y="1036"/>
                    </a:lnTo>
                    <a:lnTo>
                      <a:pt x="39" y="1027"/>
                    </a:lnTo>
                    <a:lnTo>
                      <a:pt x="28" y="1016"/>
                    </a:lnTo>
                    <a:lnTo>
                      <a:pt x="18" y="1007"/>
                    </a:lnTo>
                    <a:lnTo>
                      <a:pt x="8" y="1001"/>
                    </a:lnTo>
                    <a:lnTo>
                      <a:pt x="0" y="1000"/>
                    </a:lnTo>
                    <a:close/>
                  </a:path>
                </a:pathLst>
              </a:custGeom>
              <a:solidFill>
                <a:srgbClr val="F5BF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4" name="Freeform 643">
                <a:extLst>
                  <a:ext uri="{FF2B5EF4-FFF2-40B4-BE49-F238E27FC236}">
                    <a16:creationId xmlns:a16="http://schemas.microsoft.com/office/drawing/2014/main" id="{2AADFD1C-C501-1640-A2FF-3728744DD85B}"/>
                  </a:ext>
                </a:extLst>
              </p:cNvPr>
              <p:cNvSpPr>
                <a:spLocks/>
              </p:cNvSpPr>
              <p:nvPr/>
            </p:nvSpPr>
            <p:spPr bwMode="auto">
              <a:xfrm>
                <a:off x="4370" y="2792"/>
                <a:ext cx="928" cy="542"/>
              </a:xfrm>
              <a:custGeom>
                <a:avLst/>
                <a:gdLst>
                  <a:gd name="T0" fmla="*/ 6 w 1857"/>
                  <a:gd name="T1" fmla="*/ 458 h 1084"/>
                  <a:gd name="T2" fmla="*/ 17 w 1857"/>
                  <a:gd name="T3" fmla="*/ 433 h 1084"/>
                  <a:gd name="T4" fmla="*/ 26 w 1857"/>
                  <a:gd name="T5" fmla="*/ 418 h 1084"/>
                  <a:gd name="T6" fmla="*/ 37 w 1857"/>
                  <a:gd name="T7" fmla="*/ 394 h 1084"/>
                  <a:gd name="T8" fmla="*/ 115 w 1857"/>
                  <a:gd name="T9" fmla="*/ 265 h 1084"/>
                  <a:gd name="T10" fmla="*/ 266 w 1857"/>
                  <a:gd name="T11" fmla="*/ 106 h 1084"/>
                  <a:gd name="T12" fmla="*/ 446 w 1857"/>
                  <a:gd name="T13" fmla="*/ 18 h 1084"/>
                  <a:gd name="T14" fmla="*/ 671 w 1857"/>
                  <a:gd name="T15" fmla="*/ 0 h 1084"/>
                  <a:gd name="T16" fmla="*/ 814 w 1857"/>
                  <a:gd name="T17" fmla="*/ 17 h 1084"/>
                  <a:gd name="T18" fmla="*/ 834 w 1857"/>
                  <a:gd name="T19" fmla="*/ 19 h 1084"/>
                  <a:gd name="T20" fmla="*/ 855 w 1857"/>
                  <a:gd name="T21" fmla="*/ 20 h 1084"/>
                  <a:gd name="T22" fmla="*/ 876 w 1857"/>
                  <a:gd name="T23" fmla="*/ 22 h 1084"/>
                  <a:gd name="T24" fmla="*/ 892 w 1857"/>
                  <a:gd name="T25" fmla="*/ 34 h 1084"/>
                  <a:gd name="T26" fmla="*/ 900 w 1857"/>
                  <a:gd name="T27" fmla="*/ 52 h 1084"/>
                  <a:gd name="T28" fmla="*/ 907 w 1857"/>
                  <a:gd name="T29" fmla="*/ 69 h 1084"/>
                  <a:gd name="T30" fmla="*/ 910 w 1857"/>
                  <a:gd name="T31" fmla="*/ 87 h 1084"/>
                  <a:gd name="T32" fmla="*/ 925 w 1857"/>
                  <a:gd name="T33" fmla="*/ 160 h 1084"/>
                  <a:gd name="T34" fmla="*/ 921 w 1857"/>
                  <a:gd name="T35" fmla="*/ 294 h 1084"/>
                  <a:gd name="T36" fmla="*/ 886 w 1857"/>
                  <a:gd name="T37" fmla="*/ 417 h 1084"/>
                  <a:gd name="T38" fmla="*/ 844 w 1857"/>
                  <a:gd name="T39" fmla="*/ 500 h 1084"/>
                  <a:gd name="T40" fmla="*/ 823 w 1857"/>
                  <a:gd name="T41" fmla="*/ 523 h 1084"/>
                  <a:gd name="T42" fmla="*/ 812 w 1857"/>
                  <a:gd name="T43" fmla="*/ 529 h 1084"/>
                  <a:gd name="T44" fmla="*/ 797 w 1857"/>
                  <a:gd name="T45" fmla="*/ 533 h 1084"/>
                  <a:gd name="T46" fmla="*/ 782 w 1857"/>
                  <a:gd name="T47" fmla="*/ 537 h 1084"/>
                  <a:gd name="T48" fmla="*/ 772 w 1857"/>
                  <a:gd name="T49" fmla="*/ 541 h 1084"/>
                  <a:gd name="T50" fmla="*/ 754 w 1857"/>
                  <a:gd name="T51" fmla="*/ 542 h 1084"/>
                  <a:gd name="T52" fmla="*/ 732 w 1857"/>
                  <a:gd name="T53" fmla="*/ 540 h 1084"/>
                  <a:gd name="T54" fmla="*/ 715 w 1857"/>
                  <a:gd name="T55" fmla="*/ 537 h 1084"/>
                  <a:gd name="T56" fmla="*/ 652 w 1857"/>
                  <a:gd name="T57" fmla="*/ 509 h 1084"/>
                  <a:gd name="T58" fmla="*/ 570 w 1857"/>
                  <a:gd name="T59" fmla="*/ 456 h 1084"/>
                  <a:gd name="T60" fmla="*/ 511 w 1857"/>
                  <a:gd name="T61" fmla="*/ 395 h 1084"/>
                  <a:gd name="T62" fmla="*/ 444 w 1857"/>
                  <a:gd name="T63" fmla="*/ 319 h 1084"/>
                  <a:gd name="T64" fmla="*/ 374 w 1857"/>
                  <a:gd name="T65" fmla="*/ 269 h 1084"/>
                  <a:gd name="T66" fmla="*/ 320 w 1857"/>
                  <a:gd name="T67" fmla="*/ 277 h 1084"/>
                  <a:gd name="T68" fmla="*/ 261 w 1857"/>
                  <a:gd name="T69" fmla="*/ 306 h 1084"/>
                  <a:gd name="T70" fmla="*/ 201 w 1857"/>
                  <a:gd name="T71" fmla="*/ 350 h 1084"/>
                  <a:gd name="T72" fmla="*/ 154 w 1857"/>
                  <a:gd name="T73" fmla="*/ 398 h 1084"/>
                  <a:gd name="T74" fmla="*/ 120 w 1857"/>
                  <a:gd name="T75" fmla="*/ 428 h 1084"/>
                  <a:gd name="T76" fmla="*/ 86 w 1857"/>
                  <a:gd name="T77" fmla="*/ 453 h 1084"/>
                  <a:gd name="T78" fmla="*/ 52 w 1857"/>
                  <a:gd name="T79" fmla="*/ 483 h 1084"/>
                  <a:gd name="T80" fmla="*/ 31 w 1857"/>
                  <a:gd name="T81" fmla="*/ 503 h 1084"/>
                  <a:gd name="T82" fmla="*/ 22 w 1857"/>
                  <a:gd name="T83" fmla="*/ 497 h 1084"/>
                  <a:gd name="T84" fmla="*/ 12 w 1857"/>
                  <a:gd name="T85" fmla="*/ 487 h 1084"/>
                  <a:gd name="T86" fmla="*/ 4 w 1857"/>
                  <a:gd name="T87" fmla="*/ 481 h 10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57"/>
                  <a:gd name="T133" fmla="*/ 0 h 1084"/>
                  <a:gd name="T134" fmla="*/ 1857 w 1857"/>
                  <a:gd name="T135" fmla="*/ 1084 h 10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57" h="1084">
                    <a:moveTo>
                      <a:pt x="0" y="962"/>
                    </a:moveTo>
                    <a:lnTo>
                      <a:pt x="12" y="916"/>
                    </a:lnTo>
                    <a:lnTo>
                      <a:pt x="24" y="886"/>
                    </a:lnTo>
                    <a:lnTo>
                      <a:pt x="34" y="866"/>
                    </a:lnTo>
                    <a:lnTo>
                      <a:pt x="44" y="852"/>
                    </a:lnTo>
                    <a:lnTo>
                      <a:pt x="53" y="837"/>
                    </a:lnTo>
                    <a:lnTo>
                      <a:pt x="63" y="818"/>
                    </a:lnTo>
                    <a:lnTo>
                      <a:pt x="74" y="788"/>
                    </a:lnTo>
                    <a:lnTo>
                      <a:pt x="89" y="743"/>
                    </a:lnTo>
                    <a:lnTo>
                      <a:pt x="230" y="529"/>
                    </a:lnTo>
                    <a:lnTo>
                      <a:pt x="376" y="352"/>
                    </a:lnTo>
                    <a:lnTo>
                      <a:pt x="533" y="212"/>
                    </a:lnTo>
                    <a:lnTo>
                      <a:pt x="705" y="108"/>
                    </a:lnTo>
                    <a:lnTo>
                      <a:pt x="893" y="36"/>
                    </a:lnTo>
                    <a:lnTo>
                      <a:pt x="1105" y="1"/>
                    </a:lnTo>
                    <a:lnTo>
                      <a:pt x="1342" y="0"/>
                    </a:lnTo>
                    <a:lnTo>
                      <a:pt x="1610" y="31"/>
                    </a:lnTo>
                    <a:lnTo>
                      <a:pt x="1629" y="34"/>
                    </a:lnTo>
                    <a:lnTo>
                      <a:pt x="1649" y="36"/>
                    </a:lnTo>
                    <a:lnTo>
                      <a:pt x="1669" y="38"/>
                    </a:lnTo>
                    <a:lnTo>
                      <a:pt x="1691" y="40"/>
                    </a:lnTo>
                    <a:lnTo>
                      <a:pt x="1711" y="41"/>
                    </a:lnTo>
                    <a:lnTo>
                      <a:pt x="1732" y="43"/>
                    </a:lnTo>
                    <a:lnTo>
                      <a:pt x="1753" y="45"/>
                    </a:lnTo>
                    <a:lnTo>
                      <a:pt x="1776" y="49"/>
                    </a:lnTo>
                    <a:lnTo>
                      <a:pt x="1785" y="69"/>
                    </a:lnTo>
                    <a:lnTo>
                      <a:pt x="1794" y="89"/>
                    </a:lnTo>
                    <a:lnTo>
                      <a:pt x="1801" y="105"/>
                    </a:lnTo>
                    <a:lnTo>
                      <a:pt x="1809" y="123"/>
                    </a:lnTo>
                    <a:lnTo>
                      <a:pt x="1814" y="139"/>
                    </a:lnTo>
                    <a:lnTo>
                      <a:pt x="1819" y="157"/>
                    </a:lnTo>
                    <a:lnTo>
                      <a:pt x="1821" y="175"/>
                    </a:lnTo>
                    <a:lnTo>
                      <a:pt x="1822" y="198"/>
                    </a:lnTo>
                    <a:lnTo>
                      <a:pt x="1851" y="321"/>
                    </a:lnTo>
                    <a:lnTo>
                      <a:pt x="1857" y="454"/>
                    </a:lnTo>
                    <a:lnTo>
                      <a:pt x="1842" y="588"/>
                    </a:lnTo>
                    <a:lnTo>
                      <a:pt x="1814" y="719"/>
                    </a:lnTo>
                    <a:lnTo>
                      <a:pt x="1773" y="835"/>
                    </a:lnTo>
                    <a:lnTo>
                      <a:pt x="1731" y="932"/>
                    </a:lnTo>
                    <a:lnTo>
                      <a:pt x="1688" y="1001"/>
                    </a:lnTo>
                    <a:lnTo>
                      <a:pt x="1652" y="1038"/>
                    </a:lnTo>
                    <a:lnTo>
                      <a:pt x="1647" y="1045"/>
                    </a:lnTo>
                    <a:lnTo>
                      <a:pt x="1638" y="1053"/>
                    </a:lnTo>
                    <a:lnTo>
                      <a:pt x="1624" y="1058"/>
                    </a:lnTo>
                    <a:lnTo>
                      <a:pt x="1610" y="1063"/>
                    </a:lnTo>
                    <a:lnTo>
                      <a:pt x="1594" y="1065"/>
                    </a:lnTo>
                    <a:lnTo>
                      <a:pt x="1579" y="1069"/>
                    </a:lnTo>
                    <a:lnTo>
                      <a:pt x="1565" y="1073"/>
                    </a:lnTo>
                    <a:lnTo>
                      <a:pt x="1557" y="1078"/>
                    </a:lnTo>
                    <a:lnTo>
                      <a:pt x="1545" y="1081"/>
                    </a:lnTo>
                    <a:lnTo>
                      <a:pt x="1529" y="1084"/>
                    </a:lnTo>
                    <a:lnTo>
                      <a:pt x="1508" y="1084"/>
                    </a:lnTo>
                    <a:lnTo>
                      <a:pt x="1488" y="1084"/>
                    </a:lnTo>
                    <a:lnTo>
                      <a:pt x="1465" y="1080"/>
                    </a:lnTo>
                    <a:lnTo>
                      <a:pt x="1446" y="1078"/>
                    </a:lnTo>
                    <a:lnTo>
                      <a:pt x="1431" y="1074"/>
                    </a:lnTo>
                    <a:lnTo>
                      <a:pt x="1422" y="1070"/>
                    </a:lnTo>
                    <a:lnTo>
                      <a:pt x="1304" y="1018"/>
                    </a:lnTo>
                    <a:lnTo>
                      <a:pt x="1214" y="966"/>
                    </a:lnTo>
                    <a:lnTo>
                      <a:pt x="1141" y="912"/>
                    </a:lnTo>
                    <a:lnTo>
                      <a:pt x="1081" y="855"/>
                    </a:lnTo>
                    <a:lnTo>
                      <a:pt x="1022" y="791"/>
                    </a:lnTo>
                    <a:lnTo>
                      <a:pt x="961" y="719"/>
                    </a:lnTo>
                    <a:lnTo>
                      <a:pt x="888" y="638"/>
                    </a:lnTo>
                    <a:lnTo>
                      <a:pt x="798" y="545"/>
                    </a:lnTo>
                    <a:lnTo>
                      <a:pt x="749" y="538"/>
                    </a:lnTo>
                    <a:lnTo>
                      <a:pt x="696" y="541"/>
                    </a:lnTo>
                    <a:lnTo>
                      <a:pt x="641" y="554"/>
                    </a:lnTo>
                    <a:lnTo>
                      <a:pt x="583" y="579"/>
                    </a:lnTo>
                    <a:lnTo>
                      <a:pt x="522" y="612"/>
                    </a:lnTo>
                    <a:lnTo>
                      <a:pt x="462" y="653"/>
                    </a:lnTo>
                    <a:lnTo>
                      <a:pt x="402" y="701"/>
                    </a:lnTo>
                    <a:lnTo>
                      <a:pt x="341" y="757"/>
                    </a:lnTo>
                    <a:lnTo>
                      <a:pt x="308" y="797"/>
                    </a:lnTo>
                    <a:lnTo>
                      <a:pt x="275" y="831"/>
                    </a:lnTo>
                    <a:lnTo>
                      <a:pt x="241" y="857"/>
                    </a:lnTo>
                    <a:lnTo>
                      <a:pt x="207" y="882"/>
                    </a:lnTo>
                    <a:lnTo>
                      <a:pt x="172" y="906"/>
                    </a:lnTo>
                    <a:lnTo>
                      <a:pt x="138" y="934"/>
                    </a:lnTo>
                    <a:lnTo>
                      <a:pt x="104" y="966"/>
                    </a:lnTo>
                    <a:lnTo>
                      <a:pt x="73" y="1009"/>
                    </a:lnTo>
                    <a:lnTo>
                      <a:pt x="63" y="1006"/>
                    </a:lnTo>
                    <a:lnTo>
                      <a:pt x="54" y="1001"/>
                    </a:lnTo>
                    <a:lnTo>
                      <a:pt x="44" y="994"/>
                    </a:lnTo>
                    <a:lnTo>
                      <a:pt x="35" y="985"/>
                    </a:lnTo>
                    <a:lnTo>
                      <a:pt x="25" y="975"/>
                    </a:lnTo>
                    <a:lnTo>
                      <a:pt x="18" y="967"/>
                    </a:lnTo>
                    <a:lnTo>
                      <a:pt x="8" y="962"/>
                    </a:lnTo>
                    <a:lnTo>
                      <a:pt x="0" y="962"/>
                    </a:lnTo>
                    <a:close/>
                  </a:path>
                </a:pathLst>
              </a:custGeom>
              <a:solidFill>
                <a:srgbClr val="FAC4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5" name="Freeform 644">
                <a:extLst>
                  <a:ext uri="{FF2B5EF4-FFF2-40B4-BE49-F238E27FC236}">
                    <a16:creationId xmlns:a16="http://schemas.microsoft.com/office/drawing/2014/main" id="{D3C76888-4FBA-C741-9198-4C919FF469AE}"/>
                  </a:ext>
                </a:extLst>
              </p:cNvPr>
              <p:cNvSpPr>
                <a:spLocks/>
              </p:cNvSpPr>
              <p:nvPr/>
            </p:nvSpPr>
            <p:spPr bwMode="auto">
              <a:xfrm>
                <a:off x="4377" y="2795"/>
                <a:ext cx="915" cy="517"/>
              </a:xfrm>
              <a:custGeom>
                <a:avLst/>
                <a:gdLst>
                  <a:gd name="T0" fmla="*/ 5 w 1831"/>
                  <a:gd name="T1" fmla="*/ 440 h 1034"/>
                  <a:gd name="T2" fmla="*/ 14 w 1831"/>
                  <a:gd name="T3" fmla="*/ 419 h 1034"/>
                  <a:gd name="T4" fmla="*/ 21 w 1831"/>
                  <a:gd name="T5" fmla="*/ 410 h 1034"/>
                  <a:gd name="T6" fmla="*/ 31 w 1831"/>
                  <a:gd name="T7" fmla="*/ 390 h 1034"/>
                  <a:gd name="T8" fmla="*/ 107 w 1831"/>
                  <a:gd name="T9" fmla="*/ 261 h 1034"/>
                  <a:gd name="T10" fmla="*/ 257 w 1831"/>
                  <a:gd name="T11" fmla="*/ 103 h 1034"/>
                  <a:gd name="T12" fmla="*/ 436 w 1831"/>
                  <a:gd name="T13" fmla="*/ 17 h 1034"/>
                  <a:gd name="T14" fmla="*/ 659 w 1831"/>
                  <a:gd name="T15" fmla="*/ 0 h 1034"/>
                  <a:gd name="T16" fmla="*/ 803 w 1831"/>
                  <a:gd name="T17" fmla="*/ 17 h 1034"/>
                  <a:gd name="T18" fmla="*/ 822 w 1831"/>
                  <a:gd name="T19" fmla="*/ 19 h 1034"/>
                  <a:gd name="T20" fmla="*/ 843 w 1831"/>
                  <a:gd name="T21" fmla="*/ 22 h 1034"/>
                  <a:gd name="T22" fmla="*/ 864 w 1831"/>
                  <a:gd name="T23" fmla="*/ 27 h 1034"/>
                  <a:gd name="T24" fmla="*/ 880 w 1831"/>
                  <a:gd name="T25" fmla="*/ 41 h 1034"/>
                  <a:gd name="T26" fmla="*/ 889 w 1831"/>
                  <a:gd name="T27" fmla="*/ 59 h 1034"/>
                  <a:gd name="T28" fmla="*/ 896 w 1831"/>
                  <a:gd name="T29" fmla="*/ 74 h 1034"/>
                  <a:gd name="T30" fmla="*/ 900 w 1831"/>
                  <a:gd name="T31" fmla="*/ 91 h 1034"/>
                  <a:gd name="T32" fmla="*/ 913 w 1831"/>
                  <a:gd name="T33" fmla="*/ 157 h 1034"/>
                  <a:gd name="T34" fmla="*/ 909 w 1831"/>
                  <a:gd name="T35" fmla="*/ 280 h 1034"/>
                  <a:gd name="T36" fmla="*/ 878 w 1831"/>
                  <a:gd name="T37" fmla="*/ 397 h 1034"/>
                  <a:gd name="T38" fmla="*/ 836 w 1831"/>
                  <a:gd name="T39" fmla="*/ 476 h 1034"/>
                  <a:gd name="T40" fmla="*/ 812 w 1831"/>
                  <a:gd name="T41" fmla="*/ 496 h 1034"/>
                  <a:gd name="T42" fmla="*/ 799 w 1831"/>
                  <a:gd name="T43" fmla="*/ 502 h 1034"/>
                  <a:gd name="T44" fmla="*/ 782 w 1831"/>
                  <a:gd name="T45" fmla="*/ 506 h 1034"/>
                  <a:gd name="T46" fmla="*/ 766 w 1831"/>
                  <a:gd name="T47" fmla="*/ 509 h 1034"/>
                  <a:gd name="T48" fmla="*/ 755 w 1831"/>
                  <a:gd name="T49" fmla="*/ 514 h 1034"/>
                  <a:gd name="T50" fmla="*/ 739 w 1831"/>
                  <a:gd name="T51" fmla="*/ 517 h 1034"/>
                  <a:gd name="T52" fmla="*/ 720 w 1831"/>
                  <a:gd name="T53" fmla="*/ 515 h 1034"/>
                  <a:gd name="T54" fmla="*/ 705 w 1831"/>
                  <a:gd name="T55" fmla="*/ 513 h 1034"/>
                  <a:gd name="T56" fmla="*/ 644 w 1831"/>
                  <a:gd name="T57" fmla="*/ 485 h 1034"/>
                  <a:gd name="T58" fmla="*/ 563 w 1831"/>
                  <a:gd name="T59" fmla="*/ 435 h 1034"/>
                  <a:gd name="T60" fmla="*/ 504 w 1831"/>
                  <a:gd name="T61" fmla="*/ 376 h 1034"/>
                  <a:gd name="T62" fmla="*/ 437 w 1831"/>
                  <a:gd name="T63" fmla="*/ 302 h 1034"/>
                  <a:gd name="T64" fmla="*/ 368 w 1831"/>
                  <a:gd name="T65" fmla="*/ 252 h 1034"/>
                  <a:gd name="T66" fmla="*/ 312 w 1831"/>
                  <a:gd name="T67" fmla="*/ 262 h 1034"/>
                  <a:gd name="T68" fmla="*/ 252 w 1831"/>
                  <a:gd name="T69" fmla="*/ 293 h 1034"/>
                  <a:gd name="T70" fmla="*/ 190 w 1831"/>
                  <a:gd name="T71" fmla="*/ 340 h 1034"/>
                  <a:gd name="T72" fmla="*/ 145 w 1831"/>
                  <a:gd name="T73" fmla="*/ 389 h 1034"/>
                  <a:gd name="T74" fmla="*/ 112 w 1831"/>
                  <a:gd name="T75" fmla="*/ 415 h 1034"/>
                  <a:gd name="T76" fmla="*/ 79 w 1831"/>
                  <a:gd name="T77" fmla="*/ 435 h 1034"/>
                  <a:gd name="T78" fmla="*/ 47 w 1831"/>
                  <a:gd name="T79" fmla="*/ 461 h 1034"/>
                  <a:gd name="T80" fmla="*/ 27 w 1831"/>
                  <a:gd name="T81" fmla="*/ 480 h 1034"/>
                  <a:gd name="T82" fmla="*/ 19 w 1831"/>
                  <a:gd name="T83" fmla="*/ 475 h 1034"/>
                  <a:gd name="T84" fmla="*/ 11 w 1831"/>
                  <a:gd name="T85" fmla="*/ 467 h 1034"/>
                  <a:gd name="T86" fmla="*/ 4 w 1831"/>
                  <a:gd name="T87" fmla="*/ 462 h 10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31"/>
                  <a:gd name="T133" fmla="*/ 0 h 1034"/>
                  <a:gd name="T134" fmla="*/ 1831 w 1831"/>
                  <a:gd name="T135" fmla="*/ 1034 h 10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31" h="1034">
                    <a:moveTo>
                      <a:pt x="0" y="925"/>
                    </a:moveTo>
                    <a:lnTo>
                      <a:pt x="11" y="880"/>
                    </a:lnTo>
                    <a:lnTo>
                      <a:pt x="21" y="854"/>
                    </a:lnTo>
                    <a:lnTo>
                      <a:pt x="29" y="839"/>
                    </a:lnTo>
                    <a:lnTo>
                      <a:pt x="36" y="831"/>
                    </a:lnTo>
                    <a:lnTo>
                      <a:pt x="43" y="821"/>
                    </a:lnTo>
                    <a:lnTo>
                      <a:pt x="51" y="807"/>
                    </a:lnTo>
                    <a:lnTo>
                      <a:pt x="62" y="780"/>
                    </a:lnTo>
                    <a:lnTo>
                      <a:pt x="75" y="737"/>
                    </a:lnTo>
                    <a:lnTo>
                      <a:pt x="214" y="523"/>
                    </a:lnTo>
                    <a:lnTo>
                      <a:pt x="361" y="347"/>
                    </a:lnTo>
                    <a:lnTo>
                      <a:pt x="515" y="207"/>
                    </a:lnTo>
                    <a:lnTo>
                      <a:pt x="686" y="104"/>
                    </a:lnTo>
                    <a:lnTo>
                      <a:pt x="873" y="35"/>
                    </a:lnTo>
                    <a:lnTo>
                      <a:pt x="1084" y="2"/>
                    </a:lnTo>
                    <a:lnTo>
                      <a:pt x="1319" y="0"/>
                    </a:lnTo>
                    <a:lnTo>
                      <a:pt x="1588" y="33"/>
                    </a:lnTo>
                    <a:lnTo>
                      <a:pt x="1606" y="35"/>
                    </a:lnTo>
                    <a:lnTo>
                      <a:pt x="1625" y="38"/>
                    </a:lnTo>
                    <a:lnTo>
                      <a:pt x="1645" y="39"/>
                    </a:lnTo>
                    <a:lnTo>
                      <a:pt x="1667" y="43"/>
                    </a:lnTo>
                    <a:lnTo>
                      <a:pt x="1687" y="45"/>
                    </a:lnTo>
                    <a:lnTo>
                      <a:pt x="1708" y="49"/>
                    </a:lnTo>
                    <a:lnTo>
                      <a:pt x="1729" y="54"/>
                    </a:lnTo>
                    <a:lnTo>
                      <a:pt x="1752" y="63"/>
                    </a:lnTo>
                    <a:lnTo>
                      <a:pt x="1761" y="83"/>
                    </a:lnTo>
                    <a:lnTo>
                      <a:pt x="1771" y="102"/>
                    </a:lnTo>
                    <a:lnTo>
                      <a:pt x="1778" y="118"/>
                    </a:lnTo>
                    <a:lnTo>
                      <a:pt x="1787" y="134"/>
                    </a:lnTo>
                    <a:lnTo>
                      <a:pt x="1792" y="149"/>
                    </a:lnTo>
                    <a:lnTo>
                      <a:pt x="1797" y="166"/>
                    </a:lnTo>
                    <a:lnTo>
                      <a:pt x="1801" y="183"/>
                    </a:lnTo>
                    <a:lnTo>
                      <a:pt x="1805" y="206"/>
                    </a:lnTo>
                    <a:lnTo>
                      <a:pt x="1827" y="314"/>
                    </a:lnTo>
                    <a:lnTo>
                      <a:pt x="1831" y="435"/>
                    </a:lnTo>
                    <a:lnTo>
                      <a:pt x="1818" y="560"/>
                    </a:lnTo>
                    <a:lnTo>
                      <a:pt x="1793" y="683"/>
                    </a:lnTo>
                    <a:lnTo>
                      <a:pt x="1757" y="794"/>
                    </a:lnTo>
                    <a:lnTo>
                      <a:pt x="1716" y="886"/>
                    </a:lnTo>
                    <a:lnTo>
                      <a:pt x="1672" y="953"/>
                    </a:lnTo>
                    <a:lnTo>
                      <a:pt x="1632" y="987"/>
                    </a:lnTo>
                    <a:lnTo>
                      <a:pt x="1624" y="993"/>
                    </a:lnTo>
                    <a:lnTo>
                      <a:pt x="1614" y="999"/>
                    </a:lnTo>
                    <a:lnTo>
                      <a:pt x="1599" y="1004"/>
                    </a:lnTo>
                    <a:lnTo>
                      <a:pt x="1584" y="1010"/>
                    </a:lnTo>
                    <a:lnTo>
                      <a:pt x="1565" y="1013"/>
                    </a:lnTo>
                    <a:lnTo>
                      <a:pt x="1549" y="1017"/>
                    </a:lnTo>
                    <a:lnTo>
                      <a:pt x="1532" y="1019"/>
                    </a:lnTo>
                    <a:lnTo>
                      <a:pt x="1521" y="1022"/>
                    </a:lnTo>
                    <a:lnTo>
                      <a:pt x="1510" y="1028"/>
                    </a:lnTo>
                    <a:lnTo>
                      <a:pt x="1496" y="1033"/>
                    </a:lnTo>
                    <a:lnTo>
                      <a:pt x="1479" y="1033"/>
                    </a:lnTo>
                    <a:lnTo>
                      <a:pt x="1461" y="1034"/>
                    </a:lnTo>
                    <a:lnTo>
                      <a:pt x="1441" y="1030"/>
                    </a:lnTo>
                    <a:lnTo>
                      <a:pt x="1425" y="1028"/>
                    </a:lnTo>
                    <a:lnTo>
                      <a:pt x="1411" y="1025"/>
                    </a:lnTo>
                    <a:lnTo>
                      <a:pt x="1405" y="1023"/>
                    </a:lnTo>
                    <a:lnTo>
                      <a:pt x="1288" y="971"/>
                    </a:lnTo>
                    <a:lnTo>
                      <a:pt x="1198" y="921"/>
                    </a:lnTo>
                    <a:lnTo>
                      <a:pt x="1126" y="870"/>
                    </a:lnTo>
                    <a:lnTo>
                      <a:pt x="1066" y="815"/>
                    </a:lnTo>
                    <a:lnTo>
                      <a:pt x="1008" y="753"/>
                    </a:lnTo>
                    <a:lnTo>
                      <a:pt x="948" y="685"/>
                    </a:lnTo>
                    <a:lnTo>
                      <a:pt x="875" y="604"/>
                    </a:lnTo>
                    <a:lnTo>
                      <a:pt x="786" y="513"/>
                    </a:lnTo>
                    <a:lnTo>
                      <a:pt x="736" y="505"/>
                    </a:lnTo>
                    <a:lnTo>
                      <a:pt x="684" y="510"/>
                    </a:lnTo>
                    <a:lnTo>
                      <a:pt x="625" y="525"/>
                    </a:lnTo>
                    <a:lnTo>
                      <a:pt x="566" y="552"/>
                    </a:lnTo>
                    <a:lnTo>
                      <a:pt x="504" y="586"/>
                    </a:lnTo>
                    <a:lnTo>
                      <a:pt x="443" y="629"/>
                    </a:lnTo>
                    <a:lnTo>
                      <a:pt x="381" y="680"/>
                    </a:lnTo>
                    <a:lnTo>
                      <a:pt x="322" y="738"/>
                    </a:lnTo>
                    <a:lnTo>
                      <a:pt x="290" y="779"/>
                    </a:lnTo>
                    <a:lnTo>
                      <a:pt x="257" y="809"/>
                    </a:lnTo>
                    <a:lnTo>
                      <a:pt x="225" y="831"/>
                    </a:lnTo>
                    <a:lnTo>
                      <a:pt x="193" y="851"/>
                    </a:lnTo>
                    <a:lnTo>
                      <a:pt x="159" y="870"/>
                    </a:lnTo>
                    <a:lnTo>
                      <a:pt x="127" y="893"/>
                    </a:lnTo>
                    <a:lnTo>
                      <a:pt x="94" y="923"/>
                    </a:lnTo>
                    <a:lnTo>
                      <a:pt x="64" y="964"/>
                    </a:lnTo>
                    <a:lnTo>
                      <a:pt x="54" y="961"/>
                    </a:lnTo>
                    <a:lnTo>
                      <a:pt x="46" y="958"/>
                    </a:lnTo>
                    <a:lnTo>
                      <a:pt x="39" y="950"/>
                    </a:lnTo>
                    <a:lnTo>
                      <a:pt x="31" y="944"/>
                    </a:lnTo>
                    <a:lnTo>
                      <a:pt x="23" y="935"/>
                    </a:lnTo>
                    <a:lnTo>
                      <a:pt x="15" y="929"/>
                    </a:lnTo>
                    <a:lnTo>
                      <a:pt x="8" y="925"/>
                    </a:lnTo>
                    <a:lnTo>
                      <a:pt x="0" y="925"/>
                    </a:lnTo>
                    <a:close/>
                  </a:path>
                </a:pathLst>
              </a:custGeom>
              <a:solidFill>
                <a:srgbClr val="FFCC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6" name="Freeform 645">
                <a:extLst>
                  <a:ext uri="{FF2B5EF4-FFF2-40B4-BE49-F238E27FC236}">
                    <a16:creationId xmlns:a16="http://schemas.microsoft.com/office/drawing/2014/main" id="{B327A46C-4F98-064F-B0F0-ADAD04CCB25F}"/>
                  </a:ext>
                </a:extLst>
              </p:cNvPr>
              <p:cNvSpPr>
                <a:spLocks/>
              </p:cNvSpPr>
              <p:nvPr/>
            </p:nvSpPr>
            <p:spPr bwMode="auto">
              <a:xfrm>
                <a:off x="4473" y="2960"/>
                <a:ext cx="208" cy="212"/>
              </a:xfrm>
              <a:custGeom>
                <a:avLst/>
                <a:gdLst>
                  <a:gd name="T0" fmla="*/ 0 w 417"/>
                  <a:gd name="T1" fmla="*/ 178 h 425"/>
                  <a:gd name="T2" fmla="*/ 10 w 417"/>
                  <a:gd name="T3" fmla="*/ 162 h 425"/>
                  <a:gd name="T4" fmla="*/ 26 w 417"/>
                  <a:gd name="T5" fmla="*/ 143 h 425"/>
                  <a:gd name="T6" fmla="*/ 43 w 417"/>
                  <a:gd name="T7" fmla="*/ 119 h 425"/>
                  <a:gd name="T8" fmla="*/ 62 w 417"/>
                  <a:gd name="T9" fmla="*/ 96 h 425"/>
                  <a:gd name="T10" fmla="*/ 80 w 417"/>
                  <a:gd name="T11" fmla="*/ 71 h 425"/>
                  <a:gd name="T12" fmla="*/ 98 w 417"/>
                  <a:gd name="T13" fmla="*/ 49 h 425"/>
                  <a:gd name="T14" fmla="*/ 113 w 417"/>
                  <a:gd name="T15" fmla="*/ 29 h 425"/>
                  <a:gd name="T16" fmla="*/ 125 w 417"/>
                  <a:gd name="T17" fmla="*/ 13 h 425"/>
                  <a:gd name="T18" fmla="*/ 148 w 417"/>
                  <a:gd name="T19" fmla="*/ 3 h 425"/>
                  <a:gd name="T20" fmla="*/ 171 w 417"/>
                  <a:gd name="T21" fmla="*/ 0 h 425"/>
                  <a:gd name="T22" fmla="*/ 191 w 417"/>
                  <a:gd name="T23" fmla="*/ 2 h 425"/>
                  <a:gd name="T24" fmla="*/ 205 w 417"/>
                  <a:gd name="T25" fmla="*/ 10 h 425"/>
                  <a:gd name="T26" fmla="*/ 208 w 417"/>
                  <a:gd name="T27" fmla="*/ 24 h 425"/>
                  <a:gd name="T28" fmla="*/ 200 w 417"/>
                  <a:gd name="T29" fmla="*/ 44 h 425"/>
                  <a:gd name="T30" fmla="*/ 177 w 417"/>
                  <a:gd name="T31" fmla="*/ 69 h 425"/>
                  <a:gd name="T32" fmla="*/ 136 w 417"/>
                  <a:gd name="T33" fmla="*/ 100 h 425"/>
                  <a:gd name="T34" fmla="*/ 120 w 417"/>
                  <a:gd name="T35" fmla="*/ 114 h 425"/>
                  <a:gd name="T36" fmla="*/ 104 w 417"/>
                  <a:gd name="T37" fmla="*/ 128 h 425"/>
                  <a:gd name="T38" fmla="*/ 88 w 417"/>
                  <a:gd name="T39" fmla="*/ 141 h 425"/>
                  <a:gd name="T40" fmla="*/ 72 w 417"/>
                  <a:gd name="T41" fmla="*/ 156 h 425"/>
                  <a:gd name="T42" fmla="*/ 56 w 417"/>
                  <a:gd name="T43" fmla="*/ 169 h 425"/>
                  <a:gd name="T44" fmla="*/ 40 w 417"/>
                  <a:gd name="T45" fmla="*/ 184 h 425"/>
                  <a:gd name="T46" fmla="*/ 24 w 417"/>
                  <a:gd name="T47" fmla="*/ 198 h 425"/>
                  <a:gd name="T48" fmla="*/ 9 w 417"/>
                  <a:gd name="T49" fmla="*/ 212 h 425"/>
                  <a:gd name="T50" fmla="*/ 7 w 417"/>
                  <a:gd name="T51" fmla="*/ 208 h 425"/>
                  <a:gd name="T52" fmla="*/ 6 w 417"/>
                  <a:gd name="T53" fmla="*/ 203 h 425"/>
                  <a:gd name="T54" fmla="*/ 4 w 417"/>
                  <a:gd name="T55" fmla="*/ 199 h 425"/>
                  <a:gd name="T56" fmla="*/ 4 w 417"/>
                  <a:gd name="T57" fmla="*/ 195 h 425"/>
                  <a:gd name="T58" fmla="*/ 2 w 417"/>
                  <a:gd name="T59" fmla="*/ 191 h 425"/>
                  <a:gd name="T60" fmla="*/ 2 w 417"/>
                  <a:gd name="T61" fmla="*/ 186 h 425"/>
                  <a:gd name="T62" fmla="*/ 0 w 417"/>
                  <a:gd name="T63" fmla="*/ 182 h 425"/>
                  <a:gd name="T64" fmla="*/ 0 w 417"/>
                  <a:gd name="T65" fmla="*/ 178 h 4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7"/>
                  <a:gd name="T100" fmla="*/ 0 h 425"/>
                  <a:gd name="T101" fmla="*/ 417 w 417"/>
                  <a:gd name="T102" fmla="*/ 425 h 4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7" h="425">
                    <a:moveTo>
                      <a:pt x="0" y="357"/>
                    </a:moveTo>
                    <a:lnTo>
                      <a:pt x="21" y="324"/>
                    </a:lnTo>
                    <a:lnTo>
                      <a:pt x="52" y="286"/>
                    </a:lnTo>
                    <a:lnTo>
                      <a:pt x="87" y="239"/>
                    </a:lnTo>
                    <a:lnTo>
                      <a:pt x="124" y="192"/>
                    </a:lnTo>
                    <a:lnTo>
                      <a:pt x="161" y="143"/>
                    </a:lnTo>
                    <a:lnTo>
                      <a:pt x="197" y="98"/>
                    </a:lnTo>
                    <a:lnTo>
                      <a:pt x="226" y="58"/>
                    </a:lnTo>
                    <a:lnTo>
                      <a:pt x="250" y="27"/>
                    </a:lnTo>
                    <a:lnTo>
                      <a:pt x="296" y="7"/>
                    </a:lnTo>
                    <a:lnTo>
                      <a:pt x="343" y="0"/>
                    </a:lnTo>
                    <a:lnTo>
                      <a:pt x="383" y="5"/>
                    </a:lnTo>
                    <a:lnTo>
                      <a:pt x="410" y="21"/>
                    </a:lnTo>
                    <a:lnTo>
                      <a:pt x="417" y="49"/>
                    </a:lnTo>
                    <a:lnTo>
                      <a:pt x="401" y="88"/>
                    </a:lnTo>
                    <a:lnTo>
                      <a:pt x="354" y="138"/>
                    </a:lnTo>
                    <a:lnTo>
                      <a:pt x="272" y="200"/>
                    </a:lnTo>
                    <a:lnTo>
                      <a:pt x="240" y="228"/>
                    </a:lnTo>
                    <a:lnTo>
                      <a:pt x="208" y="256"/>
                    </a:lnTo>
                    <a:lnTo>
                      <a:pt x="176" y="283"/>
                    </a:lnTo>
                    <a:lnTo>
                      <a:pt x="144" y="312"/>
                    </a:lnTo>
                    <a:lnTo>
                      <a:pt x="112" y="339"/>
                    </a:lnTo>
                    <a:lnTo>
                      <a:pt x="80" y="368"/>
                    </a:lnTo>
                    <a:lnTo>
                      <a:pt x="48" y="396"/>
                    </a:lnTo>
                    <a:lnTo>
                      <a:pt x="18" y="425"/>
                    </a:lnTo>
                    <a:lnTo>
                      <a:pt x="14" y="416"/>
                    </a:lnTo>
                    <a:lnTo>
                      <a:pt x="13" y="407"/>
                    </a:lnTo>
                    <a:lnTo>
                      <a:pt x="9" y="398"/>
                    </a:lnTo>
                    <a:lnTo>
                      <a:pt x="8" y="391"/>
                    </a:lnTo>
                    <a:lnTo>
                      <a:pt x="5" y="382"/>
                    </a:lnTo>
                    <a:lnTo>
                      <a:pt x="4" y="373"/>
                    </a:lnTo>
                    <a:lnTo>
                      <a:pt x="1" y="365"/>
                    </a:lnTo>
                    <a:lnTo>
                      <a:pt x="0" y="357"/>
                    </a:lnTo>
                    <a:close/>
                  </a:path>
                </a:pathLst>
              </a:custGeom>
              <a:solidFill>
                <a:srgbClr val="FFCC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7" name="Freeform 646">
                <a:extLst>
                  <a:ext uri="{FF2B5EF4-FFF2-40B4-BE49-F238E27FC236}">
                    <a16:creationId xmlns:a16="http://schemas.microsoft.com/office/drawing/2014/main" id="{A5366371-C8B0-5747-9426-1514B949744B}"/>
                  </a:ext>
                </a:extLst>
              </p:cNvPr>
              <p:cNvSpPr>
                <a:spLocks/>
              </p:cNvSpPr>
              <p:nvPr/>
            </p:nvSpPr>
            <p:spPr bwMode="auto">
              <a:xfrm>
                <a:off x="4474" y="2978"/>
                <a:ext cx="192" cy="192"/>
              </a:xfrm>
              <a:custGeom>
                <a:avLst/>
                <a:gdLst>
                  <a:gd name="T0" fmla="*/ 0 w 385"/>
                  <a:gd name="T1" fmla="*/ 161 h 385"/>
                  <a:gd name="T2" fmla="*/ 10 w 385"/>
                  <a:gd name="T3" fmla="*/ 146 h 385"/>
                  <a:gd name="T4" fmla="*/ 24 w 385"/>
                  <a:gd name="T5" fmla="*/ 129 h 385"/>
                  <a:gd name="T6" fmla="*/ 40 w 385"/>
                  <a:gd name="T7" fmla="*/ 108 h 385"/>
                  <a:gd name="T8" fmla="*/ 58 w 385"/>
                  <a:gd name="T9" fmla="*/ 87 h 385"/>
                  <a:gd name="T10" fmla="*/ 74 w 385"/>
                  <a:gd name="T11" fmla="*/ 65 h 385"/>
                  <a:gd name="T12" fmla="*/ 90 w 385"/>
                  <a:gd name="T13" fmla="*/ 45 h 385"/>
                  <a:gd name="T14" fmla="*/ 104 w 385"/>
                  <a:gd name="T15" fmla="*/ 27 h 385"/>
                  <a:gd name="T16" fmla="*/ 115 w 385"/>
                  <a:gd name="T17" fmla="*/ 14 h 385"/>
                  <a:gd name="T18" fmla="*/ 137 w 385"/>
                  <a:gd name="T19" fmla="*/ 4 h 385"/>
                  <a:gd name="T20" fmla="*/ 159 w 385"/>
                  <a:gd name="T21" fmla="*/ 0 h 385"/>
                  <a:gd name="T22" fmla="*/ 177 w 385"/>
                  <a:gd name="T23" fmla="*/ 1 h 385"/>
                  <a:gd name="T24" fmla="*/ 189 w 385"/>
                  <a:gd name="T25" fmla="*/ 8 h 385"/>
                  <a:gd name="T26" fmla="*/ 192 w 385"/>
                  <a:gd name="T27" fmla="*/ 19 h 385"/>
                  <a:gd name="T28" fmla="*/ 185 w 385"/>
                  <a:gd name="T29" fmla="*/ 37 h 385"/>
                  <a:gd name="T30" fmla="*/ 164 w 385"/>
                  <a:gd name="T31" fmla="*/ 59 h 385"/>
                  <a:gd name="T32" fmla="*/ 128 w 385"/>
                  <a:gd name="T33" fmla="*/ 88 h 385"/>
                  <a:gd name="T34" fmla="*/ 113 w 385"/>
                  <a:gd name="T35" fmla="*/ 101 h 385"/>
                  <a:gd name="T36" fmla="*/ 98 w 385"/>
                  <a:gd name="T37" fmla="*/ 114 h 385"/>
                  <a:gd name="T38" fmla="*/ 83 w 385"/>
                  <a:gd name="T39" fmla="*/ 127 h 385"/>
                  <a:gd name="T40" fmla="*/ 68 w 385"/>
                  <a:gd name="T41" fmla="*/ 140 h 385"/>
                  <a:gd name="T42" fmla="*/ 53 w 385"/>
                  <a:gd name="T43" fmla="*/ 153 h 385"/>
                  <a:gd name="T44" fmla="*/ 38 w 385"/>
                  <a:gd name="T45" fmla="*/ 166 h 385"/>
                  <a:gd name="T46" fmla="*/ 23 w 385"/>
                  <a:gd name="T47" fmla="*/ 179 h 385"/>
                  <a:gd name="T48" fmla="*/ 9 w 385"/>
                  <a:gd name="T49" fmla="*/ 192 h 385"/>
                  <a:gd name="T50" fmla="*/ 7 w 385"/>
                  <a:gd name="T51" fmla="*/ 188 h 385"/>
                  <a:gd name="T52" fmla="*/ 6 w 385"/>
                  <a:gd name="T53" fmla="*/ 184 h 385"/>
                  <a:gd name="T54" fmla="*/ 5 w 385"/>
                  <a:gd name="T55" fmla="*/ 180 h 385"/>
                  <a:gd name="T56" fmla="*/ 4 w 385"/>
                  <a:gd name="T57" fmla="*/ 177 h 385"/>
                  <a:gd name="T58" fmla="*/ 3 w 385"/>
                  <a:gd name="T59" fmla="*/ 172 h 385"/>
                  <a:gd name="T60" fmla="*/ 2 w 385"/>
                  <a:gd name="T61" fmla="*/ 168 h 385"/>
                  <a:gd name="T62" fmla="*/ 1 w 385"/>
                  <a:gd name="T63" fmla="*/ 165 h 385"/>
                  <a:gd name="T64" fmla="*/ 0 w 385"/>
                  <a:gd name="T65" fmla="*/ 161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85"/>
                  <a:gd name="T100" fmla="*/ 0 h 385"/>
                  <a:gd name="T101" fmla="*/ 385 w 38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85" h="385">
                    <a:moveTo>
                      <a:pt x="0" y="322"/>
                    </a:moveTo>
                    <a:lnTo>
                      <a:pt x="20" y="293"/>
                    </a:lnTo>
                    <a:lnTo>
                      <a:pt x="48" y="258"/>
                    </a:lnTo>
                    <a:lnTo>
                      <a:pt x="81" y="217"/>
                    </a:lnTo>
                    <a:lnTo>
                      <a:pt x="116" y="174"/>
                    </a:lnTo>
                    <a:lnTo>
                      <a:pt x="148" y="131"/>
                    </a:lnTo>
                    <a:lnTo>
                      <a:pt x="181" y="90"/>
                    </a:lnTo>
                    <a:lnTo>
                      <a:pt x="209" y="55"/>
                    </a:lnTo>
                    <a:lnTo>
                      <a:pt x="231" y="28"/>
                    </a:lnTo>
                    <a:lnTo>
                      <a:pt x="275" y="8"/>
                    </a:lnTo>
                    <a:lnTo>
                      <a:pt x="318" y="0"/>
                    </a:lnTo>
                    <a:lnTo>
                      <a:pt x="354" y="3"/>
                    </a:lnTo>
                    <a:lnTo>
                      <a:pt x="379" y="17"/>
                    </a:lnTo>
                    <a:lnTo>
                      <a:pt x="385" y="39"/>
                    </a:lnTo>
                    <a:lnTo>
                      <a:pt x="370" y="74"/>
                    </a:lnTo>
                    <a:lnTo>
                      <a:pt x="329" y="119"/>
                    </a:lnTo>
                    <a:lnTo>
                      <a:pt x="256" y="177"/>
                    </a:lnTo>
                    <a:lnTo>
                      <a:pt x="226" y="202"/>
                    </a:lnTo>
                    <a:lnTo>
                      <a:pt x="196" y="228"/>
                    </a:lnTo>
                    <a:lnTo>
                      <a:pt x="166" y="255"/>
                    </a:lnTo>
                    <a:lnTo>
                      <a:pt x="136" y="281"/>
                    </a:lnTo>
                    <a:lnTo>
                      <a:pt x="106" y="306"/>
                    </a:lnTo>
                    <a:lnTo>
                      <a:pt x="77" y="332"/>
                    </a:lnTo>
                    <a:lnTo>
                      <a:pt x="47" y="359"/>
                    </a:lnTo>
                    <a:lnTo>
                      <a:pt x="18" y="385"/>
                    </a:lnTo>
                    <a:lnTo>
                      <a:pt x="15" y="376"/>
                    </a:lnTo>
                    <a:lnTo>
                      <a:pt x="13" y="369"/>
                    </a:lnTo>
                    <a:lnTo>
                      <a:pt x="10" y="361"/>
                    </a:lnTo>
                    <a:lnTo>
                      <a:pt x="9" y="354"/>
                    </a:lnTo>
                    <a:lnTo>
                      <a:pt x="7" y="345"/>
                    </a:lnTo>
                    <a:lnTo>
                      <a:pt x="4" y="337"/>
                    </a:lnTo>
                    <a:lnTo>
                      <a:pt x="2" y="330"/>
                    </a:lnTo>
                    <a:lnTo>
                      <a:pt x="0" y="322"/>
                    </a:lnTo>
                    <a:close/>
                  </a:path>
                </a:pathLst>
              </a:custGeom>
              <a:solidFill>
                <a:srgbClr val="FCC7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8" name="Freeform 647">
                <a:extLst>
                  <a:ext uri="{FF2B5EF4-FFF2-40B4-BE49-F238E27FC236}">
                    <a16:creationId xmlns:a16="http://schemas.microsoft.com/office/drawing/2014/main" id="{A3FBD7FF-314B-9246-9A38-8A656B77CD02}"/>
                  </a:ext>
                </a:extLst>
              </p:cNvPr>
              <p:cNvSpPr>
                <a:spLocks/>
              </p:cNvSpPr>
              <p:nvPr/>
            </p:nvSpPr>
            <p:spPr bwMode="auto">
              <a:xfrm>
                <a:off x="4476" y="2996"/>
                <a:ext cx="175" cy="174"/>
              </a:xfrm>
              <a:custGeom>
                <a:avLst/>
                <a:gdLst>
                  <a:gd name="T0" fmla="*/ 0 w 350"/>
                  <a:gd name="T1" fmla="*/ 144 h 347"/>
                  <a:gd name="T2" fmla="*/ 10 w 350"/>
                  <a:gd name="T3" fmla="*/ 131 h 347"/>
                  <a:gd name="T4" fmla="*/ 22 w 350"/>
                  <a:gd name="T5" fmla="*/ 115 h 347"/>
                  <a:gd name="T6" fmla="*/ 37 w 350"/>
                  <a:gd name="T7" fmla="*/ 97 h 347"/>
                  <a:gd name="T8" fmla="*/ 52 w 350"/>
                  <a:gd name="T9" fmla="*/ 79 h 347"/>
                  <a:gd name="T10" fmla="*/ 67 w 350"/>
                  <a:gd name="T11" fmla="*/ 60 h 347"/>
                  <a:gd name="T12" fmla="*/ 82 w 350"/>
                  <a:gd name="T13" fmla="*/ 43 h 347"/>
                  <a:gd name="T14" fmla="*/ 94 w 350"/>
                  <a:gd name="T15" fmla="*/ 26 h 347"/>
                  <a:gd name="T16" fmla="*/ 104 w 350"/>
                  <a:gd name="T17" fmla="*/ 14 h 347"/>
                  <a:gd name="T18" fmla="*/ 124 w 350"/>
                  <a:gd name="T19" fmla="*/ 4 h 347"/>
                  <a:gd name="T20" fmla="*/ 145 w 350"/>
                  <a:gd name="T21" fmla="*/ 0 h 347"/>
                  <a:gd name="T22" fmla="*/ 161 w 350"/>
                  <a:gd name="T23" fmla="*/ 0 h 347"/>
                  <a:gd name="T24" fmla="*/ 172 w 350"/>
                  <a:gd name="T25" fmla="*/ 6 h 347"/>
                  <a:gd name="T26" fmla="*/ 175 w 350"/>
                  <a:gd name="T27" fmla="*/ 15 h 347"/>
                  <a:gd name="T28" fmla="*/ 170 w 350"/>
                  <a:gd name="T29" fmla="*/ 30 h 347"/>
                  <a:gd name="T30" fmla="*/ 151 w 350"/>
                  <a:gd name="T31" fmla="*/ 50 h 347"/>
                  <a:gd name="T32" fmla="*/ 118 w 350"/>
                  <a:gd name="T33" fmla="*/ 75 h 347"/>
                  <a:gd name="T34" fmla="*/ 103 w 350"/>
                  <a:gd name="T35" fmla="*/ 86 h 347"/>
                  <a:gd name="T36" fmla="*/ 90 w 350"/>
                  <a:gd name="T37" fmla="*/ 99 h 347"/>
                  <a:gd name="T38" fmla="*/ 76 w 350"/>
                  <a:gd name="T39" fmla="*/ 111 h 347"/>
                  <a:gd name="T40" fmla="*/ 63 w 350"/>
                  <a:gd name="T41" fmla="*/ 123 h 347"/>
                  <a:gd name="T42" fmla="*/ 48 w 350"/>
                  <a:gd name="T43" fmla="*/ 135 h 347"/>
                  <a:gd name="T44" fmla="*/ 35 w 350"/>
                  <a:gd name="T45" fmla="*/ 149 h 347"/>
                  <a:gd name="T46" fmla="*/ 21 w 350"/>
                  <a:gd name="T47" fmla="*/ 160 h 347"/>
                  <a:gd name="T48" fmla="*/ 7 w 350"/>
                  <a:gd name="T49" fmla="*/ 174 h 347"/>
                  <a:gd name="T50" fmla="*/ 6 w 350"/>
                  <a:gd name="T51" fmla="*/ 170 h 347"/>
                  <a:gd name="T52" fmla="*/ 5 w 350"/>
                  <a:gd name="T53" fmla="*/ 166 h 347"/>
                  <a:gd name="T54" fmla="*/ 5 w 350"/>
                  <a:gd name="T55" fmla="*/ 162 h 347"/>
                  <a:gd name="T56" fmla="*/ 4 w 350"/>
                  <a:gd name="T57" fmla="*/ 159 h 347"/>
                  <a:gd name="T58" fmla="*/ 3 w 350"/>
                  <a:gd name="T59" fmla="*/ 155 h 347"/>
                  <a:gd name="T60" fmla="*/ 2 w 350"/>
                  <a:gd name="T61" fmla="*/ 151 h 347"/>
                  <a:gd name="T62" fmla="*/ 1 w 350"/>
                  <a:gd name="T63" fmla="*/ 147 h 347"/>
                  <a:gd name="T64" fmla="*/ 0 w 350"/>
                  <a:gd name="T65" fmla="*/ 144 h 3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0"/>
                  <a:gd name="T100" fmla="*/ 0 h 347"/>
                  <a:gd name="T101" fmla="*/ 350 w 350"/>
                  <a:gd name="T102" fmla="*/ 347 h 3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0" h="347">
                    <a:moveTo>
                      <a:pt x="0" y="288"/>
                    </a:moveTo>
                    <a:lnTo>
                      <a:pt x="19" y="261"/>
                    </a:lnTo>
                    <a:lnTo>
                      <a:pt x="44" y="230"/>
                    </a:lnTo>
                    <a:lnTo>
                      <a:pt x="73" y="194"/>
                    </a:lnTo>
                    <a:lnTo>
                      <a:pt x="104" y="157"/>
                    </a:lnTo>
                    <a:lnTo>
                      <a:pt x="134" y="120"/>
                    </a:lnTo>
                    <a:lnTo>
                      <a:pt x="163" y="85"/>
                    </a:lnTo>
                    <a:lnTo>
                      <a:pt x="188" y="52"/>
                    </a:lnTo>
                    <a:lnTo>
                      <a:pt x="208" y="27"/>
                    </a:lnTo>
                    <a:lnTo>
                      <a:pt x="248" y="8"/>
                    </a:lnTo>
                    <a:lnTo>
                      <a:pt x="289" y="0"/>
                    </a:lnTo>
                    <a:lnTo>
                      <a:pt x="321" y="0"/>
                    </a:lnTo>
                    <a:lnTo>
                      <a:pt x="344" y="11"/>
                    </a:lnTo>
                    <a:lnTo>
                      <a:pt x="350" y="30"/>
                    </a:lnTo>
                    <a:lnTo>
                      <a:pt x="339" y="60"/>
                    </a:lnTo>
                    <a:lnTo>
                      <a:pt x="301" y="99"/>
                    </a:lnTo>
                    <a:lnTo>
                      <a:pt x="236" y="150"/>
                    </a:lnTo>
                    <a:lnTo>
                      <a:pt x="207" y="172"/>
                    </a:lnTo>
                    <a:lnTo>
                      <a:pt x="180" y="198"/>
                    </a:lnTo>
                    <a:lnTo>
                      <a:pt x="152" y="221"/>
                    </a:lnTo>
                    <a:lnTo>
                      <a:pt x="126" y="246"/>
                    </a:lnTo>
                    <a:lnTo>
                      <a:pt x="97" y="270"/>
                    </a:lnTo>
                    <a:lnTo>
                      <a:pt x="69" y="297"/>
                    </a:lnTo>
                    <a:lnTo>
                      <a:pt x="42" y="320"/>
                    </a:lnTo>
                    <a:lnTo>
                      <a:pt x="15" y="347"/>
                    </a:lnTo>
                    <a:lnTo>
                      <a:pt x="13" y="339"/>
                    </a:lnTo>
                    <a:lnTo>
                      <a:pt x="11" y="332"/>
                    </a:lnTo>
                    <a:lnTo>
                      <a:pt x="9" y="324"/>
                    </a:lnTo>
                    <a:lnTo>
                      <a:pt x="8" y="317"/>
                    </a:lnTo>
                    <a:lnTo>
                      <a:pt x="5" y="309"/>
                    </a:lnTo>
                    <a:lnTo>
                      <a:pt x="4" y="302"/>
                    </a:lnTo>
                    <a:lnTo>
                      <a:pt x="1" y="294"/>
                    </a:lnTo>
                    <a:lnTo>
                      <a:pt x="0" y="288"/>
                    </a:lnTo>
                    <a:close/>
                  </a:path>
                </a:pathLst>
              </a:custGeom>
              <a:solidFill>
                <a:srgbClr val="FAC4B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9" name="Freeform 648">
                <a:extLst>
                  <a:ext uri="{FF2B5EF4-FFF2-40B4-BE49-F238E27FC236}">
                    <a16:creationId xmlns:a16="http://schemas.microsoft.com/office/drawing/2014/main" id="{D6365ABB-A806-7747-92D5-038F516EFA36}"/>
                  </a:ext>
                </a:extLst>
              </p:cNvPr>
              <p:cNvSpPr>
                <a:spLocks/>
              </p:cNvSpPr>
              <p:nvPr/>
            </p:nvSpPr>
            <p:spPr bwMode="auto">
              <a:xfrm>
                <a:off x="4477" y="3014"/>
                <a:ext cx="158" cy="155"/>
              </a:xfrm>
              <a:custGeom>
                <a:avLst/>
                <a:gdLst>
                  <a:gd name="T0" fmla="*/ 0 w 315"/>
                  <a:gd name="T1" fmla="*/ 127 h 309"/>
                  <a:gd name="T2" fmla="*/ 8 w 315"/>
                  <a:gd name="T3" fmla="*/ 115 h 309"/>
                  <a:gd name="T4" fmla="*/ 20 w 315"/>
                  <a:gd name="T5" fmla="*/ 101 h 309"/>
                  <a:gd name="T6" fmla="*/ 32 w 315"/>
                  <a:gd name="T7" fmla="*/ 86 h 309"/>
                  <a:gd name="T8" fmla="*/ 47 w 315"/>
                  <a:gd name="T9" fmla="*/ 70 h 309"/>
                  <a:gd name="T10" fmla="*/ 60 w 315"/>
                  <a:gd name="T11" fmla="*/ 54 h 309"/>
                  <a:gd name="T12" fmla="*/ 72 w 315"/>
                  <a:gd name="T13" fmla="*/ 39 h 309"/>
                  <a:gd name="T14" fmla="*/ 84 w 315"/>
                  <a:gd name="T15" fmla="*/ 25 h 309"/>
                  <a:gd name="T16" fmla="*/ 93 w 315"/>
                  <a:gd name="T17" fmla="*/ 14 h 309"/>
                  <a:gd name="T18" fmla="*/ 111 w 315"/>
                  <a:gd name="T19" fmla="*/ 5 h 309"/>
                  <a:gd name="T20" fmla="*/ 129 w 315"/>
                  <a:gd name="T21" fmla="*/ 1 h 309"/>
                  <a:gd name="T22" fmla="*/ 144 w 315"/>
                  <a:gd name="T23" fmla="*/ 0 h 309"/>
                  <a:gd name="T24" fmla="*/ 154 w 315"/>
                  <a:gd name="T25" fmla="*/ 4 h 309"/>
                  <a:gd name="T26" fmla="*/ 158 w 315"/>
                  <a:gd name="T27" fmla="*/ 11 h 309"/>
                  <a:gd name="T28" fmla="*/ 153 w 315"/>
                  <a:gd name="T29" fmla="*/ 24 h 309"/>
                  <a:gd name="T30" fmla="*/ 136 w 315"/>
                  <a:gd name="T31" fmla="*/ 40 h 309"/>
                  <a:gd name="T32" fmla="*/ 109 w 315"/>
                  <a:gd name="T33" fmla="*/ 63 h 309"/>
                  <a:gd name="T34" fmla="*/ 96 w 315"/>
                  <a:gd name="T35" fmla="*/ 74 h 309"/>
                  <a:gd name="T36" fmla="*/ 82 w 315"/>
                  <a:gd name="T37" fmla="*/ 85 h 309"/>
                  <a:gd name="T38" fmla="*/ 70 w 315"/>
                  <a:gd name="T39" fmla="*/ 97 h 309"/>
                  <a:gd name="T40" fmla="*/ 58 w 315"/>
                  <a:gd name="T41" fmla="*/ 108 h 309"/>
                  <a:gd name="T42" fmla="*/ 45 w 315"/>
                  <a:gd name="T43" fmla="*/ 120 h 309"/>
                  <a:gd name="T44" fmla="*/ 32 w 315"/>
                  <a:gd name="T45" fmla="*/ 131 h 309"/>
                  <a:gd name="T46" fmla="*/ 20 w 315"/>
                  <a:gd name="T47" fmla="*/ 143 h 309"/>
                  <a:gd name="T48" fmla="*/ 7 w 315"/>
                  <a:gd name="T49" fmla="*/ 155 h 309"/>
                  <a:gd name="T50" fmla="*/ 6 w 315"/>
                  <a:gd name="T51" fmla="*/ 151 h 309"/>
                  <a:gd name="T52" fmla="*/ 5 w 315"/>
                  <a:gd name="T53" fmla="*/ 147 h 309"/>
                  <a:gd name="T54" fmla="*/ 3 w 315"/>
                  <a:gd name="T55" fmla="*/ 144 h 309"/>
                  <a:gd name="T56" fmla="*/ 3 w 315"/>
                  <a:gd name="T57" fmla="*/ 140 h 309"/>
                  <a:gd name="T58" fmla="*/ 1 w 315"/>
                  <a:gd name="T59" fmla="*/ 134 h 309"/>
                  <a:gd name="T60" fmla="*/ 0 w 315"/>
                  <a:gd name="T61" fmla="*/ 127 h 3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5"/>
                  <a:gd name="T94" fmla="*/ 0 h 309"/>
                  <a:gd name="T95" fmla="*/ 315 w 315"/>
                  <a:gd name="T96" fmla="*/ 309 h 3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5" h="309">
                    <a:moveTo>
                      <a:pt x="0" y="254"/>
                    </a:moveTo>
                    <a:lnTo>
                      <a:pt x="16" y="229"/>
                    </a:lnTo>
                    <a:lnTo>
                      <a:pt x="39" y="201"/>
                    </a:lnTo>
                    <a:lnTo>
                      <a:pt x="64" y="171"/>
                    </a:lnTo>
                    <a:lnTo>
                      <a:pt x="93" y="140"/>
                    </a:lnTo>
                    <a:lnTo>
                      <a:pt x="119" y="107"/>
                    </a:lnTo>
                    <a:lnTo>
                      <a:pt x="144" y="77"/>
                    </a:lnTo>
                    <a:lnTo>
                      <a:pt x="167" y="50"/>
                    </a:lnTo>
                    <a:lnTo>
                      <a:pt x="186" y="27"/>
                    </a:lnTo>
                    <a:lnTo>
                      <a:pt x="222" y="10"/>
                    </a:lnTo>
                    <a:lnTo>
                      <a:pt x="258" y="1"/>
                    </a:lnTo>
                    <a:lnTo>
                      <a:pt x="287" y="0"/>
                    </a:lnTo>
                    <a:lnTo>
                      <a:pt x="308" y="7"/>
                    </a:lnTo>
                    <a:lnTo>
                      <a:pt x="315" y="22"/>
                    </a:lnTo>
                    <a:lnTo>
                      <a:pt x="305" y="47"/>
                    </a:lnTo>
                    <a:lnTo>
                      <a:pt x="272" y="80"/>
                    </a:lnTo>
                    <a:lnTo>
                      <a:pt x="217" y="125"/>
                    </a:lnTo>
                    <a:lnTo>
                      <a:pt x="191" y="148"/>
                    </a:lnTo>
                    <a:lnTo>
                      <a:pt x="164" y="170"/>
                    </a:lnTo>
                    <a:lnTo>
                      <a:pt x="139" y="193"/>
                    </a:lnTo>
                    <a:lnTo>
                      <a:pt x="115" y="216"/>
                    </a:lnTo>
                    <a:lnTo>
                      <a:pt x="89" y="239"/>
                    </a:lnTo>
                    <a:lnTo>
                      <a:pt x="64" y="262"/>
                    </a:lnTo>
                    <a:lnTo>
                      <a:pt x="39" y="285"/>
                    </a:lnTo>
                    <a:lnTo>
                      <a:pt x="14" y="309"/>
                    </a:lnTo>
                    <a:lnTo>
                      <a:pt x="11" y="302"/>
                    </a:lnTo>
                    <a:lnTo>
                      <a:pt x="9" y="294"/>
                    </a:lnTo>
                    <a:lnTo>
                      <a:pt x="6" y="287"/>
                    </a:lnTo>
                    <a:lnTo>
                      <a:pt x="5" y="280"/>
                    </a:lnTo>
                    <a:lnTo>
                      <a:pt x="1" y="267"/>
                    </a:lnTo>
                    <a:lnTo>
                      <a:pt x="0" y="254"/>
                    </a:lnTo>
                    <a:close/>
                  </a:path>
                </a:pathLst>
              </a:custGeom>
              <a:solidFill>
                <a:srgbClr val="F7C2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0" name="Freeform 649">
                <a:extLst>
                  <a:ext uri="{FF2B5EF4-FFF2-40B4-BE49-F238E27FC236}">
                    <a16:creationId xmlns:a16="http://schemas.microsoft.com/office/drawing/2014/main" id="{A9BFD53A-F541-BC47-B7D3-7FB937CA3825}"/>
                  </a:ext>
                </a:extLst>
              </p:cNvPr>
              <p:cNvSpPr>
                <a:spLocks/>
              </p:cNvSpPr>
              <p:nvPr/>
            </p:nvSpPr>
            <p:spPr bwMode="auto">
              <a:xfrm>
                <a:off x="4478" y="3031"/>
                <a:ext cx="141" cy="136"/>
              </a:xfrm>
              <a:custGeom>
                <a:avLst/>
                <a:gdLst>
                  <a:gd name="T0" fmla="*/ 0 w 282"/>
                  <a:gd name="T1" fmla="*/ 112 h 272"/>
                  <a:gd name="T2" fmla="*/ 7 w 282"/>
                  <a:gd name="T3" fmla="*/ 100 h 272"/>
                  <a:gd name="T4" fmla="*/ 18 w 282"/>
                  <a:gd name="T5" fmla="*/ 88 h 272"/>
                  <a:gd name="T6" fmla="*/ 28 w 282"/>
                  <a:gd name="T7" fmla="*/ 75 h 272"/>
                  <a:gd name="T8" fmla="*/ 41 w 282"/>
                  <a:gd name="T9" fmla="*/ 63 h 272"/>
                  <a:gd name="T10" fmla="*/ 53 w 282"/>
                  <a:gd name="T11" fmla="*/ 49 h 272"/>
                  <a:gd name="T12" fmla="*/ 64 w 282"/>
                  <a:gd name="T13" fmla="*/ 37 h 272"/>
                  <a:gd name="T14" fmla="*/ 74 w 282"/>
                  <a:gd name="T15" fmla="*/ 25 h 272"/>
                  <a:gd name="T16" fmla="*/ 83 w 282"/>
                  <a:gd name="T17" fmla="*/ 15 h 272"/>
                  <a:gd name="T18" fmla="*/ 100 w 282"/>
                  <a:gd name="T19" fmla="*/ 7 h 272"/>
                  <a:gd name="T20" fmla="*/ 116 w 282"/>
                  <a:gd name="T21" fmla="*/ 2 h 272"/>
                  <a:gd name="T22" fmla="*/ 130 w 282"/>
                  <a:gd name="T23" fmla="*/ 0 h 272"/>
                  <a:gd name="T24" fmla="*/ 139 w 282"/>
                  <a:gd name="T25" fmla="*/ 2 h 272"/>
                  <a:gd name="T26" fmla="*/ 141 w 282"/>
                  <a:gd name="T27" fmla="*/ 9 h 272"/>
                  <a:gd name="T28" fmla="*/ 138 w 282"/>
                  <a:gd name="T29" fmla="*/ 18 h 272"/>
                  <a:gd name="T30" fmla="*/ 123 w 282"/>
                  <a:gd name="T31" fmla="*/ 31 h 272"/>
                  <a:gd name="T32" fmla="*/ 100 w 282"/>
                  <a:gd name="T33" fmla="*/ 51 h 272"/>
                  <a:gd name="T34" fmla="*/ 88 w 282"/>
                  <a:gd name="T35" fmla="*/ 61 h 272"/>
                  <a:gd name="T36" fmla="*/ 76 w 282"/>
                  <a:gd name="T37" fmla="*/ 71 h 272"/>
                  <a:gd name="T38" fmla="*/ 65 w 282"/>
                  <a:gd name="T39" fmla="*/ 82 h 272"/>
                  <a:gd name="T40" fmla="*/ 53 w 282"/>
                  <a:gd name="T41" fmla="*/ 93 h 272"/>
                  <a:gd name="T42" fmla="*/ 41 w 282"/>
                  <a:gd name="T43" fmla="*/ 104 h 272"/>
                  <a:gd name="T44" fmla="*/ 30 w 282"/>
                  <a:gd name="T45" fmla="*/ 115 h 272"/>
                  <a:gd name="T46" fmla="*/ 18 w 282"/>
                  <a:gd name="T47" fmla="*/ 125 h 272"/>
                  <a:gd name="T48" fmla="*/ 7 w 282"/>
                  <a:gd name="T49" fmla="*/ 136 h 272"/>
                  <a:gd name="T50" fmla="*/ 5 w 282"/>
                  <a:gd name="T51" fmla="*/ 130 h 272"/>
                  <a:gd name="T52" fmla="*/ 3 w 282"/>
                  <a:gd name="T53" fmla="*/ 123 h 272"/>
                  <a:gd name="T54" fmla="*/ 1 w 282"/>
                  <a:gd name="T55" fmla="*/ 117 h 272"/>
                  <a:gd name="T56" fmla="*/ 0 w 282"/>
                  <a:gd name="T57" fmla="*/ 112 h 2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82"/>
                  <a:gd name="T88" fmla="*/ 0 h 272"/>
                  <a:gd name="T89" fmla="*/ 282 w 282"/>
                  <a:gd name="T90" fmla="*/ 272 h 2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82" h="272">
                    <a:moveTo>
                      <a:pt x="0" y="224"/>
                    </a:moveTo>
                    <a:lnTo>
                      <a:pt x="15" y="201"/>
                    </a:lnTo>
                    <a:lnTo>
                      <a:pt x="35" y="177"/>
                    </a:lnTo>
                    <a:lnTo>
                      <a:pt x="57" y="151"/>
                    </a:lnTo>
                    <a:lnTo>
                      <a:pt x="82" y="126"/>
                    </a:lnTo>
                    <a:lnTo>
                      <a:pt x="106" y="99"/>
                    </a:lnTo>
                    <a:lnTo>
                      <a:pt x="128" y="74"/>
                    </a:lnTo>
                    <a:lnTo>
                      <a:pt x="148" y="51"/>
                    </a:lnTo>
                    <a:lnTo>
                      <a:pt x="166" y="31"/>
                    </a:lnTo>
                    <a:lnTo>
                      <a:pt x="200" y="14"/>
                    </a:lnTo>
                    <a:lnTo>
                      <a:pt x="232" y="4"/>
                    </a:lnTo>
                    <a:lnTo>
                      <a:pt x="259" y="0"/>
                    </a:lnTo>
                    <a:lnTo>
                      <a:pt x="277" y="5"/>
                    </a:lnTo>
                    <a:lnTo>
                      <a:pt x="282" y="17"/>
                    </a:lnTo>
                    <a:lnTo>
                      <a:pt x="275" y="36"/>
                    </a:lnTo>
                    <a:lnTo>
                      <a:pt x="247" y="63"/>
                    </a:lnTo>
                    <a:lnTo>
                      <a:pt x="201" y="102"/>
                    </a:lnTo>
                    <a:lnTo>
                      <a:pt x="176" y="122"/>
                    </a:lnTo>
                    <a:lnTo>
                      <a:pt x="153" y="143"/>
                    </a:lnTo>
                    <a:lnTo>
                      <a:pt x="129" y="165"/>
                    </a:lnTo>
                    <a:lnTo>
                      <a:pt x="107" y="187"/>
                    </a:lnTo>
                    <a:lnTo>
                      <a:pt x="83" y="209"/>
                    </a:lnTo>
                    <a:lnTo>
                      <a:pt x="60" y="230"/>
                    </a:lnTo>
                    <a:lnTo>
                      <a:pt x="37" y="251"/>
                    </a:lnTo>
                    <a:lnTo>
                      <a:pt x="14" y="272"/>
                    </a:lnTo>
                    <a:lnTo>
                      <a:pt x="10" y="260"/>
                    </a:lnTo>
                    <a:lnTo>
                      <a:pt x="6" y="247"/>
                    </a:lnTo>
                    <a:lnTo>
                      <a:pt x="3" y="235"/>
                    </a:lnTo>
                    <a:lnTo>
                      <a:pt x="0" y="224"/>
                    </a:lnTo>
                    <a:close/>
                  </a:path>
                </a:pathLst>
              </a:custGeom>
              <a:solidFill>
                <a:srgbClr val="F5BDB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1" name="Freeform 650">
                <a:extLst>
                  <a:ext uri="{FF2B5EF4-FFF2-40B4-BE49-F238E27FC236}">
                    <a16:creationId xmlns:a16="http://schemas.microsoft.com/office/drawing/2014/main" id="{730F0209-7A7D-3B4F-B62E-526E3A5B6DD1}"/>
                  </a:ext>
                </a:extLst>
              </p:cNvPr>
              <p:cNvSpPr>
                <a:spLocks/>
              </p:cNvSpPr>
              <p:nvPr/>
            </p:nvSpPr>
            <p:spPr bwMode="auto">
              <a:xfrm>
                <a:off x="4480" y="3047"/>
                <a:ext cx="124" cy="119"/>
              </a:xfrm>
              <a:custGeom>
                <a:avLst/>
                <a:gdLst>
                  <a:gd name="T0" fmla="*/ 0 w 248"/>
                  <a:gd name="T1" fmla="*/ 96 h 238"/>
                  <a:gd name="T2" fmla="*/ 7 w 248"/>
                  <a:gd name="T3" fmla="*/ 86 h 238"/>
                  <a:gd name="T4" fmla="*/ 15 w 248"/>
                  <a:gd name="T5" fmla="*/ 76 h 238"/>
                  <a:gd name="T6" fmla="*/ 25 w 248"/>
                  <a:gd name="T7" fmla="*/ 66 h 238"/>
                  <a:gd name="T8" fmla="*/ 35 w 248"/>
                  <a:gd name="T9" fmla="*/ 56 h 238"/>
                  <a:gd name="T10" fmla="*/ 45 w 248"/>
                  <a:gd name="T11" fmla="*/ 45 h 238"/>
                  <a:gd name="T12" fmla="*/ 55 w 248"/>
                  <a:gd name="T13" fmla="*/ 35 h 238"/>
                  <a:gd name="T14" fmla="*/ 64 w 248"/>
                  <a:gd name="T15" fmla="*/ 25 h 238"/>
                  <a:gd name="T16" fmla="*/ 72 w 248"/>
                  <a:gd name="T17" fmla="*/ 17 h 238"/>
                  <a:gd name="T18" fmla="*/ 87 w 248"/>
                  <a:gd name="T19" fmla="*/ 8 h 238"/>
                  <a:gd name="T20" fmla="*/ 102 w 248"/>
                  <a:gd name="T21" fmla="*/ 3 h 238"/>
                  <a:gd name="T22" fmla="*/ 114 w 248"/>
                  <a:gd name="T23" fmla="*/ 0 h 238"/>
                  <a:gd name="T24" fmla="*/ 122 w 248"/>
                  <a:gd name="T25" fmla="*/ 2 h 238"/>
                  <a:gd name="T26" fmla="*/ 124 w 248"/>
                  <a:gd name="T27" fmla="*/ 5 h 238"/>
                  <a:gd name="T28" fmla="*/ 121 w 248"/>
                  <a:gd name="T29" fmla="*/ 12 h 238"/>
                  <a:gd name="T30" fmla="*/ 110 w 248"/>
                  <a:gd name="T31" fmla="*/ 24 h 238"/>
                  <a:gd name="T32" fmla="*/ 91 w 248"/>
                  <a:gd name="T33" fmla="*/ 40 h 238"/>
                  <a:gd name="T34" fmla="*/ 79 w 248"/>
                  <a:gd name="T35" fmla="*/ 50 h 238"/>
                  <a:gd name="T36" fmla="*/ 69 w 248"/>
                  <a:gd name="T37" fmla="*/ 59 h 238"/>
                  <a:gd name="T38" fmla="*/ 58 w 248"/>
                  <a:gd name="T39" fmla="*/ 69 h 238"/>
                  <a:gd name="T40" fmla="*/ 48 w 248"/>
                  <a:gd name="T41" fmla="*/ 80 h 238"/>
                  <a:gd name="T42" fmla="*/ 37 w 248"/>
                  <a:gd name="T43" fmla="*/ 89 h 238"/>
                  <a:gd name="T44" fmla="*/ 27 w 248"/>
                  <a:gd name="T45" fmla="*/ 99 h 238"/>
                  <a:gd name="T46" fmla="*/ 16 w 248"/>
                  <a:gd name="T47" fmla="*/ 109 h 238"/>
                  <a:gd name="T48" fmla="*/ 5 w 248"/>
                  <a:gd name="T49" fmla="*/ 119 h 238"/>
                  <a:gd name="T50" fmla="*/ 3 w 248"/>
                  <a:gd name="T51" fmla="*/ 113 h 238"/>
                  <a:gd name="T52" fmla="*/ 3 w 248"/>
                  <a:gd name="T53" fmla="*/ 107 h 238"/>
                  <a:gd name="T54" fmla="*/ 1 w 248"/>
                  <a:gd name="T55" fmla="*/ 102 h 238"/>
                  <a:gd name="T56" fmla="*/ 0 w 248"/>
                  <a:gd name="T57" fmla="*/ 96 h 23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8"/>
                  <a:gd name="T88" fmla="*/ 0 h 238"/>
                  <a:gd name="T89" fmla="*/ 248 w 248"/>
                  <a:gd name="T90" fmla="*/ 238 h 23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8" h="238">
                    <a:moveTo>
                      <a:pt x="0" y="192"/>
                    </a:moveTo>
                    <a:lnTo>
                      <a:pt x="13" y="172"/>
                    </a:lnTo>
                    <a:lnTo>
                      <a:pt x="30" y="152"/>
                    </a:lnTo>
                    <a:lnTo>
                      <a:pt x="49" y="132"/>
                    </a:lnTo>
                    <a:lnTo>
                      <a:pt x="70" y="112"/>
                    </a:lnTo>
                    <a:lnTo>
                      <a:pt x="90" y="90"/>
                    </a:lnTo>
                    <a:lnTo>
                      <a:pt x="110" y="70"/>
                    </a:lnTo>
                    <a:lnTo>
                      <a:pt x="128" y="50"/>
                    </a:lnTo>
                    <a:lnTo>
                      <a:pt x="143" y="33"/>
                    </a:lnTo>
                    <a:lnTo>
                      <a:pt x="174" y="16"/>
                    </a:lnTo>
                    <a:lnTo>
                      <a:pt x="203" y="6"/>
                    </a:lnTo>
                    <a:lnTo>
                      <a:pt x="227" y="0"/>
                    </a:lnTo>
                    <a:lnTo>
                      <a:pt x="243" y="3"/>
                    </a:lnTo>
                    <a:lnTo>
                      <a:pt x="248" y="9"/>
                    </a:lnTo>
                    <a:lnTo>
                      <a:pt x="242" y="24"/>
                    </a:lnTo>
                    <a:lnTo>
                      <a:pt x="219" y="48"/>
                    </a:lnTo>
                    <a:lnTo>
                      <a:pt x="181" y="80"/>
                    </a:lnTo>
                    <a:lnTo>
                      <a:pt x="158" y="99"/>
                    </a:lnTo>
                    <a:lnTo>
                      <a:pt x="137" y="118"/>
                    </a:lnTo>
                    <a:lnTo>
                      <a:pt x="115" y="138"/>
                    </a:lnTo>
                    <a:lnTo>
                      <a:pt x="95" y="159"/>
                    </a:lnTo>
                    <a:lnTo>
                      <a:pt x="74" y="178"/>
                    </a:lnTo>
                    <a:lnTo>
                      <a:pt x="53" y="198"/>
                    </a:lnTo>
                    <a:lnTo>
                      <a:pt x="31" y="218"/>
                    </a:lnTo>
                    <a:lnTo>
                      <a:pt x="10" y="238"/>
                    </a:lnTo>
                    <a:lnTo>
                      <a:pt x="6" y="226"/>
                    </a:lnTo>
                    <a:lnTo>
                      <a:pt x="5" y="214"/>
                    </a:lnTo>
                    <a:lnTo>
                      <a:pt x="1" y="203"/>
                    </a:lnTo>
                    <a:lnTo>
                      <a:pt x="0" y="192"/>
                    </a:lnTo>
                    <a:close/>
                  </a:path>
                </a:pathLst>
              </a:custGeom>
              <a:solidFill>
                <a:srgbClr val="F2BAA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2" name="Freeform 651">
                <a:extLst>
                  <a:ext uri="{FF2B5EF4-FFF2-40B4-BE49-F238E27FC236}">
                    <a16:creationId xmlns:a16="http://schemas.microsoft.com/office/drawing/2014/main" id="{402ABA9C-D289-BF44-9015-F118E8CE2F6E}"/>
                  </a:ext>
                </a:extLst>
              </p:cNvPr>
              <p:cNvSpPr>
                <a:spLocks/>
              </p:cNvSpPr>
              <p:nvPr/>
            </p:nvSpPr>
            <p:spPr bwMode="auto">
              <a:xfrm>
                <a:off x="4481" y="3064"/>
                <a:ext cx="107" cy="100"/>
              </a:xfrm>
              <a:custGeom>
                <a:avLst/>
                <a:gdLst>
                  <a:gd name="T0" fmla="*/ 0 w 215"/>
                  <a:gd name="T1" fmla="*/ 80 h 200"/>
                  <a:gd name="T2" fmla="*/ 6 w 215"/>
                  <a:gd name="T3" fmla="*/ 72 h 200"/>
                  <a:gd name="T4" fmla="*/ 13 w 215"/>
                  <a:gd name="T5" fmla="*/ 64 h 200"/>
                  <a:gd name="T6" fmla="*/ 21 w 215"/>
                  <a:gd name="T7" fmla="*/ 55 h 200"/>
                  <a:gd name="T8" fmla="*/ 31 w 215"/>
                  <a:gd name="T9" fmla="*/ 48 h 200"/>
                  <a:gd name="T10" fmla="*/ 39 w 215"/>
                  <a:gd name="T11" fmla="*/ 40 h 200"/>
                  <a:gd name="T12" fmla="*/ 47 w 215"/>
                  <a:gd name="T13" fmla="*/ 33 h 200"/>
                  <a:gd name="T14" fmla="*/ 54 w 215"/>
                  <a:gd name="T15" fmla="*/ 25 h 200"/>
                  <a:gd name="T16" fmla="*/ 61 w 215"/>
                  <a:gd name="T17" fmla="*/ 18 h 200"/>
                  <a:gd name="T18" fmla="*/ 75 w 215"/>
                  <a:gd name="T19" fmla="*/ 10 h 200"/>
                  <a:gd name="T20" fmla="*/ 88 w 215"/>
                  <a:gd name="T21" fmla="*/ 5 h 200"/>
                  <a:gd name="T22" fmla="*/ 98 w 215"/>
                  <a:gd name="T23" fmla="*/ 1 h 200"/>
                  <a:gd name="T24" fmla="*/ 105 w 215"/>
                  <a:gd name="T25" fmla="*/ 0 h 200"/>
                  <a:gd name="T26" fmla="*/ 107 w 215"/>
                  <a:gd name="T27" fmla="*/ 1 h 200"/>
                  <a:gd name="T28" fmla="*/ 105 w 215"/>
                  <a:gd name="T29" fmla="*/ 6 h 200"/>
                  <a:gd name="T30" fmla="*/ 96 w 215"/>
                  <a:gd name="T31" fmla="*/ 15 h 200"/>
                  <a:gd name="T32" fmla="*/ 82 w 215"/>
                  <a:gd name="T33" fmla="*/ 28 h 200"/>
                  <a:gd name="T34" fmla="*/ 71 w 215"/>
                  <a:gd name="T35" fmla="*/ 37 h 200"/>
                  <a:gd name="T36" fmla="*/ 62 w 215"/>
                  <a:gd name="T37" fmla="*/ 46 h 200"/>
                  <a:gd name="T38" fmla="*/ 53 w 215"/>
                  <a:gd name="T39" fmla="*/ 54 h 200"/>
                  <a:gd name="T40" fmla="*/ 43 w 215"/>
                  <a:gd name="T41" fmla="*/ 64 h 200"/>
                  <a:gd name="T42" fmla="*/ 34 w 215"/>
                  <a:gd name="T43" fmla="*/ 73 h 200"/>
                  <a:gd name="T44" fmla="*/ 24 w 215"/>
                  <a:gd name="T45" fmla="*/ 82 h 200"/>
                  <a:gd name="T46" fmla="*/ 14 w 215"/>
                  <a:gd name="T47" fmla="*/ 91 h 200"/>
                  <a:gd name="T48" fmla="*/ 5 w 215"/>
                  <a:gd name="T49" fmla="*/ 100 h 200"/>
                  <a:gd name="T50" fmla="*/ 4 w 215"/>
                  <a:gd name="T51" fmla="*/ 95 h 200"/>
                  <a:gd name="T52" fmla="*/ 2 w 215"/>
                  <a:gd name="T53" fmla="*/ 90 h 200"/>
                  <a:gd name="T54" fmla="*/ 1 w 215"/>
                  <a:gd name="T55" fmla="*/ 85 h 200"/>
                  <a:gd name="T56" fmla="*/ 0 w 215"/>
                  <a:gd name="T57" fmla="*/ 80 h 2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15"/>
                  <a:gd name="T88" fmla="*/ 0 h 200"/>
                  <a:gd name="T89" fmla="*/ 215 w 215"/>
                  <a:gd name="T90" fmla="*/ 200 h 2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15" h="200">
                    <a:moveTo>
                      <a:pt x="0" y="159"/>
                    </a:moveTo>
                    <a:lnTo>
                      <a:pt x="12" y="143"/>
                    </a:lnTo>
                    <a:lnTo>
                      <a:pt x="27" y="128"/>
                    </a:lnTo>
                    <a:lnTo>
                      <a:pt x="43" y="111"/>
                    </a:lnTo>
                    <a:lnTo>
                      <a:pt x="62" y="96"/>
                    </a:lnTo>
                    <a:lnTo>
                      <a:pt x="78" y="80"/>
                    </a:lnTo>
                    <a:lnTo>
                      <a:pt x="94" y="65"/>
                    </a:lnTo>
                    <a:lnTo>
                      <a:pt x="108" y="50"/>
                    </a:lnTo>
                    <a:lnTo>
                      <a:pt x="123" y="35"/>
                    </a:lnTo>
                    <a:lnTo>
                      <a:pt x="151" y="20"/>
                    </a:lnTo>
                    <a:lnTo>
                      <a:pt x="176" y="9"/>
                    </a:lnTo>
                    <a:lnTo>
                      <a:pt x="196" y="1"/>
                    </a:lnTo>
                    <a:lnTo>
                      <a:pt x="211" y="0"/>
                    </a:lnTo>
                    <a:lnTo>
                      <a:pt x="215" y="2"/>
                    </a:lnTo>
                    <a:lnTo>
                      <a:pt x="211" y="12"/>
                    </a:lnTo>
                    <a:lnTo>
                      <a:pt x="193" y="30"/>
                    </a:lnTo>
                    <a:lnTo>
                      <a:pt x="165" y="56"/>
                    </a:lnTo>
                    <a:lnTo>
                      <a:pt x="143" y="73"/>
                    </a:lnTo>
                    <a:lnTo>
                      <a:pt x="124" y="91"/>
                    </a:lnTo>
                    <a:lnTo>
                      <a:pt x="106" y="109"/>
                    </a:lnTo>
                    <a:lnTo>
                      <a:pt x="87" y="128"/>
                    </a:lnTo>
                    <a:lnTo>
                      <a:pt x="68" y="145"/>
                    </a:lnTo>
                    <a:lnTo>
                      <a:pt x="49" y="164"/>
                    </a:lnTo>
                    <a:lnTo>
                      <a:pt x="29" y="182"/>
                    </a:lnTo>
                    <a:lnTo>
                      <a:pt x="10" y="200"/>
                    </a:lnTo>
                    <a:lnTo>
                      <a:pt x="8" y="189"/>
                    </a:lnTo>
                    <a:lnTo>
                      <a:pt x="5" y="179"/>
                    </a:lnTo>
                    <a:lnTo>
                      <a:pt x="3" y="169"/>
                    </a:lnTo>
                    <a:lnTo>
                      <a:pt x="0" y="159"/>
                    </a:lnTo>
                    <a:close/>
                  </a:path>
                </a:pathLst>
              </a:custGeom>
              <a:solidFill>
                <a:srgbClr val="F0B8A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3" name="Freeform 652">
                <a:extLst>
                  <a:ext uri="{FF2B5EF4-FFF2-40B4-BE49-F238E27FC236}">
                    <a16:creationId xmlns:a16="http://schemas.microsoft.com/office/drawing/2014/main" id="{4BE106CE-CE82-734F-AD48-7C80B6CFD402}"/>
                  </a:ext>
                </a:extLst>
              </p:cNvPr>
              <p:cNvSpPr>
                <a:spLocks/>
              </p:cNvSpPr>
              <p:nvPr/>
            </p:nvSpPr>
            <p:spPr bwMode="auto">
              <a:xfrm>
                <a:off x="4482" y="3078"/>
                <a:ext cx="91" cy="86"/>
              </a:xfrm>
              <a:custGeom>
                <a:avLst/>
                <a:gdLst>
                  <a:gd name="T0" fmla="*/ 0 w 181"/>
                  <a:gd name="T1" fmla="*/ 67 h 170"/>
                  <a:gd name="T2" fmla="*/ 5 w 181"/>
                  <a:gd name="T3" fmla="*/ 60 h 170"/>
                  <a:gd name="T4" fmla="*/ 12 w 181"/>
                  <a:gd name="T5" fmla="*/ 54 h 170"/>
                  <a:gd name="T6" fmla="*/ 18 w 181"/>
                  <a:gd name="T7" fmla="*/ 48 h 170"/>
                  <a:gd name="T8" fmla="*/ 25 w 181"/>
                  <a:gd name="T9" fmla="*/ 44 h 170"/>
                  <a:gd name="T10" fmla="*/ 32 w 181"/>
                  <a:gd name="T11" fmla="*/ 38 h 170"/>
                  <a:gd name="T12" fmla="*/ 38 w 181"/>
                  <a:gd name="T13" fmla="*/ 33 h 170"/>
                  <a:gd name="T14" fmla="*/ 44 w 181"/>
                  <a:gd name="T15" fmla="*/ 26 h 170"/>
                  <a:gd name="T16" fmla="*/ 50 w 181"/>
                  <a:gd name="T17" fmla="*/ 21 h 170"/>
                  <a:gd name="T18" fmla="*/ 62 w 181"/>
                  <a:gd name="T19" fmla="*/ 13 h 170"/>
                  <a:gd name="T20" fmla="*/ 74 w 181"/>
                  <a:gd name="T21" fmla="*/ 8 h 170"/>
                  <a:gd name="T22" fmla="*/ 82 w 181"/>
                  <a:gd name="T23" fmla="*/ 3 h 170"/>
                  <a:gd name="T24" fmla="*/ 89 w 181"/>
                  <a:gd name="T25" fmla="*/ 1 h 170"/>
                  <a:gd name="T26" fmla="*/ 91 w 181"/>
                  <a:gd name="T27" fmla="*/ 0 h 170"/>
                  <a:gd name="T28" fmla="*/ 89 w 181"/>
                  <a:gd name="T29" fmla="*/ 3 h 170"/>
                  <a:gd name="T30" fmla="*/ 83 w 181"/>
                  <a:gd name="T31" fmla="*/ 9 h 170"/>
                  <a:gd name="T32" fmla="*/ 72 w 181"/>
                  <a:gd name="T33" fmla="*/ 19 h 170"/>
                  <a:gd name="T34" fmla="*/ 63 w 181"/>
                  <a:gd name="T35" fmla="*/ 26 h 170"/>
                  <a:gd name="T36" fmla="*/ 55 w 181"/>
                  <a:gd name="T37" fmla="*/ 35 h 170"/>
                  <a:gd name="T38" fmla="*/ 47 w 181"/>
                  <a:gd name="T39" fmla="*/ 43 h 170"/>
                  <a:gd name="T40" fmla="*/ 38 w 181"/>
                  <a:gd name="T41" fmla="*/ 52 h 170"/>
                  <a:gd name="T42" fmla="*/ 30 w 181"/>
                  <a:gd name="T43" fmla="*/ 60 h 170"/>
                  <a:gd name="T44" fmla="*/ 22 w 181"/>
                  <a:gd name="T45" fmla="*/ 69 h 170"/>
                  <a:gd name="T46" fmla="*/ 13 w 181"/>
                  <a:gd name="T47" fmla="*/ 77 h 170"/>
                  <a:gd name="T48" fmla="*/ 5 w 181"/>
                  <a:gd name="T49" fmla="*/ 86 h 170"/>
                  <a:gd name="T50" fmla="*/ 3 w 181"/>
                  <a:gd name="T51" fmla="*/ 81 h 170"/>
                  <a:gd name="T52" fmla="*/ 2 w 181"/>
                  <a:gd name="T53" fmla="*/ 76 h 170"/>
                  <a:gd name="T54" fmla="*/ 1 w 181"/>
                  <a:gd name="T55" fmla="*/ 71 h 170"/>
                  <a:gd name="T56" fmla="*/ 0 w 181"/>
                  <a:gd name="T57" fmla="*/ 67 h 1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1"/>
                  <a:gd name="T88" fmla="*/ 0 h 170"/>
                  <a:gd name="T89" fmla="*/ 181 w 181"/>
                  <a:gd name="T90" fmla="*/ 170 h 17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1" h="170">
                    <a:moveTo>
                      <a:pt x="0" y="133"/>
                    </a:moveTo>
                    <a:lnTo>
                      <a:pt x="10" y="118"/>
                    </a:lnTo>
                    <a:lnTo>
                      <a:pt x="23" y="106"/>
                    </a:lnTo>
                    <a:lnTo>
                      <a:pt x="35" y="95"/>
                    </a:lnTo>
                    <a:lnTo>
                      <a:pt x="50" y="86"/>
                    </a:lnTo>
                    <a:lnTo>
                      <a:pt x="63" y="75"/>
                    </a:lnTo>
                    <a:lnTo>
                      <a:pt x="76" y="65"/>
                    </a:lnTo>
                    <a:lnTo>
                      <a:pt x="88" y="52"/>
                    </a:lnTo>
                    <a:lnTo>
                      <a:pt x="100" y="41"/>
                    </a:lnTo>
                    <a:lnTo>
                      <a:pt x="124" y="26"/>
                    </a:lnTo>
                    <a:lnTo>
                      <a:pt x="147" y="15"/>
                    </a:lnTo>
                    <a:lnTo>
                      <a:pt x="163" y="6"/>
                    </a:lnTo>
                    <a:lnTo>
                      <a:pt x="177" y="1"/>
                    </a:lnTo>
                    <a:lnTo>
                      <a:pt x="181" y="0"/>
                    </a:lnTo>
                    <a:lnTo>
                      <a:pt x="178" y="6"/>
                    </a:lnTo>
                    <a:lnTo>
                      <a:pt x="166" y="17"/>
                    </a:lnTo>
                    <a:lnTo>
                      <a:pt x="144" y="37"/>
                    </a:lnTo>
                    <a:lnTo>
                      <a:pt x="125" y="52"/>
                    </a:lnTo>
                    <a:lnTo>
                      <a:pt x="109" y="69"/>
                    </a:lnTo>
                    <a:lnTo>
                      <a:pt x="93" y="85"/>
                    </a:lnTo>
                    <a:lnTo>
                      <a:pt x="76" y="102"/>
                    </a:lnTo>
                    <a:lnTo>
                      <a:pt x="60" y="119"/>
                    </a:lnTo>
                    <a:lnTo>
                      <a:pt x="44" y="136"/>
                    </a:lnTo>
                    <a:lnTo>
                      <a:pt x="26" y="153"/>
                    </a:lnTo>
                    <a:lnTo>
                      <a:pt x="9" y="170"/>
                    </a:lnTo>
                    <a:lnTo>
                      <a:pt x="5" y="160"/>
                    </a:lnTo>
                    <a:lnTo>
                      <a:pt x="4" y="150"/>
                    </a:lnTo>
                    <a:lnTo>
                      <a:pt x="1" y="140"/>
                    </a:lnTo>
                    <a:lnTo>
                      <a:pt x="0" y="133"/>
                    </a:lnTo>
                    <a:close/>
                  </a:path>
                </a:pathLst>
              </a:custGeom>
              <a:solidFill>
                <a:srgbClr val="EDB5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4" name="Freeform 653">
                <a:extLst>
                  <a:ext uri="{FF2B5EF4-FFF2-40B4-BE49-F238E27FC236}">
                    <a16:creationId xmlns:a16="http://schemas.microsoft.com/office/drawing/2014/main" id="{005E8C5D-3A79-2943-A497-284E2E80E238}"/>
                  </a:ext>
                </a:extLst>
              </p:cNvPr>
              <p:cNvSpPr>
                <a:spLocks/>
              </p:cNvSpPr>
              <p:nvPr/>
            </p:nvSpPr>
            <p:spPr bwMode="auto">
              <a:xfrm>
                <a:off x="4355" y="3100"/>
                <a:ext cx="426" cy="323"/>
              </a:xfrm>
              <a:custGeom>
                <a:avLst/>
                <a:gdLst>
                  <a:gd name="T0" fmla="*/ 417 w 852"/>
                  <a:gd name="T1" fmla="*/ 104 h 647"/>
                  <a:gd name="T2" fmla="*/ 426 w 852"/>
                  <a:gd name="T3" fmla="*/ 203 h 647"/>
                  <a:gd name="T4" fmla="*/ 421 w 852"/>
                  <a:gd name="T5" fmla="*/ 279 h 647"/>
                  <a:gd name="T6" fmla="*/ 393 w 852"/>
                  <a:gd name="T7" fmla="*/ 319 h 647"/>
                  <a:gd name="T8" fmla="*/ 295 w 852"/>
                  <a:gd name="T9" fmla="*/ 319 h 647"/>
                  <a:gd name="T10" fmla="*/ 197 w 852"/>
                  <a:gd name="T11" fmla="*/ 313 h 647"/>
                  <a:gd name="T12" fmla="*/ 137 w 852"/>
                  <a:gd name="T13" fmla="*/ 288 h 647"/>
                  <a:gd name="T14" fmla="*/ 74 w 852"/>
                  <a:gd name="T15" fmla="*/ 220 h 647"/>
                  <a:gd name="T16" fmla="*/ 15 w 852"/>
                  <a:gd name="T17" fmla="*/ 155 h 647"/>
                  <a:gd name="T18" fmla="*/ 0 w 852"/>
                  <a:gd name="T19" fmla="*/ 135 h 647"/>
                  <a:gd name="T20" fmla="*/ 7 w 852"/>
                  <a:gd name="T21" fmla="*/ 118 h 647"/>
                  <a:gd name="T22" fmla="*/ 28 w 852"/>
                  <a:gd name="T23" fmla="*/ 109 h 647"/>
                  <a:gd name="T24" fmla="*/ 37 w 852"/>
                  <a:gd name="T25" fmla="*/ 95 h 647"/>
                  <a:gd name="T26" fmla="*/ 31 w 852"/>
                  <a:gd name="T27" fmla="*/ 68 h 647"/>
                  <a:gd name="T28" fmla="*/ 41 w 852"/>
                  <a:gd name="T29" fmla="*/ 51 h 647"/>
                  <a:gd name="T30" fmla="*/ 63 w 852"/>
                  <a:gd name="T31" fmla="*/ 47 h 647"/>
                  <a:gd name="T32" fmla="*/ 67 w 852"/>
                  <a:gd name="T33" fmla="*/ 32 h 647"/>
                  <a:gd name="T34" fmla="*/ 68 w 852"/>
                  <a:gd name="T35" fmla="*/ 5 h 647"/>
                  <a:gd name="T36" fmla="*/ 92 w 852"/>
                  <a:gd name="T37" fmla="*/ 1 h 647"/>
                  <a:gd name="T38" fmla="*/ 127 w 852"/>
                  <a:gd name="T39" fmla="*/ 25 h 647"/>
                  <a:gd name="T40" fmla="*/ 147 w 852"/>
                  <a:gd name="T41" fmla="*/ 59 h 647"/>
                  <a:gd name="T42" fmla="*/ 150 w 852"/>
                  <a:gd name="T43" fmla="*/ 77 h 647"/>
                  <a:gd name="T44" fmla="*/ 154 w 852"/>
                  <a:gd name="T45" fmla="*/ 95 h 647"/>
                  <a:gd name="T46" fmla="*/ 158 w 852"/>
                  <a:gd name="T47" fmla="*/ 114 h 647"/>
                  <a:gd name="T48" fmla="*/ 179 w 852"/>
                  <a:gd name="T49" fmla="*/ 151 h 647"/>
                  <a:gd name="T50" fmla="*/ 204 w 852"/>
                  <a:gd name="T51" fmla="*/ 185 h 647"/>
                  <a:gd name="T52" fmla="*/ 228 w 852"/>
                  <a:gd name="T53" fmla="*/ 197 h 647"/>
                  <a:gd name="T54" fmla="*/ 271 w 852"/>
                  <a:gd name="T55" fmla="*/ 197 h 647"/>
                  <a:gd name="T56" fmla="*/ 297 w 852"/>
                  <a:gd name="T57" fmla="*/ 183 h 647"/>
                  <a:gd name="T58" fmla="*/ 282 w 852"/>
                  <a:gd name="T59" fmla="*/ 163 h 647"/>
                  <a:gd name="T60" fmla="*/ 268 w 852"/>
                  <a:gd name="T61" fmla="*/ 145 h 647"/>
                  <a:gd name="T62" fmla="*/ 252 w 852"/>
                  <a:gd name="T63" fmla="*/ 126 h 647"/>
                  <a:gd name="T64" fmla="*/ 253 w 852"/>
                  <a:gd name="T65" fmla="*/ 88 h 647"/>
                  <a:gd name="T66" fmla="*/ 289 w 852"/>
                  <a:gd name="T67" fmla="*/ 48 h 647"/>
                  <a:gd name="T68" fmla="*/ 340 w 852"/>
                  <a:gd name="T69" fmla="*/ 26 h 647"/>
                  <a:gd name="T70" fmla="*/ 390 w 852"/>
                  <a:gd name="T71" fmla="*/ 33 h 6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2"/>
                  <a:gd name="T109" fmla="*/ 0 h 647"/>
                  <a:gd name="T110" fmla="*/ 852 w 852"/>
                  <a:gd name="T111" fmla="*/ 647 h 6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2" h="647">
                    <a:moveTo>
                      <a:pt x="819" y="101"/>
                    </a:moveTo>
                    <a:lnTo>
                      <a:pt x="833" y="208"/>
                    </a:lnTo>
                    <a:lnTo>
                      <a:pt x="846" y="312"/>
                    </a:lnTo>
                    <a:lnTo>
                      <a:pt x="852" y="406"/>
                    </a:lnTo>
                    <a:lnTo>
                      <a:pt x="851" y="490"/>
                    </a:lnTo>
                    <a:lnTo>
                      <a:pt x="841" y="559"/>
                    </a:lnTo>
                    <a:lnTo>
                      <a:pt x="819" y="609"/>
                    </a:lnTo>
                    <a:lnTo>
                      <a:pt x="785" y="639"/>
                    </a:lnTo>
                    <a:lnTo>
                      <a:pt x="737" y="647"/>
                    </a:lnTo>
                    <a:lnTo>
                      <a:pt x="589" y="638"/>
                    </a:lnTo>
                    <a:lnTo>
                      <a:pt x="478" y="634"/>
                    </a:lnTo>
                    <a:lnTo>
                      <a:pt x="394" y="626"/>
                    </a:lnTo>
                    <a:lnTo>
                      <a:pt x="330" y="609"/>
                    </a:lnTo>
                    <a:lnTo>
                      <a:pt x="273" y="576"/>
                    </a:lnTo>
                    <a:lnTo>
                      <a:pt x="216" y="523"/>
                    </a:lnTo>
                    <a:lnTo>
                      <a:pt x="148" y="441"/>
                    </a:lnTo>
                    <a:lnTo>
                      <a:pt x="63" y="327"/>
                    </a:lnTo>
                    <a:lnTo>
                      <a:pt x="31" y="310"/>
                    </a:lnTo>
                    <a:lnTo>
                      <a:pt x="10" y="292"/>
                    </a:lnTo>
                    <a:lnTo>
                      <a:pt x="0" y="271"/>
                    </a:lnTo>
                    <a:lnTo>
                      <a:pt x="3" y="253"/>
                    </a:lnTo>
                    <a:lnTo>
                      <a:pt x="13" y="236"/>
                    </a:lnTo>
                    <a:lnTo>
                      <a:pt x="32" y="225"/>
                    </a:lnTo>
                    <a:lnTo>
                      <a:pt x="57" y="218"/>
                    </a:lnTo>
                    <a:lnTo>
                      <a:pt x="89" y="220"/>
                    </a:lnTo>
                    <a:lnTo>
                      <a:pt x="73" y="190"/>
                    </a:lnTo>
                    <a:lnTo>
                      <a:pt x="64" y="162"/>
                    </a:lnTo>
                    <a:lnTo>
                      <a:pt x="63" y="137"/>
                    </a:lnTo>
                    <a:lnTo>
                      <a:pt x="71" y="117"/>
                    </a:lnTo>
                    <a:lnTo>
                      <a:pt x="82" y="102"/>
                    </a:lnTo>
                    <a:lnTo>
                      <a:pt x="102" y="94"/>
                    </a:lnTo>
                    <a:lnTo>
                      <a:pt x="127" y="94"/>
                    </a:lnTo>
                    <a:lnTo>
                      <a:pt x="160" y="107"/>
                    </a:lnTo>
                    <a:lnTo>
                      <a:pt x="133" y="65"/>
                    </a:lnTo>
                    <a:lnTo>
                      <a:pt x="127" y="33"/>
                    </a:lnTo>
                    <a:lnTo>
                      <a:pt x="136" y="10"/>
                    </a:lnTo>
                    <a:lnTo>
                      <a:pt x="156" y="0"/>
                    </a:lnTo>
                    <a:lnTo>
                      <a:pt x="184" y="2"/>
                    </a:lnTo>
                    <a:lnTo>
                      <a:pt x="219" y="19"/>
                    </a:lnTo>
                    <a:lnTo>
                      <a:pt x="255" y="50"/>
                    </a:lnTo>
                    <a:lnTo>
                      <a:pt x="291" y="101"/>
                    </a:lnTo>
                    <a:lnTo>
                      <a:pt x="294" y="118"/>
                    </a:lnTo>
                    <a:lnTo>
                      <a:pt x="298" y="137"/>
                    </a:lnTo>
                    <a:lnTo>
                      <a:pt x="300" y="154"/>
                    </a:lnTo>
                    <a:lnTo>
                      <a:pt x="304" y="173"/>
                    </a:lnTo>
                    <a:lnTo>
                      <a:pt x="308" y="191"/>
                    </a:lnTo>
                    <a:lnTo>
                      <a:pt x="311" y="210"/>
                    </a:lnTo>
                    <a:lnTo>
                      <a:pt x="315" y="228"/>
                    </a:lnTo>
                    <a:lnTo>
                      <a:pt x="319" y="247"/>
                    </a:lnTo>
                    <a:lnTo>
                      <a:pt x="357" y="302"/>
                    </a:lnTo>
                    <a:lnTo>
                      <a:pt x="385" y="342"/>
                    </a:lnTo>
                    <a:lnTo>
                      <a:pt x="408" y="370"/>
                    </a:lnTo>
                    <a:lnTo>
                      <a:pt x="432" y="386"/>
                    </a:lnTo>
                    <a:lnTo>
                      <a:pt x="457" y="394"/>
                    </a:lnTo>
                    <a:lnTo>
                      <a:pt x="493" y="396"/>
                    </a:lnTo>
                    <a:lnTo>
                      <a:pt x="541" y="394"/>
                    </a:lnTo>
                    <a:lnTo>
                      <a:pt x="609" y="391"/>
                    </a:lnTo>
                    <a:lnTo>
                      <a:pt x="594" y="366"/>
                    </a:lnTo>
                    <a:lnTo>
                      <a:pt x="579" y="346"/>
                    </a:lnTo>
                    <a:lnTo>
                      <a:pt x="563" y="326"/>
                    </a:lnTo>
                    <a:lnTo>
                      <a:pt x="550" y="310"/>
                    </a:lnTo>
                    <a:lnTo>
                      <a:pt x="535" y="291"/>
                    </a:lnTo>
                    <a:lnTo>
                      <a:pt x="520" y="274"/>
                    </a:lnTo>
                    <a:lnTo>
                      <a:pt x="505" y="252"/>
                    </a:lnTo>
                    <a:lnTo>
                      <a:pt x="491" y="230"/>
                    </a:lnTo>
                    <a:lnTo>
                      <a:pt x="506" y="177"/>
                    </a:lnTo>
                    <a:lnTo>
                      <a:pt x="536" y="133"/>
                    </a:lnTo>
                    <a:lnTo>
                      <a:pt x="577" y="96"/>
                    </a:lnTo>
                    <a:lnTo>
                      <a:pt x="627" y="69"/>
                    </a:lnTo>
                    <a:lnTo>
                      <a:pt x="679" y="53"/>
                    </a:lnTo>
                    <a:lnTo>
                      <a:pt x="732" y="53"/>
                    </a:lnTo>
                    <a:lnTo>
                      <a:pt x="779" y="67"/>
                    </a:lnTo>
                    <a:lnTo>
                      <a:pt x="819" y="101"/>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5" name="Freeform 654">
                <a:extLst>
                  <a:ext uri="{FF2B5EF4-FFF2-40B4-BE49-F238E27FC236}">
                    <a16:creationId xmlns:a16="http://schemas.microsoft.com/office/drawing/2014/main" id="{1A32B653-E737-6E47-9E7C-8F9B99E58D03}"/>
                  </a:ext>
                </a:extLst>
              </p:cNvPr>
              <p:cNvSpPr>
                <a:spLocks/>
              </p:cNvSpPr>
              <p:nvPr/>
            </p:nvSpPr>
            <p:spPr bwMode="auto">
              <a:xfrm>
                <a:off x="4361" y="3112"/>
                <a:ext cx="413" cy="303"/>
              </a:xfrm>
              <a:custGeom>
                <a:avLst/>
                <a:gdLst>
                  <a:gd name="T0" fmla="*/ 401 w 825"/>
                  <a:gd name="T1" fmla="*/ 94 h 607"/>
                  <a:gd name="T2" fmla="*/ 412 w 825"/>
                  <a:gd name="T3" fmla="*/ 189 h 607"/>
                  <a:gd name="T4" fmla="*/ 408 w 825"/>
                  <a:gd name="T5" fmla="*/ 260 h 607"/>
                  <a:gd name="T6" fmla="*/ 381 w 825"/>
                  <a:gd name="T7" fmla="*/ 298 h 607"/>
                  <a:gd name="T8" fmla="*/ 282 w 825"/>
                  <a:gd name="T9" fmla="*/ 299 h 607"/>
                  <a:gd name="T10" fmla="*/ 186 w 825"/>
                  <a:gd name="T11" fmla="*/ 290 h 607"/>
                  <a:gd name="T12" fmla="*/ 128 w 825"/>
                  <a:gd name="T13" fmla="*/ 264 h 607"/>
                  <a:gd name="T14" fmla="*/ 70 w 825"/>
                  <a:gd name="T15" fmla="*/ 203 h 607"/>
                  <a:gd name="T16" fmla="*/ 15 w 825"/>
                  <a:gd name="T17" fmla="*/ 145 h 607"/>
                  <a:gd name="T18" fmla="*/ 0 w 825"/>
                  <a:gd name="T19" fmla="*/ 126 h 607"/>
                  <a:gd name="T20" fmla="*/ 7 w 825"/>
                  <a:gd name="T21" fmla="*/ 108 h 607"/>
                  <a:gd name="T22" fmla="*/ 28 w 825"/>
                  <a:gd name="T23" fmla="*/ 99 h 607"/>
                  <a:gd name="T24" fmla="*/ 37 w 825"/>
                  <a:gd name="T25" fmla="*/ 85 h 607"/>
                  <a:gd name="T26" fmla="*/ 33 w 825"/>
                  <a:gd name="T27" fmla="*/ 60 h 607"/>
                  <a:gd name="T28" fmla="*/ 43 w 825"/>
                  <a:gd name="T29" fmla="*/ 44 h 607"/>
                  <a:gd name="T30" fmla="*/ 64 w 825"/>
                  <a:gd name="T31" fmla="*/ 42 h 607"/>
                  <a:gd name="T32" fmla="*/ 68 w 825"/>
                  <a:gd name="T33" fmla="*/ 29 h 607"/>
                  <a:gd name="T34" fmla="*/ 69 w 825"/>
                  <a:gd name="T35" fmla="*/ 4 h 607"/>
                  <a:gd name="T36" fmla="*/ 92 w 825"/>
                  <a:gd name="T37" fmla="*/ 2 h 607"/>
                  <a:gd name="T38" fmla="*/ 123 w 825"/>
                  <a:gd name="T39" fmla="*/ 26 h 607"/>
                  <a:gd name="T40" fmla="*/ 141 w 825"/>
                  <a:gd name="T41" fmla="*/ 57 h 607"/>
                  <a:gd name="T42" fmla="*/ 144 w 825"/>
                  <a:gd name="T43" fmla="*/ 72 h 607"/>
                  <a:gd name="T44" fmla="*/ 148 w 825"/>
                  <a:gd name="T45" fmla="*/ 86 h 607"/>
                  <a:gd name="T46" fmla="*/ 151 w 825"/>
                  <a:gd name="T47" fmla="*/ 102 h 607"/>
                  <a:gd name="T48" fmla="*/ 171 w 825"/>
                  <a:gd name="T49" fmla="*/ 139 h 607"/>
                  <a:gd name="T50" fmla="*/ 197 w 825"/>
                  <a:gd name="T51" fmla="*/ 174 h 607"/>
                  <a:gd name="T52" fmla="*/ 224 w 825"/>
                  <a:gd name="T53" fmla="*/ 187 h 607"/>
                  <a:gd name="T54" fmla="*/ 268 w 825"/>
                  <a:gd name="T55" fmla="*/ 187 h 607"/>
                  <a:gd name="T56" fmla="*/ 294 w 825"/>
                  <a:gd name="T57" fmla="*/ 173 h 607"/>
                  <a:gd name="T58" fmla="*/ 279 w 825"/>
                  <a:gd name="T59" fmla="*/ 152 h 607"/>
                  <a:gd name="T60" fmla="*/ 264 w 825"/>
                  <a:gd name="T61" fmla="*/ 133 h 607"/>
                  <a:gd name="T62" fmla="*/ 250 w 825"/>
                  <a:gd name="T63" fmla="*/ 112 h 607"/>
                  <a:gd name="T64" fmla="*/ 249 w 825"/>
                  <a:gd name="T65" fmla="*/ 75 h 607"/>
                  <a:gd name="T66" fmla="*/ 282 w 825"/>
                  <a:gd name="T67" fmla="*/ 36 h 607"/>
                  <a:gd name="T68" fmla="*/ 328 w 825"/>
                  <a:gd name="T69" fmla="*/ 16 h 607"/>
                  <a:gd name="T70" fmla="*/ 374 w 825"/>
                  <a:gd name="T71" fmla="*/ 24 h 6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25"/>
                  <a:gd name="T109" fmla="*/ 0 h 607"/>
                  <a:gd name="T110" fmla="*/ 825 w 825"/>
                  <a:gd name="T111" fmla="*/ 607 h 60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25" h="607">
                    <a:moveTo>
                      <a:pt x="786" y="83"/>
                    </a:moveTo>
                    <a:lnTo>
                      <a:pt x="801" y="189"/>
                    </a:lnTo>
                    <a:lnTo>
                      <a:pt x="815" y="290"/>
                    </a:lnTo>
                    <a:lnTo>
                      <a:pt x="823" y="379"/>
                    </a:lnTo>
                    <a:lnTo>
                      <a:pt x="825" y="458"/>
                    </a:lnTo>
                    <a:lnTo>
                      <a:pt x="816" y="520"/>
                    </a:lnTo>
                    <a:lnTo>
                      <a:pt x="796" y="569"/>
                    </a:lnTo>
                    <a:lnTo>
                      <a:pt x="762" y="597"/>
                    </a:lnTo>
                    <a:lnTo>
                      <a:pt x="712" y="607"/>
                    </a:lnTo>
                    <a:lnTo>
                      <a:pt x="564" y="598"/>
                    </a:lnTo>
                    <a:lnTo>
                      <a:pt x="455" y="592"/>
                    </a:lnTo>
                    <a:lnTo>
                      <a:pt x="372" y="580"/>
                    </a:lnTo>
                    <a:lnTo>
                      <a:pt x="310" y="562"/>
                    </a:lnTo>
                    <a:lnTo>
                      <a:pt x="255" y="529"/>
                    </a:lnTo>
                    <a:lnTo>
                      <a:pt x="202" y="479"/>
                    </a:lnTo>
                    <a:lnTo>
                      <a:pt x="140" y="406"/>
                    </a:lnTo>
                    <a:lnTo>
                      <a:pt x="63" y="307"/>
                    </a:lnTo>
                    <a:lnTo>
                      <a:pt x="29" y="290"/>
                    </a:lnTo>
                    <a:lnTo>
                      <a:pt x="9" y="272"/>
                    </a:lnTo>
                    <a:lnTo>
                      <a:pt x="0" y="252"/>
                    </a:lnTo>
                    <a:lnTo>
                      <a:pt x="2" y="234"/>
                    </a:lnTo>
                    <a:lnTo>
                      <a:pt x="13" y="217"/>
                    </a:lnTo>
                    <a:lnTo>
                      <a:pt x="31" y="206"/>
                    </a:lnTo>
                    <a:lnTo>
                      <a:pt x="56" y="199"/>
                    </a:lnTo>
                    <a:lnTo>
                      <a:pt x="89" y="201"/>
                    </a:lnTo>
                    <a:lnTo>
                      <a:pt x="73" y="171"/>
                    </a:lnTo>
                    <a:lnTo>
                      <a:pt x="65" y="144"/>
                    </a:lnTo>
                    <a:lnTo>
                      <a:pt x="65" y="120"/>
                    </a:lnTo>
                    <a:lnTo>
                      <a:pt x="73" y="103"/>
                    </a:lnTo>
                    <a:lnTo>
                      <a:pt x="85" y="89"/>
                    </a:lnTo>
                    <a:lnTo>
                      <a:pt x="104" y="84"/>
                    </a:lnTo>
                    <a:lnTo>
                      <a:pt x="128" y="85"/>
                    </a:lnTo>
                    <a:lnTo>
                      <a:pt x="158" y="99"/>
                    </a:lnTo>
                    <a:lnTo>
                      <a:pt x="135" y="58"/>
                    </a:lnTo>
                    <a:lnTo>
                      <a:pt x="130" y="28"/>
                    </a:lnTo>
                    <a:lnTo>
                      <a:pt x="138" y="8"/>
                    </a:lnTo>
                    <a:lnTo>
                      <a:pt x="158" y="0"/>
                    </a:lnTo>
                    <a:lnTo>
                      <a:pt x="183" y="4"/>
                    </a:lnTo>
                    <a:lnTo>
                      <a:pt x="214" y="21"/>
                    </a:lnTo>
                    <a:lnTo>
                      <a:pt x="246" y="53"/>
                    </a:lnTo>
                    <a:lnTo>
                      <a:pt x="278" y="99"/>
                    </a:lnTo>
                    <a:lnTo>
                      <a:pt x="281" y="114"/>
                    </a:lnTo>
                    <a:lnTo>
                      <a:pt x="285" y="130"/>
                    </a:lnTo>
                    <a:lnTo>
                      <a:pt x="287" y="144"/>
                    </a:lnTo>
                    <a:lnTo>
                      <a:pt x="291" y="159"/>
                    </a:lnTo>
                    <a:lnTo>
                      <a:pt x="295" y="173"/>
                    </a:lnTo>
                    <a:lnTo>
                      <a:pt x="298" y="189"/>
                    </a:lnTo>
                    <a:lnTo>
                      <a:pt x="302" y="204"/>
                    </a:lnTo>
                    <a:lnTo>
                      <a:pt x="306" y="223"/>
                    </a:lnTo>
                    <a:lnTo>
                      <a:pt x="341" y="278"/>
                    </a:lnTo>
                    <a:lnTo>
                      <a:pt x="370" y="321"/>
                    </a:lnTo>
                    <a:lnTo>
                      <a:pt x="394" y="349"/>
                    </a:lnTo>
                    <a:lnTo>
                      <a:pt x="419" y="366"/>
                    </a:lnTo>
                    <a:lnTo>
                      <a:pt x="448" y="374"/>
                    </a:lnTo>
                    <a:lnTo>
                      <a:pt x="485" y="376"/>
                    </a:lnTo>
                    <a:lnTo>
                      <a:pt x="535" y="374"/>
                    </a:lnTo>
                    <a:lnTo>
                      <a:pt x="604" y="371"/>
                    </a:lnTo>
                    <a:lnTo>
                      <a:pt x="588" y="346"/>
                    </a:lnTo>
                    <a:lnTo>
                      <a:pt x="573" y="325"/>
                    </a:lnTo>
                    <a:lnTo>
                      <a:pt x="558" y="305"/>
                    </a:lnTo>
                    <a:lnTo>
                      <a:pt x="543" y="286"/>
                    </a:lnTo>
                    <a:lnTo>
                      <a:pt x="528" y="266"/>
                    </a:lnTo>
                    <a:lnTo>
                      <a:pt x="513" y="247"/>
                    </a:lnTo>
                    <a:lnTo>
                      <a:pt x="499" y="224"/>
                    </a:lnTo>
                    <a:lnTo>
                      <a:pt x="485" y="202"/>
                    </a:lnTo>
                    <a:lnTo>
                      <a:pt x="498" y="151"/>
                    </a:lnTo>
                    <a:lnTo>
                      <a:pt x="525" y="108"/>
                    </a:lnTo>
                    <a:lnTo>
                      <a:pt x="563" y="72"/>
                    </a:lnTo>
                    <a:lnTo>
                      <a:pt x="608" y="48"/>
                    </a:lnTo>
                    <a:lnTo>
                      <a:pt x="656" y="33"/>
                    </a:lnTo>
                    <a:lnTo>
                      <a:pt x="703" y="34"/>
                    </a:lnTo>
                    <a:lnTo>
                      <a:pt x="747" y="49"/>
                    </a:lnTo>
                    <a:lnTo>
                      <a:pt x="786" y="83"/>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6" name="Freeform 655">
                <a:extLst>
                  <a:ext uri="{FF2B5EF4-FFF2-40B4-BE49-F238E27FC236}">
                    <a16:creationId xmlns:a16="http://schemas.microsoft.com/office/drawing/2014/main" id="{3EB997F4-C088-244B-805B-5B3439A239DE}"/>
                  </a:ext>
                </a:extLst>
              </p:cNvPr>
              <p:cNvSpPr>
                <a:spLocks/>
              </p:cNvSpPr>
              <p:nvPr/>
            </p:nvSpPr>
            <p:spPr bwMode="auto">
              <a:xfrm>
                <a:off x="4367" y="3123"/>
                <a:ext cx="402" cy="284"/>
              </a:xfrm>
              <a:custGeom>
                <a:avLst/>
                <a:gdLst>
                  <a:gd name="T0" fmla="*/ 387 w 804"/>
                  <a:gd name="T1" fmla="*/ 86 h 569"/>
                  <a:gd name="T2" fmla="*/ 400 w 804"/>
                  <a:gd name="T3" fmla="*/ 176 h 569"/>
                  <a:gd name="T4" fmla="*/ 399 w 804"/>
                  <a:gd name="T5" fmla="*/ 242 h 569"/>
                  <a:gd name="T6" fmla="*/ 372 w 804"/>
                  <a:gd name="T7" fmla="*/ 278 h 569"/>
                  <a:gd name="T8" fmla="*/ 272 w 804"/>
                  <a:gd name="T9" fmla="*/ 279 h 569"/>
                  <a:gd name="T10" fmla="*/ 176 w 804"/>
                  <a:gd name="T11" fmla="*/ 267 h 569"/>
                  <a:gd name="T12" fmla="*/ 118 w 804"/>
                  <a:gd name="T13" fmla="*/ 241 h 569"/>
                  <a:gd name="T14" fmla="*/ 67 w 804"/>
                  <a:gd name="T15" fmla="*/ 185 h 569"/>
                  <a:gd name="T16" fmla="*/ 15 w 804"/>
                  <a:gd name="T17" fmla="*/ 134 h 569"/>
                  <a:gd name="T18" fmla="*/ 0 w 804"/>
                  <a:gd name="T19" fmla="*/ 116 h 569"/>
                  <a:gd name="T20" fmla="*/ 6 w 804"/>
                  <a:gd name="T21" fmla="*/ 98 h 569"/>
                  <a:gd name="T22" fmla="*/ 28 w 804"/>
                  <a:gd name="T23" fmla="*/ 89 h 569"/>
                  <a:gd name="T24" fmla="*/ 37 w 804"/>
                  <a:gd name="T25" fmla="*/ 76 h 569"/>
                  <a:gd name="T26" fmla="*/ 34 w 804"/>
                  <a:gd name="T27" fmla="*/ 52 h 569"/>
                  <a:gd name="T28" fmla="*/ 45 w 804"/>
                  <a:gd name="T29" fmla="*/ 38 h 569"/>
                  <a:gd name="T30" fmla="*/ 65 w 804"/>
                  <a:gd name="T31" fmla="*/ 38 h 569"/>
                  <a:gd name="T32" fmla="*/ 68 w 804"/>
                  <a:gd name="T33" fmla="*/ 25 h 569"/>
                  <a:gd name="T34" fmla="*/ 71 w 804"/>
                  <a:gd name="T35" fmla="*/ 3 h 569"/>
                  <a:gd name="T36" fmla="*/ 93 w 804"/>
                  <a:gd name="T37" fmla="*/ 1 h 569"/>
                  <a:gd name="T38" fmla="*/ 120 w 804"/>
                  <a:gd name="T39" fmla="*/ 25 h 569"/>
                  <a:gd name="T40" fmla="*/ 136 w 804"/>
                  <a:gd name="T41" fmla="*/ 55 h 569"/>
                  <a:gd name="T42" fmla="*/ 139 w 804"/>
                  <a:gd name="T43" fmla="*/ 68 h 569"/>
                  <a:gd name="T44" fmla="*/ 142 w 804"/>
                  <a:gd name="T45" fmla="*/ 79 h 569"/>
                  <a:gd name="T46" fmla="*/ 146 w 804"/>
                  <a:gd name="T47" fmla="*/ 91 h 569"/>
                  <a:gd name="T48" fmla="*/ 164 w 804"/>
                  <a:gd name="T49" fmla="*/ 128 h 569"/>
                  <a:gd name="T50" fmla="*/ 191 w 804"/>
                  <a:gd name="T51" fmla="*/ 163 h 569"/>
                  <a:gd name="T52" fmla="*/ 219 w 804"/>
                  <a:gd name="T53" fmla="*/ 177 h 569"/>
                  <a:gd name="T54" fmla="*/ 266 w 804"/>
                  <a:gd name="T55" fmla="*/ 177 h 569"/>
                  <a:gd name="T56" fmla="*/ 293 w 804"/>
                  <a:gd name="T57" fmla="*/ 163 h 569"/>
                  <a:gd name="T58" fmla="*/ 278 w 804"/>
                  <a:gd name="T59" fmla="*/ 141 h 569"/>
                  <a:gd name="T60" fmla="*/ 262 w 804"/>
                  <a:gd name="T61" fmla="*/ 121 h 569"/>
                  <a:gd name="T62" fmla="*/ 247 w 804"/>
                  <a:gd name="T63" fmla="*/ 100 h 569"/>
                  <a:gd name="T64" fmla="*/ 246 w 804"/>
                  <a:gd name="T65" fmla="*/ 62 h 569"/>
                  <a:gd name="T66" fmla="*/ 276 w 804"/>
                  <a:gd name="T67" fmla="*/ 24 h 569"/>
                  <a:gd name="T68" fmla="*/ 318 w 804"/>
                  <a:gd name="T69" fmla="*/ 7 h 569"/>
                  <a:gd name="T70" fmla="*/ 361 w 804"/>
                  <a:gd name="T71" fmla="*/ 17 h 56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04"/>
                  <a:gd name="T109" fmla="*/ 0 h 569"/>
                  <a:gd name="T110" fmla="*/ 804 w 804"/>
                  <a:gd name="T111" fmla="*/ 569 h 56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04" h="569">
                    <a:moveTo>
                      <a:pt x="759" y="69"/>
                    </a:moveTo>
                    <a:lnTo>
                      <a:pt x="774" y="173"/>
                    </a:lnTo>
                    <a:lnTo>
                      <a:pt x="789" y="269"/>
                    </a:lnTo>
                    <a:lnTo>
                      <a:pt x="799" y="353"/>
                    </a:lnTo>
                    <a:lnTo>
                      <a:pt x="804" y="427"/>
                    </a:lnTo>
                    <a:lnTo>
                      <a:pt x="797" y="485"/>
                    </a:lnTo>
                    <a:lnTo>
                      <a:pt x="778" y="530"/>
                    </a:lnTo>
                    <a:lnTo>
                      <a:pt x="743" y="557"/>
                    </a:lnTo>
                    <a:lnTo>
                      <a:pt x="691" y="569"/>
                    </a:lnTo>
                    <a:lnTo>
                      <a:pt x="543" y="559"/>
                    </a:lnTo>
                    <a:lnTo>
                      <a:pt x="434" y="549"/>
                    </a:lnTo>
                    <a:lnTo>
                      <a:pt x="351" y="535"/>
                    </a:lnTo>
                    <a:lnTo>
                      <a:pt x="290" y="515"/>
                    </a:lnTo>
                    <a:lnTo>
                      <a:pt x="237" y="482"/>
                    </a:lnTo>
                    <a:lnTo>
                      <a:pt x="188" y="436"/>
                    </a:lnTo>
                    <a:lnTo>
                      <a:pt x="133" y="371"/>
                    </a:lnTo>
                    <a:lnTo>
                      <a:pt x="64" y="287"/>
                    </a:lnTo>
                    <a:lnTo>
                      <a:pt x="30" y="269"/>
                    </a:lnTo>
                    <a:lnTo>
                      <a:pt x="10" y="250"/>
                    </a:lnTo>
                    <a:lnTo>
                      <a:pt x="0" y="232"/>
                    </a:lnTo>
                    <a:lnTo>
                      <a:pt x="3" y="214"/>
                    </a:lnTo>
                    <a:lnTo>
                      <a:pt x="13" y="196"/>
                    </a:lnTo>
                    <a:lnTo>
                      <a:pt x="32" y="185"/>
                    </a:lnTo>
                    <a:lnTo>
                      <a:pt x="57" y="179"/>
                    </a:lnTo>
                    <a:lnTo>
                      <a:pt x="89" y="181"/>
                    </a:lnTo>
                    <a:lnTo>
                      <a:pt x="73" y="153"/>
                    </a:lnTo>
                    <a:lnTo>
                      <a:pt x="68" y="128"/>
                    </a:lnTo>
                    <a:lnTo>
                      <a:pt x="68" y="105"/>
                    </a:lnTo>
                    <a:lnTo>
                      <a:pt x="77" y="89"/>
                    </a:lnTo>
                    <a:lnTo>
                      <a:pt x="89" y="77"/>
                    </a:lnTo>
                    <a:lnTo>
                      <a:pt x="108" y="74"/>
                    </a:lnTo>
                    <a:lnTo>
                      <a:pt x="129" y="77"/>
                    </a:lnTo>
                    <a:lnTo>
                      <a:pt x="154" y="90"/>
                    </a:lnTo>
                    <a:lnTo>
                      <a:pt x="136" y="51"/>
                    </a:lnTo>
                    <a:lnTo>
                      <a:pt x="133" y="24"/>
                    </a:lnTo>
                    <a:lnTo>
                      <a:pt x="141" y="6"/>
                    </a:lnTo>
                    <a:lnTo>
                      <a:pt x="161" y="0"/>
                    </a:lnTo>
                    <a:lnTo>
                      <a:pt x="185" y="3"/>
                    </a:lnTo>
                    <a:lnTo>
                      <a:pt x="212" y="21"/>
                    </a:lnTo>
                    <a:lnTo>
                      <a:pt x="241" y="51"/>
                    </a:lnTo>
                    <a:lnTo>
                      <a:pt x="269" y="95"/>
                    </a:lnTo>
                    <a:lnTo>
                      <a:pt x="271" y="111"/>
                    </a:lnTo>
                    <a:lnTo>
                      <a:pt x="274" y="125"/>
                    </a:lnTo>
                    <a:lnTo>
                      <a:pt x="277" y="136"/>
                    </a:lnTo>
                    <a:lnTo>
                      <a:pt x="281" y="148"/>
                    </a:lnTo>
                    <a:lnTo>
                      <a:pt x="284" y="158"/>
                    </a:lnTo>
                    <a:lnTo>
                      <a:pt x="287" y="169"/>
                    </a:lnTo>
                    <a:lnTo>
                      <a:pt x="291" y="183"/>
                    </a:lnTo>
                    <a:lnTo>
                      <a:pt x="295" y="200"/>
                    </a:lnTo>
                    <a:lnTo>
                      <a:pt x="328" y="257"/>
                    </a:lnTo>
                    <a:lnTo>
                      <a:pt x="356" y="299"/>
                    </a:lnTo>
                    <a:lnTo>
                      <a:pt x="381" y="327"/>
                    </a:lnTo>
                    <a:lnTo>
                      <a:pt x="409" y="346"/>
                    </a:lnTo>
                    <a:lnTo>
                      <a:pt x="439" y="354"/>
                    </a:lnTo>
                    <a:lnTo>
                      <a:pt x="479" y="357"/>
                    </a:lnTo>
                    <a:lnTo>
                      <a:pt x="531" y="354"/>
                    </a:lnTo>
                    <a:lnTo>
                      <a:pt x="600" y="352"/>
                    </a:lnTo>
                    <a:lnTo>
                      <a:pt x="585" y="326"/>
                    </a:lnTo>
                    <a:lnTo>
                      <a:pt x="570" y="304"/>
                    </a:lnTo>
                    <a:lnTo>
                      <a:pt x="555" y="283"/>
                    </a:lnTo>
                    <a:lnTo>
                      <a:pt x="539" y="264"/>
                    </a:lnTo>
                    <a:lnTo>
                      <a:pt x="524" y="243"/>
                    </a:lnTo>
                    <a:lnTo>
                      <a:pt x="509" y="223"/>
                    </a:lnTo>
                    <a:lnTo>
                      <a:pt x="494" y="200"/>
                    </a:lnTo>
                    <a:lnTo>
                      <a:pt x="479" y="176"/>
                    </a:lnTo>
                    <a:lnTo>
                      <a:pt x="492" y="125"/>
                    </a:lnTo>
                    <a:lnTo>
                      <a:pt x="517" y="82"/>
                    </a:lnTo>
                    <a:lnTo>
                      <a:pt x="551" y="49"/>
                    </a:lnTo>
                    <a:lnTo>
                      <a:pt x="592" y="27"/>
                    </a:lnTo>
                    <a:lnTo>
                      <a:pt x="635" y="15"/>
                    </a:lnTo>
                    <a:lnTo>
                      <a:pt x="680" y="17"/>
                    </a:lnTo>
                    <a:lnTo>
                      <a:pt x="721" y="34"/>
                    </a:lnTo>
                    <a:lnTo>
                      <a:pt x="759" y="69"/>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7" name="Freeform 656">
                <a:extLst>
                  <a:ext uri="{FF2B5EF4-FFF2-40B4-BE49-F238E27FC236}">
                    <a16:creationId xmlns:a16="http://schemas.microsoft.com/office/drawing/2014/main" id="{98DE10A7-8BFF-7D47-93BA-A2D10E01638F}"/>
                  </a:ext>
                </a:extLst>
              </p:cNvPr>
              <p:cNvSpPr>
                <a:spLocks/>
              </p:cNvSpPr>
              <p:nvPr/>
            </p:nvSpPr>
            <p:spPr bwMode="auto">
              <a:xfrm>
                <a:off x="4373" y="3132"/>
                <a:ext cx="390" cy="268"/>
              </a:xfrm>
              <a:custGeom>
                <a:avLst/>
                <a:gdLst>
                  <a:gd name="T0" fmla="*/ 372 w 779"/>
                  <a:gd name="T1" fmla="*/ 80 h 536"/>
                  <a:gd name="T2" fmla="*/ 386 w 779"/>
                  <a:gd name="T3" fmla="*/ 166 h 536"/>
                  <a:gd name="T4" fmla="*/ 387 w 779"/>
                  <a:gd name="T5" fmla="*/ 226 h 536"/>
                  <a:gd name="T6" fmla="*/ 361 w 779"/>
                  <a:gd name="T7" fmla="*/ 261 h 536"/>
                  <a:gd name="T8" fmla="*/ 260 w 779"/>
                  <a:gd name="T9" fmla="*/ 262 h 536"/>
                  <a:gd name="T10" fmla="*/ 164 w 779"/>
                  <a:gd name="T11" fmla="*/ 247 h 536"/>
                  <a:gd name="T12" fmla="*/ 109 w 779"/>
                  <a:gd name="T13" fmla="*/ 219 h 536"/>
                  <a:gd name="T14" fmla="*/ 62 w 779"/>
                  <a:gd name="T15" fmla="*/ 170 h 536"/>
                  <a:gd name="T16" fmla="*/ 15 w 779"/>
                  <a:gd name="T17" fmla="*/ 127 h 536"/>
                  <a:gd name="T18" fmla="*/ 0 w 779"/>
                  <a:gd name="T19" fmla="*/ 108 h 536"/>
                  <a:gd name="T20" fmla="*/ 6 w 779"/>
                  <a:gd name="T21" fmla="*/ 91 h 536"/>
                  <a:gd name="T22" fmla="*/ 28 w 779"/>
                  <a:gd name="T23" fmla="*/ 83 h 536"/>
                  <a:gd name="T24" fmla="*/ 37 w 779"/>
                  <a:gd name="T25" fmla="*/ 70 h 536"/>
                  <a:gd name="T26" fmla="*/ 35 w 779"/>
                  <a:gd name="T27" fmla="*/ 47 h 536"/>
                  <a:gd name="T28" fmla="*/ 47 w 779"/>
                  <a:gd name="T29" fmla="*/ 35 h 536"/>
                  <a:gd name="T30" fmla="*/ 65 w 779"/>
                  <a:gd name="T31" fmla="*/ 36 h 536"/>
                  <a:gd name="T32" fmla="*/ 68 w 779"/>
                  <a:gd name="T33" fmla="*/ 24 h 536"/>
                  <a:gd name="T34" fmla="*/ 72 w 779"/>
                  <a:gd name="T35" fmla="*/ 4 h 536"/>
                  <a:gd name="T36" fmla="*/ 92 w 779"/>
                  <a:gd name="T37" fmla="*/ 5 h 536"/>
                  <a:gd name="T38" fmla="*/ 117 w 779"/>
                  <a:gd name="T39" fmla="*/ 28 h 536"/>
                  <a:gd name="T40" fmla="*/ 129 w 779"/>
                  <a:gd name="T41" fmla="*/ 56 h 536"/>
                  <a:gd name="T42" fmla="*/ 132 w 779"/>
                  <a:gd name="T43" fmla="*/ 66 h 536"/>
                  <a:gd name="T44" fmla="*/ 136 w 779"/>
                  <a:gd name="T45" fmla="*/ 73 h 536"/>
                  <a:gd name="T46" fmla="*/ 139 w 779"/>
                  <a:gd name="T47" fmla="*/ 83 h 536"/>
                  <a:gd name="T48" fmla="*/ 157 w 779"/>
                  <a:gd name="T49" fmla="*/ 120 h 536"/>
                  <a:gd name="T50" fmla="*/ 183 w 779"/>
                  <a:gd name="T51" fmla="*/ 156 h 536"/>
                  <a:gd name="T52" fmla="*/ 215 w 779"/>
                  <a:gd name="T53" fmla="*/ 170 h 536"/>
                  <a:gd name="T54" fmla="*/ 263 w 779"/>
                  <a:gd name="T55" fmla="*/ 170 h 536"/>
                  <a:gd name="T56" fmla="*/ 289 w 779"/>
                  <a:gd name="T57" fmla="*/ 155 h 536"/>
                  <a:gd name="T58" fmla="*/ 274 w 779"/>
                  <a:gd name="T59" fmla="*/ 133 h 536"/>
                  <a:gd name="T60" fmla="*/ 259 w 779"/>
                  <a:gd name="T61" fmla="*/ 112 h 536"/>
                  <a:gd name="T62" fmla="*/ 244 w 779"/>
                  <a:gd name="T63" fmla="*/ 89 h 536"/>
                  <a:gd name="T64" fmla="*/ 242 w 779"/>
                  <a:gd name="T65" fmla="*/ 51 h 536"/>
                  <a:gd name="T66" fmla="*/ 269 w 779"/>
                  <a:gd name="T67" fmla="*/ 15 h 536"/>
                  <a:gd name="T68" fmla="*/ 306 w 779"/>
                  <a:gd name="T69" fmla="*/ 0 h 536"/>
                  <a:gd name="T70" fmla="*/ 346 w 779"/>
                  <a:gd name="T71" fmla="*/ 11 h 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79"/>
                  <a:gd name="T109" fmla="*/ 0 h 536"/>
                  <a:gd name="T110" fmla="*/ 779 w 779"/>
                  <a:gd name="T111" fmla="*/ 536 h 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79" h="536">
                    <a:moveTo>
                      <a:pt x="727" y="58"/>
                    </a:moveTo>
                    <a:lnTo>
                      <a:pt x="743" y="161"/>
                    </a:lnTo>
                    <a:lnTo>
                      <a:pt x="760" y="254"/>
                    </a:lnTo>
                    <a:lnTo>
                      <a:pt x="772" y="333"/>
                    </a:lnTo>
                    <a:lnTo>
                      <a:pt x="779" y="400"/>
                    </a:lnTo>
                    <a:lnTo>
                      <a:pt x="774" y="453"/>
                    </a:lnTo>
                    <a:lnTo>
                      <a:pt x="757" y="494"/>
                    </a:lnTo>
                    <a:lnTo>
                      <a:pt x="722" y="521"/>
                    </a:lnTo>
                    <a:lnTo>
                      <a:pt x="668" y="536"/>
                    </a:lnTo>
                    <a:lnTo>
                      <a:pt x="520" y="524"/>
                    </a:lnTo>
                    <a:lnTo>
                      <a:pt x="410" y="512"/>
                    </a:lnTo>
                    <a:lnTo>
                      <a:pt x="328" y="494"/>
                    </a:lnTo>
                    <a:lnTo>
                      <a:pt x="267" y="472"/>
                    </a:lnTo>
                    <a:lnTo>
                      <a:pt x="217" y="439"/>
                    </a:lnTo>
                    <a:lnTo>
                      <a:pt x="173" y="396"/>
                    </a:lnTo>
                    <a:lnTo>
                      <a:pt x="123" y="340"/>
                    </a:lnTo>
                    <a:lnTo>
                      <a:pt x="62" y="270"/>
                    </a:lnTo>
                    <a:lnTo>
                      <a:pt x="29" y="254"/>
                    </a:lnTo>
                    <a:lnTo>
                      <a:pt x="9" y="236"/>
                    </a:lnTo>
                    <a:lnTo>
                      <a:pt x="0" y="217"/>
                    </a:lnTo>
                    <a:lnTo>
                      <a:pt x="2" y="200"/>
                    </a:lnTo>
                    <a:lnTo>
                      <a:pt x="12" y="183"/>
                    </a:lnTo>
                    <a:lnTo>
                      <a:pt x="31" y="172"/>
                    </a:lnTo>
                    <a:lnTo>
                      <a:pt x="56" y="166"/>
                    </a:lnTo>
                    <a:lnTo>
                      <a:pt x="89" y="168"/>
                    </a:lnTo>
                    <a:lnTo>
                      <a:pt x="73" y="140"/>
                    </a:lnTo>
                    <a:lnTo>
                      <a:pt x="68" y="116"/>
                    </a:lnTo>
                    <a:lnTo>
                      <a:pt x="69" y="94"/>
                    </a:lnTo>
                    <a:lnTo>
                      <a:pt x="79" y="81"/>
                    </a:lnTo>
                    <a:lnTo>
                      <a:pt x="93" y="71"/>
                    </a:lnTo>
                    <a:lnTo>
                      <a:pt x="110" y="68"/>
                    </a:lnTo>
                    <a:lnTo>
                      <a:pt x="130" y="72"/>
                    </a:lnTo>
                    <a:lnTo>
                      <a:pt x="153" y="86"/>
                    </a:lnTo>
                    <a:lnTo>
                      <a:pt x="136" y="48"/>
                    </a:lnTo>
                    <a:lnTo>
                      <a:pt x="135" y="23"/>
                    </a:lnTo>
                    <a:lnTo>
                      <a:pt x="144" y="8"/>
                    </a:lnTo>
                    <a:lnTo>
                      <a:pt x="162" y="4"/>
                    </a:lnTo>
                    <a:lnTo>
                      <a:pt x="183" y="11"/>
                    </a:lnTo>
                    <a:lnTo>
                      <a:pt x="208" y="28"/>
                    </a:lnTo>
                    <a:lnTo>
                      <a:pt x="233" y="57"/>
                    </a:lnTo>
                    <a:lnTo>
                      <a:pt x="256" y="97"/>
                    </a:lnTo>
                    <a:lnTo>
                      <a:pt x="258" y="112"/>
                    </a:lnTo>
                    <a:lnTo>
                      <a:pt x="261" y="123"/>
                    </a:lnTo>
                    <a:lnTo>
                      <a:pt x="264" y="132"/>
                    </a:lnTo>
                    <a:lnTo>
                      <a:pt x="268" y="140"/>
                    </a:lnTo>
                    <a:lnTo>
                      <a:pt x="271" y="146"/>
                    </a:lnTo>
                    <a:lnTo>
                      <a:pt x="274" y="155"/>
                    </a:lnTo>
                    <a:lnTo>
                      <a:pt x="278" y="166"/>
                    </a:lnTo>
                    <a:lnTo>
                      <a:pt x="282" y="182"/>
                    </a:lnTo>
                    <a:lnTo>
                      <a:pt x="313" y="240"/>
                    </a:lnTo>
                    <a:lnTo>
                      <a:pt x="341" y="284"/>
                    </a:lnTo>
                    <a:lnTo>
                      <a:pt x="366" y="313"/>
                    </a:lnTo>
                    <a:lnTo>
                      <a:pt x="396" y="331"/>
                    </a:lnTo>
                    <a:lnTo>
                      <a:pt x="429" y="340"/>
                    </a:lnTo>
                    <a:lnTo>
                      <a:pt x="471" y="343"/>
                    </a:lnTo>
                    <a:lnTo>
                      <a:pt x="525" y="340"/>
                    </a:lnTo>
                    <a:lnTo>
                      <a:pt x="594" y="338"/>
                    </a:lnTo>
                    <a:lnTo>
                      <a:pt x="578" y="310"/>
                    </a:lnTo>
                    <a:lnTo>
                      <a:pt x="563" y="287"/>
                    </a:lnTo>
                    <a:lnTo>
                      <a:pt x="548" y="265"/>
                    </a:lnTo>
                    <a:lnTo>
                      <a:pt x="533" y="245"/>
                    </a:lnTo>
                    <a:lnTo>
                      <a:pt x="518" y="224"/>
                    </a:lnTo>
                    <a:lnTo>
                      <a:pt x="503" y="202"/>
                    </a:lnTo>
                    <a:lnTo>
                      <a:pt x="488" y="178"/>
                    </a:lnTo>
                    <a:lnTo>
                      <a:pt x="473" y="155"/>
                    </a:lnTo>
                    <a:lnTo>
                      <a:pt x="484" y="103"/>
                    </a:lnTo>
                    <a:lnTo>
                      <a:pt x="506" y="63"/>
                    </a:lnTo>
                    <a:lnTo>
                      <a:pt x="537" y="31"/>
                    </a:lnTo>
                    <a:lnTo>
                      <a:pt x="573" y="11"/>
                    </a:lnTo>
                    <a:lnTo>
                      <a:pt x="611" y="0"/>
                    </a:lnTo>
                    <a:lnTo>
                      <a:pt x="652" y="6"/>
                    </a:lnTo>
                    <a:lnTo>
                      <a:pt x="691" y="23"/>
                    </a:lnTo>
                    <a:lnTo>
                      <a:pt x="727" y="58"/>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8" name="Freeform 657">
                <a:extLst>
                  <a:ext uri="{FF2B5EF4-FFF2-40B4-BE49-F238E27FC236}">
                    <a16:creationId xmlns:a16="http://schemas.microsoft.com/office/drawing/2014/main" id="{4891B2E8-5DE4-7A40-ADEE-07438AF16894}"/>
                  </a:ext>
                </a:extLst>
              </p:cNvPr>
              <p:cNvSpPr>
                <a:spLocks/>
              </p:cNvSpPr>
              <p:nvPr/>
            </p:nvSpPr>
            <p:spPr bwMode="auto">
              <a:xfrm>
                <a:off x="4379" y="3134"/>
                <a:ext cx="378" cy="259"/>
              </a:xfrm>
              <a:custGeom>
                <a:avLst/>
                <a:gdLst>
                  <a:gd name="T0" fmla="*/ 356 w 756"/>
                  <a:gd name="T1" fmla="*/ 81 h 518"/>
                  <a:gd name="T2" fmla="*/ 374 w 756"/>
                  <a:gd name="T3" fmla="*/ 162 h 518"/>
                  <a:gd name="T4" fmla="*/ 377 w 756"/>
                  <a:gd name="T5" fmla="*/ 218 h 518"/>
                  <a:gd name="T6" fmla="*/ 351 w 756"/>
                  <a:gd name="T7" fmla="*/ 250 h 518"/>
                  <a:gd name="T8" fmla="*/ 249 w 756"/>
                  <a:gd name="T9" fmla="*/ 252 h 518"/>
                  <a:gd name="T10" fmla="*/ 154 w 756"/>
                  <a:gd name="T11" fmla="*/ 234 h 518"/>
                  <a:gd name="T12" fmla="*/ 100 w 756"/>
                  <a:gd name="T13" fmla="*/ 205 h 518"/>
                  <a:gd name="T14" fmla="*/ 58 w 756"/>
                  <a:gd name="T15" fmla="*/ 162 h 518"/>
                  <a:gd name="T16" fmla="*/ 15 w 756"/>
                  <a:gd name="T17" fmla="*/ 126 h 518"/>
                  <a:gd name="T18" fmla="*/ 0 w 756"/>
                  <a:gd name="T19" fmla="*/ 108 h 518"/>
                  <a:gd name="T20" fmla="*/ 6 w 756"/>
                  <a:gd name="T21" fmla="*/ 91 h 518"/>
                  <a:gd name="T22" fmla="*/ 28 w 756"/>
                  <a:gd name="T23" fmla="*/ 83 h 518"/>
                  <a:gd name="T24" fmla="*/ 37 w 756"/>
                  <a:gd name="T25" fmla="*/ 71 h 518"/>
                  <a:gd name="T26" fmla="*/ 36 w 756"/>
                  <a:gd name="T27" fmla="*/ 50 h 518"/>
                  <a:gd name="T28" fmla="*/ 48 w 756"/>
                  <a:gd name="T29" fmla="*/ 39 h 518"/>
                  <a:gd name="T30" fmla="*/ 66 w 756"/>
                  <a:gd name="T31" fmla="*/ 42 h 518"/>
                  <a:gd name="T32" fmla="*/ 69 w 756"/>
                  <a:gd name="T33" fmla="*/ 31 h 518"/>
                  <a:gd name="T34" fmla="*/ 74 w 756"/>
                  <a:gd name="T35" fmla="*/ 12 h 518"/>
                  <a:gd name="T36" fmla="*/ 92 w 756"/>
                  <a:gd name="T37" fmla="*/ 16 h 518"/>
                  <a:gd name="T38" fmla="*/ 113 w 756"/>
                  <a:gd name="T39" fmla="*/ 39 h 518"/>
                  <a:gd name="T40" fmla="*/ 123 w 756"/>
                  <a:gd name="T41" fmla="*/ 64 h 518"/>
                  <a:gd name="T42" fmla="*/ 126 w 756"/>
                  <a:gd name="T43" fmla="*/ 71 h 518"/>
                  <a:gd name="T44" fmla="*/ 130 w 756"/>
                  <a:gd name="T45" fmla="*/ 74 h 518"/>
                  <a:gd name="T46" fmla="*/ 134 w 756"/>
                  <a:gd name="T47" fmla="*/ 81 h 518"/>
                  <a:gd name="T48" fmla="*/ 150 w 756"/>
                  <a:gd name="T49" fmla="*/ 118 h 518"/>
                  <a:gd name="T50" fmla="*/ 177 w 756"/>
                  <a:gd name="T51" fmla="*/ 155 h 518"/>
                  <a:gd name="T52" fmla="*/ 210 w 756"/>
                  <a:gd name="T53" fmla="*/ 169 h 518"/>
                  <a:gd name="T54" fmla="*/ 260 w 756"/>
                  <a:gd name="T55" fmla="*/ 169 h 518"/>
                  <a:gd name="T56" fmla="*/ 287 w 756"/>
                  <a:gd name="T57" fmla="*/ 155 h 518"/>
                  <a:gd name="T58" fmla="*/ 272 w 756"/>
                  <a:gd name="T59" fmla="*/ 131 h 518"/>
                  <a:gd name="T60" fmla="*/ 256 w 756"/>
                  <a:gd name="T61" fmla="*/ 109 h 518"/>
                  <a:gd name="T62" fmla="*/ 241 w 756"/>
                  <a:gd name="T63" fmla="*/ 85 h 518"/>
                  <a:gd name="T64" fmla="*/ 239 w 756"/>
                  <a:gd name="T65" fmla="*/ 48 h 518"/>
                  <a:gd name="T66" fmla="*/ 262 w 756"/>
                  <a:gd name="T67" fmla="*/ 13 h 518"/>
                  <a:gd name="T68" fmla="*/ 295 w 756"/>
                  <a:gd name="T69" fmla="*/ 0 h 518"/>
                  <a:gd name="T70" fmla="*/ 331 w 756"/>
                  <a:gd name="T71" fmla="*/ 12 h 51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56"/>
                  <a:gd name="T109" fmla="*/ 0 h 518"/>
                  <a:gd name="T110" fmla="*/ 756 w 756"/>
                  <a:gd name="T111" fmla="*/ 518 h 51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56" h="518">
                    <a:moveTo>
                      <a:pt x="696" y="60"/>
                    </a:moveTo>
                    <a:lnTo>
                      <a:pt x="712" y="162"/>
                    </a:lnTo>
                    <a:lnTo>
                      <a:pt x="731" y="251"/>
                    </a:lnTo>
                    <a:lnTo>
                      <a:pt x="747" y="325"/>
                    </a:lnTo>
                    <a:lnTo>
                      <a:pt x="756" y="387"/>
                    </a:lnTo>
                    <a:lnTo>
                      <a:pt x="754" y="436"/>
                    </a:lnTo>
                    <a:lnTo>
                      <a:pt x="737" y="474"/>
                    </a:lnTo>
                    <a:lnTo>
                      <a:pt x="702" y="500"/>
                    </a:lnTo>
                    <a:lnTo>
                      <a:pt x="647" y="518"/>
                    </a:lnTo>
                    <a:lnTo>
                      <a:pt x="499" y="505"/>
                    </a:lnTo>
                    <a:lnTo>
                      <a:pt x="389" y="490"/>
                    </a:lnTo>
                    <a:lnTo>
                      <a:pt x="307" y="469"/>
                    </a:lnTo>
                    <a:lnTo>
                      <a:pt x="248" y="444"/>
                    </a:lnTo>
                    <a:lnTo>
                      <a:pt x="201" y="411"/>
                    </a:lnTo>
                    <a:lnTo>
                      <a:pt x="159" y="372"/>
                    </a:lnTo>
                    <a:lnTo>
                      <a:pt x="117" y="325"/>
                    </a:lnTo>
                    <a:lnTo>
                      <a:pt x="64" y="270"/>
                    </a:lnTo>
                    <a:lnTo>
                      <a:pt x="30" y="252"/>
                    </a:lnTo>
                    <a:lnTo>
                      <a:pt x="10" y="235"/>
                    </a:lnTo>
                    <a:lnTo>
                      <a:pt x="0" y="216"/>
                    </a:lnTo>
                    <a:lnTo>
                      <a:pt x="3" y="200"/>
                    </a:lnTo>
                    <a:lnTo>
                      <a:pt x="13" y="183"/>
                    </a:lnTo>
                    <a:lnTo>
                      <a:pt x="31" y="173"/>
                    </a:lnTo>
                    <a:lnTo>
                      <a:pt x="57" y="167"/>
                    </a:lnTo>
                    <a:lnTo>
                      <a:pt x="89" y="169"/>
                    </a:lnTo>
                    <a:lnTo>
                      <a:pt x="74" y="142"/>
                    </a:lnTo>
                    <a:lnTo>
                      <a:pt x="69" y="119"/>
                    </a:lnTo>
                    <a:lnTo>
                      <a:pt x="72" y="101"/>
                    </a:lnTo>
                    <a:lnTo>
                      <a:pt x="83" y="88"/>
                    </a:lnTo>
                    <a:lnTo>
                      <a:pt x="97" y="79"/>
                    </a:lnTo>
                    <a:lnTo>
                      <a:pt x="114" y="79"/>
                    </a:lnTo>
                    <a:lnTo>
                      <a:pt x="132" y="84"/>
                    </a:lnTo>
                    <a:lnTo>
                      <a:pt x="151" y="97"/>
                    </a:lnTo>
                    <a:lnTo>
                      <a:pt x="138" y="62"/>
                    </a:lnTo>
                    <a:lnTo>
                      <a:pt x="138" y="38"/>
                    </a:lnTo>
                    <a:lnTo>
                      <a:pt x="147" y="25"/>
                    </a:lnTo>
                    <a:lnTo>
                      <a:pt x="164" y="24"/>
                    </a:lnTo>
                    <a:lnTo>
                      <a:pt x="184" y="32"/>
                    </a:lnTo>
                    <a:lnTo>
                      <a:pt x="206" y="50"/>
                    </a:lnTo>
                    <a:lnTo>
                      <a:pt x="227" y="78"/>
                    </a:lnTo>
                    <a:lnTo>
                      <a:pt x="245" y="116"/>
                    </a:lnTo>
                    <a:lnTo>
                      <a:pt x="247" y="128"/>
                    </a:lnTo>
                    <a:lnTo>
                      <a:pt x="251" y="137"/>
                    </a:lnTo>
                    <a:lnTo>
                      <a:pt x="253" y="142"/>
                    </a:lnTo>
                    <a:lnTo>
                      <a:pt x="257" y="146"/>
                    </a:lnTo>
                    <a:lnTo>
                      <a:pt x="260" y="148"/>
                    </a:lnTo>
                    <a:lnTo>
                      <a:pt x="263" y="153"/>
                    </a:lnTo>
                    <a:lnTo>
                      <a:pt x="267" y="162"/>
                    </a:lnTo>
                    <a:lnTo>
                      <a:pt x="271" y="178"/>
                    </a:lnTo>
                    <a:lnTo>
                      <a:pt x="300" y="237"/>
                    </a:lnTo>
                    <a:lnTo>
                      <a:pt x="327" y="281"/>
                    </a:lnTo>
                    <a:lnTo>
                      <a:pt x="354" y="311"/>
                    </a:lnTo>
                    <a:lnTo>
                      <a:pt x="385" y="330"/>
                    </a:lnTo>
                    <a:lnTo>
                      <a:pt x="420" y="339"/>
                    </a:lnTo>
                    <a:lnTo>
                      <a:pt x="464" y="341"/>
                    </a:lnTo>
                    <a:lnTo>
                      <a:pt x="519" y="339"/>
                    </a:lnTo>
                    <a:lnTo>
                      <a:pt x="589" y="336"/>
                    </a:lnTo>
                    <a:lnTo>
                      <a:pt x="573" y="310"/>
                    </a:lnTo>
                    <a:lnTo>
                      <a:pt x="558" y="286"/>
                    </a:lnTo>
                    <a:lnTo>
                      <a:pt x="543" y="263"/>
                    </a:lnTo>
                    <a:lnTo>
                      <a:pt x="528" y="241"/>
                    </a:lnTo>
                    <a:lnTo>
                      <a:pt x="512" y="218"/>
                    </a:lnTo>
                    <a:lnTo>
                      <a:pt x="497" y="196"/>
                    </a:lnTo>
                    <a:lnTo>
                      <a:pt x="482" y="171"/>
                    </a:lnTo>
                    <a:lnTo>
                      <a:pt x="468" y="147"/>
                    </a:lnTo>
                    <a:lnTo>
                      <a:pt x="478" y="97"/>
                    </a:lnTo>
                    <a:lnTo>
                      <a:pt x="499" y="57"/>
                    </a:lnTo>
                    <a:lnTo>
                      <a:pt x="524" y="27"/>
                    </a:lnTo>
                    <a:lnTo>
                      <a:pt x="557" y="8"/>
                    </a:lnTo>
                    <a:lnTo>
                      <a:pt x="589" y="0"/>
                    </a:lnTo>
                    <a:lnTo>
                      <a:pt x="626" y="5"/>
                    </a:lnTo>
                    <a:lnTo>
                      <a:pt x="662" y="25"/>
                    </a:lnTo>
                    <a:lnTo>
                      <a:pt x="696" y="6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9" name="Freeform 658">
                <a:extLst>
                  <a:ext uri="{FF2B5EF4-FFF2-40B4-BE49-F238E27FC236}">
                    <a16:creationId xmlns:a16="http://schemas.microsoft.com/office/drawing/2014/main" id="{AF826BCC-A6BC-6242-944E-A694A29FE813}"/>
                  </a:ext>
                </a:extLst>
              </p:cNvPr>
              <p:cNvSpPr>
                <a:spLocks/>
              </p:cNvSpPr>
              <p:nvPr/>
            </p:nvSpPr>
            <p:spPr bwMode="auto">
              <a:xfrm>
                <a:off x="4385" y="3136"/>
                <a:ext cx="366" cy="249"/>
              </a:xfrm>
              <a:custGeom>
                <a:avLst/>
                <a:gdLst>
                  <a:gd name="T0" fmla="*/ 342 w 732"/>
                  <a:gd name="T1" fmla="*/ 82 h 498"/>
                  <a:gd name="T2" fmla="*/ 361 w 732"/>
                  <a:gd name="T3" fmla="*/ 159 h 498"/>
                  <a:gd name="T4" fmla="*/ 366 w 732"/>
                  <a:gd name="T5" fmla="*/ 210 h 498"/>
                  <a:gd name="T6" fmla="*/ 341 w 732"/>
                  <a:gd name="T7" fmla="*/ 240 h 498"/>
                  <a:gd name="T8" fmla="*/ 237 w 732"/>
                  <a:gd name="T9" fmla="*/ 242 h 498"/>
                  <a:gd name="T10" fmla="*/ 142 w 732"/>
                  <a:gd name="T11" fmla="*/ 221 h 498"/>
                  <a:gd name="T12" fmla="*/ 90 w 732"/>
                  <a:gd name="T13" fmla="*/ 192 h 498"/>
                  <a:gd name="T14" fmla="*/ 53 w 732"/>
                  <a:gd name="T15" fmla="*/ 154 h 498"/>
                  <a:gd name="T16" fmla="*/ 14 w 732"/>
                  <a:gd name="T17" fmla="*/ 125 h 498"/>
                  <a:gd name="T18" fmla="*/ 0 w 732"/>
                  <a:gd name="T19" fmla="*/ 108 h 498"/>
                  <a:gd name="T20" fmla="*/ 6 w 732"/>
                  <a:gd name="T21" fmla="*/ 92 h 498"/>
                  <a:gd name="T22" fmla="*/ 27 w 732"/>
                  <a:gd name="T23" fmla="*/ 84 h 498"/>
                  <a:gd name="T24" fmla="*/ 37 w 732"/>
                  <a:gd name="T25" fmla="*/ 72 h 498"/>
                  <a:gd name="T26" fmla="*/ 38 w 732"/>
                  <a:gd name="T27" fmla="*/ 52 h 498"/>
                  <a:gd name="T28" fmla="*/ 50 w 732"/>
                  <a:gd name="T29" fmla="*/ 43 h 498"/>
                  <a:gd name="T30" fmla="*/ 67 w 732"/>
                  <a:gd name="T31" fmla="*/ 47 h 498"/>
                  <a:gd name="T32" fmla="*/ 69 w 732"/>
                  <a:gd name="T33" fmla="*/ 37 h 498"/>
                  <a:gd name="T34" fmla="*/ 75 w 732"/>
                  <a:gd name="T35" fmla="*/ 21 h 498"/>
                  <a:gd name="T36" fmla="*/ 92 w 732"/>
                  <a:gd name="T37" fmla="*/ 26 h 498"/>
                  <a:gd name="T38" fmla="*/ 110 w 732"/>
                  <a:gd name="T39" fmla="*/ 49 h 498"/>
                  <a:gd name="T40" fmla="*/ 117 w 732"/>
                  <a:gd name="T41" fmla="*/ 72 h 498"/>
                  <a:gd name="T42" fmla="*/ 120 w 732"/>
                  <a:gd name="T43" fmla="*/ 76 h 498"/>
                  <a:gd name="T44" fmla="*/ 123 w 732"/>
                  <a:gd name="T45" fmla="*/ 75 h 498"/>
                  <a:gd name="T46" fmla="*/ 127 w 732"/>
                  <a:gd name="T47" fmla="*/ 80 h 498"/>
                  <a:gd name="T48" fmla="*/ 142 w 732"/>
                  <a:gd name="T49" fmla="*/ 117 h 498"/>
                  <a:gd name="T50" fmla="*/ 170 w 732"/>
                  <a:gd name="T51" fmla="*/ 154 h 498"/>
                  <a:gd name="T52" fmla="*/ 205 w 732"/>
                  <a:gd name="T53" fmla="*/ 168 h 498"/>
                  <a:gd name="T54" fmla="*/ 257 w 732"/>
                  <a:gd name="T55" fmla="*/ 169 h 498"/>
                  <a:gd name="T56" fmla="*/ 284 w 732"/>
                  <a:gd name="T57" fmla="*/ 154 h 498"/>
                  <a:gd name="T58" fmla="*/ 269 w 732"/>
                  <a:gd name="T59" fmla="*/ 131 h 498"/>
                  <a:gd name="T60" fmla="*/ 253 w 732"/>
                  <a:gd name="T61" fmla="*/ 107 h 498"/>
                  <a:gd name="T62" fmla="*/ 238 w 732"/>
                  <a:gd name="T63" fmla="*/ 83 h 498"/>
                  <a:gd name="T64" fmla="*/ 235 w 732"/>
                  <a:gd name="T65" fmla="*/ 46 h 498"/>
                  <a:gd name="T66" fmla="*/ 255 w 732"/>
                  <a:gd name="T67" fmla="*/ 12 h 498"/>
                  <a:gd name="T68" fmla="*/ 283 w 732"/>
                  <a:gd name="T69" fmla="*/ 0 h 498"/>
                  <a:gd name="T70" fmla="*/ 317 w 732"/>
                  <a:gd name="T71" fmla="*/ 14 h 4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32"/>
                  <a:gd name="T109" fmla="*/ 0 h 498"/>
                  <a:gd name="T110" fmla="*/ 732 w 732"/>
                  <a:gd name="T111" fmla="*/ 498 h 4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32" h="498">
                    <a:moveTo>
                      <a:pt x="667" y="64"/>
                    </a:moveTo>
                    <a:lnTo>
                      <a:pt x="684" y="164"/>
                    </a:lnTo>
                    <a:lnTo>
                      <a:pt x="704" y="249"/>
                    </a:lnTo>
                    <a:lnTo>
                      <a:pt x="721" y="318"/>
                    </a:lnTo>
                    <a:lnTo>
                      <a:pt x="732" y="376"/>
                    </a:lnTo>
                    <a:lnTo>
                      <a:pt x="731" y="419"/>
                    </a:lnTo>
                    <a:lnTo>
                      <a:pt x="716" y="454"/>
                    </a:lnTo>
                    <a:lnTo>
                      <a:pt x="681" y="479"/>
                    </a:lnTo>
                    <a:lnTo>
                      <a:pt x="623" y="498"/>
                    </a:lnTo>
                    <a:lnTo>
                      <a:pt x="475" y="484"/>
                    </a:lnTo>
                    <a:lnTo>
                      <a:pt x="365" y="466"/>
                    </a:lnTo>
                    <a:lnTo>
                      <a:pt x="283" y="442"/>
                    </a:lnTo>
                    <a:lnTo>
                      <a:pt x="225" y="416"/>
                    </a:lnTo>
                    <a:lnTo>
                      <a:pt x="180" y="383"/>
                    </a:lnTo>
                    <a:lnTo>
                      <a:pt x="144" y="348"/>
                    </a:lnTo>
                    <a:lnTo>
                      <a:pt x="106" y="308"/>
                    </a:lnTo>
                    <a:lnTo>
                      <a:pt x="62" y="267"/>
                    </a:lnTo>
                    <a:lnTo>
                      <a:pt x="28" y="251"/>
                    </a:lnTo>
                    <a:lnTo>
                      <a:pt x="8" y="233"/>
                    </a:lnTo>
                    <a:lnTo>
                      <a:pt x="0" y="216"/>
                    </a:lnTo>
                    <a:lnTo>
                      <a:pt x="2" y="199"/>
                    </a:lnTo>
                    <a:lnTo>
                      <a:pt x="12" y="184"/>
                    </a:lnTo>
                    <a:lnTo>
                      <a:pt x="30" y="173"/>
                    </a:lnTo>
                    <a:lnTo>
                      <a:pt x="55" y="168"/>
                    </a:lnTo>
                    <a:lnTo>
                      <a:pt x="89" y="170"/>
                    </a:lnTo>
                    <a:lnTo>
                      <a:pt x="74" y="143"/>
                    </a:lnTo>
                    <a:lnTo>
                      <a:pt x="70" y="120"/>
                    </a:lnTo>
                    <a:lnTo>
                      <a:pt x="75" y="103"/>
                    </a:lnTo>
                    <a:lnTo>
                      <a:pt x="86" y="93"/>
                    </a:lnTo>
                    <a:lnTo>
                      <a:pt x="100" y="86"/>
                    </a:lnTo>
                    <a:lnTo>
                      <a:pt x="116" y="86"/>
                    </a:lnTo>
                    <a:lnTo>
                      <a:pt x="133" y="93"/>
                    </a:lnTo>
                    <a:lnTo>
                      <a:pt x="148" y="107"/>
                    </a:lnTo>
                    <a:lnTo>
                      <a:pt x="138" y="73"/>
                    </a:lnTo>
                    <a:lnTo>
                      <a:pt x="140" y="53"/>
                    </a:lnTo>
                    <a:lnTo>
                      <a:pt x="149" y="41"/>
                    </a:lnTo>
                    <a:lnTo>
                      <a:pt x="166" y="43"/>
                    </a:lnTo>
                    <a:lnTo>
                      <a:pt x="184" y="51"/>
                    </a:lnTo>
                    <a:lnTo>
                      <a:pt x="204" y="70"/>
                    </a:lnTo>
                    <a:lnTo>
                      <a:pt x="220" y="97"/>
                    </a:lnTo>
                    <a:lnTo>
                      <a:pt x="234" y="130"/>
                    </a:lnTo>
                    <a:lnTo>
                      <a:pt x="235" y="144"/>
                    </a:lnTo>
                    <a:lnTo>
                      <a:pt x="239" y="150"/>
                    </a:lnTo>
                    <a:lnTo>
                      <a:pt x="240" y="152"/>
                    </a:lnTo>
                    <a:lnTo>
                      <a:pt x="244" y="152"/>
                    </a:lnTo>
                    <a:lnTo>
                      <a:pt x="247" y="150"/>
                    </a:lnTo>
                    <a:lnTo>
                      <a:pt x="250" y="153"/>
                    </a:lnTo>
                    <a:lnTo>
                      <a:pt x="254" y="159"/>
                    </a:lnTo>
                    <a:lnTo>
                      <a:pt x="258" y="174"/>
                    </a:lnTo>
                    <a:lnTo>
                      <a:pt x="284" y="234"/>
                    </a:lnTo>
                    <a:lnTo>
                      <a:pt x="311" y="278"/>
                    </a:lnTo>
                    <a:lnTo>
                      <a:pt x="339" y="308"/>
                    </a:lnTo>
                    <a:lnTo>
                      <a:pt x="372" y="327"/>
                    </a:lnTo>
                    <a:lnTo>
                      <a:pt x="410" y="336"/>
                    </a:lnTo>
                    <a:lnTo>
                      <a:pt x="456" y="340"/>
                    </a:lnTo>
                    <a:lnTo>
                      <a:pt x="514" y="337"/>
                    </a:lnTo>
                    <a:lnTo>
                      <a:pt x="584" y="335"/>
                    </a:lnTo>
                    <a:lnTo>
                      <a:pt x="568" y="308"/>
                    </a:lnTo>
                    <a:lnTo>
                      <a:pt x="553" y="284"/>
                    </a:lnTo>
                    <a:lnTo>
                      <a:pt x="538" y="261"/>
                    </a:lnTo>
                    <a:lnTo>
                      <a:pt x="523" y="238"/>
                    </a:lnTo>
                    <a:lnTo>
                      <a:pt x="506" y="214"/>
                    </a:lnTo>
                    <a:lnTo>
                      <a:pt x="491" y="190"/>
                    </a:lnTo>
                    <a:lnTo>
                      <a:pt x="476" y="165"/>
                    </a:lnTo>
                    <a:lnTo>
                      <a:pt x="461" y="142"/>
                    </a:lnTo>
                    <a:lnTo>
                      <a:pt x="470" y="91"/>
                    </a:lnTo>
                    <a:lnTo>
                      <a:pt x="487" y="53"/>
                    </a:lnTo>
                    <a:lnTo>
                      <a:pt x="510" y="24"/>
                    </a:lnTo>
                    <a:lnTo>
                      <a:pt x="538" y="6"/>
                    </a:lnTo>
                    <a:lnTo>
                      <a:pt x="566" y="0"/>
                    </a:lnTo>
                    <a:lnTo>
                      <a:pt x="599" y="8"/>
                    </a:lnTo>
                    <a:lnTo>
                      <a:pt x="633" y="28"/>
                    </a:lnTo>
                    <a:lnTo>
                      <a:pt x="667" y="64"/>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0" name="Freeform 659">
                <a:extLst>
                  <a:ext uri="{FF2B5EF4-FFF2-40B4-BE49-F238E27FC236}">
                    <a16:creationId xmlns:a16="http://schemas.microsoft.com/office/drawing/2014/main" id="{39C5FE53-B9D9-894D-9795-0536245AB024}"/>
                  </a:ext>
                </a:extLst>
              </p:cNvPr>
              <p:cNvSpPr>
                <a:spLocks/>
              </p:cNvSpPr>
              <p:nvPr/>
            </p:nvSpPr>
            <p:spPr bwMode="auto">
              <a:xfrm>
                <a:off x="4391" y="3138"/>
                <a:ext cx="355" cy="239"/>
              </a:xfrm>
              <a:custGeom>
                <a:avLst/>
                <a:gdLst>
                  <a:gd name="T0" fmla="*/ 328 w 710"/>
                  <a:gd name="T1" fmla="*/ 83 h 478"/>
                  <a:gd name="T2" fmla="*/ 348 w 710"/>
                  <a:gd name="T3" fmla="*/ 156 h 478"/>
                  <a:gd name="T4" fmla="*/ 355 w 710"/>
                  <a:gd name="T5" fmla="*/ 201 h 478"/>
                  <a:gd name="T6" fmla="*/ 331 w 710"/>
                  <a:gd name="T7" fmla="*/ 229 h 478"/>
                  <a:gd name="T8" fmla="*/ 227 w 710"/>
                  <a:gd name="T9" fmla="*/ 232 h 478"/>
                  <a:gd name="T10" fmla="*/ 132 w 710"/>
                  <a:gd name="T11" fmla="*/ 209 h 478"/>
                  <a:gd name="T12" fmla="*/ 82 w 710"/>
                  <a:gd name="T13" fmla="*/ 178 h 478"/>
                  <a:gd name="T14" fmla="*/ 50 w 710"/>
                  <a:gd name="T15" fmla="*/ 147 h 478"/>
                  <a:gd name="T16" fmla="*/ 15 w 710"/>
                  <a:gd name="T17" fmla="*/ 125 h 478"/>
                  <a:gd name="T18" fmla="*/ 0 w 710"/>
                  <a:gd name="T19" fmla="*/ 108 h 478"/>
                  <a:gd name="T20" fmla="*/ 6 w 710"/>
                  <a:gd name="T21" fmla="*/ 92 h 478"/>
                  <a:gd name="T22" fmla="*/ 28 w 710"/>
                  <a:gd name="T23" fmla="*/ 85 h 478"/>
                  <a:gd name="T24" fmla="*/ 38 w 710"/>
                  <a:gd name="T25" fmla="*/ 72 h 478"/>
                  <a:gd name="T26" fmla="*/ 39 w 710"/>
                  <a:gd name="T27" fmla="*/ 54 h 478"/>
                  <a:gd name="T28" fmla="*/ 52 w 710"/>
                  <a:gd name="T29" fmla="*/ 47 h 478"/>
                  <a:gd name="T30" fmla="*/ 67 w 710"/>
                  <a:gd name="T31" fmla="*/ 52 h 478"/>
                  <a:gd name="T32" fmla="*/ 70 w 710"/>
                  <a:gd name="T33" fmla="*/ 43 h 478"/>
                  <a:gd name="T34" fmla="*/ 77 w 710"/>
                  <a:gd name="T35" fmla="*/ 30 h 478"/>
                  <a:gd name="T36" fmla="*/ 92 w 710"/>
                  <a:gd name="T37" fmla="*/ 36 h 478"/>
                  <a:gd name="T38" fmla="*/ 107 w 710"/>
                  <a:gd name="T39" fmla="*/ 58 h 478"/>
                  <a:gd name="T40" fmla="*/ 113 w 710"/>
                  <a:gd name="T41" fmla="*/ 80 h 478"/>
                  <a:gd name="T42" fmla="*/ 116 w 710"/>
                  <a:gd name="T43" fmla="*/ 82 h 478"/>
                  <a:gd name="T44" fmla="*/ 118 w 710"/>
                  <a:gd name="T45" fmla="*/ 77 h 478"/>
                  <a:gd name="T46" fmla="*/ 121 w 710"/>
                  <a:gd name="T47" fmla="*/ 78 h 478"/>
                  <a:gd name="T48" fmla="*/ 136 w 710"/>
                  <a:gd name="T49" fmla="*/ 115 h 478"/>
                  <a:gd name="T50" fmla="*/ 163 w 710"/>
                  <a:gd name="T51" fmla="*/ 154 h 478"/>
                  <a:gd name="T52" fmla="*/ 200 w 710"/>
                  <a:gd name="T53" fmla="*/ 168 h 478"/>
                  <a:gd name="T54" fmla="*/ 254 w 710"/>
                  <a:gd name="T55" fmla="*/ 168 h 478"/>
                  <a:gd name="T56" fmla="*/ 282 w 710"/>
                  <a:gd name="T57" fmla="*/ 154 h 478"/>
                  <a:gd name="T58" fmla="*/ 267 w 710"/>
                  <a:gd name="T59" fmla="*/ 129 h 478"/>
                  <a:gd name="T60" fmla="*/ 251 w 710"/>
                  <a:gd name="T61" fmla="*/ 104 h 478"/>
                  <a:gd name="T62" fmla="*/ 235 w 710"/>
                  <a:gd name="T63" fmla="*/ 79 h 478"/>
                  <a:gd name="T64" fmla="*/ 232 w 710"/>
                  <a:gd name="T65" fmla="*/ 42 h 478"/>
                  <a:gd name="T66" fmla="*/ 248 w 710"/>
                  <a:gd name="T67" fmla="*/ 10 h 478"/>
                  <a:gd name="T68" fmla="*/ 272 w 710"/>
                  <a:gd name="T69" fmla="*/ 0 h 478"/>
                  <a:gd name="T70" fmla="*/ 302 w 710"/>
                  <a:gd name="T71" fmla="*/ 15 h 4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0"/>
                  <a:gd name="T109" fmla="*/ 0 h 478"/>
                  <a:gd name="T110" fmla="*/ 710 w 710"/>
                  <a:gd name="T111" fmla="*/ 478 h 4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0" h="478">
                    <a:moveTo>
                      <a:pt x="637" y="66"/>
                    </a:moveTo>
                    <a:lnTo>
                      <a:pt x="655" y="165"/>
                    </a:lnTo>
                    <a:lnTo>
                      <a:pt x="676" y="247"/>
                    </a:lnTo>
                    <a:lnTo>
                      <a:pt x="696" y="311"/>
                    </a:lnTo>
                    <a:lnTo>
                      <a:pt x="708" y="362"/>
                    </a:lnTo>
                    <a:lnTo>
                      <a:pt x="710" y="401"/>
                    </a:lnTo>
                    <a:lnTo>
                      <a:pt x="696" y="432"/>
                    </a:lnTo>
                    <a:lnTo>
                      <a:pt x="661" y="457"/>
                    </a:lnTo>
                    <a:lnTo>
                      <a:pt x="602" y="478"/>
                    </a:lnTo>
                    <a:lnTo>
                      <a:pt x="454" y="463"/>
                    </a:lnTo>
                    <a:lnTo>
                      <a:pt x="344" y="443"/>
                    </a:lnTo>
                    <a:lnTo>
                      <a:pt x="263" y="417"/>
                    </a:lnTo>
                    <a:lnTo>
                      <a:pt x="207" y="388"/>
                    </a:lnTo>
                    <a:lnTo>
                      <a:pt x="164" y="356"/>
                    </a:lnTo>
                    <a:lnTo>
                      <a:pt x="132" y="324"/>
                    </a:lnTo>
                    <a:lnTo>
                      <a:pt x="100" y="293"/>
                    </a:lnTo>
                    <a:lnTo>
                      <a:pt x="64" y="267"/>
                    </a:lnTo>
                    <a:lnTo>
                      <a:pt x="30" y="250"/>
                    </a:lnTo>
                    <a:lnTo>
                      <a:pt x="10" y="233"/>
                    </a:lnTo>
                    <a:lnTo>
                      <a:pt x="0" y="215"/>
                    </a:lnTo>
                    <a:lnTo>
                      <a:pt x="2" y="199"/>
                    </a:lnTo>
                    <a:lnTo>
                      <a:pt x="12" y="184"/>
                    </a:lnTo>
                    <a:lnTo>
                      <a:pt x="31" y="174"/>
                    </a:lnTo>
                    <a:lnTo>
                      <a:pt x="56" y="169"/>
                    </a:lnTo>
                    <a:lnTo>
                      <a:pt x="90" y="171"/>
                    </a:lnTo>
                    <a:lnTo>
                      <a:pt x="75" y="144"/>
                    </a:lnTo>
                    <a:lnTo>
                      <a:pt x="73" y="123"/>
                    </a:lnTo>
                    <a:lnTo>
                      <a:pt x="78" y="108"/>
                    </a:lnTo>
                    <a:lnTo>
                      <a:pt x="90" y="99"/>
                    </a:lnTo>
                    <a:lnTo>
                      <a:pt x="104" y="94"/>
                    </a:lnTo>
                    <a:lnTo>
                      <a:pt x="120" y="95"/>
                    </a:lnTo>
                    <a:lnTo>
                      <a:pt x="134" y="103"/>
                    </a:lnTo>
                    <a:lnTo>
                      <a:pt x="145" y="116"/>
                    </a:lnTo>
                    <a:lnTo>
                      <a:pt x="139" y="85"/>
                    </a:lnTo>
                    <a:lnTo>
                      <a:pt x="143" y="67"/>
                    </a:lnTo>
                    <a:lnTo>
                      <a:pt x="153" y="59"/>
                    </a:lnTo>
                    <a:lnTo>
                      <a:pt x="168" y="62"/>
                    </a:lnTo>
                    <a:lnTo>
                      <a:pt x="184" y="72"/>
                    </a:lnTo>
                    <a:lnTo>
                      <a:pt x="202" y="91"/>
                    </a:lnTo>
                    <a:lnTo>
                      <a:pt x="214" y="116"/>
                    </a:lnTo>
                    <a:lnTo>
                      <a:pt x="224" y="148"/>
                    </a:lnTo>
                    <a:lnTo>
                      <a:pt x="227" y="160"/>
                    </a:lnTo>
                    <a:lnTo>
                      <a:pt x="229" y="164"/>
                    </a:lnTo>
                    <a:lnTo>
                      <a:pt x="232" y="163"/>
                    </a:lnTo>
                    <a:lnTo>
                      <a:pt x="234" y="159"/>
                    </a:lnTo>
                    <a:lnTo>
                      <a:pt x="237" y="154"/>
                    </a:lnTo>
                    <a:lnTo>
                      <a:pt x="239" y="153"/>
                    </a:lnTo>
                    <a:lnTo>
                      <a:pt x="243" y="156"/>
                    </a:lnTo>
                    <a:lnTo>
                      <a:pt x="247" y="170"/>
                    </a:lnTo>
                    <a:lnTo>
                      <a:pt x="271" y="230"/>
                    </a:lnTo>
                    <a:lnTo>
                      <a:pt x="297" y="277"/>
                    </a:lnTo>
                    <a:lnTo>
                      <a:pt x="326" y="307"/>
                    </a:lnTo>
                    <a:lnTo>
                      <a:pt x="361" y="327"/>
                    </a:lnTo>
                    <a:lnTo>
                      <a:pt x="400" y="336"/>
                    </a:lnTo>
                    <a:lnTo>
                      <a:pt x="449" y="338"/>
                    </a:lnTo>
                    <a:lnTo>
                      <a:pt x="508" y="336"/>
                    </a:lnTo>
                    <a:lnTo>
                      <a:pt x="579" y="333"/>
                    </a:lnTo>
                    <a:lnTo>
                      <a:pt x="563" y="307"/>
                    </a:lnTo>
                    <a:lnTo>
                      <a:pt x="548" y="282"/>
                    </a:lnTo>
                    <a:lnTo>
                      <a:pt x="533" y="257"/>
                    </a:lnTo>
                    <a:lnTo>
                      <a:pt x="518" y="233"/>
                    </a:lnTo>
                    <a:lnTo>
                      <a:pt x="502" y="208"/>
                    </a:lnTo>
                    <a:lnTo>
                      <a:pt x="486" y="183"/>
                    </a:lnTo>
                    <a:lnTo>
                      <a:pt x="471" y="158"/>
                    </a:lnTo>
                    <a:lnTo>
                      <a:pt x="458" y="134"/>
                    </a:lnTo>
                    <a:lnTo>
                      <a:pt x="465" y="84"/>
                    </a:lnTo>
                    <a:lnTo>
                      <a:pt x="479" y="46"/>
                    </a:lnTo>
                    <a:lnTo>
                      <a:pt x="496" y="19"/>
                    </a:lnTo>
                    <a:lnTo>
                      <a:pt x="519" y="4"/>
                    </a:lnTo>
                    <a:lnTo>
                      <a:pt x="544" y="0"/>
                    </a:lnTo>
                    <a:lnTo>
                      <a:pt x="573" y="9"/>
                    </a:lnTo>
                    <a:lnTo>
                      <a:pt x="603" y="30"/>
                    </a:lnTo>
                    <a:lnTo>
                      <a:pt x="637" y="66"/>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1" name="Freeform 660">
                <a:extLst>
                  <a:ext uri="{FF2B5EF4-FFF2-40B4-BE49-F238E27FC236}">
                    <a16:creationId xmlns:a16="http://schemas.microsoft.com/office/drawing/2014/main" id="{02C84F6D-1523-DA4E-B456-F5861BF8D447}"/>
                  </a:ext>
                </a:extLst>
              </p:cNvPr>
              <p:cNvSpPr>
                <a:spLocks/>
              </p:cNvSpPr>
              <p:nvPr/>
            </p:nvSpPr>
            <p:spPr bwMode="auto">
              <a:xfrm>
                <a:off x="4397" y="3140"/>
                <a:ext cx="343" cy="230"/>
              </a:xfrm>
              <a:custGeom>
                <a:avLst/>
                <a:gdLst>
                  <a:gd name="T0" fmla="*/ 312 w 687"/>
                  <a:gd name="T1" fmla="*/ 84 h 459"/>
                  <a:gd name="T2" fmla="*/ 335 w 687"/>
                  <a:gd name="T3" fmla="*/ 152 h 459"/>
                  <a:gd name="T4" fmla="*/ 343 w 687"/>
                  <a:gd name="T5" fmla="*/ 192 h 459"/>
                  <a:gd name="T6" fmla="*/ 320 w 687"/>
                  <a:gd name="T7" fmla="*/ 218 h 459"/>
                  <a:gd name="T8" fmla="*/ 216 w 687"/>
                  <a:gd name="T9" fmla="*/ 222 h 459"/>
                  <a:gd name="T10" fmla="*/ 121 w 687"/>
                  <a:gd name="T11" fmla="*/ 196 h 459"/>
                  <a:gd name="T12" fmla="*/ 73 w 687"/>
                  <a:gd name="T13" fmla="*/ 164 h 459"/>
                  <a:gd name="T14" fmla="*/ 46 w 687"/>
                  <a:gd name="T15" fmla="*/ 138 h 459"/>
                  <a:gd name="T16" fmla="*/ 15 w 687"/>
                  <a:gd name="T17" fmla="*/ 124 h 459"/>
                  <a:gd name="T18" fmla="*/ 0 w 687"/>
                  <a:gd name="T19" fmla="*/ 107 h 459"/>
                  <a:gd name="T20" fmla="*/ 6 w 687"/>
                  <a:gd name="T21" fmla="*/ 92 h 459"/>
                  <a:gd name="T22" fmla="*/ 28 w 687"/>
                  <a:gd name="T23" fmla="*/ 85 h 459"/>
                  <a:gd name="T24" fmla="*/ 38 w 687"/>
                  <a:gd name="T25" fmla="*/ 72 h 459"/>
                  <a:gd name="T26" fmla="*/ 40 w 687"/>
                  <a:gd name="T27" fmla="*/ 56 h 459"/>
                  <a:gd name="T28" fmla="*/ 54 w 687"/>
                  <a:gd name="T29" fmla="*/ 51 h 459"/>
                  <a:gd name="T30" fmla="*/ 68 w 687"/>
                  <a:gd name="T31" fmla="*/ 57 h 459"/>
                  <a:gd name="T32" fmla="*/ 70 w 687"/>
                  <a:gd name="T33" fmla="*/ 50 h 459"/>
                  <a:gd name="T34" fmla="*/ 79 w 687"/>
                  <a:gd name="T35" fmla="*/ 39 h 459"/>
                  <a:gd name="T36" fmla="*/ 93 w 687"/>
                  <a:gd name="T37" fmla="*/ 47 h 459"/>
                  <a:gd name="T38" fmla="*/ 105 w 687"/>
                  <a:gd name="T39" fmla="*/ 69 h 459"/>
                  <a:gd name="T40" fmla="*/ 108 w 687"/>
                  <a:gd name="T41" fmla="*/ 88 h 459"/>
                  <a:gd name="T42" fmla="*/ 110 w 687"/>
                  <a:gd name="T43" fmla="*/ 87 h 459"/>
                  <a:gd name="T44" fmla="*/ 113 w 687"/>
                  <a:gd name="T45" fmla="*/ 78 h 459"/>
                  <a:gd name="T46" fmla="*/ 116 w 687"/>
                  <a:gd name="T47" fmla="*/ 76 h 459"/>
                  <a:gd name="T48" fmla="*/ 128 w 687"/>
                  <a:gd name="T49" fmla="*/ 114 h 459"/>
                  <a:gd name="T50" fmla="*/ 157 w 687"/>
                  <a:gd name="T51" fmla="*/ 153 h 459"/>
                  <a:gd name="T52" fmla="*/ 196 w 687"/>
                  <a:gd name="T53" fmla="*/ 167 h 459"/>
                  <a:gd name="T54" fmla="*/ 252 w 687"/>
                  <a:gd name="T55" fmla="*/ 168 h 459"/>
                  <a:gd name="T56" fmla="*/ 279 w 687"/>
                  <a:gd name="T57" fmla="*/ 154 h 459"/>
                  <a:gd name="T58" fmla="*/ 264 w 687"/>
                  <a:gd name="T59" fmla="*/ 127 h 459"/>
                  <a:gd name="T60" fmla="*/ 248 w 687"/>
                  <a:gd name="T61" fmla="*/ 102 h 459"/>
                  <a:gd name="T62" fmla="*/ 233 w 687"/>
                  <a:gd name="T63" fmla="*/ 76 h 459"/>
                  <a:gd name="T64" fmla="*/ 229 w 687"/>
                  <a:gd name="T65" fmla="*/ 39 h 459"/>
                  <a:gd name="T66" fmla="*/ 242 w 687"/>
                  <a:gd name="T67" fmla="*/ 8 h 459"/>
                  <a:gd name="T68" fmla="*/ 261 w 687"/>
                  <a:gd name="T69" fmla="*/ 0 h 459"/>
                  <a:gd name="T70" fmla="*/ 287 w 687"/>
                  <a:gd name="T71" fmla="*/ 17 h 45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7"/>
                  <a:gd name="T109" fmla="*/ 0 h 459"/>
                  <a:gd name="T110" fmla="*/ 687 w 687"/>
                  <a:gd name="T111" fmla="*/ 459 h 45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7" h="459">
                    <a:moveTo>
                      <a:pt x="606" y="71"/>
                    </a:moveTo>
                    <a:lnTo>
                      <a:pt x="625" y="167"/>
                    </a:lnTo>
                    <a:lnTo>
                      <a:pt x="649" y="245"/>
                    </a:lnTo>
                    <a:lnTo>
                      <a:pt x="670" y="304"/>
                    </a:lnTo>
                    <a:lnTo>
                      <a:pt x="685" y="350"/>
                    </a:lnTo>
                    <a:lnTo>
                      <a:pt x="687" y="384"/>
                    </a:lnTo>
                    <a:lnTo>
                      <a:pt x="676" y="412"/>
                    </a:lnTo>
                    <a:lnTo>
                      <a:pt x="641" y="436"/>
                    </a:lnTo>
                    <a:lnTo>
                      <a:pt x="581" y="459"/>
                    </a:lnTo>
                    <a:lnTo>
                      <a:pt x="433" y="443"/>
                    </a:lnTo>
                    <a:lnTo>
                      <a:pt x="322" y="419"/>
                    </a:lnTo>
                    <a:lnTo>
                      <a:pt x="242" y="391"/>
                    </a:lnTo>
                    <a:lnTo>
                      <a:pt x="187" y="359"/>
                    </a:lnTo>
                    <a:lnTo>
                      <a:pt x="147" y="327"/>
                    </a:lnTo>
                    <a:lnTo>
                      <a:pt x="118" y="299"/>
                    </a:lnTo>
                    <a:lnTo>
                      <a:pt x="92" y="276"/>
                    </a:lnTo>
                    <a:lnTo>
                      <a:pt x="63" y="264"/>
                    </a:lnTo>
                    <a:lnTo>
                      <a:pt x="30" y="248"/>
                    </a:lnTo>
                    <a:lnTo>
                      <a:pt x="10" y="230"/>
                    </a:lnTo>
                    <a:lnTo>
                      <a:pt x="0" y="213"/>
                    </a:lnTo>
                    <a:lnTo>
                      <a:pt x="3" y="198"/>
                    </a:lnTo>
                    <a:lnTo>
                      <a:pt x="13" y="184"/>
                    </a:lnTo>
                    <a:lnTo>
                      <a:pt x="32" y="174"/>
                    </a:lnTo>
                    <a:lnTo>
                      <a:pt x="57" y="169"/>
                    </a:lnTo>
                    <a:lnTo>
                      <a:pt x="90" y="171"/>
                    </a:lnTo>
                    <a:lnTo>
                      <a:pt x="77" y="144"/>
                    </a:lnTo>
                    <a:lnTo>
                      <a:pt x="75" y="125"/>
                    </a:lnTo>
                    <a:lnTo>
                      <a:pt x="80" y="111"/>
                    </a:lnTo>
                    <a:lnTo>
                      <a:pt x="94" y="105"/>
                    </a:lnTo>
                    <a:lnTo>
                      <a:pt x="108" y="102"/>
                    </a:lnTo>
                    <a:lnTo>
                      <a:pt x="124" y="106"/>
                    </a:lnTo>
                    <a:lnTo>
                      <a:pt x="136" y="114"/>
                    </a:lnTo>
                    <a:lnTo>
                      <a:pt x="144" y="129"/>
                    </a:lnTo>
                    <a:lnTo>
                      <a:pt x="141" y="99"/>
                    </a:lnTo>
                    <a:lnTo>
                      <a:pt x="147" y="82"/>
                    </a:lnTo>
                    <a:lnTo>
                      <a:pt x="158" y="77"/>
                    </a:lnTo>
                    <a:lnTo>
                      <a:pt x="173" y="82"/>
                    </a:lnTo>
                    <a:lnTo>
                      <a:pt x="187" y="94"/>
                    </a:lnTo>
                    <a:lnTo>
                      <a:pt x="201" y="114"/>
                    </a:lnTo>
                    <a:lnTo>
                      <a:pt x="210" y="137"/>
                    </a:lnTo>
                    <a:lnTo>
                      <a:pt x="213" y="166"/>
                    </a:lnTo>
                    <a:lnTo>
                      <a:pt x="216" y="176"/>
                    </a:lnTo>
                    <a:lnTo>
                      <a:pt x="218" y="179"/>
                    </a:lnTo>
                    <a:lnTo>
                      <a:pt x="221" y="174"/>
                    </a:lnTo>
                    <a:lnTo>
                      <a:pt x="223" y="165"/>
                    </a:lnTo>
                    <a:lnTo>
                      <a:pt x="226" y="156"/>
                    </a:lnTo>
                    <a:lnTo>
                      <a:pt x="228" y="151"/>
                    </a:lnTo>
                    <a:lnTo>
                      <a:pt x="232" y="152"/>
                    </a:lnTo>
                    <a:lnTo>
                      <a:pt x="236" y="166"/>
                    </a:lnTo>
                    <a:lnTo>
                      <a:pt x="257" y="228"/>
                    </a:lnTo>
                    <a:lnTo>
                      <a:pt x="284" y="274"/>
                    </a:lnTo>
                    <a:lnTo>
                      <a:pt x="314" y="305"/>
                    </a:lnTo>
                    <a:lnTo>
                      <a:pt x="350" y="325"/>
                    </a:lnTo>
                    <a:lnTo>
                      <a:pt x="393" y="334"/>
                    </a:lnTo>
                    <a:lnTo>
                      <a:pt x="444" y="338"/>
                    </a:lnTo>
                    <a:lnTo>
                      <a:pt x="504" y="335"/>
                    </a:lnTo>
                    <a:lnTo>
                      <a:pt x="576" y="333"/>
                    </a:lnTo>
                    <a:lnTo>
                      <a:pt x="559" y="307"/>
                    </a:lnTo>
                    <a:lnTo>
                      <a:pt x="544" y="280"/>
                    </a:lnTo>
                    <a:lnTo>
                      <a:pt x="528" y="254"/>
                    </a:lnTo>
                    <a:lnTo>
                      <a:pt x="513" y="229"/>
                    </a:lnTo>
                    <a:lnTo>
                      <a:pt x="497" y="203"/>
                    </a:lnTo>
                    <a:lnTo>
                      <a:pt x="482" y="177"/>
                    </a:lnTo>
                    <a:lnTo>
                      <a:pt x="467" y="151"/>
                    </a:lnTo>
                    <a:lnTo>
                      <a:pt x="453" y="126"/>
                    </a:lnTo>
                    <a:lnTo>
                      <a:pt x="459" y="77"/>
                    </a:lnTo>
                    <a:lnTo>
                      <a:pt x="470" y="41"/>
                    </a:lnTo>
                    <a:lnTo>
                      <a:pt x="484" y="15"/>
                    </a:lnTo>
                    <a:lnTo>
                      <a:pt x="503" y="2"/>
                    </a:lnTo>
                    <a:lnTo>
                      <a:pt x="523" y="0"/>
                    </a:lnTo>
                    <a:lnTo>
                      <a:pt x="547" y="11"/>
                    </a:lnTo>
                    <a:lnTo>
                      <a:pt x="575" y="33"/>
                    </a:lnTo>
                    <a:lnTo>
                      <a:pt x="606" y="71"/>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2" name="Freeform 661">
                <a:extLst>
                  <a:ext uri="{FF2B5EF4-FFF2-40B4-BE49-F238E27FC236}">
                    <a16:creationId xmlns:a16="http://schemas.microsoft.com/office/drawing/2014/main" id="{04AC3F04-F48E-BC41-8720-BF4BE2819DF1}"/>
                  </a:ext>
                </a:extLst>
              </p:cNvPr>
              <p:cNvSpPr>
                <a:spLocks/>
              </p:cNvSpPr>
              <p:nvPr/>
            </p:nvSpPr>
            <p:spPr bwMode="auto">
              <a:xfrm>
                <a:off x="4288" y="3368"/>
                <a:ext cx="118" cy="69"/>
              </a:xfrm>
              <a:custGeom>
                <a:avLst/>
                <a:gdLst>
                  <a:gd name="T0" fmla="*/ 17 w 236"/>
                  <a:gd name="T1" fmla="*/ 0 h 138"/>
                  <a:gd name="T2" fmla="*/ 29 w 236"/>
                  <a:gd name="T3" fmla="*/ 3 h 138"/>
                  <a:gd name="T4" fmla="*/ 42 w 236"/>
                  <a:gd name="T5" fmla="*/ 7 h 138"/>
                  <a:gd name="T6" fmla="*/ 54 w 236"/>
                  <a:gd name="T7" fmla="*/ 11 h 138"/>
                  <a:gd name="T8" fmla="*/ 67 w 236"/>
                  <a:gd name="T9" fmla="*/ 15 h 138"/>
                  <a:gd name="T10" fmla="*/ 79 w 236"/>
                  <a:gd name="T11" fmla="*/ 19 h 138"/>
                  <a:gd name="T12" fmla="*/ 92 w 236"/>
                  <a:gd name="T13" fmla="*/ 23 h 138"/>
                  <a:gd name="T14" fmla="*/ 104 w 236"/>
                  <a:gd name="T15" fmla="*/ 27 h 138"/>
                  <a:gd name="T16" fmla="*/ 117 w 236"/>
                  <a:gd name="T17" fmla="*/ 32 h 138"/>
                  <a:gd name="T18" fmla="*/ 118 w 236"/>
                  <a:gd name="T19" fmla="*/ 37 h 138"/>
                  <a:gd name="T20" fmla="*/ 118 w 236"/>
                  <a:gd name="T21" fmla="*/ 42 h 138"/>
                  <a:gd name="T22" fmla="*/ 118 w 236"/>
                  <a:gd name="T23" fmla="*/ 47 h 138"/>
                  <a:gd name="T24" fmla="*/ 118 w 236"/>
                  <a:gd name="T25" fmla="*/ 52 h 138"/>
                  <a:gd name="T26" fmla="*/ 116 w 236"/>
                  <a:gd name="T27" fmla="*/ 56 h 138"/>
                  <a:gd name="T28" fmla="*/ 114 w 236"/>
                  <a:gd name="T29" fmla="*/ 60 h 138"/>
                  <a:gd name="T30" fmla="*/ 111 w 236"/>
                  <a:gd name="T31" fmla="*/ 65 h 138"/>
                  <a:gd name="T32" fmla="*/ 108 w 236"/>
                  <a:gd name="T33" fmla="*/ 69 h 138"/>
                  <a:gd name="T34" fmla="*/ 98 w 236"/>
                  <a:gd name="T35" fmla="*/ 67 h 138"/>
                  <a:gd name="T36" fmla="*/ 88 w 236"/>
                  <a:gd name="T37" fmla="*/ 66 h 138"/>
                  <a:gd name="T38" fmla="*/ 77 w 236"/>
                  <a:gd name="T39" fmla="*/ 65 h 138"/>
                  <a:gd name="T40" fmla="*/ 67 w 236"/>
                  <a:gd name="T41" fmla="*/ 63 h 138"/>
                  <a:gd name="T42" fmla="*/ 56 w 236"/>
                  <a:gd name="T43" fmla="*/ 62 h 138"/>
                  <a:gd name="T44" fmla="*/ 46 w 236"/>
                  <a:gd name="T45" fmla="*/ 61 h 138"/>
                  <a:gd name="T46" fmla="*/ 36 w 236"/>
                  <a:gd name="T47" fmla="*/ 60 h 138"/>
                  <a:gd name="T48" fmla="*/ 27 w 236"/>
                  <a:gd name="T49" fmla="*/ 59 h 138"/>
                  <a:gd name="T50" fmla="*/ 15 w 236"/>
                  <a:gd name="T51" fmla="*/ 52 h 138"/>
                  <a:gd name="T52" fmla="*/ 7 w 236"/>
                  <a:gd name="T53" fmla="*/ 44 h 138"/>
                  <a:gd name="T54" fmla="*/ 3 w 236"/>
                  <a:gd name="T55" fmla="*/ 37 h 138"/>
                  <a:gd name="T56" fmla="*/ 1 w 236"/>
                  <a:gd name="T57" fmla="*/ 29 h 138"/>
                  <a:gd name="T58" fmla="*/ 0 w 236"/>
                  <a:gd name="T59" fmla="*/ 22 h 138"/>
                  <a:gd name="T60" fmla="*/ 4 w 236"/>
                  <a:gd name="T61" fmla="*/ 14 h 138"/>
                  <a:gd name="T62" fmla="*/ 9 w 236"/>
                  <a:gd name="T63" fmla="*/ 6 h 138"/>
                  <a:gd name="T64" fmla="*/ 17 w 236"/>
                  <a:gd name="T65" fmla="*/ 0 h 1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6"/>
                  <a:gd name="T100" fmla="*/ 0 h 138"/>
                  <a:gd name="T101" fmla="*/ 236 w 236"/>
                  <a:gd name="T102" fmla="*/ 138 h 1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6" h="138">
                    <a:moveTo>
                      <a:pt x="34" y="0"/>
                    </a:moveTo>
                    <a:lnTo>
                      <a:pt x="58" y="7"/>
                    </a:lnTo>
                    <a:lnTo>
                      <a:pt x="83" y="15"/>
                    </a:lnTo>
                    <a:lnTo>
                      <a:pt x="108" y="22"/>
                    </a:lnTo>
                    <a:lnTo>
                      <a:pt x="133" y="31"/>
                    </a:lnTo>
                    <a:lnTo>
                      <a:pt x="158" y="39"/>
                    </a:lnTo>
                    <a:lnTo>
                      <a:pt x="183" y="47"/>
                    </a:lnTo>
                    <a:lnTo>
                      <a:pt x="208" y="55"/>
                    </a:lnTo>
                    <a:lnTo>
                      <a:pt x="233" y="64"/>
                    </a:lnTo>
                    <a:lnTo>
                      <a:pt x="235" y="74"/>
                    </a:lnTo>
                    <a:lnTo>
                      <a:pt x="236" y="85"/>
                    </a:lnTo>
                    <a:lnTo>
                      <a:pt x="236" y="94"/>
                    </a:lnTo>
                    <a:lnTo>
                      <a:pt x="235" y="104"/>
                    </a:lnTo>
                    <a:lnTo>
                      <a:pt x="231" y="112"/>
                    </a:lnTo>
                    <a:lnTo>
                      <a:pt x="227" y="121"/>
                    </a:lnTo>
                    <a:lnTo>
                      <a:pt x="222" y="129"/>
                    </a:lnTo>
                    <a:lnTo>
                      <a:pt x="216" y="138"/>
                    </a:lnTo>
                    <a:lnTo>
                      <a:pt x="195" y="134"/>
                    </a:lnTo>
                    <a:lnTo>
                      <a:pt x="175" y="131"/>
                    </a:lnTo>
                    <a:lnTo>
                      <a:pt x="153" y="129"/>
                    </a:lnTo>
                    <a:lnTo>
                      <a:pt x="133" y="127"/>
                    </a:lnTo>
                    <a:lnTo>
                      <a:pt x="112" y="124"/>
                    </a:lnTo>
                    <a:lnTo>
                      <a:pt x="92" y="122"/>
                    </a:lnTo>
                    <a:lnTo>
                      <a:pt x="72" y="120"/>
                    </a:lnTo>
                    <a:lnTo>
                      <a:pt x="53" y="119"/>
                    </a:lnTo>
                    <a:lnTo>
                      <a:pt x="30" y="104"/>
                    </a:lnTo>
                    <a:lnTo>
                      <a:pt x="15" y="89"/>
                    </a:lnTo>
                    <a:lnTo>
                      <a:pt x="5" y="74"/>
                    </a:lnTo>
                    <a:lnTo>
                      <a:pt x="1" y="59"/>
                    </a:lnTo>
                    <a:lnTo>
                      <a:pt x="0" y="44"/>
                    </a:lnTo>
                    <a:lnTo>
                      <a:pt x="7" y="28"/>
                    </a:lnTo>
                    <a:lnTo>
                      <a:pt x="17" y="13"/>
                    </a:lnTo>
                    <a:lnTo>
                      <a:pt x="34"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3" name="Freeform 662">
                <a:extLst>
                  <a:ext uri="{FF2B5EF4-FFF2-40B4-BE49-F238E27FC236}">
                    <a16:creationId xmlns:a16="http://schemas.microsoft.com/office/drawing/2014/main" id="{0BF23306-12D9-384C-B774-EF6ED1F5D3EE}"/>
                  </a:ext>
                </a:extLst>
              </p:cNvPr>
              <p:cNvSpPr>
                <a:spLocks/>
              </p:cNvSpPr>
              <p:nvPr/>
            </p:nvSpPr>
            <p:spPr bwMode="auto">
              <a:xfrm>
                <a:off x="4291" y="3370"/>
                <a:ext cx="112" cy="65"/>
              </a:xfrm>
              <a:custGeom>
                <a:avLst/>
                <a:gdLst>
                  <a:gd name="T0" fmla="*/ 16 w 226"/>
                  <a:gd name="T1" fmla="*/ 0 h 131"/>
                  <a:gd name="T2" fmla="*/ 27 w 226"/>
                  <a:gd name="T3" fmla="*/ 4 h 131"/>
                  <a:gd name="T4" fmla="*/ 39 w 226"/>
                  <a:gd name="T5" fmla="*/ 7 h 131"/>
                  <a:gd name="T6" fmla="*/ 51 w 226"/>
                  <a:gd name="T7" fmla="*/ 11 h 131"/>
                  <a:gd name="T8" fmla="*/ 63 w 226"/>
                  <a:gd name="T9" fmla="*/ 15 h 131"/>
                  <a:gd name="T10" fmla="*/ 75 w 226"/>
                  <a:gd name="T11" fmla="*/ 19 h 131"/>
                  <a:gd name="T12" fmla="*/ 87 w 226"/>
                  <a:gd name="T13" fmla="*/ 23 h 131"/>
                  <a:gd name="T14" fmla="*/ 98 w 226"/>
                  <a:gd name="T15" fmla="*/ 26 h 131"/>
                  <a:gd name="T16" fmla="*/ 111 w 226"/>
                  <a:gd name="T17" fmla="*/ 30 h 131"/>
                  <a:gd name="T18" fmla="*/ 112 w 226"/>
                  <a:gd name="T19" fmla="*/ 35 h 131"/>
                  <a:gd name="T20" fmla="*/ 112 w 226"/>
                  <a:gd name="T21" fmla="*/ 40 h 131"/>
                  <a:gd name="T22" fmla="*/ 112 w 226"/>
                  <a:gd name="T23" fmla="*/ 44 h 131"/>
                  <a:gd name="T24" fmla="*/ 112 w 226"/>
                  <a:gd name="T25" fmla="*/ 49 h 131"/>
                  <a:gd name="T26" fmla="*/ 110 w 226"/>
                  <a:gd name="T27" fmla="*/ 53 h 131"/>
                  <a:gd name="T28" fmla="*/ 108 w 226"/>
                  <a:gd name="T29" fmla="*/ 58 h 131"/>
                  <a:gd name="T30" fmla="*/ 105 w 226"/>
                  <a:gd name="T31" fmla="*/ 61 h 131"/>
                  <a:gd name="T32" fmla="*/ 102 w 226"/>
                  <a:gd name="T33" fmla="*/ 65 h 131"/>
                  <a:gd name="T34" fmla="*/ 92 w 226"/>
                  <a:gd name="T35" fmla="*/ 64 h 131"/>
                  <a:gd name="T36" fmla="*/ 82 w 226"/>
                  <a:gd name="T37" fmla="*/ 63 h 131"/>
                  <a:gd name="T38" fmla="*/ 72 w 226"/>
                  <a:gd name="T39" fmla="*/ 61 h 131"/>
                  <a:gd name="T40" fmla="*/ 63 w 226"/>
                  <a:gd name="T41" fmla="*/ 61 h 131"/>
                  <a:gd name="T42" fmla="*/ 53 w 226"/>
                  <a:gd name="T43" fmla="*/ 59 h 131"/>
                  <a:gd name="T44" fmla="*/ 43 w 226"/>
                  <a:gd name="T45" fmla="*/ 58 h 131"/>
                  <a:gd name="T46" fmla="*/ 34 w 226"/>
                  <a:gd name="T47" fmla="*/ 57 h 131"/>
                  <a:gd name="T48" fmla="*/ 24 w 226"/>
                  <a:gd name="T49" fmla="*/ 56 h 131"/>
                  <a:gd name="T50" fmla="*/ 14 w 226"/>
                  <a:gd name="T51" fmla="*/ 49 h 131"/>
                  <a:gd name="T52" fmla="*/ 7 w 226"/>
                  <a:gd name="T53" fmla="*/ 42 h 131"/>
                  <a:gd name="T54" fmla="*/ 2 w 226"/>
                  <a:gd name="T55" fmla="*/ 35 h 131"/>
                  <a:gd name="T56" fmla="*/ 0 w 226"/>
                  <a:gd name="T57" fmla="*/ 28 h 131"/>
                  <a:gd name="T58" fmla="*/ 0 w 226"/>
                  <a:gd name="T59" fmla="*/ 21 h 131"/>
                  <a:gd name="T60" fmla="*/ 2 w 226"/>
                  <a:gd name="T61" fmla="*/ 14 h 131"/>
                  <a:gd name="T62" fmla="*/ 7 w 226"/>
                  <a:gd name="T63" fmla="*/ 7 h 131"/>
                  <a:gd name="T64" fmla="*/ 16 w 226"/>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131"/>
                  <a:gd name="T101" fmla="*/ 226 w 226"/>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131">
                    <a:moveTo>
                      <a:pt x="32" y="0"/>
                    </a:moveTo>
                    <a:lnTo>
                      <a:pt x="54" y="8"/>
                    </a:lnTo>
                    <a:lnTo>
                      <a:pt x="79" y="15"/>
                    </a:lnTo>
                    <a:lnTo>
                      <a:pt x="102" y="23"/>
                    </a:lnTo>
                    <a:lnTo>
                      <a:pt x="127" y="31"/>
                    </a:lnTo>
                    <a:lnTo>
                      <a:pt x="151" y="38"/>
                    </a:lnTo>
                    <a:lnTo>
                      <a:pt x="175" y="46"/>
                    </a:lnTo>
                    <a:lnTo>
                      <a:pt x="198" y="53"/>
                    </a:lnTo>
                    <a:lnTo>
                      <a:pt x="223" y="61"/>
                    </a:lnTo>
                    <a:lnTo>
                      <a:pt x="225" y="71"/>
                    </a:lnTo>
                    <a:lnTo>
                      <a:pt x="226" y="81"/>
                    </a:lnTo>
                    <a:lnTo>
                      <a:pt x="225" y="89"/>
                    </a:lnTo>
                    <a:lnTo>
                      <a:pt x="225" y="99"/>
                    </a:lnTo>
                    <a:lnTo>
                      <a:pt x="221" y="107"/>
                    </a:lnTo>
                    <a:lnTo>
                      <a:pt x="217" y="116"/>
                    </a:lnTo>
                    <a:lnTo>
                      <a:pt x="211" y="123"/>
                    </a:lnTo>
                    <a:lnTo>
                      <a:pt x="206" y="131"/>
                    </a:lnTo>
                    <a:lnTo>
                      <a:pt x="186" y="128"/>
                    </a:lnTo>
                    <a:lnTo>
                      <a:pt x="166" y="126"/>
                    </a:lnTo>
                    <a:lnTo>
                      <a:pt x="146" y="123"/>
                    </a:lnTo>
                    <a:lnTo>
                      <a:pt x="127" y="122"/>
                    </a:lnTo>
                    <a:lnTo>
                      <a:pt x="107" y="118"/>
                    </a:lnTo>
                    <a:lnTo>
                      <a:pt x="87" y="117"/>
                    </a:lnTo>
                    <a:lnTo>
                      <a:pt x="68" y="114"/>
                    </a:lnTo>
                    <a:lnTo>
                      <a:pt x="49" y="113"/>
                    </a:lnTo>
                    <a:lnTo>
                      <a:pt x="28" y="98"/>
                    </a:lnTo>
                    <a:lnTo>
                      <a:pt x="14" y="84"/>
                    </a:lnTo>
                    <a:lnTo>
                      <a:pt x="4" y="71"/>
                    </a:lnTo>
                    <a:lnTo>
                      <a:pt x="0" y="57"/>
                    </a:lnTo>
                    <a:lnTo>
                      <a:pt x="0" y="42"/>
                    </a:lnTo>
                    <a:lnTo>
                      <a:pt x="5" y="28"/>
                    </a:lnTo>
                    <a:lnTo>
                      <a:pt x="15" y="14"/>
                    </a:lnTo>
                    <a:lnTo>
                      <a:pt x="32"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4" name="Freeform 663">
                <a:extLst>
                  <a:ext uri="{FF2B5EF4-FFF2-40B4-BE49-F238E27FC236}">
                    <a16:creationId xmlns:a16="http://schemas.microsoft.com/office/drawing/2014/main" id="{EBC66EA4-2195-DB44-8C58-1D38F8D9B3E0}"/>
                  </a:ext>
                </a:extLst>
              </p:cNvPr>
              <p:cNvSpPr>
                <a:spLocks/>
              </p:cNvSpPr>
              <p:nvPr/>
            </p:nvSpPr>
            <p:spPr bwMode="auto">
              <a:xfrm>
                <a:off x="4293" y="3371"/>
                <a:ext cx="107" cy="62"/>
              </a:xfrm>
              <a:custGeom>
                <a:avLst/>
                <a:gdLst>
                  <a:gd name="T0" fmla="*/ 15 w 215"/>
                  <a:gd name="T1" fmla="*/ 0 h 124"/>
                  <a:gd name="T2" fmla="*/ 26 w 215"/>
                  <a:gd name="T3" fmla="*/ 3 h 124"/>
                  <a:gd name="T4" fmla="*/ 38 w 215"/>
                  <a:gd name="T5" fmla="*/ 7 h 124"/>
                  <a:gd name="T6" fmla="*/ 49 w 215"/>
                  <a:gd name="T7" fmla="*/ 11 h 124"/>
                  <a:gd name="T8" fmla="*/ 61 w 215"/>
                  <a:gd name="T9" fmla="*/ 15 h 124"/>
                  <a:gd name="T10" fmla="*/ 72 w 215"/>
                  <a:gd name="T11" fmla="*/ 18 h 124"/>
                  <a:gd name="T12" fmla="*/ 83 w 215"/>
                  <a:gd name="T13" fmla="*/ 22 h 124"/>
                  <a:gd name="T14" fmla="*/ 95 w 215"/>
                  <a:gd name="T15" fmla="*/ 25 h 124"/>
                  <a:gd name="T16" fmla="*/ 106 w 215"/>
                  <a:gd name="T17" fmla="*/ 29 h 124"/>
                  <a:gd name="T18" fmla="*/ 106 w 215"/>
                  <a:gd name="T19" fmla="*/ 33 h 124"/>
                  <a:gd name="T20" fmla="*/ 107 w 215"/>
                  <a:gd name="T21" fmla="*/ 38 h 124"/>
                  <a:gd name="T22" fmla="*/ 106 w 215"/>
                  <a:gd name="T23" fmla="*/ 43 h 124"/>
                  <a:gd name="T24" fmla="*/ 106 w 215"/>
                  <a:gd name="T25" fmla="*/ 48 h 124"/>
                  <a:gd name="T26" fmla="*/ 105 w 215"/>
                  <a:gd name="T27" fmla="*/ 52 h 124"/>
                  <a:gd name="T28" fmla="*/ 103 w 215"/>
                  <a:gd name="T29" fmla="*/ 55 h 124"/>
                  <a:gd name="T30" fmla="*/ 101 w 215"/>
                  <a:gd name="T31" fmla="*/ 58 h 124"/>
                  <a:gd name="T32" fmla="*/ 99 w 215"/>
                  <a:gd name="T33" fmla="*/ 62 h 124"/>
                  <a:gd name="T34" fmla="*/ 89 w 215"/>
                  <a:gd name="T35" fmla="*/ 61 h 124"/>
                  <a:gd name="T36" fmla="*/ 80 w 215"/>
                  <a:gd name="T37" fmla="*/ 60 h 124"/>
                  <a:gd name="T38" fmla="*/ 70 w 215"/>
                  <a:gd name="T39" fmla="*/ 59 h 124"/>
                  <a:gd name="T40" fmla="*/ 61 w 215"/>
                  <a:gd name="T41" fmla="*/ 58 h 124"/>
                  <a:gd name="T42" fmla="*/ 51 w 215"/>
                  <a:gd name="T43" fmla="*/ 57 h 124"/>
                  <a:gd name="T44" fmla="*/ 42 w 215"/>
                  <a:gd name="T45" fmla="*/ 57 h 124"/>
                  <a:gd name="T46" fmla="*/ 32 w 215"/>
                  <a:gd name="T47" fmla="*/ 55 h 124"/>
                  <a:gd name="T48" fmla="*/ 24 w 215"/>
                  <a:gd name="T49" fmla="*/ 55 h 124"/>
                  <a:gd name="T50" fmla="*/ 14 w 215"/>
                  <a:gd name="T51" fmla="*/ 47 h 124"/>
                  <a:gd name="T52" fmla="*/ 7 w 215"/>
                  <a:gd name="T53" fmla="*/ 41 h 124"/>
                  <a:gd name="T54" fmla="*/ 2 w 215"/>
                  <a:gd name="T55" fmla="*/ 33 h 124"/>
                  <a:gd name="T56" fmla="*/ 0 w 215"/>
                  <a:gd name="T57" fmla="*/ 27 h 124"/>
                  <a:gd name="T58" fmla="*/ 0 w 215"/>
                  <a:gd name="T59" fmla="*/ 20 h 124"/>
                  <a:gd name="T60" fmla="*/ 2 w 215"/>
                  <a:gd name="T61" fmla="*/ 13 h 124"/>
                  <a:gd name="T62" fmla="*/ 7 w 215"/>
                  <a:gd name="T63" fmla="*/ 6 h 124"/>
                  <a:gd name="T64" fmla="*/ 15 w 215"/>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24"/>
                  <a:gd name="T101" fmla="*/ 215 w 215"/>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24">
                    <a:moveTo>
                      <a:pt x="30" y="0"/>
                    </a:moveTo>
                    <a:lnTo>
                      <a:pt x="53" y="6"/>
                    </a:lnTo>
                    <a:lnTo>
                      <a:pt x="76" y="14"/>
                    </a:lnTo>
                    <a:lnTo>
                      <a:pt x="98" y="21"/>
                    </a:lnTo>
                    <a:lnTo>
                      <a:pt x="122" y="29"/>
                    </a:lnTo>
                    <a:lnTo>
                      <a:pt x="144" y="35"/>
                    </a:lnTo>
                    <a:lnTo>
                      <a:pt x="167" y="43"/>
                    </a:lnTo>
                    <a:lnTo>
                      <a:pt x="190" y="50"/>
                    </a:lnTo>
                    <a:lnTo>
                      <a:pt x="213" y="58"/>
                    </a:lnTo>
                    <a:lnTo>
                      <a:pt x="213" y="66"/>
                    </a:lnTo>
                    <a:lnTo>
                      <a:pt x="215" y="76"/>
                    </a:lnTo>
                    <a:lnTo>
                      <a:pt x="213" y="85"/>
                    </a:lnTo>
                    <a:lnTo>
                      <a:pt x="213" y="95"/>
                    </a:lnTo>
                    <a:lnTo>
                      <a:pt x="210" y="103"/>
                    </a:lnTo>
                    <a:lnTo>
                      <a:pt x="207" y="110"/>
                    </a:lnTo>
                    <a:lnTo>
                      <a:pt x="202" y="116"/>
                    </a:lnTo>
                    <a:lnTo>
                      <a:pt x="198" y="124"/>
                    </a:lnTo>
                    <a:lnTo>
                      <a:pt x="178" y="121"/>
                    </a:lnTo>
                    <a:lnTo>
                      <a:pt x="160" y="120"/>
                    </a:lnTo>
                    <a:lnTo>
                      <a:pt x="141" y="118"/>
                    </a:lnTo>
                    <a:lnTo>
                      <a:pt x="122" y="116"/>
                    </a:lnTo>
                    <a:lnTo>
                      <a:pt x="103" y="114"/>
                    </a:lnTo>
                    <a:lnTo>
                      <a:pt x="84" y="113"/>
                    </a:lnTo>
                    <a:lnTo>
                      <a:pt x="65" y="110"/>
                    </a:lnTo>
                    <a:lnTo>
                      <a:pt x="48" y="109"/>
                    </a:lnTo>
                    <a:lnTo>
                      <a:pt x="28" y="94"/>
                    </a:lnTo>
                    <a:lnTo>
                      <a:pt x="14" y="81"/>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5" name="Freeform 664">
                <a:extLst>
                  <a:ext uri="{FF2B5EF4-FFF2-40B4-BE49-F238E27FC236}">
                    <a16:creationId xmlns:a16="http://schemas.microsoft.com/office/drawing/2014/main" id="{EF224F96-5BC7-A741-A7FF-AB715F2F4559}"/>
                  </a:ext>
                </a:extLst>
              </p:cNvPr>
              <p:cNvSpPr>
                <a:spLocks/>
              </p:cNvSpPr>
              <p:nvPr/>
            </p:nvSpPr>
            <p:spPr bwMode="auto">
              <a:xfrm>
                <a:off x="4296" y="3372"/>
                <a:ext cx="102" cy="60"/>
              </a:xfrm>
              <a:custGeom>
                <a:avLst/>
                <a:gdLst>
                  <a:gd name="T0" fmla="*/ 14 w 205"/>
                  <a:gd name="T1" fmla="*/ 0 h 119"/>
                  <a:gd name="T2" fmla="*/ 25 w 205"/>
                  <a:gd name="T3" fmla="*/ 4 h 119"/>
                  <a:gd name="T4" fmla="*/ 36 w 205"/>
                  <a:gd name="T5" fmla="*/ 7 h 119"/>
                  <a:gd name="T6" fmla="*/ 46 w 205"/>
                  <a:gd name="T7" fmla="*/ 10 h 119"/>
                  <a:gd name="T8" fmla="*/ 58 w 205"/>
                  <a:gd name="T9" fmla="*/ 14 h 119"/>
                  <a:gd name="T10" fmla="*/ 68 w 205"/>
                  <a:gd name="T11" fmla="*/ 17 h 119"/>
                  <a:gd name="T12" fmla="*/ 79 w 205"/>
                  <a:gd name="T13" fmla="*/ 21 h 119"/>
                  <a:gd name="T14" fmla="*/ 90 w 205"/>
                  <a:gd name="T15" fmla="*/ 25 h 119"/>
                  <a:gd name="T16" fmla="*/ 101 w 205"/>
                  <a:gd name="T17" fmla="*/ 29 h 119"/>
                  <a:gd name="T18" fmla="*/ 101 w 205"/>
                  <a:gd name="T19" fmla="*/ 33 h 119"/>
                  <a:gd name="T20" fmla="*/ 102 w 205"/>
                  <a:gd name="T21" fmla="*/ 37 h 119"/>
                  <a:gd name="T22" fmla="*/ 101 w 205"/>
                  <a:gd name="T23" fmla="*/ 42 h 119"/>
                  <a:gd name="T24" fmla="*/ 101 w 205"/>
                  <a:gd name="T25" fmla="*/ 46 h 119"/>
                  <a:gd name="T26" fmla="*/ 100 w 205"/>
                  <a:gd name="T27" fmla="*/ 50 h 119"/>
                  <a:gd name="T28" fmla="*/ 98 w 205"/>
                  <a:gd name="T29" fmla="*/ 54 h 119"/>
                  <a:gd name="T30" fmla="*/ 96 w 205"/>
                  <a:gd name="T31" fmla="*/ 57 h 119"/>
                  <a:gd name="T32" fmla="*/ 93 w 205"/>
                  <a:gd name="T33" fmla="*/ 60 h 119"/>
                  <a:gd name="T34" fmla="*/ 84 w 205"/>
                  <a:gd name="T35" fmla="*/ 58 h 119"/>
                  <a:gd name="T36" fmla="*/ 75 w 205"/>
                  <a:gd name="T37" fmla="*/ 57 h 119"/>
                  <a:gd name="T38" fmla="*/ 66 w 205"/>
                  <a:gd name="T39" fmla="*/ 56 h 119"/>
                  <a:gd name="T40" fmla="*/ 58 w 205"/>
                  <a:gd name="T41" fmla="*/ 56 h 119"/>
                  <a:gd name="T42" fmla="*/ 48 w 205"/>
                  <a:gd name="T43" fmla="*/ 54 h 119"/>
                  <a:gd name="T44" fmla="*/ 39 w 205"/>
                  <a:gd name="T45" fmla="*/ 54 h 119"/>
                  <a:gd name="T46" fmla="*/ 31 w 205"/>
                  <a:gd name="T47" fmla="*/ 52 h 119"/>
                  <a:gd name="T48" fmla="*/ 22 w 205"/>
                  <a:gd name="T49" fmla="*/ 52 h 119"/>
                  <a:gd name="T50" fmla="*/ 12 w 205"/>
                  <a:gd name="T51" fmla="*/ 45 h 119"/>
                  <a:gd name="T52" fmla="*/ 6 w 205"/>
                  <a:gd name="T53" fmla="*/ 39 h 119"/>
                  <a:gd name="T54" fmla="*/ 2 w 205"/>
                  <a:gd name="T55" fmla="*/ 32 h 119"/>
                  <a:gd name="T56" fmla="*/ 0 w 205"/>
                  <a:gd name="T57" fmla="*/ 26 h 119"/>
                  <a:gd name="T58" fmla="*/ 0 w 205"/>
                  <a:gd name="T59" fmla="*/ 19 h 119"/>
                  <a:gd name="T60" fmla="*/ 2 w 205"/>
                  <a:gd name="T61" fmla="*/ 13 h 119"/>
                  <a:gd name="T62" fmla="*/ 7 w 205"/>
                  <a:gd name="T63" fmla="*/ 6 h 119"/>
                  <a:gd name="T64" fmla="*/ 14 w 205"/>
                  <a:gd name="T65" fmla="*/ 0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
                  <a:gd name="T100" fmla="*/ 0 h 119"/>
                  <a:gd name="T101" fmla="*/ 205 w 205"/>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 h="119">
                    <a:moveTo>
                      <a:pt x="29" y="0"/>
                    </a:moveTo>
                    <a:lnTo>
                      <a:pt x="50" y="7"/>
                    </a:lnTo>
                    <a:lnTo>
                      <a:pt x="72" y="14"/>
                    </a:lnTo>
                    <a:lnTo>
                      <a:pt x="93" y="20"/>
                    </a:lnTo>
                    <a:lnTo>
                      <a:pt x="116" y="28"/>
                    </a:lnTo>
                    <a:lnTo>
                      <a:pt x="137" y="34"/>
                    </a:lnTo>
                    <a:lnTo>
                      <a:pt x="158" y="42"/>
                    </a:lnTo>
                    <a:lnTo>
                      <a:pt x="181" y="49"/>
                    </a:lnTo>
                    <a:lnTo>
                      <a:pt x="203" y="57"/>
                    </a:lnTo>
                    <a:lnTo>
                      <a:pt x="203" y="66"/>
                    </a:lnTo>
                    <a:lnTo>
                      <a:pt x="205" y="74"/>
                    </a:lnTo>
                    <a:lnTo>
                      <a:pt x="203" y="83"/>
                    </a:lnTo>
                    <a:lnTo>
                      <a:pt x="203" y="92"/>
                    </a:lnTo>
                    <a:lnTo>
                      <a:pt x="200" y="99"/>
                    </a:lnTo>
                    <a:lnTo>
                      <a:pt x="197" y="107"/>
                    </a:lnTo>
                    <a:lnTo>
                      <a:pt x="192" y="113"/>
                    </a:lnTo>
                    <a:lnTo>
                      <a:pt x="187" y="119"/>
                    </a:lnTo>
                    <a:lnTo>
                      <a:pt x="168" y="116"/>
                    </a:lnTo>
                    <a:lnTo>
                      <a:pt x="151" y="114"/>
                    </a:lnTo>
                    <a:lnTo>
                      <a:pt x="133" y="112"/>
                    </a:lnTo>
                    <a:lnTo>
                      <a:pt x="116" y="111"/>
                    </a:lnTo>
                    <a:lnTo>
                      <a:pt x="97" y="108"/>
                    </a:lnTo>
                    <a:lnTo>
                      <a:pt x="79" y="107"/>
                    </a:lnTo>
                    <a:lnTo>
                      <a:pt x="62" y="104"/>
                    </a:lnTo>
                    <a:lnTo>
                      <a:pt x="44" y="103"/>
                    </a:lnTo>
                    <a:lnTo>
                      <a:pt x="25" y="89"/>
                    </a:lnTo>
                    <a:lnTo>
                      <a:pt x="13" y="77"/>
                    </a:lnTo>
                    <a:lnTo>
                      <a:pt x="4" y="63"/>
                    </a:lnTo>
                    <a:lnTo>
                      <a:pt x="0" y="52"/>
                    </a:lnTo>
                    <a:lnTo>
                      <a:pt x="0" y="38"/>
                    </a:lnTo>
                    <a:lnTo>
                      <a:pt x="5" y="26"/>
                    </a:lnTo>
                    <a:lnTo>
                      <a:pt x="14" y="12"/>
                    </a:lnTo>
                    <a:lnTo>
                      <a:pt x="29"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6" name="Freeform 665">
                <a:extLst>
                  <a:ext uri="{FF2B5EF4-FFF2-40B4-BE49-F238E27FC236}">
                    <a16:creationId xmlns:a16="http://schemas.microsoft.com/office/drawing/2014/main" id="{73F2ED26-A8EB-034D-96BA-3893763113F1}"/>
                  </a:ext>
                </a:extLst>
              </p:cNvPr>
              <p:cNvSpPr>
                <a:spLocks/>
              </p:cNvSpPr>
              <p:nvPr/>
            </p:nvSpPr>
            <p:spPr bwMode="auto">
              <a:xfrm>
                <a:off x="4298" y="3373"/>
                <a:ext cx="97" cy="57"/>
              </a:xfrm>
              <a:custGeom>
                <a:avLst/>
                <a:gdLst>
                  <a:gd name="T0" fmla="*/ 14 w 195"/>
                  <a:gd name="T1" fmla="*/ 0 h 114"/>
                  <a:gd name="T2" fmla="*/ 24 w 195"/>
                  <a:gd name="T3" fmla="*/ 3 h 114"/>
                  <a:gd name="T4" fmla="*/ 34 w 195"/>
                  <a:gd name="T5" fmla="*/ 6 h 114"/>
                  <a:gd name="T6" fmla="*/ 44 w 195"/>
                  <a:gd name="T7" fmla="*/ 10 h 114"/>
                  <a:gd name="T8" fmla="*/ 55 w 195"/>
                  <a:gd name="T9" fmla="*/ 13 h 114"/>
                  <a:gd name="T10" fmla="*/ 65 w 195"/>
                  <a:gd name="T11" fmla="*/ 17 h 114"/>
                  <a:gd name="T12" fmla="*/ 76 w 195"/>
                  <a:gd name="T13" fmla="*/ 20 h 114"/>
                  <a:gd name="T14" fmla="*/ 86 w 195"/>
                  <a:gd name="T15" fmla="*/ 23 h 114"/>
                  <a:gd name="T16" fmla="*/ 96 w 195"/>
                  <a:gd name="T17" fmla="*/ 27 h 114"/>
                  <a:gd name="T18" fmla="*/ 96 w 195"/>
                  <a:gd name="T19" fmla="*/ 31 h 114"/>
                  <a:gd name="T20" fmla="*/ 97 w 195"/>
                  <a:gd name="T21" fmla="*/ 36 h 114"/>
                  <a:gd name="T22" fmla="*/ 96 w 195"/>
                  <a:gd name="T23" fmla="*/ 40 h 114"/>
                  <a:gd name="T24" fmla="*/ 96 w 195"/>
                  <a:gd name="T25" fmla="*/ 44 h 114"/>
                  <a:gd name="T26" fmla="*/ 95 w 195"/>
                  <a:gd name="T27" fmla="*/ 47 h 114"/>
                  <a:gd name="T28" fmla="*/ 93 w 195"/>
                  <a:gd name="T29" fmla="*/ 51 h 114"/>
                  <a:gd name="T30" fmla="*/ 91 w 195"/>
                  <a:gd name="T31" fmla="*/ 54 h 114"/>
                  <a:gd name="T32" fmla="*/ 88 w 195"/>
                  <a:gd name="T33" fmla="*/ 57 h 114"/>
                  <a:gd name="T34" fmla="*/ 80 w 195"/>
                  <a:gd name="T35" fmla="*/ 56 h 114"/>
                  <a:gd name="T36" fmla="*/ 71 w 195"/>
                  <a:gd name="T37" fmla="*/ 55 h 114"/>
                  <a:gd name="T38" fmla="*/ 63 w 195"/>
                  <a:gd name="T39" fmla="*/ 54 h 114"/>
                  <a:gd name="T40" fmla="*/ 54 w 195"/>
                  <a:gd name="T41" fmla="*/ 53 h 114"/>
                  <a:gd name="T42" fmla="*/ 46 w 195"/>
                  <a:gd name="T43" fmla="*/ 52 h 114"/>
                  <a:gd name="T44" fmla="*/ 38 w 195"/>
                  <a:gd name="T45" fmla="*/ 52 h 114"/>
                  <a:gd name="T46" fmla="*/ 29 w 195"/>
                  <a:gd name="T47" fmla="*/ 50 h 114"/>
                  <a:gd name="T48" fmla="*/ 21 w 195"/>
                  <a:gd name="T49" fmla="*/ 50 h 114"/>
                  <a:gd name="T50" fmla="*/ 12 w 195"/>
                  <a:gd name="T51" fmla="*/ 43 h 114"/>
                  <a:gd name="T52" fmla="*/ 6 w 195"/>
                  <a:gd name="T53" fmla="*/ 37 h 114"/>
                  <a:gd name="T54" fmla="*/ 2 w 195"/>
                  <a:gd name="T55" fmla="*/ 30 h 114"/>
                  <a:gd name="T56" fmla="*/ 0 w 195"/>
                  <a:gd name="T57" fmla="*/ 25 h 114"/>
                  <a:gd name="T58" fmla="*/ 0 w 195"/>
                  <a:gd name="T59" fmla="*/ 18 h 114"/>
                  <a:gd name="T60" fmla="*/ 2 w 195"/>
                  <a:gd name="T61" fmla="*/ 12 h 114"/>
                  <a:gd name="T62" fmla="*/ 6 w 195"/>
                  <a:gd name="T63" fmla="*/ 6 h 114"/>
                  <a:gd name="T64" fmla="*/ 14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8" y="0"/>
                    </a:moveTo>
                    <a:lnTo>
                      <a:pt x="48" y="6"/>
                    </a:lnTo>
                    <a:lnTo>
                      <a:pt x="69" y="12"/>
                    </a:lnTo>
                    <a:lnTo>
                      <a:pt x="89" y="19"/>
                    </a:lnTo>
                    <a:lnTo>
                      <a:pt x="111" y="26"/>
                    </a:lnTo>
                    <a:lnTo>
                      <a:pt x="131" y="33"/>
                    </a:lnTo>
                    <a:lnTo>
                      <a:pt x="152" y="40"/>
                    </a:lnTo>
                    <a:lnTo>
                      <a:pt x="172" y="46"/>
                    </a:lnTo>
                    <a:lnTo>
                      <a:pt x="193" y="54"/>
                    </a:lnTo>
                    <a:lnTo>
                      <a:pt x="193" y="63"/>
                    </a:lnTo>
                    <a:lnTo>
                      <a:pt x="195" y="71"/>
                    </a:lnTo>
                    <a:lnTo>
                      <a:pt x="193" y="79"/>
                    </a:lnTo>
                    <a:lnTo>
                      <a:pt x="193" y="88"/>
                    </a:lnTo>
                    <a:lnTo>
                      <a:pt x="190" y="94"/>
                    </a:lnTo>
                    <a:lnTo>
                      <a:pt x="187" y="101"/>
                    </a:lnTo>
                    <a:lnTo>
                      <a:pt x="182" y="108"/>
                    </a:lnTo>
                    <a:lnTo>
                      <a:pt x="177" y="114"/>
                    </a:lnTo>
                    <a:lnTo>
                      <a:pt x="160" y="111"/>
                    </a:lnTo>
                    <a:lnTo>
                      <a:pt x="143" y="110"/>
                    </a:lnTo>
                    <a:lnTo>
                      <a:pt x="126" y="108"/>
                    </a:lnTo>
                    <a:lnTo>
                      <a:pt x="109" y="106"/>
                    </a:lnTo>
                    <a:lnTo>
                      <a:pt x="92" y="104"/>
                    </a:lnTo>
                    <a:lnTo>
                      <a:pt x="76" y="103"/>
                    </a:lnTo>
                    <a:lnTo>
                      <a:pt x="59" y="100"/>
                    </a:lnTo>
                    <a:lnTo>
                      <a:pt x="43" y="99"/>
                    </a:lnTo>
                    <a:lnTo>
                      <a:pt x="25" y="86"/>
                    </a:lnTo>
                    <a:lnTo>
                      <a:pt x="13" y="74"/>
                    </a:lnTo>
                    <a:lnTo>
                      <a:pt x="4" y="61"/>
                    </a:lnTo>
                    <a:lnTo>
                      <a:pt x="0" y="49"/>
                    </a:lnTo>
                    <a:lnTo>
                      <a:pt x="0" y="36"/>
                    </a:lnTo>
                    <a:lnTo>
                      <a:pt x="4" y="24"/>
                    </a:lnTo>
                    <a:lnTo>
                      <a:pt x="13" y="11"/>
                    </a:lnTo>
                    <a:lnTo>
                      <a:pt x="28"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7" name="Freeform 666">
                <a:extLst>
                  <a:ext uri="{FF2B5EF4-FFF2-40B4-BE49-F238E27FC236}">
                    <a16:creationId xmlns:a16="http://schemas.microsoft.com/office/drawing/2014/main" id="{739E32B1-03A9-6F4C-A318-701692E3F031}"/>
                  </a:ext>
                </a:extLst>
              </p:cNvPr>
              <p:cNvSpPr>
                <a:spLocks/>
              </p:cNvSpPr>
              <p:nvPr/>
            </p:nvSpPr>
            <p:spPr bwMode="auto">
              <a:xfrm>
                <a:off x="4301" y="3375"/>
                <a:ext cx="92" cy="54"/>
              </a:xfrm>
              <a:custGeom>
                <a:avLst/>
                <a:gdLst>
                  <a:gd name="T0" fmla="*/ 12 w 185"/>
                  <a:gd name="T1" fmla="*/ 0 h 106"/>
                  <a:gd name="T2" fmla="*/ 22 w 185"/>
                  <a:gd name="T3" fmla="*/ 3 h 106"/>
                  <a:gd name="T4" fmla="*/ 32 w 185"/>
                  <a:gd name="T5" fmla="*/ 6 h 106"/>
                  <a:gd name="T6" fmla="*/ 42 w 185"/>
                  <a:gd name="T7" fmla="*/ 9 h 106"/>
                  <a:gd name="T8" fmla="*/ 52 w 185"/>
                  <a:gd name="T9" fmla="*/ 12 h 106"/>
                  <a:gd name="T10" fmla="*/ 61 w 185"/>
                  <a:gd name="T11" fmla="*/ 15 h 106"/>
                  <a:gd name="T12" fmla="*/ 71 w 185"/>
                  <a:gd name="T13" fmla="*/ 18 h 106"/>
                  <a:gd name="T14" fmla="*/ 81 w 185"/>
                  <a:gd name="T15" fmla="*/ 21 h 106"/>
                  <a:gd name="T16" fmla="*/ 91 w 185"/>
                  <a:gd name="T17" fmla="*/ 25 h 106"/>
                  <a:gd name="T18" fmla="*/ 91 w 185"/>
                  <a:gd name="T19" fmla="*/ 29 h 106"/>
                  <a:gd name="T20" fmla="*/ 92 w 185"/>
                  <a:gd name="T21" fmla="*/ 34 h 106"/>
                  <a:gd name="T22" fmla="*/ 91 w 185"/>
                  <a:gd name="T23" fmla="*/ 38 h 106"/>
                  <a:gd name="T24" fmla="*/ 91 w 185"/>
                  <a:gd name="T25" fmla="*/ 41 h 106"/>
                  <a:gd name="T26" fmla="*/ 90 w 185"/>
                  <a:gd name="T27" fmla="*/ 44 h 106"/>
                  <a:gd name="T28" fmla="*/ 89 w 185"/>
                  <a:gd name="T29" fmla="*/ 48 h 106"/>
                  <a:gd name="T30" fmla="*/ 86 w 185"/>
                  <a:gd name="T31" fmla="*/ 51 h 106"/>
                  <a:gd name="T32" fmla="*/ 85 w 185"/>
                  <a:gd name="T33" fmla="*/ 54 h 106"/>
                  <a:gd name="T34" fmla="*/ 76 w 185"/>
                  <a:gd name="T35" fmla="*/ 53 h 106"/>
                  <a:gd name="T36" fmla="*/ 68 w 185"/>
                  <a:gd name="T37" fmla="*/ 52 h 106"/>
                  <a:gd name="T38" fmla="*/ 59 w 185"/>
                  <a:gd name="T39" fmla="*/ 51 h 106"/>
                  <a:gd name="T40" fmla="*/ 52 w 185"/>
                  <a:gd name="T41" fmla="*/ 50 h 106"/>
                  <a:gd name="T42" fmla="*/ 43 w 185"/>
                  <a:gd name="T43" fmla="*/ 49 h 106"/>
                  <a:gd name="T44" fmla="*/ 35 w 185"/>
                  <a:gd name="T45" fmla="*/ 48 h 106"/>
                  <a:gd name="T46" fmla="*/ 27 w 185"/>
                  <a:gd name="T47" fmla="*/ 48 h 106"/>
                  <a:gd name="T48" fmla="*/ 19 w 185"/>
                  <a:gd name="T49" fmla="*/ 47 h 106"/>
                  <a:gd name="T50" fmla="*/ 11 w 185"/>
                  <a:gd name="T51" fmla="*/ 41 h 106"/>
                  <a:gd name="T52" fmla="*/ 6 w 185"/>
                  <a:gd name="T53" fmla="*/ 35 h 106"/>
                  <a:gd name="T54" fmla="*/ 2 w 185"/>
                  <a:gd name="T55" fmla="*/ 29 h 106"/>
                  <a:gd name="T56" fmla="*/ 0 w 185"/>
                  <a:gd name="T57" fmla="*/ 23 h 106"/>
                  <a:gd name="T58" fmla="*/ 0 w 185"/>
                  <a:gd name="T59" fmla="*/ 17 h 106"/>
                  <a:gd name="T60" fmla="*/ 2 w 185"/>
                  <a:gd name="T61" fmla="*/ 11 h 106"/>
                  <a:gd name="T62" fmla="*/ 6 w 185"/>
                  <a:gd name="T63" fmla="*/ 6 h 106"/>
                  <a:gd name="T64" fmla="*/ 12 w 185"/>
                  <a:gd name="T65" fmla="*/ 0 h 1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06"/>
                  <a:gd name="T101" fmla="*/ 185 w 185"/>
                  <a:gd name="T102" fmla="*/ 106 h 1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06">
                    <a:moveTo>
                      <a:pt x="25" y="0"/>
                    </a:moveTo>
                    <a:lnTo>
                      <a:pt x="44" y="5"/>
                    </a:lnTo>
                    <a:lnTo>
                      <a:pt x="64" y="11"/>
                    </a:lnTo>
                    <a:lnTo>
                      <a:pt x="84" y="17"/>
                    </a:lnTo>
                    <a:lnTo>
                      <a:pt x="104" y="24"/>
                    </a:lnTo>
                    <a:lnTo>
                      <a:pt x="123" y="30"/>
                    </a:lnTo>
                    <a:lnTo>
                      <a:pt x="143" y="36"/>
                    </a:lnTo>
                    <a:lnTo>
                      <a:pt x="163" y="42"/>
                    </a:lnTo>
                    <a:lnTo>
                      <a:pt x="183" y="50"/>
                    </a:lnTo>
                    <a:lnTo>
                      <a:pt x="183" y="57"/>
                    </a:lnTo>
                    <a:lnTo>
                      <a:pt x="185" y="66"/>
                    </a:lnTo>
                    <a:lnTo>
                      <a:pt x="183" y="74"/>
                    </a:lnTo>
                    <a:lnTo>
                      <a:pt x="183" y="81"/>
                    </a:lnTo>
                    <a:lnTo>
                      <a:pt x="181" y="87"/>
                    </a:lnTo>
                    <a:lnTo>
                      <a:pt x="178" y="94"/>
                    </a:lnTo>
                    <a:lnTo>
                      <a:pt x="173" y="100"/>
                    </a:lnTo>
                    <a:lnTo>
                      <a:pt x="170" y="106"/>
                    </a:lnTo>
                    <a:lnTo>
                      <a:pt x="152" y="104"/>
                    </a:lnTo>
                    <a:lnTo>
                      <a:pt x="136" y="102"/>
                    </a:lnTo>
                    <a:lnTo>
                      <a:pt x="119" y="100"/>
                    </a:lnTo>
                    <a:lnTo>
                      <a:pt x="104" y="99"/>
                    </a:lnTo>
                    <a:lnTo>
                      <a:pt x="87" y="96"/>
                    </a:lnTo>
                    <a:lnTo>
                      <a:pt x="71" y="95"/>
                    </a:lnTo>
                    <a:lnTo>
                      <a:pt x="54" y="94"/>
                    </a:lnTo>
                    <a:lnTo>
                      <a:pt x="39" y="92"/>
                    </a:lnTo>
                    <a:lnTo>
                      <a:pt x="23" y="80"/>
                    </a:lnTo>
                    <a:lnTo>
                      <a:pt x="12" y="69"/>
                    </a:lnTo>
                    <a:lnTo>
                      <a:pt x="4" y="57"/>
                    </a:lnTo>
                    <a:lnTo>
                      <a:pt x="0" y="46"/>
                    </a:lnTo>
                    <a:lnTo>
                      <a:pt x="0" y="34"/>
                    </a:lnTo>
                    <a:lnTo>
                      <a:pt x="4" y="22"/>
                    </a:lnTo>
                    <a:lnTo>
                      <a:pt x="13" y="11"/>
                    </a:lnTo>
                    <a:lnTo>
                      <a:pt x="25"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8" name="Freeform 667">
                <a:extLst>
                  <a:ext uri="{FF2B5EF4-FFF2-40B4-BE49-F238E27FC236}">
                    <a16:creationId xmlns:a16="http://schemas.microsoft.com/office/drawing/2014/main" id="{F5C7772C-6857-6F44-B4B0-D3FD9A794986}"/>
                  </a:ext>
                </a:extLst>
              </p:cNvPr>
              <p:cNvSpPr>
                <a:spLocks/>
              </p:cNvSpPr>
              <p:nvPr/>
            </p:nvSpPr>
            <p:spPr bwMode="auto">
              <a:xfrm>
                <a:off x="4303" y="3377"/>
                <a:ext cx="87" cy="50"/>
              </a:xfrm>
              <a:custGeom>
                <a:avLst/>
                <a:gdLst>
                  <a:gd name="T0" fmla="*/ 12 w 175"/>
                  <a:gd name="T1" fmla="*/ 0 h 101"/>
                  <a:gd name="T2" fmla="*/ 21 w 175"/>
                  <a:gd name="T3" fmla="*/ 2 h 101"/>
                  <a:gd name="T4" fmla="*/ 30 w 175"/>
                  <a:gd name="T5" fmla="*/ 6 h 101"/>
                  <a:gd name="T6" fmla="*/ 39 w 175"/>
                  <a:gd name="T7" fmla="*/ 8 h 101"/>
                  <a:gd name="T8" fmla="*/ 49 w 175"/>
                  <a:gd name="T9" fmla="*/ 11 h 101"/>
                  <a:gd name="T10" fmla="*/ 58 w 175"/>
                  <a:gd name="T11" fmla="*/ 14 h 101"/>
                  <a:gd name="T12" fmla="*/ 67 w 175"/>
                  <a:gd name="T13" fmla="*/ 17 h 101"/>
                  <a:gd name="T14" fmla="*/ 76 w 175"/>
                  <a:gd name="T15" fmla="*/ 20 h 101"/>
                  <a:gd name="T16" fmla="*/ 86 w 175"/>
                  <a:gd name="T17" fmla="*/ 23 h 101"/>
                  <a:gd name="T18" fmla="*/ 86 w 175"/>
                  <a:gd name="T19" fmla="*/ 27 h 101"/>
                  <a:gd name="T20" fmla="*/ 87 w 175"/>
                  <a:gd name="T21" fmla="*/ 31 h 101"/>
                  <a:gd name="T22" fmla="*/ 86 w 175"/>
                  <a:gd name="T23" fmla="*/ 34 h 101"/>
                  <a:gd name="T24" fmla="*/ 86 w 175"/>
                  <a:gd name="T25" fmla="*/ 38 h 101"/>
                  <a:gd name="T26" fmla="*/ 83 w 175"/>
                  <a:gd name="T27" fmla="*/ 44 h 101"/>
                  <a:gd name="T28" fmla="*/ 79 w 175"/>
                  <a:gd name="T29" fmla="*/ 50 h 101"/>
                  <a:gd name="T30" fmla="*/ 71 w 175"/>
                  <a:gd name="T31" fmla="*/ 49 h 101"/>
                  <a:gd name="T32" fmla="*/ 64 w 175"/>
                  <a:gd name="T33" fmla="*/ 48 h 101"/>
                  <a:gd name="T34" fmla="*/ 56 w 175"/>
                  <a:gd name="T35" fmla="*/ 47 h 101"/>
                  <a:gd name="T36" fmla="*/ 49 w 175"/>
                  <a:gd name="T37" fmla="*/ 47 h 101"/>
                  <a:gd name="T38" fmla="*/ 41 w 175"/>
                  <a:gd name="T39" fmla="*/ 46 h 101"/>
                  <a:gd name="T40" fmla="*/ 34 w 175"/>
                  <a:gd name="T41" fmla="*/ 45 h 101"/>
                  <a:gd name="T42" fmla="*/ 26 w 175"/>
                  <a:gd name="T43" fmla="*/ 44 h 101"/>
                  <a:gd name="T44" fmla="*/ 19 w 175"/>
                  <a:gd name="T45" fmla="*/ 44 h 101"/>
                  <a:gd name="T46" fmla="*/ 11 w 175"/>
                  <a:gd name="T47" fmla="*/ 38 h 101"/>
                  <a:gd name="T48" fmla="*/ 6 w 175"/>
                  <a:gd name="T49" fmla="*/ 33 h 101"/>
                  <a:gd name="T50" fmla="*/ 2 w 175"/>
                  <a:gd name="T51" fmla="*/ 27 h 101"/>
                  <a:gd name="T52" fmla="*/ 0 w 175"/>
                  <a:gd name="T53" fmla="*/ 22 h 101"/>
                  <a:gd name="T54" fmla="*/ 0 w 175"/>
                  <a:gd name="T55" fmla="*/ 16 h 101"/>
                  <a:gd name="T56" fmla="*/ 2 w 175"/>
                  <a:gd name="T57" fmla="*/ 11 h 101"/>
                  <a:gd name="T58" fmla="*/ 6 w 175"/>
                  <a:gd name="T59" fmla="*/ 5 h 101"/>
                  <a:gd name="T60" fmla="*/ 12 w 175"/>
                  <a:gd name="T61" fmla="*/ 0 h 10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1"/>
                  <a:gd name="T95" fmla="*/ 175 w 175"/>
                  <a:gd name="T96" fmla="*/ 101 h 10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1">
                    <a:moveTo>
                      <a:pt x="24" y="0"/>
                    </a:moveTo>
                    <a:lnTo>
                      <a:pt x="42" y="5"/>
                    </a:lnTo>
                    <a:lnTo>
                      <a:pt x="61" y="12"/>
                    </a:lnTo>
                    <a:lnTo>
                      <a:pt x="79" y="17"/>
                    </a:lnTo>
                    <a:lnTo>
                      <a:pt x="98" y="23"/>
                    </a:lnTo>
                    <a:lnTo>
                      <a:pt x="116" y="28"/>
                    </a:lnTo>
                    <a:lnTo>
                      <a:pt x="135" y="34"/>
                    </a:lnTo>
                    <a:lnTo>
                      <a:pt x="153" y="41"/>
                    </a:lnTo>
                    <a:lnTo>
                      <a:pt x="172" y="47"/>
                    </a:lnTo>
                    <a:lnTo>
                      <a:pt x="173" y="54"/>
                    </a:lnTo>
                    <a:lnTo>
                      <a:pt x="175" y="62"/>
                    </a:lnTo>
                    <a:lnTo>
                      <a:pt x="173" y="69"/>
                    </a:lnTo>
                    <a:lnTo>
                      <a:pt x="173" y="77"/>
                    </a:lnTo>
                    <a:lnTo>
                      <a:pt x="167" y="89"/>
                    </a:lnTo>
                    <a:lnTo>
                      <a:pt x="158" y="101"/>
                    </a:lnTo>
                    <a:lnTo>
                      <a:pt x="143" y="98"/>
                    </a:lnTo>
                    <a:lnTo>
                      <a:pt x="128" y="97"/>
                    </a:lnTo>
                    <a:lnTo>
                      <a:pt x="113" y="94"/>
                    </a:lnTo>
                    <a:lnTo>
                      <a:pt x="98" y="94"/>
                    </a:lnTo>
                    <a:lnTo>
                      <a:pt x="83" y="92"/>
                    </a:lnTo>
                    <a:lnTo>
                      <a:pt x="68" y="91"/>
                    </a:lnTo>
                    <a:lnTo>
                      <a:pt x="53" y="88"/>
                    </a:lnTo>
                    <a:lnTo>
                      <a:pt x="38" y="88"/>
                    </a:lnTo>
                    <a:lnTo>
                      <a:pt x="23" y="77"/>
                    </a:lnTo>
                    <a:lnTo>
                      <a:pt x="12" y="66"/>
                    </a:lnTo>
                    <a:lnTo>
                      <a:pt x="4" y="54"/>
                    </a:lnTo>
                    <a:lnTo>
                      <a:pt x="0" y="44"/>
                    </a:lnTo>
                    <a:lnTo>
                      <a:pt x="0" y="33"/>
                    </a:lnTo>
                    <a:lnTo>
                      <a:pt x="4" y="22"/>
                    </a:lnTo>
                    <a:lnTo>
                      <a:pt x="12" y="10"/>
                    </a:lnTo>
                    <a:lnTo>
                      <a:pt x="24"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9" name="Freeform 668">
                <a:extLst>
                  <a:ext uri="{FF2B5EF4-FFF2-40B4-BE49-F238E27FC236}">
                    <a16:creationId xmlns:a16="http://schemas.microsoft.com/office/drawing/2014/main" id="{EF111683-9EE6-664F-84C9-F41DAF5A9DDA}"/>
                  </a:ext>
                </a:extLst>
              </p:cNvPr>
              <p:cNvSpPr>
                <a:spLocks/>
              </p:cNvSpPr>
              <p:nvPr/>
            </p:nvSpPr>
            <p:spPr bwMode="auto">
              <a:xfrm>
                <a:off x="4306" y="3378"/>
                <a:ext cx="81" cy="48"/>
              </a:xfrm>
              <a:custGeom>
                <a:avLst/>
                <a:gdLst>
                  <a:gd name="T0" fmla="*/ 11 w 163"/>
                  <a:gd name="T1" fmla="*/ 0 h 96"/>
                  <a:gd name="T2" fmla="*/ 19 w 163"/>
                  <a:gd name="T3" fmla="*/ 3 h 96"/>
                  <a:gd name="T4" fmla="*/ 28 w 163"/>
                  <a:gd name="T5" fmla="*/ 6 h 96"/>
                  <a:gd name="T6" fmla="*/ 37 w 163"/>
                  <a:gd name="T7" fmla="*/ 8 h 96"/>
                  <a:gd name="T8" fmla="*/ 46 w 163"/>
                  <a:gd name="T9" fmla="*/ 11 h 96"/>
                  <a:gd name="T10" fmla="*/ 54 w 163"/>
                  <a:gd name="T11" fmla="*/ 13 h 96"/>
                  <a:gd name="T12" fmla="*/ 63 w 163"/>
                  <a:gd name="T13" fmla="*/ 17 h 96"/>
                  <a:gd name="T14" fmla="*/ 71 w 163"/>
                  <a:gd name="T15" fmla="*/ 20 h 96"/>
                  <a:gd name="T16" fmla="*/ 81 w 163"/>
                  <a:gd name="T17" fmla="*/ 23 h 96"/>
                  <a:gd name="T18" fmla="*/ 81 w 163"/>
                  <a:gd name="T19" fmla="*/ 26 h 96"/>
                  <a:gd name="T20" fmla="*/ 81 w 163"/>
                  <a:gd name="T21" fmla="*/ 30 h 96"/>
                  <a:gd name="T22" fmla="*/ 81 w 163"/>
                  <a:gd name="T23" fmla="*/ 33 h 96"/>
                  <a:gd name="T24" fmla="*/ 81 w 163"/>
                  <a:gd name="T25" fmla="*/ 37 h 96"/>
                  <a:gd name="T26" fmla="*/ 79 w 163"/>
                  <a:gd name="T27" fmla="*/ 43 h 96"/>
                  <a:gd name="T28" fmla="*/ 75 w 163"/>
                  <a:gd name="T29" fmla="*/ 48 h 96"/>
                  <a:gd name="T30" fmla="*/ 68 w 163"/>
                  <a:gd name="T31" fmla="*/ 47 h 96"/>
                  <a:gd name="T32" fmla="*/ 60 w 163"/>
                  <a:gd name="T33" fmla="*/ 46 h 96"/>
                  <a:gd name="T34" fmla="*/ 53 w 163"/>
                  <a:gd name="T35" fmla="*/ 45 h 96"/>
                  <a:gd name="T36" fmla="*/ 46 w 163"/>
                  <a:gd name="T37" fmla="*/ 45 h 96"/>
                  <a:gd name="T38" fmla="*/ 39 w 163"/>
                  <a:gd name="T39" fmla="*/ 43 h 96"/>
                  <a:gd name="T40" fmla="*/ 31 w 163"/>
                  <a:gd name="T41" fmla="*/ 43 h 96"/>
                  <a:gd name="T42" fmla="*/ 24 w 163"/>
                  <a:gd name="T43" fmla="*/ 42 h 96"/>
                  <a:gd name="T44" fmla="*/ 17 w 163"/>
                  <a:gd name="T45" fmla="*/ 41 h 96"/>
                  <a:gd name="T46" fmla="*/ 10 w 163"/>
                  <a:gd name="T47" fmla="*/ 36 h 96"/>
                  <a:gd name="T48" fmla="*/ 5 w 163"/>
                  <a:gd name="T49" fmla="*/ 30 h 96"/>
                  <a:gd name="T50" fmla="*/ 1 w 163"/>
                  <a:gd name="T51" fmla="*/ 25 h 96"/>
                  <a:gd name="T52" fmla="*/ 0 w 163"/>
                  <a:gd name="T53" fmla="*/ 21 h 96"/>
                  <a:gd name="T54" fmla="*/ 0 w 163"/>
                  <a:gd name="T55" fmla="*/ 15 h 96"/>
                  <a:gd name="T56" fmla="*/ 2 w 163"/>
                  <a:gd name="T57" fmla="*/ 10 h 96"/>
                  <a:gd name="T58" fmla="*/ 6 w 163"/>
                  <a:gd name="T59" fmla="*/ 5 h 96"/>
                  <a:gd name="T60" fmla="*/ 11 w 163"/>
                  <a:gd name="T61" fmla="*/ 0 h 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3"/>
                  <a:gd name="T94" fmla="*/ 0 h 96"/>
                  <a:gd name="T95" fmla="*/ 163 w 163"/>
                  <a:gd name="T96" fmla="*/ 96 h 9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3" h="96">
                    <a:moveTo>
                      <a:pt x="23" y="0"/>
                    </a:moveTo>
                    <a:lnTo>
                      <a:pt x="39" y="5"/>
                    </a:lnTo>
                    <a:lnTo>
                      <a:pt x="57" y="11"/>
                    </a:lnTo>
                    <a:lnTo>
                      <a:pt x="74" y="16"/>
                    </a:lnTo>
                    <a:lnTo>
                      <a:pt x="92" y="22"/>
                    </a:lnTo>
                    <a:lnTo>
                      <a:pt x="108" y="27"/>
                    </a:lnTo>
                    <a:lnTo>
                      <a:pt x="127" y="34"/>
                    </a:lnTo>
                    <a:lnTo>
                      <a:pt x="143" y="39"/>
                    </a:lnTo>
                    <a:lnTo>
                      <a:pt x="162" y="45"/>
                    </a:lnTo>
                    <a:lnTo>
                      <a:pt x="162" y="52"/>
                    </a:lnTo>
                    <a:lnTo>
                      <a:pt x="163" y="60"/>
                    </a:lnTo>
                    <a:lnTo>
                      <a:pt x="163" y="66"/>
                    </a:lnTo>
                    <a:lnTo>
                      <a:pt x="163" y="74"/>
                    </a:lnTo>
                    <a:lnTo>
                      <a:pt x="158" y="85"/>
                    </a:lnTo>
                    <a:lnTo>
                      <a:pt x="151" y="96"/>
                    </a:lnTo>
                    <a:lnTo>
                      <a:pt x="136" y="94"/>
                    </a:lnTo>
                    <a:lnTo>
                      <a:pt x="121" y="92"/>
                    </a:lnTo>
                    <a:lnTo>
                      <a:pt x="107" y="90"/>
                    </a:lnTo>
                    <a:lnTo>
                      <a:pt x="93" y="89"/>
                    </a:lnTo>
                    <a:lnTo>
                      <a:pt x="78" y="86"/>
                    </a:lnTo>
                    <a:lnTo>
                      <a:pt x="63" y="85"/>
                    </a:lnTo>
                    <a:lnTo>
                      <a:pt x="49" y="84"/>
                    </a:lnTo>
                    <a:lnTo>
                      <a:pt x="35" y="82"/>
                    </a:lnTo>
                    <a:lnTo>
                      <a:pt x="20"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0" name="Freeform 669">
                <a:extLst>
                  <a:ext uri="{FF2B5EF4-FFF2-40B4-BE49-F238E27FC236}">
                    <a16:creationId xmlns:a16="http://schemas.microsoft.com/office/drawing/2014/main" id="{BA82590A-760A-B245-99F6-7320D8A6A18C}"/>
                  </a:ext>
                </a:extLst>
              </p:cNvPr>
              <p:cNvSpPr>
                <a:spLocks/>
              </p:cNvSpPr>
              <p:nvPr/>
            </p:nvSpPr>
            <p:spPr bwMode="auto">
              <a:xfrm>
                <a:off x="4291" y="3412"/>
                <a:ext cx="118" cy="69"/>
              </a:xfrm>
              <a:custGeom>
                <a:avLst/>
                <a:gdLst>
                  <a:gd name="T0" fmla="*/ 16 w 235"/>
                  <a:gd name="T1" fmla="*/ 0 h 136"/>
                  <a:gd name="T2" fmla="*/ 28 w 235"/>
                  <a:gd name="T3" fmla="*/ 4 h 136"/>
                  <a:gd name="T4" fmla="*/ 41 w 235"/>
                  <a:gd name="T5" fmla="*/ 8 h 136"/>
                  <a:gd name="T6" fmla="*/ 53 w 235"/>
                  <a:gd name="T7" fmla="*/ 12 h 136"/>
                  <a:gd name="T8" fmla="*/ 66 w 235"/>
                  <a:gd name="T9" fmla="*/ 16 h 136"/>
                  <a:gd name="T10" fmla="*/ 79 w 235"/>
                  <a:gd name="T11" fmla="*/ 20 h 136"/>
                  <a:gd name="T12" fmla="*/ 92 w 235"/>
                  <a:gd name="T13" fmla="*/ 24 h 136"/>
                  <a:gd name="T14" fmla="*/ 104 w 235"/>
                  <a:gd name="T15" fmla="*/ 28 h 136"/>
                  <a:gd name="T16" fmla="*/ 117 w 235"/>
                  <a:gd name="T17" fmla="*/ 32 h 136"/>
                  <a:gd name="T18" fmla="*/ 117 w 235"/>
                  <a:gd name="T19" fmla="*/ 38 h 136"/>
                  <a:gd name="T20" fmla="*/ 118 w 235"/>
                  <a:gd name="T21" fmla="*/ 43 h 136"/>
                  <a:gd name="T22" fmla="*/ 117 w 235"/>
                  <a:gd name="T23" fmla="*/ 48 h 136"/>
                  <a:gd name="T24" fmla="*/ 117 w 235"/>
                  <a:gd name="T25" fmla="*/ 53 h 136"/>
                  <a:gd name="T26" fmla="*/ 115 w 235"/>
                  <a:gd name="T27" fmla="*/ 57 h 136"/>
                  <a:gd name="T28" fmla="*/ 113 w 235"/>
                  <a:gd name="T29" fmla="*/ 61 h 136"/>
                  <a:gd name="T30" fmla="*/ 110 w 235"/>
                  <a:gd name="T31" fmla="*/ 65 h 136"/>
                  <a:gd name="T32" fmla="*/ 108 w 235"/>
                  <a:gd name="T33" fmla="*/ 69 h 136"/>
                  <a:gd name="T34" fmla="*/ 97 w 235"/>
                  <a:gd name="T35" fmla="*/ 68 h 136"/>
                  <a:gd name="T36" fmla="*/ 87 w 235"/>
                  <a:gd name="T37" fmla="*/ 66 h 136"/>
                  <a:gd name="T38" fmla="*/ 77 w 235"/>
                  <a:gd name="T39" fmla="*/ 65 h 136"/>
                  <a:gd name="T40" fmla="*/ 66 w 235"/>
                  <a:gd name="T41" fmla="*/ 64 h 136"/>
                  <a:gd name="T42" fmla="*/ 56 w 235"/>
                  <a:gd name="T43" fmla="*/ 63 h 136"/>
                  <a:gd name="T44" fmla="*/ 46 w 235"/>
                  <a:gd name="T45" fmla="*/ 62 h 136"/>
                  <a:gd name="T46" fmla="*/ 36 w 235"/>
                  <a:gd name="T47" fmla="*/ 61 h 136"/>
                  <a:gd name="T48" fmla="*/ 26 w 235"/>
                  <a:gd name="T49" fmla="*/ 60 h 136"/>
                  <a:gd name="T50" fmla="*/ 15 w 235"/>
                  <a:gd name="T51" fmla="*/ 53 h 136"/>
                  <a:gd name="T52" fmla="*/ 8 w 235"/>
                  <a:gd name="T53" fmla="*/ 45 h 136"/>
                  <a:gd name="T54" fmla="*/ 2 w 235"/>
                  <a:gd name="T55" fmla="*/ 38 h 136"/>
                  <a:gd name="T56" fmla="*/ 0 w 235"/>
                  <a:gd name="T57" fmla="*/ 30 h 136"/>
                  <a:gd name="T58" fmla="*/ 0 w 235"/>
                  <a:gd name="T59" fmla="*/ 22 h 136"/>
                  <a:gd name="T60" fmla="*/ 3 w 235"/>
                  <a:gd name="T61" fmla="*/ 14 h 136"/>
                  <a:gd name="T62" fmla="*/ 8 w 235"/>
                  <a:gd name="T63" fmla="*/ 7 h 136"/>
                  <a:gd name="T64" fmla="*/ 16 w 235"/>
                  <a:gd name="T65" fmla="*/ 0 h 1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36"/>
                  <a:gd name="T101" fmla="*/ 235 w 235"/>
                  <a:gd name="T102" fmla="*/ 136 h 1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36">
                    <a:moveTo>
                      <a:pt x="32" y="0"/>
                    </a:moveTo>
                    <a:lnTo>
                      <a:pt x="56" y="7"/>
                    </a:lnTo>
                    <a:lnTo>
                      <a:pt x="81" y="16"/>
                    </a:lnTo>
                    <a:lnTo>
                      <a:pt x="106" y="23"/>
                    </a:lnTo>
                    <a:lnTo>
                      <a:pt x="132" y="32"/>
                    </a:lnTo>
                    <a:lnTo>
                      <a:pt x="158" y="40"/>
                    </a:lnTo>
                    <a:lnTo>
                      <a:pt x="183" y="47"/>
                    </a:lnTo>
                    <a:lnTo>
                      <a:pt x="208" y="55"/>
                    </a:lnTo>
                    <a:lnTo>
                      <a:pt x="234" y="64"/>
                    </a:lnTo>
                    <a:lnTo>
                      <a:pt x="234" y="74"/>
                    </a:lnTo>
                    <a:lnTo>
                      <a:pt x="235" y="85"/>
                    </a:lnTo>
                    <a:lnTo>
                      <a:pt x="234" y="95"/>
                    </a:lnTo>
                    <a:lnTo>
                      <a:pt x="234" y="105"/>
                    </a:lnTo>
                    <a:lnTo>
                      <a:pt x="230" y="112"/>
                    </a:lnTo>
                    <a:lnTo>
                      <a:pt x="226" y="121"/>
                    </a:lnTo>
                    <a:lnTo>
                      <a:pt x="220" y="129"/>
                    </a:lnTo>
                    <a:lnTo>
                      <a:pt x="215" y="136"/>
                    </a:lnTo>
                    <a:lnTo>
                      <a:pt x="194" y="134"/>
                    </a:lnTo>
                    <a:lnTo>
                      <a:pt x="174" y="131"/>
                    </a:lnTo>
                    <a:lnTo>
                      <a:pt x="153" y="129"/>
                    </a:lnTo>
                    <a:lnTo>
                      <a:pt x="132" y="127"/>
                    </a:lnTo>
                    <a:lnTo>
                      <a:pt x="111" y="124"/>
                    </a:lnTo>
                    <a:lnTo>
                      <a:pt x="91" y="122"/>
                    </a:lnTo>
                    <a:lnTo>
                      <a:pt x="71" y="120"/>
                    </a:lnTo>
                    <a:lnTo>
                      <a:pt x="51" y="119"/>
                    </a:lnTo>
                    <a:lnTo>
                      <a:pt x="30" y="104"/>
                    </a:lnTo>
                    <a:lnTo>
                      <a:pt x="15" y="89"/>
                    </a:lnTo>
                    <a:lnTo>
                      <a:pt x="3" y="74"/>
                    </a:lnTo>
                    <a:lnTo>
                      <a:pt x="0" y="59"/>
                    </a:lnTo>
                    <a:lnTo>
                      <a:pt x="0" y="44"/>
                    </a:lnTo>
                    <a:lnTo>
                      <a:pt x="5" y="28"/>
                    </a:lnTo>
                    <a:lnTo>
                      <a:pt x="16" y="13"/>
                    </a:lnTo>
                    <a:lnTo>
                      <a:pt x="32"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1" name="Freeform 670">
                <a:extLst>
                  <a:ext uri="{FF2B5EF4-FFF2-40B4-BE49-F238E27FC236}">
                    <a16:creationId xmlns:a16="http://schemas.microsoft.com/office/drawing/2014/main" id="{F393A269-F670-724D-8AC0-3E25971A8156}"/>
                  </a:ext>
                </a:extLst>
              </p:cNvPr>
              <p:cNvSpPr>
                <a:spLocks/>
              </p:cNvSpPr>
              <p:nvPr/>
            </p:nvSpPr>
            <p:spPr bwMode="auto">
              <a:xfrm>
                <a:off x="4294" y="3414"/>
                <a:ext cx="110" cy="64"/>
              </a:xfrm>
              <a:custGeom>
                <a:avLst/>
                <a:gdLst>
                  <a:gd name="T0" fmla="*/ 15 w 220"/>
                  <a:gd name="T1" fmla="*/ 0 h 128"/>
                  <a:gd name="T2" fmla="*/ 27 w 220"/>
                  <a:gd name="T3" fmla="*/ 3 h 128"/>
                  <a:gd name="T4" fmla="*/ 39 w 220"/>
                  <a:gd name="T5" fmla="*/ 7 h 128"/>
                  <a:gd name="T6" fmla="*/ 50 w 220"/>
                  <a:gd name="T7" fmla="*/ 11 h 128"/>
                  <a:gd name="T8" fmla="*/ 62 w 220"/>
                  <a:gd name="T9" fmla="*/ 14 h 128"/>
                  <a:gd name="T10" fmla="*/ 73 w 220"/>
                  <a:gd name="T11" fmla="*/ 17 h 128"/>
                  <a:gd name="T12" fmla="*/ 85 w 220"/>
                  <a:gd name="T13" fmla="*/ 21 h 128"/>
                  <a:gd name="T14" fmla="*/ 97 w 220"/>
                  <a:gd name="T15" fmla="*/ 25 h 128"/>
                  <a:gd name="T16" fmla="*/ 109 w 220"/>
                  <a:gd name="T17" fmla="*/ 29 h 128"/>
                  <a:gd name="T18" fmla="*/ 110 w 220"/>
                  <a:gd name="T19" fmla="*/ 34 h 128"/>
                  <a:gd name="T20" fmla="*/ 110 w 220"/>
                  <a:gd name="T21" fmla="*/ 39 h 128"/>
                  <a:gd name="T22" fmla="*/ 110 w 220"/>
                  <a:gd name="T23" fmla="*/ 44 h 128"/>
                  <a:gd name="T24" fmla="*/ 110 w 220"/>
                  <a:gd name="T25" fmla="*/ 49 h 128"/>
                  <a:gd name="T26" fmla="*/ 109 w 220"/>
                  <a:gd name="T27" fmla="*/ 53 h 128"/>
                  <a:gd name="T28" fmla="*/ 107 w 220"/>
                  <a:gd name="T29" fmla="*/ 57 h 128"/>
                  <a:gd name="T30" fmla="*/ 105 w 220"/>
                  <a:gd name="T31" fmla="*/ 60 h 128"/>
                  <a:gd name="T32" fmla="*/ 102 w 220"/>
                  <a:gd name="T33" fmla="*/ 64 h 128"/>
                  <a:gd name="T34" fmla="*/ 91 w 220"/>
                  <a:gd name="T35" fmla="*/ 63 h 128"/>
                  <a:gd name="T36" fmla="*/ 82 w 220"/>
                  <a:gd name="T37" fmla="*/ 62 h 128"/>
                  <a:gd name="T38" fmla="*/ 72 w 220"/>
                  <a:gd name="T39" fmla="*/ 61 h 128"/>
                  <a:gd name="T40" fmla="*/ 62 w 220"/>
                  <a:gd name="T41" fmla="*/ 60 h 128"/>
                  <a:gd name="T42" fmla="*/ 53 w 220"/>
                  <a:gd name="T43" fmla="*/ 59 h 128"/>
                  <a:gd name="T44" fmla="*/ 43 w 220"/>
                  <a:gd name="T45" fmla="*/ 58 h 128"/>
                  <a:gd name="T46" fmla="*/ 33 w 220"/>
                  <a:gd name="T47" fmla="*/ 58 h 128"/>
                  <a:gd name="T48" fmla="*/ 24 w 220"/>
                  <a:gd name="T49" fmla="*/ 57 h 128"/>
                  <a:gd name="T50" fmla="*/ 14 w 220"/>
                  <a:gd name="T51" fmla="*/ 49 h 128"/>
                  <a:gd name="T52" fmla="*/ 7 w 220"/>
                  <a:gd name="T53" fmla="*/ 43 h 128"/>
                  <a:gd name="T54" fmla="*/ 2 w 220"/>
                  <a:gd name="T55" fmla="*/ 35 h 128"/>
                  <a:gd name="T56" fmla="*/ 0 w 220"/>
                  <a:gd name="T57" fmla="*/ 28 h 128"/>
                  <a:gd name="T58" fmla="*/ 0 w 220"/>
                  <a:gd name="T59" fmla="*/ 21 h 128"/>
                  <a:gd name="T60" fmla="*/ 3 w 220"/>
                  <a:gd name="T61" fmla="*/ 14 h 128"/>
                  <a:gd name="T62" fmla="*/ 7 w 220"/>
                  <a:gd name="T63" fmla="*/ 7 h 128"/>
                  <a:gd name="T64" fmla="*/ 15 w 220"/>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0"/>
                  <a:gd name="T100" fmla="*/ 0 h 128"/>
                  <a:gd name="T101" fmla="*/ 220 w 220"/>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0" h="128">
                    <a:moveTo>
                      <a:pt x="31" y="0"/>
                    </a:moveTo>
                    <a:lnTo>
                      <a:pt x="53" y="7"/>
                    </a:lnTo>
                    <a:lnTo>
                      <a:pt x="77" y="14"/>
                    </a:lnTo>
                    <a:lnTo>
                      <a:pt x="100" y="22"/>
                    </a:lnTo>
                    <a:lnTo>
                      <a:pt x="124" y="29"/>
                    </a:lnTo>
                    <a:lnTo>
                      <a:pt x="146" y="35"/>
                    </a:lnTo>
                    <a:lnTo>
                      <a:pt x="170" y="43"/>
                    </a:lnTo>
                    <a:lnTo>
                      <a:pt x="194" y="51"/>
                    </a:lnTo>
                    <a:lnTo>
                      <a:pt x="218" y="59"/>
                    </a:lnTo>
                    <a:lnTo>
                      <a:pt x="219" y="69"/>
                    </a:lnTo>
                    <a:lnTo>
                      <a:pt x="220" y="79"/>
                    </a:lnTo>
                    <a:lnTo>
                      <a:pt x="220" y="89"/>
                    </a:lnTo>
                    <a:lnTo>
                      <a:pt x="220" y="99"/>
                    </a:lnTo>
                    <a:lnTo>
                      <a:pt x="218" y="107"/>
                    </a:lnTo>
                    <a:lnTo>
                      <a:pt x="214" y="114"/>
                    </a:lnTo>
                    <a:lnTo>
                      <a:pt x="209" y="121"/>
                    </a:lnTo>
                    <a:lnTo>
                      <a:pt x="203" y="128"/>
                    </a:lnTo>
                    <a:lnTo>
                      <a:pt x="181" y="126"/>
                    </a:lnTo>
                    <a:lnTo>
                      <a:pt x="163" y="124"/>
                    </a:lnTo>
                    <a:lnTo>
                      <a:pt x="144" y="122"/>
                    </a:lnTo>
                    <a:lnTo>
                      <a:pt x="125" y="121"/>
                    </a:lnTo>
                    <a:lnTo>
                      <a:pt x="105" y="118"/>
                    </a:lnTo>
                    <a:lnTo>
                      <a:pt x="86" y="117"/>
                    </a:lnTo>
                    <a:lnTo>
                      <a:pt x="66" y="116"/>
                    </a:lnTo>
                    <a:lnTo>
                      <a:pt x="47" y="114"/>
                    </a:lnTo>
                    <a:lnTo>
                      <a:pt x="27" y="99"/>
                    </a:lnTo>
                    <a:lnTo>
                      <a:pt x="13" y="86"/>
                    </a:lnTo>
                    <a:lnTo>
                      <a:pt x="3" y="71"/>
                    </a:lnTo>
                    <a:lnTo>
                      <a:pt x="0" y="57"/>
                    </a:lnTo>
                    <a:lnTo>
                      <a:pt x="0" y="42"/>
                    </a:lnTo>
                    <a:lnTo>
                      <a:pt x="5" y="28"/>
                    </a:lnTo>
                    <a:lnTo>
                      <a:pt x="15" y="14"/>
                    </a:lnTo>
                    <a:lnTo>
                      <a:pt x="31"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2" name="Freeform 671">
                <a:extLst>
                  <a:ext uri="{FF2B5EF4-FFF2-40B4-BE49-F238E27FC236}">
                    <a16:creationId xmlns:a16="http://schemas.microsoft.com/office/drawing/2014/main" id="{33CEBB1F-18F5-404F-997E-FB20C4DC3064}"/>
                  </a:ext>
                </a:extLst>
              </p:cNvPr>
              <p:cNvSpPr>
                <a:spLocks/>
              </p:cNvSpPr>
              <p:nvPr/>
            </p:nvSpPr>
            <p:spPr bwMode="auto">
              <a:xfrm>
                <a:off x="4296" y="3416"/>
                <a:ext cx="104" cy="60"/>
              </a:xfrm>
              <a:custGeom>
                <a:avLst/>
                <a:gdLst>
                  <a:gd name="T0" fmla="*/ 14 w 206"/>
                  <a:gd name="T1" fmla="*/ 0 h 120"/>
                  <a:gd name="T2" fmla="*/ 25 w 206"/>
                  <a:gd name="T3" fmla="*/ 3 h 120"/>
                  <a:gd name="T4" fmla="*/ 36 w 206"/>
                  <a:gd name="T5" fmla="*/ 7 h 120"/>
                  <a:gd name="T6" fmla="*/ 47 w 206"/>
                  <a:gd name="T7" fmla="*/ 10 h 120"/>
                  <a:gd name="T8" fmla="*/ 59 w 206"/>
                  <a:gd name="T9" fmla="*/ 13 h 120"/>
                  <a:gd name="T10" fmla="*/ 69 w 206"/>
                  <a:gd name="T11" fmla="*/ 17 h 120"/>
                  <a:gd name="T12" fmla="*/ 80 w 206"/>
                  <a:gd name="T13" fmla="*/ 20 h 120"/>
                  <a:gd name="T14" fmla="*/ 91 w 206"/>
                  <a:gd name="T15" fmla="*/ 24 h 120"/>
                  <a:gd name="T16" fmla="*/ 102 w 206"/>
                  <a:gd name="T17" fmla="*/ 28 h 120"/>
                  <a:gd name="T18" fmla="*/ 103 w 206"/>
                  <a:gd name="T19" fmla="*/ 32 h 120"/>
                  <a:gd name="T20" fmla="*/ 104 w 206"/>
                  <a:gd name="T21" fmla="*/ 37 h 120"/>
                  <a:gd name="T22" fmla="*/ 104 w 206"/>
                  <a:gd name="T23" fmla="*/ 41 h 120"/>
                  <a:gd name="T24" fmla="*/ 104 w 206"/>
                  <a:gd name="T25" fmla="*/ 46 h 120"/>
                  <a:gd name="T26" fmla="*/ 103 w 206"/>
                  <a:gd name="T27" fmla="*/ 50 h 120"/>
                  <a:gd name="T28" fmla="*/ 101 w 206"/>
                  <a:gd name="T29" fmla="*/ 54 h 120"/>
                  <a:gd name="T30" fmla="*/ 98 w 206"/>
                  <a:gd name="T31" fmla="*/ 57 h 120"/>
                  <a:gd name="T32" fmla="*/ 95 w 206"/>
                  <a:gd name="T33" fmla="*/ 60 h 120"/>
                  <a:gd name="T34" fmla="*/ 86 w 206"/>
                  <a:gd name="T35" fmla="*/ 59 h 120"/>
                  <a:gd name="T36" fmla="*/ 76 w 206"/>
                  <a:gd name="T37" fmla="*/ 59 h 120"/>
                  <a:gd name="T38" fmla="*/ 68 w 206"/>
                  <a:gd name="T39" fmla="*/ 57 h 120"/>
                  <a:gd name="T40" fmla="*/ 59 w 206"/>
                  <a:gd name="T41" fmla="*/ 57 h 120"/>
                  <a:gd name="T42" fmla="*/ 50 w 206"/>
                  <a:gd name="T43" fmla="*/ 56 h 120"/>
                  <a:gd name="T44" fmla="*/ 41 w 206"/>
                  <a:gd name="T45" fmla="*/ 55 h 120"/>
                  <a:gd name="T46" fmla="*/ 32 w 206"/>
                  <a:gd name="T47" fmla="*/ 54 h 120"/>
                  <a:gd name="T48" fmla="*/ 23 w 206"/>
                  <a:gd name="T49" fmla="*/ 54 h 120"/>
                  <a:gd name="T50" fmla="*/ 14 w 206"/>
                  <a:gd name="T51" fmla="*/ 46 h 120"/>
                  <a:gd name="T52" fmla="*/ 7 w 206"/>
                  <a:gd name="T53" fmla="*/ 40 h 120"/>
                  <a:gd name="T54" fmla="*/ 2 w 206"/>
                  <a:gd name="T55" fmla="*/ 32 h 120"/>
                  <a:gd name="T56" fmla="*/ 0 w 206"/>
                  <a:gd name="T57" fmla="*/ 26 h 120"/>
                  <a:gd name="T58" fmla="*/ 0 w 206"/>
                  <a:gd name="T59" fmla="*/ 19 h 120"/>
                  <a:gd name="T60" fmla="*/ 3 w 206"/>
                  <a:gd name="T61" fmla="*/ 13 h 120"/>
                  <a:gd name="T62" fmla="*/ 7 w 206"/>
                  <a:gd name="T63" fmla="*/ 6 h 120"/>
                  <a:gd name="T64" fmla="*/ 14 w 206"/>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20"/>
                  <a:gd name="T101" fmla="*/ 206 w 206"/>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20">
                    <a:moveTo>
                      <a:pt x="28" y="0"/>
                    </a:moveTo>
                    <a:lnTo>
                      <a:pt x="50" y="6"/>
                    </a:lnTo>
                    <a:lnTo>
                      <a:pt x="72" y="13"/>
                    </a:lnTo>
                    <a:lnTo>
                      <a:pt x="94" y="19"/>
                    </a:lnTo>
                    <a:lnTo>
                      <a:pt x="116" y="26"/>
                    </a:lnTo>
                    <a:lnTo>
                      <a:pt x="136" y="33"/>
                    </a:lnTo>
                    <a:lnTo>
                      <a:pt x="158" y="39"/>
                    </a:lnTo>
                    <a:lnTo>
                      <a:pt x="180" y="47"/>
                    </a:lnTo>
                    <a:lnTo>
                      <a:pt x="203" y="55"/>
                    </a:lnTo>
                    <a:lnTo>
                      <a:pt x="204" y="64"/>
                    </a:lnTo>
                    <a:lnTo>
                      <a:pt x="206" y="73"/>
                    </a:lnTo>
                    <a:lnTo>
                      <a:pt x="206" y="82"/>
                    </a:lnTo>
                    <a:lnTo>
                      <a:pt x="206" y="92"/>
                    </a:lnTo>
                    <a:lnTo>
                      <a:pt x="204" y="99"/>
                    </a:lnTo>
                    <a:lnTo>
                      <a:pt x="201" y="107"/>
                    </a:lnTo>
                    <a:lnTo>
                      <a:pt x="195" y="113"/>
                    </a:lnTo>
                    <a:lnTo>
                      <a:pt x="189" y="120"/>
                    </a:lnTo>
                    <a:lnTo>
                      <a:pt x="170" y="118"/>
                    </a:lnTo>
                    <a:lnTo>
                      <a:pt x="151" y="117"/>
                    </a:lnTo>
                    <a:lnTo>
                      <a:pt x="134" y="114"/>
                    </a:lnTo>
                    <a:lnTo>
                      <a:pt x="117" y="114"/>
                    </a:lnTo>
                    <a:lnTo>
                      <a:pt x="99" y="112"/>
                    </a:lnTo>
                    <a:lnTo>
                      <a:pt x="81" y="110"/>
                    </a:lnTo>
                    <a:lnTo>
                      <a:pt x="63" y="108"/>
                    </a:lnTo>
                    <a:lnTo>
                      <a:pt x="46" y="107"/>
                    </a:lnTo>
                    <a:lnTo>
                      <a:pt x="27" y="92"/>
                    </a:lnTo>
                    <a:lnTo>
                      <a:pt x="13" y="79"/>
                    </a:lnTo>
                    <a:lnTo>
                      <a:pt x="3" y="64"/>
                    </a:lnTo>
                    <a:lnTo>
                      <a:pt x="0" y="52"/>
                    </a:lnTo>
                    <a:lnTo>
                      <a:pt x="0" y="38"/>
                    </a:lnTo>
                    <a:lnTo>
                      <a:pt x="5" y="25"/>
                    </a:lnTo>
                    <a:lnTo>
                      <a:pt x="13" y="11"/>
                    </a:lnTo>
                    <a:lnTo>
                      <a:pt x="28"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3" name="Freeform 672">
                <a:extLst>
                  <a:ext uri="{FF2B5EF4-FFF2-40B4-BE49-F238E27FC236}">
                    <a16:creationId xmlns:a16="http://schemas.microsoft.com/office/drawing/2014/main" id="{08F2E6B9-9B3C-A84C-8F8D-810E2D19C267}"/>
                  </a:ext>
                </a:extLst>
              </p:cNvPr>
              <p:cNvSpPr>
                <a:spLocks/>
              </p:cNvSpPr>
              <p:nvPr/>
            </p:nvSpPr>
            <p:spPr bwMode="auto">
              <a:xfrm>
                <a:off x="4299" y="3417"/>
                <a:ext cx="98" cy="57"/>
              </a:xfrm>
              <a:custGeom>
                <a:avLst/>
                <a:gdLst>
                  <a:gd name="T0" fmla="*/ 14 w 195"/>
                  <a:gd name="T1" fmla="*/ 0 h 114"/>
                  <a:gd name="T2" fmla="*/ 24 w 195"/>
                  <a:gd name="T3" fmla="*/ 4 h 114"/>
                  <a:gd name="T4" fmla="*/ 34 w 195"/>
                  <a:gd name="T5" fmla="*/ 7 h 114"/>
                  <a:gd name="T6" fmla="*/ 44 w 195"/>
                  <a:gd name="T7" fmla="*/ 10 h 114"/>
                  <a:gd name="T8" fmla="*/ 54 w 195"/>
                  <a:gd name="T9" fmla="*/ 13 h 114"/>
                  <a:gd name="T10" fmla="*/ 63 w 195"/>
                  <a:gd name="T11" fmla="*/ 15 h 114"/>
                  <a:gd name="T12" fmla="*/ 73 w 195"/>
                  <a:gd name="T13" fmla="*/ 19 h 114"/>
                  <a:gd name="T14" fmla="*/ 83 w 195"/>
                  <a:gd name="T15" fmla="*/ 22 h 114"/>
                  <a:gd name="T16" fmla="*/ 94 w 195"/>
                  <a:gd name="T17" fmla="*/ 26 h 114"/>
                  <a:gd name="T18" fmla="*/ 95 w 195"/>
                  <a:gd name="T19" fmla="*/ 30 h 114"/>
                  <a:gd name="T20" fmla="*/ 97 w 195"/>
                  <a:gd name="T21" fmla="*/ 35 h 114"/>
                  <a:gd name="T22" fmla="*/ 97 w 195"/>
                  <a:gd name="T23" fmla="*/ 39 h 114"/>
                  <a:gd name="T24" fmla="*/ 98 w 195"/>
                  <a:gd name="T25" fmla="*/ 44 h 114"/>
                  <a:gd name="T26" fmla="*/ 97 w 195"/>
                  <a:gd name="T27" fmla="*/ 48 h 114"/>
                  <a:gd name="T28" fmla="*/ 95 w 195"/>
                  <a:gd name="T29" fmla="*/ 52 h 114"/>
                  <a:gd name="T30" fmla="*/ 93 w 195"/>
                  <a:gd name="T31" fmla="*/ 55 h 114"/>
                  <a:gd name="T32" fmla="*/ 89 w 195"/>
                  <a:gd name="T33" fmla="*/ 57 h 114"/>
                  <a:gd name="T34" fmla="*/ 80 w 195"/>
                  <a:gd name="T35" fmla="*/ 56 h 114"/>
                  <a:gd name="T36" fmla="*/ 71 w 195"/>
                  <a:gd name="T37" fmla="*/ 56 h 114"/>
                  <a:gd name="T38" fmla="*/ 63 w 195"/>
                  <a:gd name="T39" fmla="*/ 55 h 114"/>
                  <a:gd name="T40" fmla="*/ 55 w 195"/>
                  <a:gd name="T41" fmla="*/ 55 h 114"/>
                  <a:gd name="T42" fmla="*/ 46 w 195"/>
                  <a:gd name="T43" fmla="*/ 54 h 114"/>
                  <a:gd name="T44" fmla="*/ 38 w 195"/>
                  <a:gd name="T45" fmla="*/ 54 h 114"/>
                  <a:gd name="T46" fmla="*/ 29 w 195"/>
                  <a:gd name="T47" fmla="*/ 53 h 114"/>
                  <a:gd name="T48" fmla="*/ 21 w 195"/>
                  <a:gd name="T49" fmla="*/ 52 h 114"/>
                  <a:gd name="T50" fmla="*/ 12 w 195"/>
                  <a:gd name="T51" fmla="*/ 46 h 114"/>
                  <a:gd name="T52" fmla="*/ 6 w 195"/>
                  <a:gd name="T53" fmla="*/ 39 h 114"/>
                  <a:gd name="T54" fmla="*/ 2 w 195"/>
                  <a:gd name="T55" fmla="*/ 32 h 114"/>
                  <a:gd name="T56" fmla="*/ 0 w 195"/>
                  <a:gd name="T57" fmla="*/ 26 h 114"/>
                  <a:gd name="T58" fmla="*/ 0 w 195"/>
                  <a:gd name="T59" fmla="*/ 19 h 114"/>
                  <a:gd name="T60" fmla="*/ 2 w 195"/>
                  <a:gd name="T61" fmla="*/ 13 h 114"/>
                  <a:gd name="T62" fmla="*/ 6 w 195"/>
                  <a:gd name="T63" fmla="*/ 7 h 114"/>
                  <a:gd name="T64" fmla="*/ 14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7" y="0"/>
                    </a:moveTo>
                    <a:lnTo>
                      <a:pt x="47" y="7"/>
                    </a:lnTo>
                    <a:lnTo>
                      <a:pt x="67" y="13"/>
                    </a:lnTo>
                    <a:lnTo>
                      <a:pt x="87" y="19"/>
                    </a:lnTo>
                    <a:lnTo>
                      <a:pt x="107" y="25"/>
                    </a:lnTo>
                    <a:lnTo>
                      <a:pt x="126" y="30"/>
                    </a:lnTo>
                    <a:lnTo>
                      <a:pt x="145" y="38"/>
                    </a:lnTo>
                    <a:lnTo>
                      <a:pt x="165" y="44"/>
                    </a:lnTo>
                    <a:lnTo>
                      <a:pt x="188" y="52"/>
                    </a:lnTo>
                    <a:lnTo>
                      <a:pt x="190" y="61"/>
                    </a:lnTo>
                    <a:lnTo>
                      <a:pt x="193" y="69"/>
                    </a:lnTo>
                    <a:lnTo>
                      <a:pt x="194" y="78"/>
                    </a:lnTo>
                    <a:lnTo>
                      <a:pt x="195" y="88"/>
                    </a:lnTo>
                    <a:lnTo>
                      <a:pt x="193" y="96"/>
                    </a:lnTo>
                    <a:lnTo>
                      <a:pt x="190" y="103"/>
                    </a:lnTo>
                    <a:lnTo>
                      <a:pt x="185" y="109"/>
                    </a:lnTo>
                    <a:lnTo>
                      <a:pt x="178" y="114"/>
                    </a:lnTo>
                    <a:lnTo>
                      <a:pt x="159" y="112"/>
                    </a:lnTo>
                    <a:lnTo>
                      <a:pt x="141" y="111"/>
                    </a:lnTo>
                    <a:lnTo>
                      <a:pt x="125" y="109"/>
                    </a:lnTo>
                    <a:lnTo>
                      <a:pt x="110" y="109"/>
                    </a:lnTo>
                    <a:lnTo>
                      <a:pt x="92" y="108"/>
                    </a:lnTo>
                    <a:lnTo>
                      <a:pt x="76" y="107"/>
                    </a:lnTo>
                    <a:lnTo>
                      <a:pt x="58" y="106"/>
                    </a:lnTo>
                    <a:lnTo>
                      <a:pt x="42" y="104"/>
                    </a:lnTo>
                    <a:lnTo>
                      <a:pt x="23" y="91"/>
                    </a:lnTo>
                    <a:lnTo>
                      <a:pt x="11" y="78"/>
                    </a:lnTo>
                    <a:lnTo>
                      <a:pt x="3" y="64"/>
                    </a:lnTo>
                    <a:lnTo>
                      <a:pt x="0" y="52"/>
                    </a:lnTo>
                    <a:lnTo>
                      <a:pt x="0" y="38"/>
                    </a:lnTo>
                    <a:lnTo>
                      <a:pt x="3" y="25"/>
                    </a:lnTo>
                    <a:lnTo>
                      <a:pt x="12" y="13"/>
                    </a:lnTo>
                    <a:lnTo>
                      <a:pt x="27"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4" name="Freeform 673">
                <a:extLst>
                  <a:ext uri="{FF2B5EF4-FFF2-40B4-BE49-F238E27FC236}">
                    <a16:creationId xmlns:a16="http://schemas.microsoft.com/office/drawing/2014/main" id="{9BACF682-B6DB-8C4C-B733-36C1C697FBE9}"/>
                  </a:ext>
                </a:extLst>
              </p:cNvPr>
              <p:cNvSpPr>
                <a:spLocks/>
              </p:cNvSpPr>
              <p:nvPr/>
            </p:nvSpPr>
            <p:spPr bwMode="auto">
              <a:xfrm>
                <a:off x="4301" y="3419"/>
                <a:ext cx="92" cy="52"/>
              </a:xfrm>
              <a:custGeom>
                <a:avLst/>
                <a:gdLst>
                  <a:gd name="T0" fmla="*/ 13 w 183"/>
                  <a:gd name="T1" fmla="*/ 0 h 105"/>
                  <a:gd name="T2" fmla="*/ 23 w 183"/>
                  <a:gd name="T3" fmla="*/ 2 h 105"/>
                  <a:gd name="T4" fmla="*/ 32 w 183"/>
                  <a:gd name="T5" fmla="*/ 5 h 105"/>
                  <a:gd name="T6" fmla="*/ 41 w 183"/>
                  <a:gd name="T7" fmla="*/ 8 h 105"/>
                  <a:gd name="T8" fmla="*/ 50 w 183"/>
                  <a:gd name="T9" fmla="*/ 11 h 105"/>
                  <a:gd name="T10" fmla="*/ 58 w 183"/>
                  <a:gd name="T11" fmla="*/ 14 h 105"/>
                  <a:gd name="T12" fmla="*/ 67 w 183"/>
                  <a:gd name="T13" fmla="*/ 17 h 105"/>
                  <a:gd name="T14" fmla="*/ 76 w 183"/>
                  <a:gd name="T15" fmla="*/ 19 h 105"/>
                  <a:gd name="T16" fmla="*/ 87 w 183"/>
                  <a:gd name="T17" fmla="*/ 23 h 105"/>
                  <a:gd name="T18" fmla="*/ 88 w 183"/>
                  <a:gd name="T19" fmla="*/ 27 h 105"/>
                  <a:gd name="T20" fmla="*/ 90 w 183"/>
                  <a:gd name="T21" fmla="*/ 31 h 105"/>
                  <a:gd name="T22" fmla="*/ 90 w 183"/>
                  <a:gd name="T23" fmla="*/ 35 h 105"/>
                  <a:gd name="T24" fmla="*/ 92 w 183"/>
                  <a:gd name="T25" fmla="*/ 40 h 105"/>
                  <a:gd name="T26" fmla="*/ 91 w 183"/>
                  <a:gd name="T27" fmla="*/ 44 h 105"/>
                  <a:gd name="T28" fmla="*/ 90 w 183"/>
                  <a:gd name="T29" fmla="*/ 47 h 105"/>
                  <a:gd name="T30" fmla="*/ 87 w 183"/>
                  <a:gd name="T31" fmla="*/ 50 h 105"/>
                  <a:gd name="T32" fmla="*/ 82 w 183"/>
                  <a:gd name="T33" fmla="*/ 52 h 105"/>
                  <a:gd name="T34" fmla="*/ 73 w 183"/>
                  <a:gd name="T35" fmla="*/ 51 h 105"/>
                  <a:gd name="T36" fmla="*/ 66 w 183"/>
                  <a:gd name="T37" fmla="*/ 51 h 105"/>
                  <a:gd name="T38" fmla="*/ 58 w 183"/>
                  <a:gd name="T39" fmla="*/ 51 h 105"/>
                  <a:gd name="T40" fmla="*/ 51 w 183"/>
                  <a:gd name="T41" fmla="*/ 51 h 105"/>
                  <a:gd name="T42" fmla="*/ 44 w 183"/>
                  <a:gd name="T43" fmla="*/ 50 h 105"/>
                  <a:gd name="T44" fmla="*/ 36 w 183"/>
                  <a:gd name="T45" fmla="*/ 49 h 105"/>
                  <a:gd name="T46" fmla="*/ 28 w 183"/>
                  <a:gd name="T47" fmla="*/ 49 h 105"/>
                  <a:gd name="T48" fmla="*/ 21 w 183"/>
                  <a:gd name="T49" fmla="*/ 49 h 105"/>
                  <a:gd name="T50" fmla="*/ 12 w 183"/>
                  <a:gd name="T51" fmla="*/ 42 h 105"/>
                  <a:gd name="T52" fmla="*/ 6 w 183"/>
                  <a:gd name="T53" fmla="*/ 36 h 105"/>
                  <a:gd name="T54" fmla="*/ 2 w 183"/>
                  <a:gd name="T55" fmla="*/ 30 h 105"/>
                  <a:gd name="T56" fmla="*/ 0 w 183"/>
                  <a:gd name="T57" fmla="*/ 24 h 105"/>
                  <a:gd name="T58" fmla="*/ 0 w 183"/>
                  <a:gd name="T59" fmla="*/ 18 h 105"/>
                  <a:gd name="T60" fmla="*/ 2 w 183"/>
                  <a:gd name="T61" fmla="*/ 12 h 105"/>
                  <a:gd name="T62" fmla="*/ 6 w 183"/>
                  <a:gd name="T63" fmla="*/ 5 h 105"/>
                  <a:gd name="T64" fmla="*/ 13 w 183"/>
                  <a:gd name="T65" fmla="*/ 0 h 1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
                  <a:gd name="T100" fmla="*/ 0 h 105"/>
                  <a:gd name="T101" fmla="*/ 183 w 183"/>
                  <a:gd name="T102" fmla="*/ 105 h 1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 h="105">
                    <a:moveTo>
                      <a:pt x="26" y="0"/>
                    </a:moveTo>
                    <a:lnTo>
                      <a:pt x="45" y="5"/>
                    </a:lnTo>
                    <a:lnTo>
                      <a:pt x="64" y="11"/>
                    </a:lnTo>
                    <a:lnTo>
                      <a:pt x="81" y="16"/>
                    </a:lnTo>
                    <a:lnTo>
                      <a:pt x="99" y="23"/>
                    </a:lnTo>
                    <a:lnTo>
                      <a:pt x="115" y="28"/>
                    </a:lnTo>
                    <a:lnTo>
                      <a:pt x="134" y="34"/>
                    </a:lnTo>
                    <a:lnTo>
                      <a:pt x="151" y="39"/>
                    </a:lnTo>
                    <a:lnTo>
                      <a:pt x="173" y="47"/>
                    </a:lnTo>
                    <a:lnTo>
                      <a:pt x="175" y="54"/>
                    </a:lnTo>
                    <a:lnTo>
                      <a:pt x="179" y="63"/>
                    </a:lnTo>
                    <a:lnTo>
                      <a:pt x="180" y="70"/>
                    </a:lnTo>
                    <a:lnTo>
                      <a:pt x="183" y="80"/>
                    </a:lnTo>
                    <a:lnTo>
                      <a:pt x="181" y="88"/>
                    </a:lnTo>
                    <a:lnTo>
                      <a:pt x="179" y="95"/>
                    </a:lnTo>
                    <a:lnTo>
                      <a:pt x="173" y="100"/>
                    </a:lnTo>
                    <a:lnTo>
                      <a:pt x="164" y="105"/>
                    </a:lnTo>
                    <a:lnTo>
                      <a:pt x="146" y="103"/>
                    </a:lnTo>
                    <a:lnTo>
                      <a:pt x="131" y="103"/>
                    </a:lnTo>
                    <a:lnTo>
                      <a:pt x="116" y="102"/>
                    </a:lnTo>
                    <a:lnTo>
                      <a:pt x="102" y="102"/>
                    </a:lnTo>
                    <a:lnTo>
                      <a:pt x="87" y="100"/>
                    </a:lnTo>
                    <a:lnTo>
                      <a:pt x="72" y="99"/>
                    </a:lnTo>
                    <a:lnTo>
                      <a:pt x="56" y="98"/>
                    </a:lnTo>
                    <a:lnTo>
                      <a:pt x="41" y="98"/>
                    </a:lnTo>
                    <a:lnTo>
                      <a:pt x="23" y="85"/>
                    </a:lnTo>
                    <a:lnTo>
                      <a:pt x="11" y="73"/>
                    </a:lnTo>
                    <a:lnTo>
                      <a:pt x="3" y="60"/>
                    </a:lnTo>
                    <a:lnTo>
                      <a:pt x="0" y="49"/>
                    </a:lnTo>
                    <a:lnTo>
                      <a:pt x="0" y="37"/>
                    </a:lnTo>
                    <a:lnTo>
                      <a:pt x="3" y="24"/>
                    </a:lnTo>
                    <a:lnTo>
                      <a:pt x="12" y="11"/>
                    </a:lnTo>
                    <a:lnTo>
                      <a:pt x="26"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5" name="Freeform 674">
                <a:extLst>
                  <a:ext uri="{FF2B5EF4-FFF2-40B4-BE49-F238E27FC236}">
                    <a16:creationId xmlns:a16="http://schemas.microsoft.com/office/drawing/2014/main" id="{0A17A924-185C-A043-A416-06BE55B2BCE9}"/>
                  </a:ext>
                </a:extLst>
              </p:cNvPr>
              <p:cNvSpPr>
                <a:spLocks/>
              </p:cNvSpPr>
              <p:nvPr/>
            </p:nvSpPr>
            <p:spPr bwMode="auto">
              <a:xfrm>
                <a:off x="4303" y="3419"/>
                <a:ext cx="85" cy="50"/>
              </a:xfrm>
              <a:custGeom>
                <a:avLst/>
                <a:gdLst>
                  <a:gd name="T0" fmla="*/ 13 w 171"/>
                  <a:gd name="T1" fmla="*/ 0 h 101"/>
                  <a:gd name="T2" fmla="*/ 22 w 171"/>
                  <a:gd name="T3" fmla="*/ 2 h 101"/>
                  <a:gd name="T4" fmla="*/ 31 w 171"/>
                  <a:gd name="T5" fmla="*/ 6 h 101"/>
                  <a:gd name="T6" fmla="*/ 38 w 171"/>
                  <a:gd name="T7" fmla="*/ 8 h 101"/>
                  <a:gd name="T8" fmla="*/ 46 w 171"/>
                  <a:gd name="T9" fmla="*/ 11 h 101"/>
                  <a:gd name="T10" fmla="*/ 53 w 171"/>
                  <a:gd name="T11" fmla="*/ 12 h 101"/>
                  <a:gd name="T12" fmla="*/ 61 w 171"/>
                  <a:gd name="T13" fmla="*/ 16 h 101"/>
                  <a:gd name="T14" fmla="*/ 69 w 171"/>
                  <a:gd name="T15" fmla="*/ 18 h 101"/>
                  <a:gd name="T16" fmla="*/ 79 w 171"/>
                  <a:gd name="T17" fmla="*/ 22 h 101"/>
                  <a:gd name="T18" fmla="*/ 80 w 171"/>
                  <a:gd name="T19" fmla="*/ 25 h 101"/>
                  <a:gd name="T20" fmla="*/ 82 w 171"/>
                  <a:gd name="T21" fmla="*/ 29 h 101"/>
                  <a:gd name="T22" fmla="*/ 83 w 171"/>
                  <a:gd name="T23" fmla="*/ 33 h 101"/>
                  <a:gd name="T24" fmla="*/ 85 w 171"/>
                  <a:gd name="T25" fmla="*/ 38 h 101"/>
                  <a:gd name="T26" fmla="*/ 85 w 171"/>
                  <a:gd name="T27" fmla="*/ 41 h 101"/>
                  <a:gd name="T28" fmla="*/ 83 w 171"/>
                  <a:gd name="T29" fmla="*/ 45 h 101"/>
                  <a:gd name="T30" fmla="*/ 81 w 171"/>
                  <a:gd name="T31" fmla="*/ 48 h 101"/>
                  <a:gd name="T32" fmla="*/ 76 w 171"/>
                  <a:gd name="T33" fmla="*/ 50 h 101"/>
                  <a:gd name="T34" fmla="*/ 68 w 171"/>
                  <a:gd name="T35" fmla="*/ 49 h 101"/>
                  <a:gd name="T36" fmla="*/ 61 w 171"/>
                  <a:gd name="T37" fmla="*/ 48 h 101"/>
                  <a:gd name="T38" fmla="*/ 54 w 171"/>
                  <a:gd name="T39" fmla="*/ 48 h 101"/>
                  <a:gd name="T40" fmla="*/ 48 w 171"/>
                  <a:gd name="T41" fmla="*/ 48 h 101"/>
                  <a:gd name="T42" fmla="*/ 41 w 171"/>
                  <a:gd name="T43" fmla="*/ 48 h 101"/>
                  <a:gd name="T44" fmla="*/ 34 w 171"/>
                  <a:gd name="T45" fmla="*/ 48 h 101"/>
                  <a:gd name="T46" fmla="*/ 28 w 171"/>
                  <a:gd name="T47" fmla="*/ 48 h 101"/>
                  <a:gd name="T48" fmla="*/ 21 w 171"/>
                  <a:gd name="T49" fmla="*/ 48 h 101"/>
                  <a:gd name="T50" fmla="*/ 12 w 171"/>
                  <a:gd name="T51" fmla="*/ 41 h 101"/>
                  <a:gd name="T52" fmla="*/ 6 w 171"/>
                  <a:gd name="T53" fmla="*/ 35 h 101"/>
                  <a:gd name="T54" fmla="*/ 2 w 171"/>
                  <a:gd name="T55" fmla="*/ 29 h 101"/>
                  <a:gd name="T56" fmla="*/ 0 w 171"/>
                  <a:gd name="T57" fmla="*/ 24 h 101"/>
                  <a:gd name="T58" fmla="*/ 0 w 171"/>
                  <a:gd name="T59" fmla="*/ 18 h 101"/>
                  <a:gd name="T60" fmla="*/ 2 w 171"/>
                  <a:gd name="T61" fmla="*/ 12 h 101"/>
                  <a:gd name="T62" fmla="*/ 6 w 171"/>
                  <a:gd name="T63" fmla="*/ 6 h 101"/>
                  <a:gd name="T64" fmla="*/ 13 w 171"/>
                  <a:gd name="T65" fmla="*/ 0 h 1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101"/>
                  <a:gd name="T101" fmla="*/ 171 w 171"/>
                  <a:gd name="T102" fmla="*/ 101 h 1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101">
                    <a:moveTo>
                      <a:pt x="27" y="0"/>
                    </a:moveTo>
                    <a:lnTo>
                      <a:pt x="44" y="5"/>
                    </a:lnTo>
                    <a:lnTo>
                      <a:pt x="62" y="12"/>
                    </a:lnTo>
                    <a:lnTo>
                      <a:pt x="77" y="17"/>
                    </a:lnTo>
                    <a:lnTo>
                      <a:pt x="92" y="22"/>
                    </a:lnTo>
                    <a:lnTo>
                      <a:pt x="107" y="25"/>
                    </a:lnTo>
                    <a:lnTo>
                      <a:pt x="122" y="32"/>
                    </a:lnTo>
                    <a:lnTo>
                      <a:pt x="138" y="37"/>
                    </a:lnTo>
                    <a:lnTo>
                      <a:pt x="158" y="44"/>
                    </a:lnTo>
                    <a:lnTo>
                      <a:pt x="161" y="51"/>
                    </a:lnTo>
                    <a:lnTo>
                      <a:pt x="165" y="59"/>
                    </a:lnTo>
                    <a:lnTo>
                      <a:pt x="167" y="67"/>
                    </a:lnTo>
                    <a:lnTo>
                      <a:pt x="171" y="77"/>
                    </a:lnTo>
                    <a:lnTo>
                      <a:pt x="170" y="83"/>
                    </a:lnTo>
                    <a:lnTo>
                      <a:pt x="167" y="91"/>
                    </a:lnTo>
                    <a:lnTo>
                      <a:pt x="162" y="96"/>
                    </a:lnTo>
                    <a:lnTo>
                      <a:pt x="153" y="101"/>
                    </a:lnTo>
                    <a:lnTo>
                      <a:pt x="137" y="98"/>
                    </a:lnTo>
                    <a:lnTo>
                      <a:pt x="123" y="97"/>
                    </a:lnTo>
                    <a:lnTo>
                      <a:pt x="109" y="97"/>
                    </a:lnTo>
                    <a:lnTo>
                      <a:pt x="97" y="97"/>
                    </a:lnTo>
                    <a:lnTo>
                      <a:pt x="83" y="96"/>
                    </a:lnTo>
                    <a:lnTo>
                      <a:pt x="69" y="96"/>
                    </a:lnTo>
                    <a:lnTo>
                      <a:pt x="56" y="96"/>
                    </a:lnTo>
                    <a:lnTo>
                      <a:pt x="42" y="96"/>
                    </a:lnTo>
                    <a:lnTo>
                      <a:pt x="24" y="83"/>
                    </a:lnTo>
                    <a:lnTo>
                      <a:pt x="12" y="71"/>
                    </a:lnTo>
                    <a:lnTo>
                      <a:pt x="4" y="59"/>
                    </a:lnTo>
                    <a:lnTo>
                      <a:pt x="0" y="48"/>
                    </a:lnTo>
                    <a:lnTo>
                      <a:pt x="0" y="36"/>
                    </a:lnTo>
                    <a:lnTo>
                      <a:pt x="4" y="24"/>
                    </a:lnTo>
                    <a:lnTo>
                      <a:pt x="13" y="12"/>
                    </a:lnTo>
                    <a:lnTo>
                      <a:pt x="27"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6" name="Freeform 675">
                <a:extLst>
                  <a:ext uri="{FF2B5EF4-FFF2-40B4-BE49-F238E27FC236}">
                    <a16:creationId xmlns:a16="http://schemas.microsoft.com/office/drawing/2014/main" id="{C6474542-A0BE-374C-B82D-55C89C9F647E}"/>
                  </a:ext>
                </a:extLst>
              </p:cNvPr>
              <p:cNvSpPr>
                <a:spLocks/>
              </p:cNvSpPr>
              <p:nvPr/>
            </p:nvSpPr>
            <p:spPr bwMode="auto">
              <a:xfrm>
                <a:off x="4306" y="3421"/>
                <a:ext cx="79" cy="46"/>
              </a:xfrm>
              <a:custGeom>
                <a:avLst/>
                <a:gdLst>
                  <a:gd name="T0" fmla="*/ 12 w 158"/>
                  <a:gd name="T1" fmla="*/ 0 h 92"/>
                  <a:gd name="T2" fmla="*/ 20 w 158"/>
                  <a:gd name="T3" fmla="*/ 2 h 92"/>
                  <a:gd name="T4" fmla="*/ 28 w 158"/>
                  <a:gd name="T5" fmla="*/ 5 h 92"/>
                  <a:gd name="T6" fmla="*/ 36 w 158"/>
                  <a:gd name="T7" fmla="*/ 7 h 92"/>
                  <a:gd name="T8" fmla="*/ 42 w 158"/>
                  <a:gd name="T9" fmla="*/ 10 h 92"/>
                  <a:gd name="T10" fmla="*/ 48 w 158"/>
                  <a:gd name="T11" fmla="*/ 12 h 92"/>
                  <a:gd name="T12" fmla="*/ 56 w 158"/>
                  <a:gd name="T13" fmla="*/ 13 h 92"/>
                  <a:gd name="T14" fmla="*/ 63 w 158"/>
                  <a:gd name="T15" fmla="*/ 16 h 92"/>
                  <a:gd name="T16" fmla="*/ 73 w 158"/>
                  <a:gd name="T17" fmla="*/ 19 h 92"/>
                  <a:gd name="T18" fmla="*/ 74 w 158"/>
                  <a:gd name="T19" fmla="*/ 22 h 92"/>
                  <a:gd name="T20" fmla="*/ 76 w 158"/>
                  <a:gd name="T21" fmla="*/ 26 h 92"/>
                  <a:gd name="T22" fmla="*/ 78 w 158"/>
                  <a:gd name="T23" fmla="*/ 30 h 92"/>
                  <a:gd name="T24" fmla="*/ 79 w 158"/>
                  <a:gd name="T25" fmla="*/ 35 h 92"/>
                  <a:gd name="T26" fmla="*/ 79 w 158"/>
                  <a:gd name="T27" fmla="*/ 38 h 92"/>
                  <a:gd name="T28" fmla="*/ 78 w 158"/>
                  <a:gd name="T29" fmla="*/ 42 h 92"/>
                  <a:gd name="T30" fmla="*/ 75 w 158"/>
                  <a:gd name="T31" fmla="*/ 44 h 92"/>
                  <a:gd name="T32" fmla="*/ 70 w 158"/>
                  <a:gd name="T33" fmla="*/ 46 h 92"/>
                  <a:gd name="T34" fmla="*/ 62 w 158"/>
                  <a:gd name="T35" fmla="*/ 45 h 92"/>
                  <a:gd name="T36" fmla="*/ 56 w 158"/>
                  <a:gd name="T37" fmla="*/ 45 h 92"/>
                  <a:gd name="T38" fmla="*/ 50 w 158"/>
                  <a:gd name="T39" fmla="*/ 45 h 92"/>
                  <a:gd name="T40" fmla="*/ 44 w 158"/>
                  <a:gd name="T41" fmla="*/ 45 h 92"/>
                  <a:gd name="T42" fmla="*/ 39 w 158"/>
                  <a:gd name="T43" fmla="*/ 45 h 92"/>
                  <a:gd name="T44" fmla="*/ 33 w 158"/>
                  <a:gd name="T45" fmla="*/ 45 h 92"/>
                  <a:gd name="T46" fmla="*/ 26 w 158"/>
                  <a:gd name="T47" fmla="*/ 44 h 92"/>
                  <a:gd name="T48" fmla="*/ 19 w 158"/>
                  <a:gd name="T49" fmla="*/ 44 h 92"/>
                  <a:gd name="T50" fmla="*/ 11 w 158"/>
                  <a:gd name="T51" fmla="*/ 39 h 92"/>
                  <a:gd name="T52" fmla="*/ 6 w 158"/>
                  <a:gd name="T53" fmla="*/ 33 h 92"/>
                  <a:gd name="T54" fmla="*/ 2 w 158"/>
                  <a:gd name="T55" fmla="*/ 27 h 92"/>
                  <a:gd name="T56" fmla="*/ 0 w 158"/>
                  <a:gd name="T57" fmla="*/ 22 h 92"/>
                  <a:gd name="T58" fmla="*/ 0 w 158"/>
                  <a:gd name="T59" fmla="*/ 17 h 92"/>
                  <a:gd name="T60" fmla="*/ 2 w 158"/>
                  <a:gd name="T61" fmla="*/ 11 h 92"/>
                  <a:gd name="T62" fmla="*/ 6 w 158"/>
                  <a:gd name="T63" fmla="*/ 5 h 92"/>
                  <a:gd name="T64" fmla="*/ 12 w 158"/>
                  <a:gd name="T65" fmla="*/ 0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8"/>
                  <a:gd name="T100" fmla="*/ 0 h 92"/>
                  <a:gd name="T101" fmla="*/ 158 w 158"/>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8" h="92">
                    <a:moveTo>
                      <a:pt x="24" y="0"/>
                    </a:moveTo>
                    <a:lnTo>
                      <a:pt x="40" y="4"/>
                    </a:lnTo>
                    <a:lnTo>
                      <a:pt x="57" y="9"/>
                    </a:lnTo>
                    <a:lnTo>
                      <a:pt x="71" y="14"/>
                    </a:lnTo>
                    <a:lnTo>
                      <a:pt x="84" y="19"/>
                    </a:lnTo>
                    <a:lnTo>
                      <a:pt x="97" y="23"/>
                    </a:lnTo>
                    <a:lnTo>
                      <a:pt x="112" y="27"/>
                    </a:lnTo>
                    <a:lnTo>
                      <a:pt x="127" y="32"/>
                    </a:lnTo>
                    <a:lnTo>
                      <a:pt x="146" y="38"/>
                    </a:lnTo>
                    <a:lnTo>
                      <a:pt x="148" y="44"/>
                    </a:lnTo>
                    <a:lnTo>
                      <a:pt x="152" y="53"/>
                    </a:lnTo>
                    <a:lnTo>
                      <a:pt x="155" y="60"/>
                    </a:lnTo>
                    <a:lnTo>
                      <a:pt x="158" y="69"/>
                    </a:lnTo>
                    <a:lnTo>
                      <a:pt x="158" y="75"/>
                    </a:lnTo>
                    <a:lnTo>
                      <a:pt x="156" y="83"/>
                    </a:lnTo>
                    <a:lnTo>
                      <a:pt x="150" y="88"/>
                    </a:lnTo>
                    <a:lnTo>
                      <a:pt x="140" y="92"/>
                    </a:lnTo>
                    <a:lnTo>
                      <a:pt x="125" y="89"/>
                    </a:lnTo>
                    <a:lnTo>
                      <a:pt x="112" y="89"/>
                    </a:lnTo>
                    <a:lnTo>
                      <a:pt x="101" y="89"/>
                    </a:lnTo>
                    <a:lnTo>
                      <a:pt x="89" y="89"/>
                    </a:lnTo>
                    <a:lnTo>
                      <a:pt x="77" y="89"/>
                    </a:lnTo>
                    <a:lnTo>
                      <a:pt x="66" y="89"/>
                    </a:lnTo>
                    <a:lnTo>
                      <a:pt x="52" y="88"/>
                    </a:lnTo>
                    <a:lnTo>
                      <a:pt x="38" y="88"/>
                    </a:lnTo>
                    <a:lnTo>
                      <a:pt x="23" y="77"/>
                    </a:lnTo>
                    <a:lnTo>
                      <a:pt x="12" y="65"/>
                    </a:lnTo>
                    <a:lnTo>
                      <a:pt x="4" y="54"/>
                    </a:lnTo>
                    <a:lnTo>
                      <a:pt x="0" y="44"/>
                    </a:lnTo>
                    <a:lnTo>
                      <a:pt x="0" y="33"/>
                    </a:lnTo>
                    <a:lnTo>
                      <a:pt x="4" y="21"/>
                    </a:lnTo>
                    <a:lnTo>
                      <a:pt x="12" y="10"/>
                    </a:lnTo>
                    <a:lnTo>
                      <a:pt x="24"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7" name="Freeform 676">
                <a:extLst>
                  <a:ext uri="{FF2B5EF4-FFF2-40B4-BE49-F238E27FC236}">
                    <a16:creationId xmlns:a16="http://schemas.microsoft.com/office/drawing/2014/main" id="{B75E4579-349F-074E-BFA6-D3300A805A10}"/>
                  </a:ext>
                </a:extLst>
              </p:cNvPr>
              <p:cNvSpPr>
                <a:spLocks/>
              </p:cNvSpPr>
              <p:nvPr/>
            </p:nvSpPr>
            <p:spPr bwMode="auto">
              <a:xfrm>
                <a:off x="4308" y="3423"/>
                <a:ext cx="73" cy="41"/>
              </a:xfrm>
              <a:custGeom>
                <a:avLst/>
                <a:gdLst>
                  <a:gd name="T0" fmla="*/ 11 w 146"/>
                  <a:gd name="T1" fmla="*/ 0 h 83"/>
                  <a:gd name="T2" fmla="*/ 19 w 146"/>
                  <a:gd name="T3" fmla="*/ 2 h 83"/>
                  <a:gd name="T4" fmla="*/ 26 w 146"/>
                  <a:gd name="T5" fmla="*/ 4 h 83"/>
                  <a:gd name="T6" fmla="*/ 31 w 146"/>
                  <a:gd name="T7" fmla="*/ 6 h 83"/>
                  <a:gd name="T8" fmla="*/ 38 w 146"/>
                  <a:gd name="T9" fmla="*/ 8 h 83"/>
                  <a:gd name="T10" fmla="*/ 43 w 146"/>
                  <a:gd name="T11" fmla="*/ 9 h 83"/>
                  <a:gd name="T12" fmla="*/ 49 w 146"/>
                  <a:gd name="T13" fmla="*/ 11 h 83"/>
                  <a:gd name="T14" fmla="*/ 56 w 146"/>
                  <a:gd name="T15" fmla="*/ 13 h 83"/>
                  <a:gd name="T16" fmla="*/ 65 w 146"/>
                  <a:gd name="T17" fmla="*/ 16 h 83"/>
                  <a:gd name="T18" fmla="*/ 66 w 146"/>
                  <a:gd name="T19" fmla="*/ 19 h 83"/>
                  <a:gd name="T20" fmla="*/ 69 w 146"/>
                  <a:gd name="T21" fmla="*/ 23 h 83"/>
                  <a:gd name="T22" fmla="*/ 71 w 146"/>
                  <a:gd name="T23" fmla="*/ 27 h 83"/>
                  <a:gd name="T24" fmla="*/ 73 w 146"/>
                  <a:gd name="T25" fmla="*/ 31 h 83"/>
                  <a:gd name="T26" fmla="*/ 73 w 146"/>
                  <a:gd name="T27" fmla="*/ 34 h 83"/>
                  <a:gd name="T28" fmla="*/ 73 w 146"/>
                  <a:gd name="T29" fmla="*/ 38 h 83"/>
                  <a:gd name="T30" fmla="*/ 69 w 146"/>
                  <a:gd name="T31" fmla="*/ 40 h 83"/>
                  <a:gd name="T32" fmla="*/ 64 w 146"/>
                  <a:gd name="T33" fmla="*/ 41 h 83"/>
                  <a:gd name="T34" fmla="*/ 57 w 146"/>
                  <a:gd name="T35" fmla="*/ 40 h 83"/>
                  <a:gd name="T36" fmla="*/ 51 w 146"/>
                  <a:gd name="T37" fmla="*/ 40 h 83"/>
                  <a:gd name="T38" fmla="*/ 46 w 146"/>
                  <a:gd name="T39" fmla="*/ 40 h 83"/>
                  <a:gd name="T40" fmla="*/ 41 w 146"/>
                  <a:gd name="T41" fmla="*/ 41 h 83"/>
                  <a:gd name="T42" fmla="*/ 36 w 146"/>
                  <a:gd name="T43" fmla="*/ 41 h 83"/>
                  <a:gd name="T44" fmla="*/ 30 w 146"/>
                  <a:gd name="T45" fmla="*/ 41 h 83"/>
                  <a:gd name="T46" fmla="*/ 24 w 146"/>
                  <a:gd name="T47" fmla="*/ 41 h 83"/>
                  <a:gd name="T48" fmla="*/ 18 w 146"/>
                  <a:gd name="T49" fmla="*/ 41 h 83"/>
                  <a:gd name="T50" fmla="*/ 11 w 146"/>
                  <a:gd name="T51" fmla="*/ 35 h 83"/>
                  <a:gd name="T52" fmla="*/ 5 w 146"/>
                  <a:gd name="T53" fmla="*/ 30 h 83"/>
                  <a:gd name="T54" fmla="*/ 1 w 146"/>
                  <a:gd name="T55" fmla="*/ 25 h 83"/>
                  <a:gd name="T56" fmla="*/ 0 w 146"/>
                  <a:gd name="T57" fmla="*/ 20 h 83"/>
                  <a:gd name="T58" fmla="*/ 0 w 146"/>
                  <a:gd name="T59" fmla="*/ 15 h 83"/>
                  <a:gd name="T60" fmla="*/ 2 w 146"/>
                  <a:gd name="T61" fmla="*/ 10 h 83"/>
                  <a:gd name="T62" fmla="*/ 6 w 146"/>
                  <a:gd name="T63" fmla="*/ 5 h 83"/>
                  <a:gd name="T64" fmla="*/ 11 w 146"/>
                  <a:gd name="T65" fmla="*/ 0 h 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6"/>
                  <a:gd name="T100" fmla="*/ 0 h 83"/>
                  <a:gd name="T101" fmla="*/ 146 w 146"/>
                  <a:gd name="T102" fmla="*/ 83 h 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6" h="83">
                    <a:moveTo>
                      <a:pt x="23" y="0"/>
                    </a:moveTo>
                    <a:lnTo>
                      <a:pt x="38" y="4"/>
                    </a:lnTo>
                    <a:lnTo>
                      <a:pt x="52" y="9"/>
                    </a:lnTo>
                    <a:lnTo>
                      <a:pt x="63" y="12"/>
                    </a:lnTo>
                    <a:lnTo>
                      <a:pt x="76" y="16"/>
                    </a:lnTo>
                    <a:lnTo>
                      <a:pt x="87" y="19"/>
                    </a:lnTo>
                    <a:lnTo>
                      <a:pt x="98" y="23"/>
                    </a:lnTo>
                    <a:lnTo>
                      <a:pt x="112" y="26"/>
                    </a:lnTo>
                    <a:lnTo>
                      <a:pt x="130" y="33"/>
                    </a:lnTo>
                    <a:lnTo>
                      <a:pt x="132" y="39"/>
                    </a:lnTo>
                    <a:lnTo>
                      <a:pt x="137" y="46"/>
                    </a:lnTo>
                    <a:lnTo>
                      <a:pt x="141" y="54"/>
                    </a:lnTo>
                    <a:lnTo>
                      <a:pt x="146" y="63"/>
                    </a:lnTo>
                    <a:lnTo>
                      <a:pt x="146" y="69"/>
                    </a:lnTo>
                    <a:lnTo>
                      <a:pt x="145" y="76"/>
                    </a:lnTo>
                    <a:lnTo>
                      <a:pt x="138" y="80"/>
                    </a:lnTo>
                    <a:lnTo>
                      <a:pt x="128" y="83"/>
                    </a:lnTo>
                    <a:lnTo>
                      <a:pt x="114" y="80"/>
                    </a:lnTo>
                    <a:lnTo>
                      <a:pt x="103" y="80"/>
                    </a:lnTo>
                    <a:lnTo>
                      <a:pt x="92" y="81"/>
                    </a:lnTo>
                    <a:lnTo>
                      <a:pt x="82" y="83"/>
                    </a:lnTo>
                    <a:lnTo>
                      <a:pt x="71" y="83"/>
                    </a:lnTo>
                    <a:lnTo>
                      <a:pt x="61" y="83"/>
                    </a:lnTo>
                    <a:lnTo>
                      <a:pt x="48" y="83"/>
                    </a:lnTo>
                    <a:lnTo>
                      <a:pt x="37" y="83"/>
                    </a:lnTo>
                    <a:lnTo>
                      <a:pt x="22"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8" name="Freeform 677">
                <a:extLst>
                  <a:ext uri="{FF2B5EF4-FFF2-40B4-BE49-F238E27FC236}">
                    <a16:creationId xmlns:a16="http://schemas.microsoft.com/office/drawing/2014/main" id="{8496872A-04F3-BD4F-A012-485EEF79D0F1}"/>
                  </a:ext>
                </a:extLst>
              </p:cNvPr>
              <p:cNvSpPr>
                <a:spLocks/>
              </p:cNvSpPr>
              <p:nvPr/>
            </p:nvSpPr>
            <p:spPr bwMode="auto">
              <a:xfrm>
                <a:off x="4308" y="3324"/>
                <a:ext cx="117" cy="79"/>
              </a:xfrm>
              <a:custGeom>
                <a:avLst/>
                <a:gdLst>
                  <a:gd name="T0" fmla="*/ 16 w 235"/>
                  <a:gd name="T1" fmla="*/ 0 h 158"/>
                  <a:gd name="T2" fmla="*/ 28 w 235"/>
                  <a:gd name="T3" fmla="*/ 3 h 158"/>
                  <a:gd name="T4" fmla="*/ 41 w 235"/>
                  <a:gd name="T5" fmla="*/ 7 h 158"/>
                  <a:gd name="T6" fmla="*/ 53 w 235"/>
                  <a:gd name="T7" fmla="*/ 11 h 158"/>
                  <a:gd name="T8" fmla="*/ 66 w 235"/>
                  <a:gd name="T9" fmla="*/ 15 h 158"/>
                  <a:gd name="T10" fmla="*/ 78 w 235"/>
                  <a:gd name="T11" fmla="*/ 19 h 158"/>
                  <a:gd name="T12" fmla="*/ 91 w 235"/>
                  <a:gd name="T13" fmla="*/ 23 h 158"/>
                  <a:gd name="T14" fmla="*/ 103 w 235"/>
                  <a:gd name="T15" fmla="*/ 27 h 158"/>
                  <a:gd name="T16" fmla="*/ 117 w 235"/>
                  <a:gd name="T17" fmla="*/ 32 h 158"/>
                  <a:gd name="T18" fmla="*/ 117 w 235"/>
                  <a:gd name="T19" fmla="*/ 38 h 158"/>
                  <a:gd name="T20" fmla="*/ 117 w 235"/>
                  <a:gd name="T21" fmla="*/ 44 h 158"/>
                  <a:gd name="T22" fmla="*/ 117 w 235"/>
                  <a:gd name="T23" fmla="*/ 50 h 158"/>
                  <a:gd name="T24" fmla="*/ 117 w 235"/>
                  <a:gd name="T25" fmla="*/ 57 h 158"/>
                  <a:gd name="T26" fmla="*/ 115 w 235"/>
                  <a:gd name="T27" fmla="*/ 63 h 158"/>
                  <a:gd name="T28" fmla="*/ 113 w 235"/>
                  <a:gd name="T29" fmla="*/ 70 h 158"/>
                  <a:gd name="T30" fmla="*/ 110 w 235"/>
                  <a:gd name="T31" fmla="*/ 75 h 158"/>
                  <a:gd name="T32" fmla="*/ 107 w 235"/>
                  <a:gd name="T33" fmla="*/ 79 h 158"/>
                  <a:gd name="T34" fmla="*/ 96 w 235"/>
                  <a:gd name="T35" fmla="*/ 77 h 158"/>
                  <a:gd name="T36" fmla="*/ 86 w 235"/>
                  <a:gd name="T37" fmla="*/ 75 h 158"/>
                  <a:gd name="T38" fmla="*/ 76 w 235"/>
                  <a:gd name="T39" fmla="*/ 72 h 158"/>
                  <a:gd name="T40" fmla="*/ 66 w 235"/>
                  <a:gd name="T41" fmla="*/ 69 h 158"/>
                  <a:gd name="T42" fmla="*/ 55 w 235"/>
                  <a:gd name="T43" fmla="*/ 65 h 158"/>
                  <a:gd name="T44" fmla="*/ 45 w 235"/>
                  <a:gd name="T45" fmla="*/ 62 h 158"/>
                  <a:gd name="T46" fmla="*/ 35 w 235"/>
                  <a:gd name="T47" fmla="*/ 59 h 158"/>
                  <a:gd name="T48" fmla="*/ 25 w 235"/>
                  <a:gd name="T49" fmla="*/ 58 h 158"/>
                  <a:gd name="T50" fmla="*/ 14 w 235"/>
                  <a:gd name="T51" fmla="*/ 50 h 158"/>
                  <a:gd name="T52" fmla="*/ 7 w 235"/>
                  <a:gd name="T53" fmla="*/ 43 h 158"/>
                  <a:gd name="T54" fmla="*/ 2 w 235"/>
                  <a:gd name="T55" fmla="*/ 36 h 158"/>
                  <a:gd name="T56" fmla="*/ 0 w 235"/>
                  <a:gd name="T57" fmla="*/ 29 h 158"/>
                  <a:gd name="T58" fmla="*/ 0 w 235"/>
                  <a:gd name="T59" fmla="*/ 21 h 158"/>
                  <a:gd name="T60" fmla="*/ 3 w 235"/>
                  <a:gd name="T61" fmla="*/ 14 h 158"/>
                  <a:gd name="T62" fmla="*/ 8 w 235"/>
                  <a:gd name="T63" fmla="*/ 7 h 158"/>
                  <a:gd name="T64" fmla="*/ 16 w 235"/>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58"/>
                  <a:gd name="T101" fmla="*/ 235 w 235"/>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58">
                    <a:moveTo>
                      <a:pt x="33" y="0"/>
                    </a:moveTo>
                    <a:lnTo>
                      <a:pt x="57" y="7"/>
                    </a:lnTo>
                    <a:lnTo>
                      <a:pt x="82" y="15"/>
                    </a:lnTo>
                    <a:lnTo>
                      <a:pt x="107" y="23"/>
                    </a:lnTo>
                    <a:lnTo>
                      <a:pt x="132" y="30"/>
                    </a:lnTo>
                    <a:lnTo>
                      <a:pt x="157" y="38"/>
                    </a:lnTo>
                    <a:lnTo>
                      <a:pt x="182" y="46"/>
                    </a:lnTo>
                    <a:lnTo>
                      <a:pt x="207" y="55"/>
                    </a:lnTo>
                    <a:lnTo>
                      <a:pt x="234" y="64"/>
                    </a:lnTo>
                    <a:lnTo>
                      <a:pt x="234" y="75"/>
                    </a:lnTo>
                    <a:lnTo>
                      <a:pt x="235" y="88"/>
                    </a:lnTo>
                    <a:lnTo>
                      <a:pt x="234" y="101"/>
                    </a:lnTo>
                    <a:lnTo>
                      <a:pt x="234" y="115"/>
                    </a:lnTo>
                    <a:lnTo>
                      <a:pt x="230" y="127"/>
                    </a:lnTo>
                    <a:lnTo>
                      <a:pt x="226" y="139"/>
                    </a:lnTo>
                    <a:lnTo>
                      <a:pt x="221" y="149"/>
                    </a:lnTo>
                    <a:lnTo>
                      <a:pt x="215" y="158"/>
                    </a:lnTo>
                    <a:lnTo>
                      <a:pt x="193" y="153"/>
                    </a:lnTo>
                    <a:lnTo>
                      <a:pt x="173" y="149"/>
                    </a:lnTo>
                    <a:lnTo>
                      <a:pt x="152" y="143"/>
                    </a:lnTo>
                    <a:lnTo>
                      <a:pt x="132" y="137"/>
                    </a:lnTo>
                    <a:lnTo>
                      <a:pt x="111" y="130"/>
                    </a:lnTo>
                    <a:lnTo>
                      <a:pt x="91" y="124"/>
                    </a:lnTo>
                    <a:lnTo>
                      <a:pt x="71" y="119"/>
                    </a:lnTo>
                    <a:lnTo>
                      <a:pt x="51" y="116"/>
                    </a:lnTo>
                    <a:lnTo>
                      <a:pt x="29" y="101"/>
                    </a:lnTo>
                    <a:lnTo>
                      <a:pt x="15" y="86"/>
                    </a:lnTo>
                    <a:lnTo>
                      <a:pt x="4" y="71"/>
                    </a:lnTo>
                    <a:lnTo>
                      <a:pt x="0" y="58"/>
                    </a:lnTo>
                    <a:lnTo>
                      <a:pt x="0" y="43"/>
                    </a:lnTo>
                    <a:lnTo>
                      <a:pt x="7" y="29"/>
                    </a:lnTo>
                    <a:lnTo>
                      <a:pt x="17" y="14"/>
                    </a:lnTo>
                    <a:lnTo>
                      <a:pt x="33"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9" name="Freeform 678">
                <a:extLst>
                  <a:ext uri="{FF2B5EF4-FFF2-40B4-BE49-F238E27FC236}">
                    <a16:creationId xmlns:a16="http://schemas.microsoft.com/office/drawing/2014/main" id="{FB7FB031-1D74-C04B-ADA5-2E2A9E031258}"/>
                  </a:ext>
                </a:extLst>
              </p:cNvPr>
              <p:cNvSpPr>
                <a:spLocks/>
              </p:cNvSpPr>
              <p:nvPr/>
            </p:nvSpPr>
            <p:spPr bwMode="auto">
              <a:xfrm>
                <a:off x="4311" y="3325"/>
                <a:ext cx="112" cy="75"/>
              </a:xfrm>
              <a:custGeom>
                <a:avLst/>
                <a:gdLst>
                  <a:gd name="T0" fmla="*/ 16 w 225"/>
                  <a:gd name="T1" fmla="*/ 0 h 151"/>
                  <a:gd name="T2" fmla="*/ 27 w 225"/>
                  <a:gd name="T3" fmla="*/ 4 h 151"/>
                  <a:gd name="T4" fmla="*/ 39 w 225"/>
                  <a:gd name="T5" fmla="*/ 7 h 151"/>
                  <a:gd name="T6" fmla="*/ 51 w 225"/>
                  <a:gd name="T7" fmla="*/ 11 h 151"/>
                  <a:gd name="T8" fmla="*/ 63 w 225"/>
                  <a:gd name="T9" fmla="*/ 16 h 151"/>
                  <a:gd name="T10" fmla="*/ 75 w 225"/>
                  <a:gd name="T11" fmla="*/ 19 h 151"/>
                  <a:gd name="T12" fmla="*/ 87 w 225"/>
                  <a:gd name="T13" fmla="*/ 23 h 151"/>
                  <a:gd name="T14" fmla="*/ 99 w 225"/>
                  <a:gd name="T15" fmla="*/ 27 h 151"/>
                  <a:gd name="T16" fmla="*/ 112 w 225"/>
                  <a:gd name="T17" fmla="*/ 31 h 151"/>
                  <a:gd name="T18" fmla="*/ 112 w 225"/>
                  <a:gd name="T19" fmla="*/ 36 h 151"/>
                  <a:gd name="T20" fmla="*/ 112 w 225"/>
                  <a:gd name="T21" fmla="*/ 42 h 151"/>
                  <a:gd name="T22" fmla="*/ 112 w 225"/>
                  <a:gd name="T23" fmla="*/ 48 h 151"/>
                  <a:gd name="T24" fmla="*/ 112 w 225"/>
                  <a:gd name="T25" fmla="*/ 55 h 151"/>
                  <a:gd name="T26" fmla="*/ 110 w 225"/>
                  <a:gd name="T27" fmla="*/ 61 h 151"/>
                  <a:gd name="T28" fmla="*/ 108 w 225"/>
                  <a:gd name="T29" fmla="*/ 66 h 151"/>
                  <a:gd name="T30" fmla="*/ 105 w 225"/>
                  <a:gd name="T31" fmla="*/ 71 h 151"/>
                  <a:gd name="T32" fmla="*/ 103 w 225"/>
                  <a:gd name="T33" fmla="*/ 75 h 151"/>
                  <a:gd name="T34" fmla="*/ 92 w 225"/>
                  <a:gd name="T35" fmla="*/ 73 h 151"/>
                  <a:gd name="T36" fmla="*/ 82 w 225"/>
                  <a:gd name="T37" fmla="*/ 71 h 151"/>
                  <a:gd name="T38" fmla="*/ 72 w 225"/>
                  <a:gd name="T39" fmla="*/ 68 h 151"/>
                  <a:gd name="T40" fmla="*/ 63 w 225"/>
                  <a:gd name="T41" fmla="*/ 66 h 151"/>
                  <a:gd name="T42" fmla="*/ 53 w 225"/>
                  <a:gd name="T43" fmla="*/ 63 h 151"/>
                  <a:gd name="T44" fmla="*/ 43 w 225"/>
                  <a:gd name="T45" fmla="*/ 60 h 151"/>
                  <a:gd name="T46" fmla="*/ 34 w 225"/>
                  <a:gd name="T47" fmla="*/ 58 h 151"/>
                  <a:gd name="T48" fmla="*/ 24 w 225"/>
                  <a:gd name="T49" fmla="*/ 57 h 151"/>
                  <a:gd name="T50" fmla="*/ 14 w 225"/>
                  <a:gd name="T51" fmla="*/ 49 h 151"/>
                  <a:gd name="T52" fmla="*/ 7 w 225"/>
                  <a:gd name="T53" fmla="*/ 42 h 151"/>
                  <a:gd name="T54" fmla="*/ 2 w 225"/>
                  <a:gd name="T55" fmla="*/ 35 h 151"/>
                  <a:gd name="T56" fmla="*/ 0 w 225"/>
                  <a:gd name="T57" fmla="*/ 28 h 151"/>
                  <a:gd name="T58" fmla="*/ 0 w 225"/>
                  <a:gd name="T59" fmla="*/ 21 h 151"/>
                  <a:gd name="T60" fmla="*/ 2 w 225"/>
                  <a:gd name="T61" fmla="*/ 14 h 151"/>
                  <a:gd name="T62" fmla="*/ 7 w 225"/>
                  <a:gd name="T63" fmla="*/ 7 h 151"/>
                  <a:gd name="T64" fmla="*/ 16 w 225"/>
                  <a:gd name="T65" fmla="*/ 0 h 1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5"/>
                  <a:gd name="T100" fmla="*/ 0 h 151"/>
                  <a:gd name="T101" fmla="*/ 225 w 225"/>
                  <a:gd name="T102" fmla="*/ 151 h 1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5" h="151">
                    <a:moveTo>
                      <a:pt x="32" y="0"/>
                    </a:moveTo>
                    <a:lnTo>
                      <a:pt x="54" y="8"/>
                    </a:lnTo>
                    <a:lnTo>
                      <a:pt x="79" y="15"/>
                    </a:lnTo>
                    <a:lnTo>
                      <a:pt x="102" y="23"/>
                    </a:lnTo>
                    <a:lnTo>
                      <a:pt x="127" y="32"/>
                    </a:lnTo>
                    <a:lnTo>
                      <a:pt x="151" y="39"/>
                    </a:lnTo>
                    <a:lnTo>
                      <a:pt x="175" y="47"/>
                    </a:lnTo>
                    <a:lnTo>
                      <a:pt x="199" y="54"/>
                    </a:lnTo>
                    <a:lnTo>
                      <a:pt x="224" y="63"/>
                    </a:lnTo>
                    <a:lnTo>
                      <a:pt x="224" y="73"/>
                    </a:lnTo>
                    <a:lnTo>
                      <a:pt x="225" y="85"/>
                    </a:lnTo>
                    <a:lnTo>
                      <a:pt x="224" y="97"/>
                    </a:lnTo>
                    <a:lnTo>
                      <a:pt x="224" y="110"/>
                    </a:lnTo>
                    <a:lnTo>
                      <a:pt x="220" y="122"/>
                    </a:lnTo>
                    <a:lnTo>
                      <a:pt x="216" y="133"/>
                    </a:lnTo>
                    <a:lnTo>
                      <a:pt x="211" y="142"/>
                    </a:lnTo>
                    <a:lnTo>
                      <a:pt x="206" y="151"/>
                    </a:lnTo>
                    <a:lnTo>
                      <a:pt x="185" y="147"/>
                    </a:lnTo>
                    <a:lnTo>
                      <a:pt x="165" y="143"/>
                    </a:lnTo>
                    <a:lnTo>
                      <a:pt x="145" y="137"/>
                    </a:lnTo>
                    <a:lnTo>
                      <a:pt x="126" y="132"/>
                    </a:lnTo>
                    <a:lnTo>
                      <a:pt x="106" y="126"/>
                    </a:lnTo>
                    <a:lnTo>
                      <a:pt x="87" y="121"/>
                    </a:lnTo>
                    <a:lnTo>
                      <a:pt x="68" y="117"/>
                    </a:lnTo>
                    <a:lnTo>
                      <a:pt x="49" y="114"/>
                    </a:lnTo>
                    <a:lnTo>
                      <a:pt x="28" y="99"/>
                    </a:lnTo>
                    <a:lnTo>
                      <a:pt x="14" y="85"/>
                    </a:lnTo>
                    <a:lnTo>
                      <a:pt x="4" y="70"/>
                    </a:lnTo>
                    <a:lnTo>
                      <a:pt x="0" y="57"/>
                    </a:lnTo>
                    <a:lnTo>
                      <a:pt x="0" y="42"/>
                    </a:lnTo>
                    <a:lnTo>
                      <a:pt x="5" y="28"/>
                    </a:lnTo>
                    <a:lnTo>
                      <a:pt x="15" y="14"/>
                    </a:lnTo>
                    <a:lnTo>
                      <a:pt x="32"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0" name="Freeform 679">
                <a:extLst>
                  <a:ext uri="{FF2B5EF4-FFF2-40B4-BE49-F238E27FC236}">
                    <a16:creationId xmlns:a16="http://schemas.microsoft.com/office/drawing/2014/main" id="{496C0171-91DE-A240-A232-1F3120C280AE}"/>
                  </a:ext>
                </a:extLst>
              </p:cNvPr>
              <p:cNvSpPr>
                <a:spLocks/>
              </p:cNvSpPr>
              <p:nvPr/>
            </p:nvSpPr>
            <p:spPr bwMode="auto">
              <a:xfrm>
                <a:off x="4313" y="3326"/>
                <a:ext cx="107" cy="71"/>
              </a:xfrm>
              <a:custGeom>
                <a:avLst/>
                <a:gdLst>
                  <a:gd name="T0" fmla="*/ 15 w 215"/>
                  <a:gd name="T1" fmla="*/ 0 h 142"/>
                  <a:gd name="T2" fmla="*/ 26 w 215"/>
                  <a:gd name="T3" fmla="*/ 3 h 142"/>
                  <a:gd name="T4" fmla="*/ 38 w 215"/>
                  <a:gd name="T5" fmla="*/ 7 h 142"/>
                  <a:gd name="T6" fmla="*/ 49 w 215"/>
                  <a:gd name="T7" fmla="*/ 10 h 142"/>
                  <a:gd name="T8" fmla="*/ 60 w 215"/>
                  <a:gd name="T9" fmla="*/ 14 h 142"/>
                  <a:gd name="T10" fmla="*/ 71 w 215"/>
                  <a:gd name="T11" fmla="*/ 18 h 142"/>
                  <a:gd name="T12" fmla="*/ 83 w 215"/>
                  <a:gd name="T13" fmla="*/ 22 h 142"/>
                  <a:gd name="T14" fmla="*/ 95 w 215"/>
                  <a:gd name="T15" fmla="*/ 25 h 142"/>
                  <a:gd name="T16" fmla="*/ 107 w 215"/>
                  <a:gd name="T17" fmla="*/ 29 h 142"/>
                  <a:gd name="T18" fmla="*/ 107 w 215"/>
                  <a:gd name="T19" fmla="*/ 35 h 142"/>
                  <a:gd name="T20" fmla="*/ 107 w 215"/>
                  <a:gd name="T21" fmla="*/ 40 h 142"/>
                  <a:gd name="T22" fmla="*/ 107 w 215"/>
                  <a:gd name="T23" fmla="*/ 45 h 142"/>
                  <a:gd name="T24" fmla="*/ 107 w 215"/>
                  <a:gd name="T25" fmla="*/ 52 h 142"/>
                  <a:gd name="T26" fmla="*/ 105 w 215"/>
                  <a:gd name="T27" fmla="*/ 57 h 142"/>
                  <a:gd name="T28" fmla="*/ 103 w 215"/>
                  <a:gd name="T29" fmla="*/ 62 h 142"/>
                  <a:gd name="T30" fmla="*/ 100 w 215"/>
                  <a:gd name="T31" fmla="*/ 67 h 142"/>
                  <a:gd name="T32" fmla="*/ 98 w 215"/>
                  <a:gd name="T33" fmla="*/ 71 h 142"/>
                  <a:gd name="T34" fmla="*/ 88 w 215"/>
                  <a:gd name="T35" fmla="*/ 69 h 142"/>
                  <a:gd name="T36" fmla="*/ 79 w 215"/>
                  <a:gd name="T37" fmla="*/ 67 h 142"/>
                  <a:gd name="T38" fmla="*/ 70 w 215"/>
                  <a:gd name="T39" fmla="*/ 65 h 142"/>
                  <a:gd name="T40" fmla="*/ 60 w 215"/>
                  <a:gd name="T41" fmla="*/ 62 h 142"/>
                  <a:gd name="T42" fmla="*/ 51 w 215"/>
                  <a:gd name="T43" fmla="*/ 59 h 142"/>
                  <a:gd name="T44" fmla="*/ 41 w 215"/>
                  <a:gd name="T45" fmla="*/ 57 h 142"/>
                  <a:gd name="T46" fmla="*/ 32 w 215"/>
                  <a:gd name="T47" fmla="*/ 55 h 142"/>
                  <a:gd name="T48" fmla="*/ 23 w 215"/>
                  <a:gd name="T49" fmla="*/ 54 h 142"/>
                  <a:gd name="T50" fmla="*/ 13 w 215"/>
                  <a:gd name="T51" fmla="*/ 47 h 142"/>
                  <a:gd name="T52" fmla="*/ 6 w 215"/>
                  <a:gd name="T53" fmla="*/ 40 h 142"/>
                  <a:gd name="T54" fmla="*/ 2 w 215"/>
                  <a:gd name="T55" fmla="*/ 33 h 142"/>
                  <a:gd name="T56" fmla="*/ 0 w 215"/>
                  <a:gd name="T57" fmla="*/ 27 h 142"/>
                  <a:gd name="T58" fmla="*/ 0 w 215"/>
                  <a:gd name="T59" fmla="*/ 20 h 142"/>
                  <a:gd name="T60" fmla="*/ 2 w 215"/>
                  <a:gd name="T61" fmla="*/ 13 h 142"/>
                  <a:gd name="T62" fmla="*/ 7 w 215"/>
                  <a:gd name="T63" fmla="*/ 6 h 142"/>
                  <a:gd name="T64" fmla="*/ 15 w 215"/>
                  <a:gd name="T65" fmla="*/ 0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42"/>
                  <a:gd name="T101" fmla="*/ 215 w 215"/>
                  <a:gd name="T102" fmla="*/ 142 h 1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42">
                    <a:moveTo>
                      <a:pt x="30" y="0"/>
                    </a:moveTo>
                    <a:lnTo>
                      <a:pt x="53" y="6"/>
                    </a:lnTo>
                    <a:lnTo>
                      <a:pt x="76" y="14"/>
                    </a:lnTo>
                    <a:lnTo>
                      <a:pt x="98" y="21"/>
                    </a:lnTo>
                    <a:lnTo>
                      <a:pt x="121" y="29"/>
                    </a:lnTo>
                    <a:lnTo>
                      <a:pt x="143" y="36"/>
                    </a:lnTo>
                    <a:lnTo>
                      <a:pt x="166" y="44"/>
                    </a:lnTo>
                    <a:lnTo>
                      <a:pt x="190" y="51"/>
                    </a:lnTo>
                    <a:lnTo>
                      <a:pt x="214" y="59"/>
                    </a:lnTo>
                    <a:lnTo>
                      <a:pt x="214" y="69"/>
                    </a:lnTo>
                    <a:lnTo>
                      <a:pt x="215" y="80"/>
                    </a:lnTo>
                    <a:lnTo>
                      <a:pt x="214" y="91"/>
                    </a:lnTo>
                    <a:lnTo>
                      <a:pt x="214" y="104"/>
                    </a:lnTo>
                    <a:lnTo>
                      <a:pt x="210" y="114"/>
                    </a:lnTo>
                    <a:lnTo>
                      <a:pt x="206" y="124"/>
                    </a:lnTo>
                    <a:lnTo>
                      <a:pt x="201" y="133"/>
                    </a:lnTo>
                    <a:lnTo>
                      <a:pt x="196" y="142"/>
                    </a:lnTo>
                    <a:lnTo>
                      <a:pt x="177" y="138"/>
                    </a:lnTo>
                    <a:lnTo>
                      <a:pt x="158" y="134"/>
                    </a:lnTo>
                    <a:lnTo>
                      <a:pt x="140" y="129"/>
                    </a:lnTo>
                    <a:lnTo>
                      <a:pt x="121" y="124"/>
                    </a:lnTo>
                    <a:lnTo>
                      <a:pt x="102" y="118"/>
                    </a:lnTo>
                    <a:lnTo>
                      <a:pt x="83" y="114"/>
                    </a:lnTo>
                    <a:lnTo>
                      <a:pt x="64" y="110"/>
                    </a:lnTo>
                    <a:lnTo>
                      <a:pt x="46" y="108"/>
                    </a:lnTo>
                    <a:lnTo>
                      <a:pt x="27" y="94"/>
                    </a:lnTo>
                    <a:lnTo>
                      <a:pt x="13" y="80"/>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1" name="Freeform 680">
                <a:extLst>
                  <a:ext uri="{FF2B5EF4-FFF2-40B4-BE49-F238E27FC236}">
                    <a16:creationId xmlns:a16="http://schemas.microsoft.com/office/drawing/2014/main" id="{3A312601-0BFB-C145-886C-4AA132A53847}"/>
                  </a:ext>
                </a:extLst>
              </p:cNvPr>
              <p:cNvSpPr>
                <a:spLocks/>
              </p:cNvSpPr>
              <p:nvPr/>
            </p:nvSpPr>
            <p:spPr bwMode="auto">
              <a:xfrm>
                <a:off x="4315" y="3328"/>
                <a:ext cx="103" cy="66"/>
              </a:xfrm>
              <a:custGeom>
                <a:avLst/>
                <a:gdLst>
                  <a:gd name="T0" fmla="*/ 15 w 206"/>
                  <a:gd name="T1" fmla="*/ 0 h 130"/>
                  <a:gd name="T2" fmla="*/ 26 w 206"/>
                  <a:gd name="T3" fmla="*/ 3 h 130"/>
                  <a:gd name="T4" fmla="*/ 37 w 206"/>
                  <a:gd name="T5" fmla="*/ 6 h 130"/>
                  <a:gd name="T6" fmla="*/ 47 w 206"/>
                  <a:gd name="T7" fmla="*/ 10 h 130"/>
                  <a:gd name="T8" fmla="*/ 58 w 206"/>
                  <a:gd name="T9" fmla="*/ 13 h 130"/>
                  <a:gd name="T10" fmla="*/ 69 w 206"/>
                  <a:gd name="T11" fmla="*/ 16 h 130"/>
                  <a:gd name="T12" fmla="*/ 80 w 206"/>
                  <a:gd name="T13" fmla="*/ 20 h 130"/>
                  <a:gd name="T14" fmla="*/ 91 w 206"/>
                  <a:gd name="T15" fmla="*/ 24 h 130"/>
                  <a:gd name="T16" fmla="*/ 102 w 206"/>
                  <a:gd name="T17" fmla="*/ 28 h 130"/>
                  <a:gd name="T18" fmla="*/ 103 w 206"/>
                  <a:gd name="T19" fmla="*/ 33 h 130"/>
                  <a:gd name="T20" fmla="*/ 103 w 206"/>
                  <a:gd name="T21" fmla="*/ 38 h 130"/>
                  <a:gd name="T22" fmla="*/ 103 w 206"/>
                  <a:gd name="T23" fmla="*/ 43 h 130"/>
                  <a:gd name="T24" fmla="*/ 103 w 206"/>
                  <a:gd name="T25" fmla="*/ 49 h 130"/>
                  <a:gd name="T26" fmla="*/ 101 w 206"/>
                  <a:gd name="T27" fmla="*/ 53 h 130"/>
                  <a:gd name="T28" fmla="*/ 99 w 206"/>
                  <a:gd name="T29" fmla="*/ 58 h 130"/>
                  <a:gd name="T30" fmla="*/ 97 w 206"/>
                  <a:gd name="T31" fmla="*/ 62 h 130"/>
                  <a:gd name="T32" fmla="*/ 94 w 206"/>
                  <a:gd name="T33" fmla="*/ 66 h 130"/>
                  <a:gd name="T34" fmla="*/ 85 w 206"/>
                  <a:gd name="T35" fmla="*/ 64 h 130"/>
                  <a:gd name="T36" fmla="*/ 76 w 206"/>
                  <a:gd name="T37" fmla="*/ 63 h 130"/>
                  <a:gd name="T38" fmla="*/ 67 w 206"/>
                  <a:gd name="T39" fmla="*/ 61 h 130"/>
                  <a:gd name="T40" fmla="*/ 58 w 206"/>
                  <a:gd name="T41" fmla="*/ 59 h 130"/>
                  <a:gd name="T42" fmla="*/ 49 w 206"/>
                  <a:gd name="T43" fmla="*/ 56 h 130"/>
                  <a:gd name="T44" fmla="*/ 40 w 206"/>
                  <a:gd name="T45" fmla="*/ 54 h 130"/>
                  <a:gd name="T46" fmla="*/ 31 w 206"/>
                  <a:gd name="T47" fmla="*/ 53 h 130"/>
                  <a:gd name="T48" fmla="*/ 23 w 206"/>
                  <a:gd name="T49" fmla="*/ 52 h 130"/>
                  <a:gd name="T50" fmla="*/ 13 w 206"/>
                  <a:gd name="T51" fmla="*/ 45 h 130"/>
                  <a:gd name="T52" fmla="*/ 6 w 206"/>
                  <a:gd name="T53" fmla="*/ 39 h 130"/>
                  <a:gd name="T54" fmla="*/ 2 w 206"/>
                  <a:gd name="T55" fmla="*/ 31 h 130"/>
                  <a:gd name="T56" fmla="*/ 0 w 206"/>
                  <a:gd name="T57" fmla="*/ 26 h 130"/>
                  <a:gd name="T58" fmla="*/ 0 w 206"/>
                  <a:gd name="T59" fmla="*/ 19 h 130"/>
                  <a:gd name="T60" fmla="*/ 3 w 206"/>
                  <a:gd name="T61" fmla="*/ 13 h 130"/>
                  <a:gd name="T62" fmla="*/ 7 w 206"/>
                  <a:gd name="T63" fmla="*/ 6 h 130"/>
                  <a:gd name="T64" fmla="*/ 15 w 206"/>
                  <a:gd name="T65" fmla="*/ 0 h 1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30"/>
                  <a:gd name="T101" fmla="*/ 206 w 206"/>
                  <a:gd name="T102" fmla="*/ 130 h 1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30">
                    <a:moveTo>
                      <a:pt x="30" y="0"/>
                    </a:moveTo>
                    <a:lnTo>
                      <a:pt x="52" y="6"/>
                    </a:lnTo>
                    <a:lnTo>
                      <a:pt x="73" y="12"/>
                    </a:lnTo>
                    <a:lnTo>
                      <a:pt x="94" y="19"/>
                    </a:lnTo>
                    <a:lnTo>
                      <a:pt x="117" y="26"/>
                    </a:lnTo>
                    <a:lnTo>
                      <a:pt x="138" y="32"/>
                    </a:lnTo>
                    <a:lnTo>
                      <a:pt x="159" y="40"/>
                    </a:lnTo>
                    <a:lnTo>
                      <a:pt x="181" y="47"/>
                    </a:lnTo>
                    <a:lnTo>
                      <a:pt x="203" y="55"/>
                    </a:lnTo>
                    <a:lnTo>
                      <a:pt x="205" y="65"/>
                    </a:lnTo>
                    <a:lnTo>
                      <a:pt x="206" y="75"/>
                    </a:lnTo>
                    <a:lnTo>
                      <a:pt x="205" y="85"/>
                    </a:lnTo>
                    <a:lnTo>
                      <a:pt x="205" y="96"/>
                    </a:lnTo>
                    <a:lnTo>
                      <a:pt x="201" y="105"/>
                    </a:lnTo>
                    <a:lnTo>
                      <a:pt x="198" y="115"/>
                    </a:lnTo>
                    <a:lnTo>
                      <a:pt x="193" y="123"/>
                    </a:lnTo>
                    <a:lnTo>
                      <a:pt x="188" y="130"/>
                    </a:lnTo>
                    <a:lnTo>
                      <a:pt x="169" y="126"/>
                    </a:lnTo>
                    <a:lnTo>
                      <a:pt x="152" y="124"/>
                    </a:lnTo>
                    <a:lnTo>
                      <a:pt x="133" y="120"/>
                    </a:lnTo>
                    <a:lnTo>
                      <a:pt x="116" y="116"/>
                    </a:lnTo>
                    <a:lnTo>
                      <a:pt x="97" y="111"/>
                    </a:lnTo>
                    <a:lnTo>
                      <a:pt x="79" y="107"/>
                    </a:lnTo>
                    <a:lnTo>
                      <a:pt x="62" y="104"/>
                    </a:lnTo>
                    <a:lnTo>
                      <a:pt x="45" y="102"/>
                    </a:lnTo>
                    <a:lnTo>
                      <a:pt x="26" y="89"/>
                    </a:lnTo>
                    <a:lnTo>
                      <a:pt x="13" y="76"/>
                    </a:lnTo>
                    <a:lnTo>
                      <a:pt x="4" y="62"/>
                    </a:lnTo>
                    <a:lnTo>
                      <a:pt x="0" y="51"/>
                    </a:lnTo>
                    <a:lnTo>
                      <a:pt x="0" y="37"/>
                    </a:lnTo>
                    <a:lnTo>
                      <a:pt x="5" y="25"/>
                    </a:lnTo>
                    <a:lnTo>
                      <a:pt x="15" y="11"/>
                    </a:lnTo>
                    <a:lnTo>
                      <a:pt x="30"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2" name="Freeform 681">
                <a:extLst>
                  <a:ext uri="{FF2B5EF4-FFF2-40B4-BE49-F238E27FC236}">
                    <a16:creationId xmlns:a16="http://schemas.microsoft.com/office/drawing/2014/main" id="{31EC7CB1-1F84-D449-A782-9024801E76C9}"/>
                  </a:ext>
                </a:extLst>
              </p:cNvPr>
              <p:cNvSpPr>
                <a:spLocks/>
              </p:cNvSpPr>
              <p:nvPr/>
            </p:nvSpPr>
            <p:spPr bwMode="auto">
              <a:xfrm>
                <a:off x="4318" y="3329"/>
                <a:ext cx="97" cy="62"/>
              </a:xfrm>
              <a:custGeom>
                <a:avLst/>
                <a:gdLst>
                  <a:gd name="T0" fmla="*/ 14 w 196"/>
                  <a:gd name="T1" fmla="*/ 0 h 124"/>
                  <a:gd name="T2" fmla="*/ 24 w 196"/>
                  <a:gd name="T3" fmla="*/ 3 h 124"/>
                  <a:gd name="T4" fmla="*/ 34 w 196"/>
                  <a:gd name="T5" fmla="*/ 7 h 124"/>
                  <a:gd name="T6" fmla="*/ 44 w 196"/>
                  <a:gd name="T7" fmla="*/ 10 h 124"/>
                  <a:gd name="T8" fmla="*/ 55 w 196"/>
                  <a:gd name="T9" fmla="*/ 13 h 124"/>
                  <a:gd name="T10" fmla="*/ 65 w 196"/>
                  <a:gd name="T11" fmla="*/ 17 h 124"/>
                  <a:gd name="T12" fmla="*/ 75 w 196"/>
                  <a:gd name="T13" fmla="*/ 20 h 124"/>
                  <a:gd name="T14" fmla="*/ 85 w 196"/>
                  <a:gd name="T15" fmla="*/ 23 h 124"/>
                  <a:gd name="T16" fmla="*/ 96 w 196"/>
                  <a:gd name="T17" fmla="*/ 27 h 124"/>
                  <a:gd name="T18" fmla="*/ 97 w 196"/>
                  <a:gd name="T19" fmla="*/ 31 h 124"/>
                  <a:gd name="T20" fmla="*/ 97 w 196"/>
                  <a:gd name="T21" fmla="*/ 37 h 124"/>
                  <a:gd name="T22" fmla="*/ 97 w 196"/>
                  <a:gd name="T23" fmla="*/ 42 h 124"/>
                  <a:gd name="T24" fmla="*/ 97 w 196"/>
                  <a:gd name="T25" fmla="*/ 47 h 124"/>
                  <a:gd name="T26" fmla="*/ 95 w 196"/>
                  <a:gd name="T27" fmla="*/ 51 h 124"/>
                  <a:gd name="T28" fmla="*/ 93 w 196"/>
                  <a:gd name="T29" fmla="*/ 55 h 124"/>
                  <a:gd name="T30" fmla="*/ 91 w 196"/>
                  <a:gd name="T31" fmla="*/ 59 h 124"/>
                  <a:gd name="T32" fmla="*/ 88 w 196"/>
                  <a:gd name="T33" fmla="*/ 62 h 124"/>
                  <a:gd name="T34" fmla="*/ 80 w 196"/>
                  <a:gd name="T35" fmla="*/ 60 h 124"/>
                  <a:gd name="T36" fmla="*/ 71 w 196"/>
                  <a:gd name="T37" fmla="*/ 59 h 124"/>
                  <a:gd name="T38" fmla="*/ 62 w 196"/>
                  <a:gd name="T39" fmla="*/ 57 h 124"/>
                  <a:gd name="T40" fmla="*/ 54 w 196"/>
                  <a:gd name="T41" fmla="*/ 55 h 124"/>
                  <a:gd name="T42" fmla="*/ 46 w 196"/>
                  <a:gd name="T43" fmla="*/ 53 h 124"/>
                  <a:gd name="T44" fmla="*/ 37 w 196"/>
                  <a:gd name="T45" fmla="*/ 52 h 124"/>
                  <a:gd name="T46" fmla="*/ 29 w 196"/>
                  <a:gd name="T47" fmla="*/ 50 h 124"/>
                  <a:gd name="T48" fmla="*/ 21 w 196"/>
                  <a:gd name="T49" fmla="*/ 49 h 124"/>
                  <a:gd name="T50" fmla="*/ 12 w 196"/>
                  <a:gd name="T51" fmla="*/ 43 h 124"/>
                  <a:gd name="T52" fmla="*/ 5 w 196"/>
                  <a:gd name="T53" fmla="*/ 37 h 124"/>
                  <a:gd name="T54" fmla="*/ 2 w 196"/>
                  <a:gd name="T55" fmla="*/ 30 h 124"/>
                  <a:gd name="T56" fmla="*/ 0 w 196"/>
                  <a:gd name="T57" fmla="*/ 25 h 124"/>
                  <a:gd name="T58" fmla="*/ 0 w 196"/>
                  <a:gd name="T59" fmla="*/ 18 h 124"/>
                  <a:gd name="T60" fmla="*/ 2 w 196"/>
                  <a:gd name="T61" fmla="*/ 12 h 124"/>
                  <a:gd name="T62" fmla="*/ 6 w 196"/>
                  <a:gd name="T63" fmla="*/ 6 h 124"/>
                  <a:gd name="T64" fmla="*/ 14 w 196"/>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6"/>
                  <a:gd name="T100" fmla="*/ 0 h 124"/>
                  <a:gd name="T101" fmla="*/ 196 w 196"/>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6" h="124">
                    <a:moveTo>
                      <a:pt x="28" y="0"/>
                    </a:moveTo>
                    <a:lnTo>
                      <a:pt x="48" y="6"/>
                    </a:lnTo>
                    <a:lnTo>
                      <a:pt x="69" y="13"/>
                    </a:lnTo>
                    <a:lnTo>
                      <a:pt x="89" y="19"/>
                    </a:lnTo>
                    <a:lnTo>
                      <a:pt x="111" y="26"/>
                    </a:lnTo>
                    <a:lnTo>
                      <a:pt x="131" y="33"/>
                    </a:lnTo>
                    <a:lnTo>
                      <a:pt x="152" y="40"/>
                    </a:lnTo>
                    <a:lnTo>
                      <a:pt x="172" y="46"/>
                    </a:lnTo>
                    <a:lnTo>
                      <a:pt x="193" y="54"/>
                    </a:lnTo>
                    <a:lnTo>
                      <a:pt x="195" y="63"/>
                    </a:lnTo>
                    <a:lnTo>
                      <a:pt x="196" y="73"/>
                    </a:lnTo>
                    <a:lnTo>
                      <a:pt x="195" y="83"/>
                    </a:lnTo>
                    <a:lnTo>
                      <a:pt x="195" y="93"/>
                    </a:lnTo>
                    <a:lnTo>
                      <a:pt x="191" y="101"/>
                    </a:lnTo>
                    <a:lnTo>
                      <a:pt x="188" y="110"/>
                    </a:lnTo>
                    <a:lnTo>
                      <a:pt x="183" y="117"/>
                    </a:lnTo>
                    <a:lnTo>
                      <a:pt x="178" y="124"/>
                    </a:lnTo>
                    <a:lnTo>
                      <a:pt x="161" y="120"/>
                    </a:lnTo>
                    <a:lnTo>
                      <a:pt x="143" y="118"/>
                    </a:lnTo>
                    <a:lnTo>
                      <a:pt x="126" y="114"/>
                    </a:lnTo>
                    <a:lnTo>
                      <a:pt x="109" y="110"/>
                    </a:lnTo>
                    <a:lnTo>
                      <a:pt x="92" y="106"/>
                    </a:lnTo>
                    <a:lnTo>
                      <a:pt x="75" y="103"/>
                    </a:lnTo>
                    <a:lnTo>
                      <a:pt x="58" y="99"/>
                    </a:lnTo>
                    <a:lnTo>
                      <a:pt x="42" y="98"/>
                    </a:lnTo>
                    <a:lnTo>
                      <a:pt x="24" y="85"/>
                    </a:lnTo>
                    <a:lnTo>
                      <a:pt x="11" y="73"/>
                    </a:lnTo>
                    <a:lnTo>
                      <a:pt x="4" y="60"/>
                    </a:lnTo>
                    <a:lnTo>
                      <a:pt x="0" y="49"/>
                    </a:lnTo>
                    <a:lnTo>
                      <a:pt x="0" y="36"/>
                    </a:lnTo>
                    <a:lnTo>
                      <a:pt x="4" y="24"/>
                    </a:lnTo>
                    <a:lnTo>
                      <a:pt x="13" y="11"/>
                    </a:lnTo>
                    <a:lnTo>
                      <a:pt x="28"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3" name="Freeform 682">
                <a:extLst>
                  <a:ext uri="{FF2B5EF4-FFF2-40B4-BE49-F238E27FC236}">
                    <a16:creationId xmlns:a16="http://schemas.microsoft.com/office/drawing/2014/main" id="{55EA9CAC-CCDE-1E47-98E1-C6A5AB79A64E}"/>
                  </a:ext>
                </a:extLst>
              </p:cNvPr>
              <p:cNvSpPr>
                <a:spLocks/>
              </p:cNvSpPr>
              <p:nvPr/>
            </p:nvSpPr>
            <p:spPr bwMode="auto">
              <a:xfrm>
                <a:off x="4320" y="3331"/>
                <a:ext cx="92" cy="56"/>
              </a:xfrm>
              <a:custGeom>
                <a:avLst/>
                <a:gdLst>
                  <a:gd name="T0" fmla="*/ 13 w 185"/>
                  <a:gd name="T1" fmla="*/ 0 h 113"/>
                  <a:gd name="T2" fmla="*/ 22 w 185"/>
                  <a:gd name="T3" fmla="*/ 2 h 113"/>
                  <a:gd name="T4" fmla="*/ 32 w 185"/>
                  <a:gd name="T5" fmla="*/ 5 h 113"/>
                  <a:gd name="T6" fmla="*/ 42 w 185"/>
                  <a:gd name="T7" fmla="*/ 8 h 113"/>
                  <a:gd name="T8" fmla="*/ 52 w 185"/>
                  <a:gd name="T9" fmla="*/ 12 h 113"/>
                  <a:gd name="T10" fmla="*/ 61 w 185"/>
                  <a:gd name="T11" fmla="*/ 15 h 113"/>
                  <a:gd name="T12" fmla="*/ 71 w 185"/>
                  <a:gd name="T13" fmla="*/ 18 h 113"/>
                  <a:gd name="T14" fmla="*/ 81 w 185"/>
                  <a:gd name="T15" fmla="*/ 21 h 113"/>
                  <a:gd name="T16" fmla="*/ 91 w 185"/>
                  <a:gd name="T17" fmla="*/ 25 h 113"/>
                  <a:gd name="T18" fmla="*/ 91 w 185"/>
                  <a:gd name="T19" fmla="*/ 28 h 113"/>
                  <a:gd name="T20" fmla="*/ 92 w 185"/>
                  <a:gd name="T21" fmla="*/ 33 h 113"/>
                  <a:gd name="T22" fmla="*/ 91 w 185"/>
                  <a:gd name="T23" fmla="*/ 37 h 113"/>
                  <a:gd name="T24" fmla="*/ 91 w 185"/>
                  <a:gd name="T25" fmla="*/ 42 h 113"/>
                  <a:gd name="T26" fmla="*/ 90 w 185"/>
                  <a:gd name="T27" fmla="*/ 45 h 113"/>
                  <a:gd name="T28" fmla="*/ 88 w 185"/>
                  <a:gd name="T29" fmla="*/ 49 h 113"/>
                  <a:gd name="T30" fmla="*/ 86 w 185"/>
                  <a:gd name="T31" fmla="*/ 52 h 113"/>
                  <a:gd name="T32" fmla="*/ 84 w 185"/>
                  <a:gd name="T33" fmla="*/ 56 h 113"/>
                  <a:gd name="T34" fmla="*/ 76 w 185"/>
                  <a:gd name="T35" fmla="*/ 55 h 113"/>
                  <a:gd name="T36" fmla="*/ 68 w 185"/>
                  <a:gd name="T37" fmla="*/ 54 h 113"/>
                  <a:gd name="T38" fmla="*/ 59 w 185"/>
                  <a:gd name="T39" fmla="*/ 52 h 113"/>
                  <a:gd name="T40" fmla="*/ 52 w 185"/>
                  <a:gd name="T41" fmla="*/ 51 h 113"/>
                  <a:gd name="T42" fmla="*/ 44 w 185"/>
                  <a:gd name="T43" fmla="*/ 49 h 113"/>
                  <a:gd name="T44" fmla="*/ 36 w 185"/>
                  <a:gd name="T45" fmla="*/ 48 h 113"/>
                  <a:gd name="T46" fmla="*/ 27 w 185"/>
                  <a:gd name="T47" fmla="*/ 47 h 113"/>
                  <a:gd name="T48" fmla="*/ 20 w 185"/>
                  <a:gd name="T49" fmla="*/ 46 h 113"/>
                  <a:gd name="T50" fmla="*/ 12 w 185"/>
                  <a:gd name="T51" fmla="*/ 40 h 113"/>
                  <a:gd name="T52" fmla="*/ 5 w 185"/>
                  <a:gd name="T53" fmla="*/ 34 h 113"/>
                  <a:gd name="T54" fmla="*/ 2 w 185"/>
                  <a:gd name="T55" fmla="*/ 28 h 113"/>
                  <a:gd name="T56" fmla="*/ 0 w 185"/>
                  <a:gd name="T57" fmla="*/ 22 h 113"/>
                  <a:gd name="T58" fmla="*/ 0 w 185"/>
                  <a:gd name="T59" fmla="*/ 17 h 113"/>
                  <a:gd name="T60" fmla="*/ 2 w 185"/>
                  <a:gd name="T61" fmla="*/ 11 h 113"/>
                  <a:gd name="T62" fmla="*/ 6 w 185"/>
                  <a:gd name="T63" fmla="*/ 5 h 113"/>
                  <a:gd name="T64" fmla="*/ 13 w 185"/>
                  <a:gd name="T65" fmla="*/ 0 h 1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13"/>
                  <a:gd name="T101" fmla="*/ 185 w 185"/>
                  <a:gd name="T102" fmla="*/ 113 h 1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13">
                    <a:moveTo>
                      <a:pt x="27" y="0"/>
                    </a:moveTo>
                    <a:lnTo>
                      <a:pt x="45" y="5"/>
                    </a:lnTo>
                    <a:lnTo>
                      <a:pt x="64" y="11"/>
                    </a:lnTo>
                    <a:lnTo>
                      <a:pt x="84" y="17"/>
                    </a:lnTo>
                    <a:lnTo>
                      <a:pt x="104" y="24"/>
                    </a:lnTo>
                    <a:lnTo>
                      <a:pt x="123" y="30"/>
                    </a:lnTo>
                    <a:lnTo>
                      <a:pt x="143" y="36"/>
                    </a:lnTo>
                    <a:lnTo>
                      <a:pt x="163" y="42"/>
                    </a:lnTo>
                    <a:lnTo>
                      <a:pt x="183" y="50"/>
                    </a:lnTo>
                    <a:lnTo>
                      <a:pt x="183" y="57"/>
                    </a:lnTo>
                    <a:lnTo>
                      <a:pt x="185" y="67"/>
                    </a:lnTo>
                    <a:lnTo>
                      <a:pt x="183" y="75"/>
                    </a:lnTo>
                    <a:lnTo>
                      <a:pt x="183" y="85"/>
                    </a:lnTo>
                    <a:lnTo>
                      <a:pt x="180" y="91"/>
                    </a:lnTo>
                    <a:lnTo>
                      <a:pt x="177" y="99"/>
                    </a:lnTo>
                    <a:lnTo>
                      <a:pt x="173" y="105"/>
                    </a:lnTo>
                    <a:lnTo>
                      <a:pt x="169" y="113"/>
                    </a:lnTo>
                    <a:lnTo>
                      <a:pt x="152" y="110"/>
                    </a:lnTo>
                    <a:lnTo>
                      <a:pt x="137" y="108"/>
                    </a:lnTo>
                    <a:lnTo>
                      <a:pt x="119" y="105"/>
                    </a:lnTo>
                    <a:lnTo>
                      <a:pt x="104" y="102"/>
                    </a:lnTo>
                    <a:lnTo>
                      <a:pt x="88" y="99"/>
                    </a:lnTo>
                    <a:lnTo>
                      <a:pt x="72" y="96"/>
                    </a:lnTo>
                    <a:lnTo>
                      <a:pt x="55" y="94"/>
                    </a:lnTo>
                    <a:lnTo>
                      <a:pt x="40" y="92"/>
                    </a:lnTo>
                    <a:lnTo>
                      <a:pt x="24" y="80"/>
                    </a:lnTo>
                    <a:lnTo>
                      <a:pt x="11" y="69"/>
                    </a:lnTo>
                    <a:lnTo>
                      <a:pt x="4" y="56"/>
                    </a:lnTo>
                    <a:lnTo>
                      <a:pt x="0" y="45"/>
                    </a:lnTo>
                    <a:lnTo>
                      <a:pt x="0" y="34"/>
                    </a:lnTo>
                    <a:lnTo>
                      <a:pt x="4" y="22"/>
                    </a:lnTo>
                    <a:lnTo>
                      <a:pt x="13" y="11"/>
                    </a:lnTo>
                    <a:lnTo>
                      <a:pt x="27"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4" name="Freeform 683">
                <a:extLst>
                  <a:ext uri="{FF2B5EF4-FFF2-40B4-BE49-F238E27FC236}">
                    <a16:creationId xmlns:a16="http://schemas.microsoft.com/office/drawing/2014/main" id="{B5062E14-24BF-9248-A7C5-043B2B1A6B93}"/>
                  </a:ext>
                </a:extLst>
              </p:cNvPr>
              <p:cNvSpPr>
                <a:spLocks/>
              </p:cNvSpPr>
              <p:nvPr/>
            </p:nvSpPr>
            <p:spPr bwMode="auto">
              <a:xfrm>
                <a:off x="4323" y="3332"/>
                <a:ext cx="87" cy="53"/>
              </a:xfrm>
              <a:custGeom>
                <a:avLst/>
                <a:gdLst>
                  <a:gd name="T0" fmla="*/ 12 w 175"/>
                  <a:gd name="T1" fmla="*/ 0 h 106"/>
                  <a:gd name="T2" fmla="*/ 21 w 175"/>
                  <a:gd name="T3" fmla="*/ 3 h 106"/>
                  <a:gd name="T4" fmla="*/ 30 w 175"/>
                  <a:gd name="T5" fmla="*/ 6 h 106"/>
                  <a:gd name="T6" fmla="*/ 39 w 175"/>
                  <a:gd name="T7" fmla="*/ 9 h 106"/>
                  <a:gd name="T8" fmla="*/ 49 w 175"/>
                  <a:gd name="T9" fmla="*/ 12 h 106"/>
                  <a:gd name="T10" fmla="*/ 58 w 175"/>
                  <a:gd name="T11" fmla="*/ 14 h 106"/>
                  <a:gd name="T12" fmla="*/ 68 w 175"/>
                  <a:gd name="T13" fmla="*/ 18 h 106"/>
                  <a:gd name="T14" fmla="*/ 77 w 175"/>
                  <a:gd name="T15" fmla="*/ 20 h 106"/>
                  <a:gd name="T16" fmla="*/ 86 w 175"/>
                  <a:gd name="T17" fmla="*/ 24 h 106"/>
                  <a:gd name="T18" fmla="*/ 86 w 175"/>
                  <a:gd name="T19" fmla="*/ 27 h 106"/>
                  <a:gd name="T20" fmla="*/ 87 w 175"/>
                  <a:gd name="T21" fmla="*/ 32 h 106"/>
                  <a:gd name="T22" fmla="*/ 86 w 175"/>
                  <a:gd name="T23" fmla="*/ 36 h 106"/>
                  <a:gd name="T24" fmla="*/ 86 w 175"/>
                  <a:gd name="T25" fmla="*/ 40 h 106"/>
                  <a:gd name="T26" fmla="*/ 84 w 175"/>
                  <a:gd name="T27" fmla="*/ 47 h 106"/>
                  <a:gd name="T28" fmla="*/ 79 w 175"/>
                  <a:gd name="T29" fmla="*/ 53 h 106"/>
                  <a:gd name="T30" fmla="*/ 71 w 175"/>
                  <a:gd name="T31" fmla="*/ 52 h 106"/>
                  <a:gd name="T32" fmla="*/ 64 w 175"/>
                  <a:gd name="T33" fmla="*/ 50 h 106"/>
                  <a:gd name="T34" fmla="*/ 56 w 175"/>
                  <a:gd name="T35" fmla="*/ 49 h 106"/>
                  <a:gd name="T36" fmla="*/ 49 w 175"/>
                  <a:gd name="T37" fmla="*/ 48 h 106"/>
                  <a:gd name="T38" fmla="*/ 41 w 175"/>
                  <a:gd name="T39" fmla="*/ 47 h 106"/>
                  <a:gd name="T40" fmla="*/ 33 w 175"/>
                  <a:gd name="T41" fmla="*/ 46 h 106"/>
                  <a:gd name="T42" fmla="*/ 26 w 175"/>
                  <a:gd name="T43" fmla="*/ 45 h 106"/>
                  <a:gd name="T44" fmla="*/ 18 w 175"/>
                  <a:gd name="T45" fmla="*/ 45 h 106"/>
                  <a:gd name="T46" fmla="*/ 11 w 175"/>
                  <a:gd name="T47" fmla="*/ 39 h 106"/>
                  <a:gd name="T48" fmla="*/ 5 w 175"/>
                  <a:gd name="T49" fmla="*/ 34 h 106"/>
                  <a:gd name="T50" fmla="*/ 1 w 175"/>
                  <a:gd name="T51" fmla="*/ 27 h 106"/>
                  <a:gd name="T52" fmla="*/ 0 w 175"/>
                  <a:gd name="T53" fmla="*/ 22 h 106"/>
                  <a:gd name="T54" fmla="*/ 0 w 175"/>
                  <a:gd name="T55" fmla="*/ 17 h 106"/>
                  <a:gd name="T56" fmla="*/ 2 w 175"/>
                  <a:gd name="T57" fmla="*/ 11 h 106"/>
                  <a:gd name="T58" fmla="*/ 6 w 175"/>
                  <a:gd name="T59" fmla="*/ 5 h 106"/>
                  <a:gd name="T60" fmla="*/ 12 w 175"/>
                  <a:gd name="T61" fmla="*/ 0 h 10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6"/>
                  <a:gd name="T95" fmla="*/ 175 w 175"/>
                  <a:gd name="T96" fmla="*/ 106 h 10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6">
                    <a:moveTo>
                      <a:pt x="25" y="0"/>
                    </a:moveTo>
                    <a:lnTo>
                      <a:pt x="43" y="5"/>
                    </a:lnTo>
                    <a:lnTo>
                      <a:pt x="60" y="12"/>
                    </a:lnTo>
                    <a:lnTo>
                      <a:pt x="79" y="17"/>
                    </a:lnTo>
                    <a:lnTo>
                      <a:pt x="98" y="24"/>
                    </a:lnTo>
                    <a:lnTo>
                      <a:pt x="117" y="29"/>
                    </a:lnTo>
                    <a:lnTo>
                      <a:pt x="136" y="35"/>
                    </a:lnTo>
                    <a:lnTo>
                      <a:pt x="154" y="40"/>
                    </a:lnTo>
                    <a:lnTo>
                      <a:pt x="173" y="48"/>
                    </a:lnTo>
                    <a:lnTo>
                      <a:pt x="173" y="55"/>
                    </a:lnTo>
                    <a:lnTo>
                      <a:pt x="175" y="64"/>
                    </a:lnTo>
                    <a:lnTo>
                      <a:pt x="173" y="72"/>
                    </a:lnTo>
                    <a:lnTo>
                      <a:pt x="173" y="80"/>
                    </a:lnTo>
                    <a:lnTo>
                      <a:pt x="168" y="93"/>
                    </a:lnTo>
                    <a:lnTo>
                      <a:pt x="159" y="106"/>
                    </a:lnTo>
                    <a:lnTo>
                      <a:pt x="143" y="103"/>
                    </a:lnTo>
                    <a:lnTo>
                      <a:pt x="128" y="100"/>
                    </a:lnTo>
                    <a:lnTo>
                      <a:pt x="113" y="98"/>
                    </a:lnTo>
                    <a:lnTo>
                      <a:pt x="98" y="95"/>
                    </a:lnTo>
                    <a:lnTo>
                      <a:pt x="82" y="93"/>
                    </a:lnTo>
                    <a:lnTo>
                      <a:pt x="67" y="92"/>
                    </a:lnTo>
                    <a:lnTo>
                      <a:pt x="52" y="89"/>
                    </a:lnTo>
                    <a:lnTo>
                      <a:pt x="37" y="89"/>
                    </a:lnTo>
                    <a:lnTo>
                      <a:pt x="22" y="78"/>
                    </a:lnTo>
                    <a:lnTo>
                      <a:pt x="10" y="67"/>
                    </a:lnTo>
                    <a:lnTo>
                      <a:pt x="3" y="55"/>
                    </a:lnTo>
                    <a:lnTo>
                      <a:pt x="0" y="44"/>
                    </a:lnTo>
                    <a:lnTo>
                      <a:pt x="0" y="33"/>
                    </a:lnTo>
                    <a:lnTo>
                      <a:pt x="5" y="22"/>
                    </a:lnTo>
                    <a:lnTo>
                      <a:pt x="13" y="10"/>
                    </a:lnTo>
                    <a:lnTo>
                      <a:pt x="25"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5" name="Freeform 684">
                <a:extLst>
                  <a:ext uri="{FF2B5EF4-FFF2-40B4-BE49-F238E27FC236}">
                    <a16:creationId xmlns:a16="http://schemas.microsoft.com/office/drawing/2014/main" id="{3B257064-1D46-A941-914C-883F2011FDED}"/>
                  </a:ext>
                </a:extLst>
              </p:cNvPr>
              <p:cNvSpPr>
                <a:spLocks/>
              </p:cNvSpPr>
              <p:nvPr/>
            </p:nvSpPr>
            <p:spPr bwMode="auto">
              <a:xfrm>
                <a:off x="4325" y="3334"/>
                <a:ext cx="82" cy="48"/>
              </a:xfrm>
              <a:custGeom>
                <a:avLst/>
                <a:gdLst>
                  <a:gd name="T0" fmla="*/ 12 w 165"/>
                  <a:gd name="T1" fmla="*/ 0 h 95"/>
                  <a:gd name="T2" fmla="*/ 20 w 165"/>
                  <a:gd name="T3" fmla="*/ 2 h 95"/>
                  <a:gd name="T4" fmla="*/ 29 w 165"/>
                  <a:gd name="T5" fmla="*/ 5 h 95"/>
                  <a:gd name="T6" fmla="*/ 37 w 165"/>
                  <a:gd name="T7" fmla="*/ 8 h 95"/>
                  <a:gd name="T8" fmla="*/ 46 w 165"/>
                  <a:gd name="T9" fmla="*/ 11 h 95"/>
                  <a:gd name="T10" fmla="*/ 54 w 165"/>
                  <a:gd name="T11" fmla="*/ 13 h 95"/>
                  <a:gd name="T12" fmla="*/ 64 w 165"/>
                  <a:gd name="T13" fmla="*/ 17 h 95"/>
                  <a:gd name="T14" fmla="*/ 72 w 165"/>
                  <a:gd name="T15" fmla="*/ 19 h 95"/>
                  <a:gd name="T16" fmla="*/ 81 w 165"/>
                  <a:gd name="T17" fmla="*/ 22 h 95"/>
                  <a:gd name="T18" fmla="*/ 81 w 165"/>
                  <a:gd name="T19" fmla="*/ 25 h 95"/>
                  <a:gd name="T20" fmla="*/ 82 w 165"/>
                  <a:gd name="T21" fmla="*/ 29 h 95"/>
                  <a:gd name="T22" fmla="*/ 81 w 165"/>
                  <a:gd name="T23" fmla="*/ 33 h 95"/>
                  <a:gd name="T24" fmla="*/ 81 w 165"/>
                  <a:gd name="T25" fmla="*/ 37 h 95"/>
                  <a:gd name="T26" fmla="*/ 78 w 165"/>
                  <a:gd name="T27" fmla="*/ 42 h 95"/>
                  <a:gd name="T28" fmla="*/ 74 w 165"/>
                  <a:gd name="T29" fmla="*/ 48 h 95"/>
                  <a:gd name="T30" fmla="*/ 67 w 165"/>
                  <a:gd name="T31" fmla="*/ 47 h 95"/>
                  <a:gd name="T32" fmla="*/ 60 w 165"/>
                  <a:gd name="T33" fmla="*/ 46 h 95"/>
                  <a:gd name="T34" fmla="*/ 53 w 165"/>
                  <a:gd name="T35" fmla="*/ 45 h 95"/>
                  <a:gd name="T36" fmla="*/ 46 w 165"/>
                  <a:gd name="T37" fmla="*/ 45 h 95"/>
                  <a:gd name="T38" fmla="*/ 38 w 165"/>
                  <a:gd name="T39" fmla="*/ 43 h 95"/>
                  <a:gd name="T40" fmla="*/ 31 w 165"/>
                  <a:gd name="T41" fmla="*/ 43 h 95"/>
                  <a:gd name="T42" fmla="*/ 24 w 165"/>
                  <a:gd name="T43" fmla="*/ 42 h 95"/>
                  <a:gd name="T44" fmla="*/ 17 w 165"/>
                  <a:gd name="T45" fmla="*/ 42 h 95"/>
                  <a:gd name="T46" fmla="*/ 10 w 165"/>
                  <a:gd name="T47" fmla="*/ 36 h 95"/>
                  <a:gd name="T48" fmla="*/ 5 w 165"/>
                  <a:gd name="T49" fmla="*/ 31 h 95"/>
                  <a:gd name="T50" fmla="*/ 1 w 165"/>
                  <a:gd name="T51" fmla="*/ 25 h 95"/>
                  <a:gd name="T52" fmla="*/ 0 w 165"/>
                  <a:gd name="T53" fmla="*/ 20 h 95"/>
                  <a:gd name="T54" fmla="*/ 0 w 165"/>
                  <a:gd name="T55" fmla="*/ 15 h 95"/>
                  <a:gd name="T56" fmla="*/ 2 w 165"/>
                  <a:gd name="T57" fmla="*/ 10 h 95"/>
                  <a:gd name="T58" fmla="*/ 6 w 165"/>
                  <a:gd name="T59" fmla="*/ 5 h 95"/>
                  <a:gd name="T60" fmla="*/ 12 w 165"/>
                  <a:gd name="T61" fmla="*/ 0 h 9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5"/>
                  <a:gd name="T94" fmla="*/ 0 h 95"/>
                  <a:gd name="T95" fmla="*/ 165 w 165"/>
                  <a:gd name="T96" fmla="*/ 95 h 9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5" h="95">
                    <a:moveTo>
                      <a:pt x="24" y="0"/>
                    </a:moveTo>
                    <a:lnTo>
                      <a:pt x="40" y="4"/>
                    </a:lnTo>
                    <a:lnTo>
                      <a:pt x="58" y="10"/>
                    </a:lnTo>
                    <a:lnTo>
                      <a:pt x="75" y="15"/>
                    </a:lnTo>
                    <a:lnTo>
                      <a:pt x="93" y="21"/>
                    </a:lnTo>
                    <a:lnTo>
                      <a:pt x="109" y="26"/>
                    </a:lnTo>
                    <a:lnTo>
                      <a:pt x="128" y="33"/>
                    </a:lnTo>
                    <a:lnTo>
                      <a:pt x="144" y="38"/>
                    </a:lnTo>
                    <a:lnTo>
                      <a:pt x="163" y="44"/>
                    </a:lnTo>
                    <a:lnTo>
                      <a:pt x="163" y="50"/>
                    </a:lnTo>
                    <a:lnTo>
                      <a:pt x="165" y="58"/>
                    </a:lnTo>
                    <a:lnTo>
                      <a:pt x="163" y="65"/>
                    </a:lnTo>
                    <a:lnTo>
                      <a:pt x="163" y="73"/>
                    </a:lnTo>
                    <a:lnTo>
                      <a:pt x="157" y="84"/>
                    </a:lnTo>
                    <a:lnTo>
                      <a:pt x="149" y="95"/>
                    </a:lnTo>
                    <a:lnTo>
                      <a:pt x="134" y="93"/>
                    </a:lnTo>
                    <a:lnTo>
                      <a:pt x="121" y="91"/>
                    </a:lnTo>
                    <a:lnTo>
                      <a:pt x="106" y="89"/>
                    </a:lnTo>
                    <a:lnTo>
                      <a:pt x="92" y="89"/>
                    </a:lnTo>
                    <a:lnTo>
                      <a:pt x="77" y="86"/>
                    </a:lnTo>
                    <a:lnTo>
                      <a:pt x="63" y="85"/>
                    </a:lnTo>
                    <a:lnTo>
                      <a:pt x="49" y="83"/>
                    </a:lnTo>
                    <a:lnTo>
                      <a:pt x="35" y="83"/>
                    </a:lnTo>
                    <a:lnTo>
                      <a:pt x="20" y="71"/>
                    </a:lnTo>
                    <a:lnTo>
                      <a:pt x="10" y="61"/>
                    </a:lnTo>
                    <a:lnTo>
                      <a:pt x="3" y="50"/>
                    </a:lnTo>
                    <a:lnTo>
                      <a:pt x="0" y="40"/>
                    </a:lnTo>
                    <a:lnTo>
                      <a:pt x="0" y="29"/>
                    </a:lnTo>
                    <a:lnTo>
                      <a:pt x="4" y="19"/>
                    </a:lnTo>
                    <a:lnTo>
                      <a:pt x="12" y="9"/>
                    </a:lnTo>
                    <a:lnTo>
                      <a:pt x="24"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6" name="Freeform 685">
                <a:extLst>
                  <a:ext uri="{FF2B5EF4-FFF2-40B4-BE49-F238E27FC236}">
                    <a16:creationId xmlns:a16="http://schemas.microsoft.com/office/drawing/2014/main" id="{4C95224A-D42C-974F-8F88-3B789F7D389A}"/>
                  </a:ext>
                </a:extLst>
              </p:cNvPr>
              <p:cNvSpPr>
                <a:spLocks/>
              </p:cNvSpPr>
              <p:nvPr/>
            </p:nvSpPr>
            <p:spPr bwMode="auto">
              <a:xfrm>
                <a:off x="4255" y="2929"/>
                <a:ext cx="31" cy="37"/>
              </a:xfrm>
              <a:custGeom>
                <a:avLst/>
                <a:gdLst>
                  <a:gd name="T0" fmla="*/ 16 w 61"/>
                  <a:gd name="T1" fmla="*/ 0 h 73"/>
                  <a:gd name="T2" fmla="*/ 21 w 61"/>
                  <a:gd name="T3" fmla="*/ 2 h 73"/>
                  <a:gd name="T4" fmla="*/ 26 w 61"/>
                  <a:gd name="T5" fmla="*/ 6 h 73"/>
                  <a:gd name="T6" fmla="*/ 27 w 61"/>
                  <a:gd name="T7" fmla="*/ 8 h 73"/>
                  <a:gd name="T8" fmla="*/ 29 w 61"/>
                  <a:gd name="T9" fmla="*/ 11 h 73"/>
                  <a:gd name="T10" fmla="*/ 30 w 61"/>
                  <a:gd name="T11" fmla="*/ 15 h 73"/>
                  <a:gd name="T12" fmla="*/ 31 w 61"/>
                  <a:gd name="T13" fmla="*/ 19 h 73"/>
                  <a:gd name="T14" fmla="*/ 30 w 61"/>
                  <a:gd name="T15" fmla="*/ 22 h 73"/>
                  <a:gd name="T16" fmla="*/ 29 w 61"/>
                  <a:gd name="T17" fmla="*/ 26 h 73"/>
                  <a:gd name="T18" fmla="*/ 27 w 61"/>
                  <a:gd name="T19" fmla="*/ 28 h 73"/>
                  <a:gd name="T20" fmla="*/ 26 w 61"/>
                  <a:gd name="T21" fmla="*/ 31 h 73"/>
                  <a:gd name="T22" fmla="*/ 21 w 61"/>
                  <a:gd name="T23" fmla="*/ 35 h 73"/>
                  <a:gd name="T24" fmla="*/ 16 w 61"/>
                  <a:gd name="T25" fmla="*/ 37 h 73"/>
                  <a:gd name="T26" fmla="*/ 9 w 61"/>
                  <a:gd name="T27" fmla="*/ 35 h 73"/>
                  <a:gd name="T28" fmla="*/ 5 w 61"/>
                  <a:gd name="T29" fmla="*/ 31 h 73"/>
                  <a:gd name="T30" fmla="*/ 2 w 61"/>
                  <a:gd name="T31" fmla="*/ 28 h 73"/>
                  <a:gd name="T32" fmla="*/ 1 w 61"/>
                  <a:gd name="T33" fmla="*/ 26 h 73"/>
                  <a:gd name="T34" fmla="*/ 0 w 61"/>
                  <a:gd name="T35" fmla="*/ 22 h 73"/>
                  <a:gd name="T36" fmla="*/ 0 w 61"/>
                  <a:gd name="T37" fmla="*/ 19 h 73"/>
                  <a:gd name="T38" fmla="*/ 0 w 61"/>
                  <a:gd name="T39" fmla="*/ 15 h 73"/>
                  <a:gd name="T40" fmla="*/ 1 w 61"/>
                  <a:gd name="T41" fmla="*/ 11 h 73"/>
                  <a:gd name="T42" fmla="*/ 2 w 61"/>
                  <a:gd name="T43" fmla="*/ 8 h 73"/>
                  <a:gd name="T44" fmla="*/ 5 w 61"/>
                  <a:gd name="T45" fmla="*/ 6 h 73"/>
                  <a:gd name="T46" fmla="*/ 9 w 61"/>
                  <a:gd name="T47" fmla="*/ 2 h 73"/>
                  <a:gd name="T48" fmla="*/ 16 w 61"/>
                  <a:gd name="T49" fmla="*/ 0 h 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73"/>
                  <a:gd name="T77" fmla="*/ 61 w 61"/>
                  <a:gd name="T78" fmla="*/ 73 h 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73">
                    <a:moveTo>
                      <a:pt x="31" y="0"/>
                    </a:moveTo>
                    <a:lnTo>
                      <a:pt x="41" y="3"/>
                    </a:lnTo>
                    <a:lnTo>
                      <a:pt x="51" y="11"/>
                    </a:lnTo>
                    <a:lnTo>
                      <a:pt x="54" y="16"/>
                    </a:lnTo>
                    <a:lnTo>
                      <a:pt x="57" y="22"/>
                    </a:lnTo>
                    <a:lnTo>
                      <a:pt x="60" y="29"/>
                    </a:lnTo>
                    <a:lnTo>
                      <a:pt x="61" y="37"/>
                    </a:lnTo>
                    <a:lnTo>
                      <a:pt x="60" y="43"/>
                    </a:lnTo>
                    <a:lnTo>
                      <a:pt x="57" y="51"/>
                    </a:lnTo>
                    <a:lnTo>
                      <a:pt x="54" y="56"/>
                    </a:lnTo>
                    <a:lnTo>
                      <a:pt x="51" y="62"/>
                    </a:lnTo>
                    <a:lnTo>
                      <a:pt x="41" y="69"/>
                    </a:lnTo>
                    <a:lnTo>
                      <a:pt x="31" y="73"/>
                    </a:lnTo>
                    <a:lnTo>
                      <a:pt x="17" y="69"/>
                    </a:lnTo>
                    <a:lnTo>
                      <a:pt x="9" y="62"/>
                    </a:lnTo>
                    <a:lnTo>
                      <a:pt x="4" y="56"/>
                    </a:lnTo>
                    <a:lnTo>
                      <a:pt x="1" y="51"/>
                    </a:lnTo>
                    <a:lnTo>
                      <a:pt x="0" y="43"/>
                    </a:lnTo>
                    <a:lnTo>
                      <a:pt x="0" y="37"/>
                    </a:lnTo>
                    <a:lnTo>
                      <a:pt x="0" y="29"/>
                    </a:lnTo>
                    <a:lnTo>
                      <a:pt x="1" y="22"/>
                    </a:lnTo>
                    <a:lnTo>
                      <a:pt x="4" y="16"/>
                    </a:lnTo>
                    <a:lnTo>
                      <a:pt x="9" y="11"/>
                    </a:lnTo>
                    <a:lnTo>
                      <a:pt x="17" y="3"/>
                    </a:lnTo>
                    <a:lnTo>
                      <a:pt x="31" y="0"/>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7" name="Freeform 686">
                <a:extLst>
                  <a:ext uri="{FF2B5EF4-FFF2-40B4-BE49-F238E27FC236}">
                    <a16:creationId xmlns:a16="http://schemas.microsoft.com/office/drawing/2014/main" id="{8BD258F7-3315-6242-ABD2-AD2FFD52566F}"/>
                  </a:ext>
                </a:extLst>
              </p:cNvPr>
              <p:cNvSpPr>
                <a:spLocks/>
              </p:cNvSpPr>
              <p:nvPr/>
            </p:nvSpPr>
            <p:spPr bwMode="auto">
              <a:xfrm>
                <a:off x="4120" y="2873"/>
                <a:ext cx="32" cy="37"/>
              </a:xfrm>
              <a:custGeom>
                <a:avLst/>
                <a:gdLst>
                  <a:gd name="T0" fmla="*/ 17 w 64"/>
                  <a:gd name="T1" fmla="*/ 0 h 74"/>
                  <a:gd name="T2" fmla="*/ 22 w 64"/>
                  <a:gd name="T3" fmla="*/ 1 h 74"/>
                  <a:gd name="T4" fmla="*/ 27 w 64"/>
                  <a:gd name="T5" fmla="*/ 5 h 74"/>
                  <a:gd name="T6" fmla="*/ 28 w 64"/>
                  <a:gd name="T7" fmla="*/ 7 h 74"/>
                  <a:gd name="T8" fmla="*/ 30 w 64"/>
                  <a:gd name="T9" fmla="*/ 10 h 74"/>
                  <a:gd name="T10" fmla="*/ 31 w 64"/>
                  <a:gd name="T11" fmla="*/ 14 h 74"/>
                  <a:gd name="T12" fmla="*/ 32 w 64"/>
                  <a:gd name="T13" fmla="*/ 19 h 74"/>
                  <a:gd name="T14" fmla="*/ 30 w 64"/>
                  <a:gd name="T15" fmla="*/ 25 h 74"/>
                  <a:gd name="T16" fmla="*/ 27 w 64"/>
                  <a:gd name="T17" fmla="*/ 31 h 74"/>
                  <a:gd name="T18" fmla="*/ 22 w 64"/>
                  <a:gd name="T19" fmla="*/ 35 h 74"/>
                  <a:gd name="T20" fmla="*/ 17 w 64"/>
                  <a:gd name="T21" fmla="*/ 37 h 74"/>
                  <a:gd name="T22" fmla="*/ 10 w 64"/>
                  <a:gd name="T23" fmla="*/ 35 h 74"/>
                  <a:gd name="T24" fmla="*/ 5 w 64"/>
                  <a:gd name="T25" fmla="*/ 31 h 74"/>
                  <a:gd name="T26" fmla="*/ 1 w 64"/>
                  <a:gd name="T27" fmla="*/ 25 h 74"/>
                  <a:gd name="T28" fmla="*/ 0 w 64"/>
                  <a:gd name="T29" fmla="*/ 19 h 74"/>
                  <a:gd name="T30" fmla="*/ 0 w 64"/>
                  <a:gd name="T31" fmla="*/ 14 h 74"/>
                  <a:gd name="T32" fmla="*/ 1 w 64"/>
                  <a:gd name="T33" fmla="*/ 10 h 74"/>
                  <a:gd name="T34" fmla="*/ 2 w 64"/>
                  <a:gd name="T35" fmla="*/ 7 h 74"/>
                  <a:gd name="T36" fmla="*/ 5 w 64"/>
                  <a:gd name="T37" fmla="*/ 5 h 74"/>
                  <a:gd name="T38" fmla="*/ 10 w 64"/>
                  <a:gd name="T39" fmla="*/ 1 h 74"/>
                  <a:gd name="T40" fmla="*/ 17 w 64"/>
                  <a:gd name="T41" fmla="*/ 0 h 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74"/>
                  <a:gd name="T65" fmla="*/ 64 w 64"/>
                  <a:gd name="T66" fmla="*/ 74 h 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74">
                    <a:moveTo>
                      <a:pt x="34" y="0"/>
                    </a:moveTo>
                    <a:lnTo>
                      <a:pt x="44" y="2"/>
                    </a:lnTo>
                    <a:lnTo>
                      <a:pt x="54" y="10"/>
                    </a:lnTo>
                    <a:lnTo>
                      <a:pt x="57" y="15"/>
                    </a:lnTo>
                    <a:lnTo>
                      <a:pt x="60" y="21"/>
                    </a:lnTo>
                    <a:lnTo>
                      <a:pt x="63" y="29"/>
                    </a:lnTo>
                    <a:lnTo>
                      <a:pt x="64" y="38"/>
                    </a:lnTo>
                    <a:lnTo>
                      <a:pt x="60" y="50"/>
                    </a:lnTo>
                    <a:lnTo>
                      <a:pt x="54" y="63"/>
                    </a:lnTo>
                    <a:lnTo>
                      <a:pt x="44" y="70"/>
                    </a:lnTo>
                    <a:lnTo>
                      <a:pt x="34" y="74"/>
                    </a:lnTo>
                    <a:lnTo>
                      <a:pt x="20" y="70"/>
                    </a:lnTo>
                    <a:lnTo>
                      <a:pt x="10" y="63"/>
                    </a:lnTo>
                    <a:lnTo>
                      <a:pt x="3" y="50"/>
                    </a:lnTo>
                    <a:lnTo>
                      <a:pt x="0" y="38"/>
                    </a:lnTo>
                    <a:lnTo>
                      <a:pt x="0" y="29"/>
                    </a:lnTo>
                    <a:lnTo>
                      <a:pt x="3" y="21"/>
                    </a:lnTo>
                    <a:lnTo>
                      <a:pt x="5" y="15"/>
                    </a:lnTo>
                    <a:lnTo>
                      <a:pt x="10" y="10"/>
                    </a:lnTo>
                    <a:lnTo>
                      <a:pt x="20" y="2"/>
                    </a:lnTo>
                    <a:lnTo>
                      <a:pt x="34" y="0"/>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8" name="Freeform 687">
                <a:extLst>
                  <a:ext uri="{FF2B5EF4-FFF2-40B4-BE49-F238E27FC236}">
                    <a16:creationId xmlns:a16="http://schemas.microsoft.com/office/drawing/2014/main" id="{B6B1F2C6-2332-BE4E-A7D7-FC75704B1A0D}"/>
                  </a:ext>
                </a:extLst>
              </p:cNvPr>
              <p:cNvSpPr>
                <a:spLocks/>
              </p:cNvSpPr>
              <p:nvPr/>
            </p:nvSpPr>
            <p:spPr bwMode="auto">
              <a:xfrm>
                <a:off x="4176" y="3677"/>
                <a:ext cx="39" cy="27"/>
              </a:xfrm>
              <a:custGeom>
                <a:avLst/>
                <a:gdLst>
                  <a:gd name="T0" fmla="*/ 24 w 79"/>
                  <a:gd name="T1" fmla="*/ 3 h 56"/>
                  <a:gd name="T2" fmla="*/ 27 w 79"/>
                  <a:gd name="T3" fmla="*/ 4 h 56"/>
                  <a:gd name="T4" fmla="*/ 31 w 79"/>
                  <a:gd name="T5" fmla="*/ 6 h 56"/>
                  <a:gd name="T6" fmla="*/ 33 w 79"/>
                  <a:gd name="T7" fmla="*/ 8 h 56"/>
                  <a:gd name="T8" fmla="*/ 36 w 79"/>
                  <a:gd name="T9" fmla="*/ 11 h 56"/>
                  <a:gd name="T10" fmla="*/ 39 w 79"/>
                  <a:gd name="T11" fmla="*/ 16 h 56"/>
                  <a:gd name="T12" fmla="*/ 39 w 79"/>
                  <a:gd name="T13" fmla="*/ 21 h 56"/>
                  <a:gd name="T14" fmla="*/ 35 w 79"/>
                  <a:gd name="T15" fmla="*/ 25 h 56"/>
                  <a:gd name="T16" fmla="*/ 30 w 79"/>
                  <a:gd name="T17" fmla="*/ 27 h 56"/>
                  <a:gd name="T18" fmla="*/ 27 w 79"/>
                  <a:gd name="T19" fmla="*/ 27 h 56"/>
                  <a:gd name="T20" fmla="*/ 23 w 79"/>
                  <a:gd name="T21" fmla="*/ 27 h 56"/>
                  <a:gd name="T22" fmla="*/ 19 w 79"/>
                  <a:gd name="T23" fmla="*/ 26 h 56"/>
                  <a:gd name="T24" fmla="*/ 16 w 79"/>
                  <a:gd name="T25" fmla="*/ 26 h 56"/>
                  <a:gd name="T26" fmla="*/ 12 w 79"/>
                  <a:gd name="T27" fmla="*/ 23 h 56"/>
                  <a:gd name="T28" fmla="*/ 8 w 79"/>
                  <a:gd name="T29" fmla="*/ 21 h 56"/>
                  <a:gd name="T30" fmla="*/ 5 w 79"/>
                  <a:gd name="T31" fmla="*/ 19 h 56"/>
                  <a:gd name="T32" fmla="*/ 3 w 79"/>
                  <a:gd name="T33" fmla="*/ 17 h 56"/>
                  <a:gd name="T34" fmla="*/ 0 w 79"/>
                  <a:gd name="T35" fmla="*/ 12 h 56"/>
                  <a:gd name="T36" fmla="*/ 0 w 79"/>
                  <a:gd name="T37" fmla="*/ 7 h 56"/>
                  <a:gd name="T38" fmla="*/ 3 w 79"/>
                  <a:gd name="T39" fmla="*/ 3 h 56"/>
                  <a:gd name="T40" fmla="*/ 8 w 79"/>
                  <a:gd name="T41" fmla="*/ 1 h 56"/>
                  <a:gd name="T42" fmla="*/ 12 w 79"/>
                  <a:gd name="T43" fmla="*/ 0 h 56"/>
                  <a:gd name="T44" fmla="*/ 15 w 79"/>
                  <a:gd name="T45" fmla="*/ 1 h 56"/>
                  <a:gd name="T46" fmla="*/ 20 w 79"/>
                  <a:gd name="T47" fmla="*/ 1 h 56"/>
                  <a:gd name="T48" fmla="*/ 24 w 79"/>
                  <a:gd name="T49" fmla="*/ 3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9"/>
                  <a:gd name="T76" fmla="*/ 0 h 56"/>
                  <a:gd name="T77" fmla="*/ 79 w 79"/>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9" h="56">
                    <a:moveTo>
                      <a:pt x="49" y="7"/>
                    </a:moveTo>
                    <a:lnTo>
                      <a:pt x="55" y="9"/>
                    </a:lnTo>
                    <a:lnTo>
                      <a:pt x="62" y="13"/>
                    </a:lnTo>
                    <a:lnTo>
                      <a:pt x="67" y="17"/>
                    </a:lnTo>
                    <a:lnTo>
                      <a:pt x="73" y="23"/>
                    </a:lnTo>
                    <a:lnTo>
                      <a:pt x="79" y="33"/>
                    </a:lnTo>
                    <a:lnTo>
                      <a:pt x="79" y="44"/>
                    </a:lnTo>
                    <a:lnTo>
                      <a:pt x="71" y="51"/>
                    </a:lnTo>
                    <a:lnTo>
                      <a:pt x="61" y="56"/>
                    </a:lnTo>
                    <a:lnTo>
                      <a:pt x="54" y="56"/>
                    </a:lnTo>
                    <a:lnTo>
                      <a:pt x="46" y="56"/>
                    </a:lnTo>
                    <a:lnTo>
                      <a:pt x="39" y="54"/>
                    </a:lnTo>
                    <a:lnTo>
                      <a:pt x="32" y="53"/>
                    </a:lnTo>
                    <a:lnTo>
                      <a:pt x="24" y="48"/>
                    </a:lnTo>
                    <a:lnTo>
                      <a:pt x="16" y="44"/>
                    </a:lnTo>
                    <a:lnTo>
                      <a:pt x="10" y="39"/>
                    </a:lnTo>
                    <a:lnTo>
                      <a:pt x="6" y="36"/>
                    </a:lnTo>
                    <a:lnTo>
                      <a:pt x="0" y="24"/>
                    </a:lnTo>
                    <a:lnTo>
                      <a:pt x="1" y="14"/>
                    </a:lnTo>
                    <a:lnTo>
                      <a:pt x="7" y="7"/>
                    </a:lnTo>
                    <a:lnTo>
                      <a:pt x="17" y="3"/>
                    </a:lnTo>
                    <a:lnTo>
                      <a:pt x="24" y="0"/>
                    </a:lnTo>
                    <a:lnTo>
                      <a:pt x="31" y="2"/>
                    </a:lnTo>
                    <a:lnTo>
                      <a:pt x="40" y="3"/>
                    </a:lnTo>
                    <a:lnTo>
                      <a:pt x="49" y="7"/>
                    </a:lnTo>
                    <a:close/>
                  </a:path>
                </a:pathLst>
              </a:custGeom>
              <a:solidFill>
                <a:srgbClr val="FFDE1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9" name="Freeform 688">
                <a:extLst>
                  <a:ext uri="{FF2B5EF4-FFF2-40B4-BE49-F238E27FC236}">
                    <a16:creationId xmlns:a16="http://schemas.microsoft.com/office/drawing/2014/main" id="{C2639364-823E-6947-A4C0-573543F6C02B}"/>
                  </a:ext>
                </a:extLst>
              </p:cNvPr>
              <p:cNvSpPr>
                <a:spLocks/>
              </p:cNvSpPr>
              <p:nvPr/>
            </p:nvSpPr>
            <p:spPr bwMode="auto">
              <a:xfrm>
                <a:off x="4672" y="3921"/>
                <a:ext cx="38" cy="30"/>
              </a:xfrm>
              <a:custGeom>
                <a:avLst/>
                <a:gdLst>
                  <a:gd name="T0" fmla="*/ 13 w 75"/>
                  <a:gd name="T1" fmla="*/ 4 h 59"/>
                  <a:gd name="T2" fmla="*/ 17 w 75"/>
                  <a:gd name="T3" fmla="*/ 2 h 59"/>
                  <a:gd name="T4" fmla="*/ 20 w 75"/>
                  <a:gd name="T5" fmla="*/ 1 h 59"/>
                  <a:gd name="T6" fmla="*/ 24 w 75"/>
                  <a:gd name="T7" fmla="*/ 0 h 59"/>
                  <a:gd name="T8" fmla="*/ 28 w 75"/>
                  <a:gd name="T9" fmla="*/ 0 h 59"/>
                  <a:gd name="T10" fmla="*/ 33 w 75"/>
                  <a:gd name="T11" fmla="*/ 2 h 59"/>
                  <a:gd name="T12" fmla="*/ 38 w 75"/>
                  <a:gd name="T13" fmla="*/ 5 h 59"/>
                  <a:gd name="T14" fmla="*/ 38 w 75"/>
                  <a:gd name="T15" fmla="*/ 10 h 59"/>
                  <a:gd name="T16" fmla="*/ 37 w 75"/>
                  <a:gd name="T17" fmla="*/ 16 h 59"/>
                  <a:gd name="T18" fmla="*/ 34 w 75"/>
                  <a:gd name="T19" fmla="*/ 19 h 59"/>
                  <a:gd name="T20" fmla="*/ 32 w 75"/>
                  <a:gd name="T21" fmla="*/ 21 h 59"/>
                  <a:gd name="T22" fmla="*/ 29 w 75"/>
                  <a:gd name="T23" fmla="*/ 24 h 59"/>
                  <a:gd name="T24" fmla="*/ 26 w 75"/>
                  <a:gd name="T25" fmla="*/ 27 h 59"/>
                  <a:gd name="T26" fmla="*/ 22 w 75"/>
                  <a:gd name="T27" fmla="*/ 28 h 59"/>
                  <a:gd name="T28" fmla="*/ 18 w 75"/>
                  <a:gd name="T29" fmla="*/ 29 h 59"/>
                  <a:gd name="T30" fmla="*/ 14 w 75"/>
                  <a:gd name="T31" fmla="*/ 29 h 59"/>
                  <a:gd name="T32" fmla="*/ 11 w 75"/>
                  <a:gd name="T33" fmla="*/ 30 h 59"/>
                  <a:gd name="T34" fmla="*/ 5 w 75"/>
                  <a:gd name="T35" fmla="*/ 29 h 59"/>
                  <a:gd name="T36" fmla="*/ 1 w 75"/>
                  <a:gd name="T37" fmla="*/ 26 h 59"/>
                  <a:gd name="T38" fmla="*/ 0 w 75"/>
                  <a:gd name="T39" fmla="*/ 20 h 59"/>
                  <a:gd name="T40" fmla="*/ 2 w 75"/>
                  <a:gd name="T41" fmla="*/ 15 h 59"/>
                  <a:gd name="T42" fmla="*/ 4 w 75"/>
                  <a:gd name="T43" fmla="*/ 12 h 59"/>
                  <a:gd name="T44" fmla="*/ 7 w 75"/>
                  <a:gd name="T45" fmla="*/ 9 h 59"/>
                  <a:gd name="T46" fmla="*/ 10 w 75"/>
                  <a:gd name="T47" fmla="*/ 6 h 59"/>
                  <a:gd name="T48" fmla="*/ 13 w 75"/>
                  <a:gd name="T49" fmla="*/ 4 h 5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59"/>
                  <a:gd name="T77" fmla="*/ 75 w 75"/>
                  <a:gd name="T78" fmla="*/ 59 h 5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59">
                    <a:moveTo>
                      <a:pt x="26" y="8"/>
                    </a:moveTo>
                    <a:lnTo>
                      <a:pt x="33" y="4"/>
                    </a:lnTo>
                    <a:lnTo>
                      <a:pt x="40" y="1"/>
                    </a:lnTo>
                    <a:lnTo>
                      <a:pt x="48" y="0"/>
                    </a:lnTo>
                    <a:lnTo>
                      <a:pt x="55" y="0"/>
                    </a:lnTo>
                    <a:lnTo>
                      <a:pt x="66" y="3"/>
                    </a:lnTo>
                    <a:lnTo>
                      <a:pt x="75" y="10"/>
                    </a:lnTo>
                    <a:lnTo>
                      <a:pt x="75" y="19"/>
                    </a:lnTo>
                    <a:lnTo>
                      <a:pt x="73" y="32"/>
                    </a:lnTo>
                    <a:lnTo>
                      <a:pt x="68" y="37"/>
                    </a:lnTo>
                    <a:lnTo>
                      <a:pt x="64" y="42"/>
                    </a:lnTo>
                    <a:lnTo>
                      <a:pt x="58" y="47"/>
                    </a:lnTo>
                    <a:lnTo>
                      <a:pt x="51" y="53"/>
                    </a:lnTo>
                    <a:lnTo>
                      <a:pt x="43" y="55"/>
                    </a:lnTo>
                    <a:lnTo>
                      <a:pt x="35" y="58"/>
                    </a:lnTo>
                    <a:lnTo>
                      <a:pt x="28" y="58"/>
                    </a:lnTo>
                    <a:lnTo>
                      <a:pt x="21" y="59"/>
                    </a:lnTo>
                    <a:lnTo>
                      <a:pt x="10" y="57"/>
                    </a:lnTo>
                    <a:lnTo>
                      <a:pt x="2" y="52"/>
                    </a:lnTo>
                    <a:lnTo>
                      <a:pt x="0" y="40"/>
                    </a:lnTo>
                    <a:lnTo>
                      <a:pt x="4" y="29"/>
                    </a:lnTo>
                    <a:lnTo>
                      <a:pt x="7" y="23"/>
                    </a:lnTo>
                    <a:lnTo>
                      <a:pt x="13" y="18"/>
                    </a:lnTo>
                    <a:lnTo>
                      <a:pt x="19" y="11"/>
                    </a:lnTo>
                    <a:lnTo>
                      <a:pt x="26" y="8"/>
                    </a:lnTo>
                    <a:close/>
                  </a:path>
                </a:pathLst>
              </a:custGeom>
              <a:solidFill>
                <a:srgbClr val="FFDE1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grpSp>
        <p:sp>
          <p:nvSpPr>
            <p:cNvPr id="437" name="Freeform 689">
              <a:extLst>
                <a:ext uri="{FF2B5EF4-FFF2-40B4-BE49-F238E27FC236}">
                  <a16:creationId xmlns:a16="http://schemas.microsoft.com/office/drawing/2014/main" id="{A1509306-DFD6-1140-B7A0-6E3DCC89D8F2}"/>
                </a:ext>
              </a:extLst>
            </p:cNvPr>
            <p:cNvSpPr>
              <a:spLocks/>
            </p:cNvSpPr>
            <p:nvPr/>
          </p:nvSpPr>
          <p:spPr bwMode="auto">
            <a:xfrm>
              <a:off x="2979" y="2947"/>
              <a:ext cx="143" cy="81"/>
            </a:xfrm>
            <a:custGeom>
              <a:avLst/>
              <a:gdLst>
                <a:gd name="T0" fmla="*/ 0 w 423"/>
                <a:gd name="T1" fmla="*/ 9 h 259"/>
                <a:gd name="T2" fmla="*/ 132 w 423"/>
                <a:gd name="T3" fmla="*/ 0 h 259"/>
                <a:gd name="T4" fmla="*/ 143 w 423"/>
                <a:gd name="T5" fmla="*/ 70 h 259"/>
                <a:gd name="T6" fmla="*/ 2 w 423"/>
                <a:gd name="T7" fmla="*/ 81 h 259"/>
                <a:gd name="T8" fmla="*/ 0 w 423"/>
                <a:gd name="T9" fmla="*/ 9 h 259"/>
                <a:gd name="T10" fmla="*/ 0 w 423"/>
                <a:gd name="T11" fmla="*/ 9 h 259"/>
                <a:gd name="T12" fmla="*/ 0 60000 65536"/>
                <a:gd name="T13" fmla="*/ 0 60000 65536"/>
                <a:gd name="T14" fmla="*/ 0 60000 65536"/>
                <a:gd name="T15" fmla="*/ 0 60000 65536"/>
                <a:gd name="T16" fmla="*/ 0 60000 65536"/>
                <a:gd name="T17" fmla="*/ 0 60000 65536"/>
                <a:gd name="T18" fmla="*/ 0 w 423"/>
                <a:gd name="T19" fmla="*/ 0 h 259"/>
                <a:gd name="T20" fmla="*/ 423 w 423"/>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23" h="259">
                  <a:moveTo>
                    <a:pt x="0" y="29"/>
                  </a:moveTo>
                  <a:lnTo>
                    <a:pt x="389" y="0"/>
                  </a:lnTo>
                  <a:lnTo>
                    <a:pt x="423" y="225"/>
                  </a:lnTo>
                  <a:lnTo>
                    <a:pt x="5" y="259"/>
                  </a:lnTo>
                  <a:lnTo>
                    <a:pt x="0" y="29"/>
                  </a:lnTo>
                  <a:close/>
                </a:path>
              </a:pathLst>
            </a:custGeom>
            <a:solidFill>
              <a:srgbClr val="D9996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8" name="Freeform 690">
              <a:extLst>
                <a:ext uri="{FF2B5EF4-FFF2-40B4-BE49-F238E27FC236}">
                  <a16:creationId xmlns:a16="http://schemas.microsoft.com/office/drawing/2014/main" id="{03AAF0C6-1CF4-D341-975A-91C42B832C1B}"/>
                </a:ext>
              </a:extLst>
            </p:cNvPr>
            <p:cNvSpPr>
              <a:spLocks/>
            </p:cNvSpPr>
            <p:nvPr/>
          </p:nvSpPr>
          <p:spPr bwMode="auto">
            <a:xfrm>
              <a:off x="2828" y="2954"/>
              <a:ext cx="160" cy="80"/>
            </a:xfrm>
            <a:custGeom>
              <a:avLst/>
              <a:gdLst>
                <a:gd name="T0" fmla="*/ 6 w 475"/>
                <a:gd name="T1" fmla="*/ 6 h 259"/>
                <a:gd name="T2" fmla="*/ 160 w 475"/>
                <a:gd name="T3" fmla="*/ 0 h 259"/>
                <a:gd name="T4" fmla="*/ 152 w 475"/>
                <a:gd name="T5" fmla="*/ 70 h 259"/>
                <a:gd name="T6" fmla="*/ 0 w 475"/>
                <a:gd name="T7" fmla="*/ 80 h 259"/>
                <a:gd name="T8" fmla="*/ 6 w 475"/>
                <a:gd name="T9" fmla="*/ 6 h 259"/>
                <a:gd name="T10" fmla="*/ 6 w 475"/>
                <a:gd name="T11" fmla="*/ 6 h 259"/>
                <a:gd name="T12" fmla="*/ 0 60000 65536"/>
                <a:gd name="T13" fmla="*/ 0 60000 65536"/>
                <a:gd name="T14" fmla="*/ 0 60000 65536"/>
                <a:gd name="T15" fmla="*/ 0 60000 65536"/>
                <a:gd name="T16" fmla="*/ 0 60000 65536"/>
                <a:gd name="T17" fmla="*/ 0 60000 65536"/>
                <a:gd name="T18" fmla="*/ 0 w 475"/>
                <a:gd name="T19" fmla="*/ 0 h 259"/>
                <a:gd name="T20" fmla="*/ 475 w 475"/>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75" h="259">
                  <a:moveTo>
                    <a:pt x="17" y="21"/>
                  </a:moveTo>
                  <a:lnTo>
                    <a:pt x="475" y="0"/>
                  </a:lnTo>
                  <a:lnTo>
                    <a:pt x="452" y="228"/>
                  </a:lnTo>
                  <a:lnTo>
                    <a:pt x="0" y="259"/>
                  </a:lnTo>
                  <a:lnTo>
                    <a:pt x="17" y="21"/>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9" name="Freeform 691">
              <a:extLst>
                <a:ext uri="{FF2B5EF4-FFF2-40B4-BE49-F238E27FC236}">
                  <a16:creationId xmlns:a16="http://schemas.microsoft.com/office/drawing/2014/main" id="{2014495A-3F2C-A643-BA26-A03735492DB7}"/>
                </a:ext>
              </a:extLst>
            </p:cNvPr>
            <p:cNvSpPr>
              <a:spLocks/>
            </p:cNvSpPr>
            <p:nvPr/>
          </p:nvSpPr>
          <p:spPr bwMode="auto">
            <a:xfrm>
              <a:off x="2688" y="2956"/>
              <a:ext cx="146" cy="78"/>
            </a:xfrm>
            <a:custGeom>
              <a:avLst/>
              <a:gdLst>
                <a:gd name="T0" fmla="*/ 0 w 431"/>
                <a:gd name="T1" fmla="*/ 12 h 253"/>
                <a:gd name="T2" fmla="*/ 146 w 431"/>
                <a:gd name="T3" fmla="*/ 0 h 253"/>
                <a:gd name="T4" fmla="*/ 143 w 431"/>
                <a:gd name="T5" fmla="*/ 78 h 253"/>
                <a:gd name="T6" fmla="*/ 4 w 431"/>
                <a:gd name="T7" fmla="*/ 77 h 253"/>
                <a:gd name="T8" fmla="*/ 0 w 431"/>
                <a:gd name="T9" fmla="*/ 12 h 253"/>
                <a:gd name="T10" fmla="*/ 0 w 431"/>
                <a:gd name="T11" fmla="*/ 12 h 253"/>
                <a:gd name="T12" fmla="*/ 0 60000 65536"/>
                <a:gd name="T13" fmla="*/ 0 60000 65536"/>
                <a:gd name="T14" fmla="*/ 0 60000 65536"/>
                <a:gd name="T15" fmla="*/ 0 60000 65536"/>
                <a:gd name="T16" fmla="*/ 0 60000 65536"/>
                <a:gd name="T17" fmla="*/ 0 60000 65536"/>
                <a:gd name="T18" fmla="*/ 0 w 431"/>
                <a:gd name="T19" fmla="*/ 0 h 253"/>
                <a:gd name="T20" fmla="*/ 431 w 431"/>
                <a:gd name="T21" fmla="*/ 253 h 253"/>
              </a:gdLst>
              <a:ahLst/>
              <a:cxnLst>
                <a:cxn ang="T12">
                  <a:pos x="T0" y="T1"/>
                </a:cxn>
                <a:cxn ang="T13">
                  <a:pos x="T2" y="T3"/>
                </a:cxn>
                <a:cxn ang="T14">
                  <a:pos x="T4" y="T5"/>
                </a:cxn>
                <a:cxn ang="T15">
                  <a:pos x="T6" y="T7"/>
                </a:cxn>
                <a:cxn ang="T16">
                  <a:pos x="T8" y="T9"/>
                </a:cxn>
                <a:cxn ang="T17">
                  <a:pos x="T10" y="T11"/>
                </a:cxn>
              </a:cxnLst>
              <a:rect l="T18" t="T19" r="T20" b="T21"/>
              <a:pathLst>
                <a:path w="431" h="253">
                  <a:moveTo>
                    <a:pt x="0" y="40"/>
                  </a:moveTo>
                  <a:lnTo>
                    <a:pt x="431" y="0"/>
                  </a:lnTo>
                  <a:lnTo>
                    <a:pt x="423" y="253"/>
                  </a:lnTo>
                  <a:lnTo>
                    <a:pt x="11" y="251"/>
                  </a:lnTo>
                  <a:lnTo>
                    <a:pt x="0" y="40"/>
                  </a:lnTo>
                  <a:close/>
                </a:path>
              </a:pathLst>
            </a:custGeom>
            <a:solidFill>
              <a:srgbClr val="D9996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0" name="Freeform 692">
              <a:extLst>
                <a:ext uri="{FF2B5EF4-FFF2-40B4-BE49-F238E27FC236}">
                  <a16:creationId xmlns:a16="http://schemas.microsoft.com/office/drawing/2014/main" id="{9FFBF5CA-B4E8-564A-987A-751B35EDD3CA}"/>
                </a:ext>
              </a:extLst>
            </p:cNvPr>
            <p:cNvSpPr>
              <a:spLocks/>
            </p:cNvSpPr>
            <p:nvPr/>
          </p:nvSpPr>
          <p:spPr bwMode="auto">
            <a:xfrm>
              <a:off x="2753" y="2890"/>
              <a:ext cx="154" cy="68"/>
            </a:xfrm>
            <a:custGeom>
              <a:avLst/>
              <a:gdLst>
                <a:gd name="T0" fmla="*/ 0 w 457"/>
                <a:gd name="T1" fmla="*/ 4 h 217"/>
                <a:gd name="T2" fmla="*/ 1 w 457"/>
                <a:gd name="T3" fmla="*/ 66 h 217"/>
                <a:gd name="T4" fmla="*/ 92 w 457"/>
                <a:gd name="T5" fmla="*/ 68 h 217"/>
                <a:gd name="T6" fmla="*/ 154 w 457"/>
                <a:gd name="T7" fmla="*/ 64 h 217"/>
                <a:gd name="T8" fmla="*/ 151 w 457"/>
                <a:gd name="T9" fmla="*/ 0 h 217"/>
                <a:gd name="T10" fmla="*/ 0 w 457"/>
                <a:gd name="T11" fmla="*/ 4 h 217"/>
                <a:gd name="T12" fmla="*/ 0 w 457"/>
                <a:gd name="T13" fmla="*/ 4 h 217"/>
                <a:gd name="T14" fmla="*/ 0 60000 65536"/>
                <a:gd name="T15" fmla="*/ 0 60000 65536"/>
                <a:gd name="T16" fmla="*/ 0 60000 65536"/>
                <a:gd name="T17" fmla="*/ 0 60000 65536"/>
                <a:gd name="T18" fmla="*/ 0 60000 65536"/>
                <a:gd name="T19" fmla="*/ 0 60000 65536"/>
                <a:gd name="T20" fmla="*/ 0 60000 65536"/>
                <a:gd name="T21" fmla="*/ 0 w 457"/>
                <a:gd name="T22" fmla="*/ 0 h 217"/>
                <a:gd name="T23" fmla="*/ 457 w 457"/>
                <a:gd name="T24" fmla="*/ 217 h 2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7" h="217">
                  <a:moveTo>
                    <a:pt x="0" y="13"/>
                  </a:moveTo>
                  <a:lnTo>
                    <a:pt x="2" y="211"/>
                  </a:lnTo>
                  <a:lnTo>
                    <a:pt x="274" y="217"/>
                  </a:lnTo>
                  <a:lnTo>
                    <a:pt x="457" y="205"/>
                  </a:lnTo>
                  <a:lnTo>
                    <a:pt x="449" y="0"/>
                  </a:lnTo>
                  <a:lnTo>
                    <a:pt x="0" y="13"/>
                  </a:lnTo>
                  <a:close/>
                </a:path>
              </a:pathLst>
            </a:custGeom>
            <a:solidFill>
              <a:srgbClr val="D9996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1" name="Freeform 693">
              <a:extLst>
                <a:ext uri="{FF2B5EF4-FFF2-40B4-BE49-F238E27FC236}">
                  <a16:creationId xmlns:a16="http://schemas.microsoft.com/office/drawing/2014/main" id="{4E420671-F950-2B4C-8005-FEC4D61F70F9}"/>
                </a:ext>
              </a:extLst>
            </p:cNvPr>
            <p:cNvSpPr>
              <a:spLocks/>
            </p:cNvSpPr>
            <p:nvPr/>
          </p:nvSpPr>
          <p:spPr bwMode="auto">
            <a:xfrm>
              <a:off x="2683" y="2945"/>
              <a:ext cx="441" cy="89"/>
            </a:xfrm>
            <a:custGeom>
              <a:avLst/>
              <a:gdLst>
                <a:gd name="T0" fmla="*/ 150 w 1310"/>
                <a:gd name="T1" fmla="*/ 87 h 285"/>
                <a:gd name="T2" fmla="*/ 145 w 1310"/>
                <a:gd name="T3" fmla="*/ 87 h 285"/>
                <a:gd name="T4" fmla="*/ 141 w 1310"/>
                <a:gd name="T5" fmla="*/ 20 h 285"/>
                <a:gd name="T6" fmla="*/ 82 w 1310"/>
                <a:gd name="T7" fmla="*/ 22 h 285"/>
                <a:gd name="T8" fmla="*/ 23 w 1310"/>
                <a:gd name="T9" fmla="*/ 30 h 285"/>
                <a:gd name="T10" fmla="*/ 16 w 1310"/>
                <a:gd name="T11" fmla="*/ 59 h 285"/>
                <a:gd name="T12" fmla="*/ 12 w 1310"/>
                <a:gd name="T13" fmla="*/ 89 h 285"/>
                <a:gd name="T14" fmla="*/ 9 w 1310"/>
                <a:gd name="T15" fmla="*/ 87 h 285"/>
                <a:gd name="T16" fmla="*/ 5 w 1310"/>
                <a:gd name="T17" fmla="*/ 86 h 285"/>
                <a:gd name="T18" fmla="*/ 0 w 1310"/>
                <a:gd name="T19" fmla="*/ 20 h 285"/>
                <a:gd name="T20" fmla="*/ 8 w 1310"/>
                <a:gd name="T21" fmla="*/ 15 h 285"/>
                <a:gd name="T22" fmla="*/ 22 w 1310"/>
                <a:gd name="T23" fmla="*/ 12 h 285"/>
                <a:gd name="T24" fmla="*/ 60 w 1310"/>
                <a:gd name="T25" fmla="*/ 8 h 285"/>
                <a:gd name="T26" fmla="*/ 166 w 1310"/>
                <a:gd name="T27" fmla="*/ 4 h 285"/>
                <a:gd name="T28" fmla="*/ 348 w 1310"/>
                <a:gd name="T29" fmla="*/ 3 h 285"/>
                <a:gd name="T30" fmla="*/ 393 w 1310"/>
                <a:gd name="T31" fmla="*/ 0 h 285"/>
                <a:gd name="T32" fmla="*/ 436 w 1310"/>
                <a:gd name="T33" fmla="*/ 1 h 285"/>
                <a:gd name="T34" fmla="*/ 441 w 1310"/>
                <a:gd name="T35" fmla="*/ 72 h 285"/>
                <a:gd name="T36" fmla="*/ 435 w 1310"/>
                <a:gd name="T37" fmla="*/ 73 h 285"/>
                <a:gd name="T38" fmla="*/ 420 w 1310"/>
                <a:gd name="T39" fmla="*/ 7 h 285"/>
                <a:gd name="T40" fmla="*/ 363 w 1310"/>
                <a:gd name="T41" fmla="*/ 13 h 285"/>
                <a:gd name="T42" fmla="*/ 307 w 1310"/>
                <a:gd name="T43" fmla="*/ 20 h 285"/>
                <a:gd name="T44" fmla="*/ 302 w 1310"/>
                <a:gd name="T45" fmla="*/ 81 h 285"/>
                <a:gd name="T46" fmla="*/ 296 w 1310"/>
                <a:gd name="T47" fmla="*/ 81 h 285"/>
                <a:gd name="T48" fmla="*/ 290 w 1310"/>
                <a:gd name="T49" fmla="*/ 14 h 285"/>
                <a:gd name="T50" fmla="*/ 224 w 1310"/>
                <a:gd name="T51" fmla="*/ 19 h 285"/>
                <a:gd name="T52" fmla="*/ 158 w 1310"/>
                <a:gd name="T53" fmla="*/ 30 h 285"/>
                <a:gd name="T54" fmla="*/ 150 w 1310"/>
                <a:gd name="T55" fmla="*/ 87 h 285"/>
                <a:gd name="T56" fmla="*/ 150 w 1310"/>
                <a:gd name="T57" fmla="*/ 87 h 28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10"/>
                <a:gd name="T88" fmla="*/ 0 h 285"/>
                <a:gd name="T89" fmla="*/ 1310 w 1310"/>
                <a:gd name="T90" fmla="*/ 285 h 28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10" h="285">
                  <a:moveTo>
                    <a:pt x="445" y="279"/>
                  </a:moveTo>
                  <a:lnTo>
                    <a:pt x="432" y="279"/>
                  </a:lnTo>
                  <a:lnTo>
                    <a:pt x="420" y="63"/>
                  </a:lnTo>
                  <a:lnTo>
                    <a:pt x="244" y="72"/>
                  </a:lnTo>
                  <a:lnTo>
                    <a:pt x="67" y="95"/>
                  </a:lnTo>
                  <a:lnTo>
                    <a:pt x="48" y="188"/>
                  </a:lnTo>
                  <a:lnTo>
                    <a:pt x="36" y="285"/>
                  </a:lnTo>
                  <a:lnTo>
                    <a:pt x="27" y="279"/>
                  </a:lnTo>
                  <a:lnTo>
                    <a:pt x="14" y="275"/>
                  </a:lnTo>
                  <a:lnTo>
                    <a:pt x="0" y="63"/>
                  </a:lnTo>
                  <a:lnTo>
                    <a:pt x="25" y="49"/>
                  </a:lnTo>
                  <a:lnTo>
                    <a:pt x="65" y="40"/>
                  </a:lnTo>
                  <a:lnTo>
                    <a:pt x="179" y="26"/>
                  </a:lnTo>
                  <a:lnTo>
                    <a:pt x="493" y="13"/>
                  </a:lnTo>
                  <a:lnTo>
                    <a:pt x="1034" y="9"/>
                  </a:lnTo>
                  <a:lnTo>
                    <a:pt x="1166" y="0"/>
                  </a:lnTo>
                  <a:lnTo>
                    <a:pt x="1295" y="4"/>
                  </a:lnTo>
                  <a:lnTo>
                    <a:pt x="1310" y="232"/>
                  </a:lnTo>
                  <a:lnTo>
                    <a:pt x="1291" y="234"/>
                  </a:lnTo>
                  <a:lnTo>
                    <a:pt x="1247" y="23"/>
                  </a:lnTo>
                  <a:lnTo>
                    <a:pt x="1078" y="42"/>
                  </a:lnTo>
                  <a:lnTo>
                    <a:pt x="911" y="64"/>
                  </a:lnTo>
                  <a:lnTo>
                    <a:pt x="898" y="258"/>
                  </a:lnTo>
                  <a:lnTo>
                    <a:pt x="879" y="260"/>
                  </a:lnTo>
                  <a:lnTo>
                    <a:pt x="861" y="45"/>
                  </a:lnTo>
                  <a:lnTo>
                    <a:pt x="666" y="61"/>
                  </a:lnTo>
                  <a:lnTo>
                    <a:pt x="470" y="97"/>
                  </a:lnTo>
                  <a:lnTo>
                    <a:pt x="445" y="279"/>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2" name="Freeform 694">
              <a:extLst>
                <a:ext uri="{FF2B5EF4-FFF2-40B4-BE49-F238E27FC236}">
                  <a16:creationId xmlns:a16="http://schemas.microsoft.com/office/drawing/2014/main" id="{0E911697-ADC7-8E4A-8A18-DEF1B8E6BED3}"/>
                </a:ext>
              </a:extLst>
            </p:cNvPr>
            <p:cNvSpPr>
              <a:spLocks/>
            </p:cNvSpPr>
            <p:nvPr/>
          </p:nvSpPr>
          <p:spPr bwMode="auto">
            <a:xfrm>
              <a:off x="2747" y="2888"/>
              <a:ext cx="167" cy="73"/>
            </a:xfrm>
            <a:custGeom>
              <a:avLst/>
              <a:gdLst>
                <a:gd name="T0" fmla="*/ 5 w 248"/>
                <a:gd name="T1" fmla="*/ 73 h 117"/>
                <a:gd name="T2" fmla="*/ 0 w 248"/>
                <a:gd name="T3" fmla="*/ 3 h 117"/>
                <a:gd name="T4" fmla="*/ 42 w 248"/>
                <a:gd name="T5" fmla="*/ 0 h 117"/>
                <a:gd name="T6" fmla="*/ 121 w 248"/>
                <a:gd name="T7" fmla="*/ 0 h 117"/>
                <a:gd name="T8" fmla="*/ 167 w 248"/>
                <a:gd name="T9" fmla="*/ 2 h 117"/>
                <a:gd name="T10" fmla="*/ 162 w 248"/>
                <a:gd name="T11" fmla="*/ 69 h 117"/>
                <a:gd name="T12" fmla="*/ 156 w 248"/>
                <a:gd name="T13" fmla="*/ 69 h 117"/>
                <a:gd name="T14" fmla="*/ 151 w 248"/>
                <a:gd name="T15" fmla="*/ 13 h 117"/>
                <a:gd name="T16" fmla="*/ 19 w 248"/>
                <a:gd name="T17" fmla="*/ 17 h 117"/>
                <a:gd name="T18" fmla="*/ 12 w 248"/>
                <a:gd name="T19" fmla="*/ 73 h 117"/>
                <a:gd name="T20" fmla="*/ 5 w 248"/>
                <a:gd name="T21" fmla="*/ 73 h 117"/>
                <a:gd name="T22" fmla="*/ 5 w 248"/>
                <a:gd name="T23" fmla="*/ 73 h 1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8"/>
                <a:gd name="T37" fmla="*/ 0 h 117"/>
                <a:gd name="T38" fmla="*/ 248 w 248"/>
                <a:gd name="T39" fmla="*/ 117 h 1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8" h="117">
                  <a:moveTo>
                    <a:pt x="8" y="117"/>
                  </a:moveTo>
                  <a:lnTo>
                    <a:pt x="0" y="5"/>
                  </a:lnTo>
                  <a:lnTo>
                    <a:pt x="63" y="0"/>
                  </a:lnTo>
                  <a:lnTo>
                    <a:pt x="180" y="0"/>
                  </a:lnTo>
                  <a:lnTo>
                    <a:pt x="248" y="3"/>
                  </a:lnTo>
                  <a:lnTo>
                    <a:pt x="240" y="111"/>
                  </a:lnTo>
                  <a:lnTo>
                    <a:pt x="232" y="110"/>
                  </a:lnTo>
                  <a:lnTo>
                    <a:pt x="224" y="21"/>
                  </a:lnTo>
                  <a:lnTo>
                    <a:pt x="28" y="28"/>
                  </a:lnTo>
                  <a:lnTo>
                    <a:pt x="18" y="117"/>
                  </a:lnTo>
                  <a:lnTo>
                    <a:pt x="8" y="117"/>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3" name="Freeform 695">
              <a:extLst>
                <a:ext uri="{FF2B5EF4-FFF2-40B4-BE49-F238E27FC236}">
                  <a16:creationId xmlns:a16="http://schemas.microsoft.com/office/drawing/2014/main" id="{E8DEA184-2A4D-144A-92E3-E9BD563C84FB}"/>
                </a:ext>
              </a:extLst>
            </p:cNvPr>
            <p:cNvSpPr>
              <a:spLocks/>
            </p:cNvSpPr>
            <p:nvPr/>
          </p:nvSpPr>
          <p:spPr bwMode="auto">
            <a:xfrm>
              <a:off x="2746" y="2863"/>
              <a:ext cx="184" cy="34"/>
            </a:xfrm>
            <a:custGeom>
              <a:avLst/>
              <a:gdLst>
                <a:gd name="T0" fmla="*/ 161 w 273"/>
                <a:gd name="T1" fmla="*/ 9 h 54"/>
                <a:gd name="T2" fmla="*/ 135 w 273"/>
                <a:gd name="T3" fmla="*/ 16 h 54"/>
                <a:gd name="T4" fmla="*/ 122 w 273"/>
                <a:gd name="T5" fmla="*/ 18 h 54"/>
                <a:gd name="T6" fmla="*/ 106 w 273"/>
                <a:gd name="T7" fmla="*/ 16 h 54"/>
                <a:gd name="T8" fmla="*/ 59 w 273"/>
                <a:gd name="T9" fmla="*/ 13 h 54"/>
                <a:gd name="T10" fmla="*/ 18 w 273"/>
                <a:gd name="T11" fmla="*/ 11 h 54"/>
                <a:gd name="T12" fmla="*/ 12 w 273"/>
                <a:gd name="T13" fmla="*/ 34 h 54"/>
                <a:gd name="T14" fmla="*/ 0 w 273"/>
                <a:gd name="T15" fmla="*/ 34 h 54"/>
                <a:gd name="T16" fmla="*/ 0 w 273"/>
                <a:gd name="T17" fmla="*/ 34 h 54"/>
                <a:gd name="T18" fmla="*/ 1 w 273"/>
                <a:gd name="T19" fmla="*/ 20 h 54"/>
                <a:gd name="T20" fmla="*/ 7 w 273"/>
                <a:gd name="T21" fmla="*/ 8 h 54"/>
                <a:gd name="T22" fmla="*/ 11 w 273"/>
                <a:gd name="T23" fmla="*/ 3 h 54"/>
                <a:gd name="T24" fmla="*/ 17 w 273"/>
                <a:gd name="T25" fmla="*/ 0 h 54"/>
                <a:gd name="T26" fmla="*/ 32 w 273"/>
                <a:gd name="T27" fmla="*/ 1 h 54"/>
                <a:gd name="T28" fmla="*/ 42 w 273"/>
                <a:gd name="T29" fmla="*/ 5 h 54"/>
                <a:gd name="T30" fmla="*/ 54 w 273"/>
                <a:gd name="T31" fmla="*/ 7 h 54"/>
                <a:gd name="T32" fmla="*/ 76 w 273"/>
                <a:gd name="T33" fmla="*/ 6 h 54"/>
                <a:gd name="T34" fmla="*/ 99 w 273"/>
                <a:gd name="T35" fmla="*/ 4 h 54"/>
                <a:gd name="T36" fmla="*/ 122 w 273"/>
                <a:gd name="T37" fmla="*/ 8 h 54"/>
                <a:gd name="T38" fmla="*/ 137 w 273"/>
                <a:gd name="T39" fmla="*/ 3 h 54"/>
                <a:gd name="T40" fmla="*/ 153 w 273"/>
                <a:gd name="T41" fmla="*/ 0 h 54"/>
                <a:gd name="T42" fmla="*/ 168 w 273"/>
                <a:gd name="T43" fmla="*/ 1 h 54"/>
                <a:gd name="T44" fmla="*/ 184 w 273"/>
                <a:gd name="T45" fmla="*/ 6 h 54"/>
                <a:gd name="T46" fmla="*/ 166 w 273"/>
                <a:gd name="T47" fmla="*/ 31 h 5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3"/>
                <a:gd name="T73" fmla="*/ 0 h 54"/>
                <a:gd name="T74" fmla="*/ 273 w 273"/>
                <a:gd name="T75" fmla="*/ 54 h 5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3" h="54">
                  <a:moveTo>
                    <a:pt x="239" y="14"/>
                  </a:moveTo>
                  <a:lnTo>
                    <a:pt x="200" y="25"/>
                  </a:lnTo>
                  <a:lnTo>
                    <a:pt x="181" y="28"/>
                  </a:lnTo>
                  <a:lnTo>
                    <a:pt x="157" y="26"/>
                  </a:lnTo>
                  <a:lnTo>
                    <a:pt x="88" y="20"/>
                  </a:lnTo>
                  <a:lnTo>
                    <a:pt x="26" y="17"/>
                  </a:lnTo>
                  <a:lnTo>
                    <a:pt x="18" y="54"/>
                  </a:lnTo>
                  <a:lnTo>
                    <a:pt x="0" y="54"/>
                  </a:lnTo>
                  <a:lnTo>
                    <a:pt x="2" y="32"/>
                  </a:lnTo>
                  <a:lnTo>
                    <a:pt x="10" y="13"/>
                  </a:lnTo>
                  <a:lnTo>
                    <a:pt x="16" y="5"/>
                  </a:lnTo>
                  <a:lnTo>
                    <a:pt x="25" y="0"/>
                  </a:lnTo>
                  <a:lnTo>
                    <a:pt x="47" y="1"/>
                  </a:lnTo>
                  <a:lnTo>
                    <a:pt x="63" y="8"/>
                  </a:lnTo>
                  <a:lnTo>
                    <a:pt x="80" y="11"/>
                  </a:lnTo>
                  <a:lnTo>
                    <a:pt x="113" y="9"/>
                  </a:lnTo>
                  <a:lnTo>
                    <a:pt x="147" y="6"/>
                  </a:lnTo>
                  <a:lnTo>
                    <a:pt x="181" y="12"/>
                  </a:lnTo>
                  <a:lnTo>
                    <a:pt x="203" y="4"/>
                  </a:lnTo>
                  <a:lnTo>
                    <a:pt x="227" y="0"/>
                  </a:lnTo>
                  <a:lnTo>
                    <a:pt x="250" y="1"/>
                  </a:lnTo>
                  <a:lnTo>
                    <a:pt x="273" y="10"/>
                  </a:lnTo>
                  <a:lnTo>
                    <a:pt x="246" y="50"/>
                  </a:lnTo>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4" name="Freeform 696">
              <a:extLst>
                <a:ext uri="{FF2B5EF4-FFF2-40B4-BE49-F238E27FC236}">
                  <a16:creationId xmlns:a16="http://schemas.microsoft.com/office/drawing/2014/main" id="{C956E4ED-F01E-E849-99FB-10244AFEC93F}"/>
                </a:ext>
              </a:extLst>
            </p:cNvPr>
            <p:cNvSpPr>
              <a:spLocks/>
            </p:cNvSpPr>
            <p:nvPr/>
          </p:nvSpPr>
          <p:spPr bwMode="auto">
            <a:xfrm>
              <a:off x="2764" y="2902"/>
              <a:ext cx="125" cy="46"/>
            </a:xfrm>
            <a:custGeom>
              <a:avLst/>
              <a:gdLst>
                <a:gd name="T0" fmla="*/ 4 w 368"/>
                <a:gd name="T1" fmla="*/ 6 h 146"/>
                <a:gd name="T2" fmla="*/ 40 w 368"/>
                <a:gd name="T3" fmla="*/ 3 h 146"/>
                <a:gd name="T4" fmla="*/ 125 w 368"/>
                <a:gd name="T5" fmla="*/ 0 h 146"/>
                <a:gd name="T6" fmla="*/ 70 w 368"/>
                <a:gd name="T7" fmla="*/ 11 h 146"/>
                <a:gd name="T8" fmla="*/ 122 w 368"/>
                <a:gd name="T9" fmla="*/ 17 h 146"/>
                <a:gd name="T10" fmla="*/ 69 w 368"/>
                <a:gd name="T11" fmla="*/ 26 h 146"/>
                <a:gd name="T12" fmla="*/ 121 w 368"/>
                <a:gd name="T13" fmla="*/ 33 h 146"/>
                <a:gd name="T14" fmla="*/ 73 w 368"/>
                <a:gd name="T15" fmla="*/ 42 h 146"/>
                <a:gd name="T16" fmla="*/ 0 w 368"/>
                <a:gd name="T17" fmla="*/ 46 h 146"/>
                <a:gd name="T18" fmla="*/ 4 w 368"/>
                <a:gd name="T19" fmla="*/ 6 h 146"/>
                <a:gd name="T20" fmla="*/ 4 w 368"/>
                <a:gd name="T21" fmla="*/ 6 h 1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8"/>
                <a:gd name="T34" fmla="*/ 0 h 146"/>
                <a:gd name="T35" fmla="*/ 368 w 368"/>
                <a:gd name="T36" fmla="*/ 146 h 1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8" h="146">
                  <a:moveTo>
                    <a:pt x="11" y="19"/>
                  </a:moveTo>
                  <a:lnTo>
                    <a:pt x="119" y="11"/>
                  </a:lnTo>
                  <a:lnTo>
                    <a:pt x="368" y="0"/>
                  </a:lnTo>
                  <a:lnTo>
                    <a:pt x="205" y="36"/>
                  </a:lnTo>
                  <a:lnTo>
                    <a:pt x="359" y="55"/>
                  </a:lnTo>
                  <a:lnTo>
                    <a:pt x="203" y="84"/>
                  </a:lnTo>
                  <a:lnTo>
                    <a:pt x="355" y="105"/>
                  </a:lnTo>
                  <a:lnTo>
                    <a:pt x="215" y="133"/>
                  </a:lnTo>
                  <a:lnTo>
                    <a:pt x="0" y="146"/>
                  </a:lnTo>
                  <a:lnTo>
                    <a:pt x="11" y="19"/>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5" name="Freeform 697">
              <a:extLst>
                <a:ext uri="{FF2B5EF4-FFF2-40B4-BE49-F238E27FC236}">
                  <a16:creationId xmlns:a16="http://schemas.microsoft.com/office/drawing/2014/main" id="{064A4B09-E279-D94B-9140-48B8013465AD}"/>
                </a:ext>
              </a:extLst>
            </p:cNvPr>
            <p:cNvSpPr>
              <a:spLocks/>
            </p:cNvSpPr>
            <p:nvPr/>
          </p:nvSpPr>
          <p:spPr bwMode="auto">
            <a:xfrm>
              <a:off x="2700" y="2968"/>
              <a:ext cx="117" cy="58"/>
            </a:xfrm>
            <a:custGeom>
              <a:avLst/>
              <a:gdLst>
                <a:gd name="T0" fmla="*/ 5 w 346"/>
                <a:gd name="T1" fmla="*/ 9 h 184"/>
                <a:gd name="T2" fmla="*/ 116 w 346"/>
                <a:gd name="T3" fmla="*/ 0 h 184"/>
                <a:gd name="T4" fmla="*/ 70 w 346"/>
                <a:gd name="T5" fmla="*/ 13 h 184"/>
                <a:gd name="T6" fmla="*/ 117 w 346"/>
                <a:gd name="T7" fmla="*/ 17 h 184"/>
                <a:gd name="T8" fmla="*/ 67 w 346"/>
                <a:gd name="T9" fmla="*/ 28 h 184"/>
                <a:gd name="T10" fmla="*/ 116 w 346"/>
                <a:gd name="T11" fmla="*/ 32 h 184"/>
                <a:gd name="T12" fmla="*/ 68 w 346"/>
                <a:gd name="T13" fmla="*/ 43 h 184"/>
                <a:gd name="T14" fmla="*/ 114 w 346"/>
                <a:gd name="T15" fmla="*/ 47 h 184"/>
                <a:gd name="T16" fmla="*/ 67 w 346"/>
                <a:gd name="T17" fmla="*/ 58 h 184"/>
                <a:gd name="T18" fmla="*/ 0 w 346"/>
                <a:gd name="T19" fmla="*/ 57 h 184"/>
                <a:gd name="T20" fmla="*/ 5 w 346"/>
                <a:gd name="T21" fmla="*/ 9 h 184"/>
                <a:gd name="T22" fmla="*/ 5 w 346"/>
                <a:gd name="T23" fmla="*/ 9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6"/>
                <a:gd name="T37" fmla="*/ 0 h 184"/>
                <a:gd name="T38" fmla="*/ 346 w 34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6" h="184">
                  <a:moveTo>
                    <a:pt x="15" y="30"/>
                  </a:moveTo>
                  <a:lnTo>
                    <a:pt x="344" y="0"/>
                  </a:lnTo>
                  <a:lnTo>
                    <a:pt x="207" y="40"/>
                  </a:lnTo>
                  <a:lnTo>
                    <a:pt x="346" y="55"/>
                  </a:lnTo>
                  <a:lnTo>
                    <a:pt x="199" y="89"/>
                  </a:lnTo>
                  <a:lnTo>
                    <a:pt x="344" y="102"/>
                  </a:lnTo>
                  <a:lnTo>
                    <a:pt x="201" y="137"/>
                  </a:lnTo>
                  <a:lnTo>
                    <a:pt x="338" y="148"/>
                  </a:lnTo>
                  <a:lnTo>
                    <a:pt x="199" y="184"/>
                  </a:lnTo>
                  <a:lnTo>
                    <a:pt x="0" y="180"/>
                  </a:lnTo>
                  <a:lnTo>
                    <a:pt x="15" y="30"/>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6" name="Freeform 698">
              <a:extLst>
                <a:ext uri="{FF2B5EF4-FFF2-40B4-BE49-F238E27FC236}">
                  <a16:creationId xmlns:a16="http://schemas.microsoft.com/office/drawing/2014/main" id="{D5CB7FC0-E8D2-7D4A-A17E-F30732951324}"/>
                </a:ext>
              </a:extLst>
            </p:cNvPr>
            <p:cNvSpPr>
              <a:spLocks/>
            </p:cNvSpPr>
            <p:nvPr/>
          </p:nvSpPr>
          <p:spPr bwMode="auto">
            <a:xfrm>
              <a:off x="2989" y="2960"/>
              <a:ext cx="118" cy="59"/>
            </a:xfrm>
            <a:custGeom>
              <a:avLst/>
              <a:gdLst>
                <a:gd name="T0" fmla="*/ 5 w 348"/>
                <a:gd name="T1" fmla="*/ 9 h 190"/>
                <a:gd name="T2" fmla="*/ 0 w 348"/>
                <a:gd name="T3" fmla="*/ 59 h 190"/>
                <a:gd name="T4" fmla="*/ 118 w 348"/>
                <a:gd name="T5" fmla="*/ 47 h 190"/>
                <a:gd name="T6" fmla="*/ 76 w 348"/>
                <a:gd name="T7" fmla="*/ 42 h 190"/>
                <a:gd name="T8" fmla="*/ 113 w 348"/>
                <a:gd name="T9" fmla="*/ 31 h 190"/>
                <a:gd name="T10" fmla="*/ 73 w 348"/>
                <a:gd name="T11" fmla="*/ 29 h 190"/>
                <a:gd name="T12" fmla="*/ 113 w 348"/>
                <a:gd name="T13" fmla="*/ 16 h 190"/>
                <a:gd name="T14" fmla="*/ 72 w 348"/>
                <a:gd name="T15" fmla="*/ 12 h 190"/>
                <a:gd name="T16" fmla="*/ 110 w 348"/>
                <a:gd name="T17" fmla="*/ 1 h 190"/>
                <a:gd name="T18" fmla="*/ 70 w 348"/>
                <a:gd name="T19" fmla="*/ 0 h 190"/>
                <a:gd name="T20" fmla="*/ 5 w 348"/>
                <a:gd name="T21" fmla="*/ 9 h 190"/>
                <a:gd name="T22" fmla="*/ 5 w 348"/>
                <a:gd name="T23" fmla="*/ 9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190"/>
                <a:gd name="T38" fmla="*/ 348 w 348"/>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190">
                  <a:moveTo>
                    <a:pt x="15" y="29"/>
                  </a:moveTo>
                  <a:lnTo>
                    <a:pt x="0" y="190"/>
                  </a:lnTo>
                  <a:lnTo>
                    <a:pt x="348" y="152"/>
                  </a:lnTo>
                  <a:lnTo>
                    <a:pt x="224" y="135"/>
                  </a:lnTo>
                  <a:lnTo>
                    <a:pt x="333" y="99"/>
                  </a:lnTo>
                  <a:lnTo>
                    <a:pt x="215" y="93"/>
                  </a:lnTo>
                  <a:lnTo>
                    <a:pt x="334" y="53"/>
                  </a:lnTo>
                  <a:lnTo>
                    <a:pt x="213" y="40"/>
                  </a:lnTo>
                  <a:lnTo>
                    <a:pt x="323" y="4"/>
                  </a:lnTo>
                  <a:lnTo>
                    <a:pt x="205" y="0"/>
                  </a:lnTo>
                  <a:lnTo>
                    <a:pt x="15" y="29"/>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7" name="Freeform 699">
              <a:extLst>
                <a:ext uri="{FF2B5EF4-FFF2-40B4-BE49-F238E27FC236}">
                  <a16:creationId xmlns:a16="http://schemas.microsoft.com/office/drawing/2014/main" id="{3EFC07C3-C64B-444E-861B-6F1169761C6A}"/>
                </a:ext>
              </a:extLst>
            </p:cNvPr>
            <p:cNvSpPr>
              <a:spLocks/>
            </p:cNvSpPr>
            <p:nvPr/>
          </p:nvSpPr>
          <p:spPr bwMode="auto">
            <a:xfrm>
              <a:off x="2856" y="2905"/>
              <a:ext cx="40" cy="13"/>
            </a:xfrm>
            <a:custGeom>
              <a:avLst/>
              <a:gdLst>
                <a:gd name="T0" fmla="*/ 38 w 117"/>
                <a:gd name="T1" fmla="*/ 0 h 41"/>
                <a:gd name="T2" fmla="*/ 0 w 117"/>
                <a:gd name="T3" fmla="*/ 7 h 41"/>
                <a:gd name="T4" fmla="*/ 40 w 117"/>
                <a:gd name="T5" fmla="*/ 13 h 41"/>
                <a:gd name="T6" fmla="*/ 38 w 117"/>
                <a:gd name="T7" fmla="*/ 0 h 41"/>
                <a:gd name="T8" fmla="*/ 38 w 117"/>
                <a:gd name="T9" fmla="*/ 0 h 41"/>
                <a:gd name="T10" fmla="*/ 0 60000 65536"/>
                <a:gd name="T11" fmla="*/ 0 60000 65536"/>
                <a:gd name="T12" fmla="*/ 0 60000 65536"/>
                <a:gd name="T13" fmla="*/ 0 60000 65536"/>
                <a:gd name="T14" fmla="*/ 0 60000 65536"/>
                <a:gd name="T15" fmla="*/ 0 w 117"/>
                <a:gd name="T16" fmla="*/ 0 h 41"/>
                <a:gd name="T17" fmla="*/ 117 w 117"/>
                <a:gd name="T18" fmla="*/ 41 h 41"/>
              </a:gdLst>
              <a:ahLst/>
              <a:cxnLst>
                <a:cxn ang="T10">
                  <a:pos x="T0" y="T1"/>
                </a:cxn>
                <a:cxn ang="T11">
                  <a:pos x="T2" y="T3"/>
                </a:cxn>
                <a:cxn ang="T12">
                  <a:pos x="T4" y="T5"/>
                </a:cxn>
                <a:cxn ang="T13">
                  <a:pos x="T6" y="T7"/>
                </a:cxn>
                <a:cxn ang="T14">
                  <a:pos x="T8" y="T9"/>
                </a:cxn>
              </a:cxnLst>
              <a:rect l="T15" t="T16" r="T17" b="T18"/>
              <a:pathLst>
                <a:path w="117" h="41">
                  <a:moveTo>
                    <a:pt x="112" y="0"/>
                  </a:moveTo>
                  <a:lnTo>
                    <a:pt x="0" y="22"/>
                  </a:lnTo>
                  <a:lnTo>
                    <a:pt x="117" y="41"/>
                  </a:lnTo>
                  <a:lnTo>
                    <a:pt x="112"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8" name="Freeform 700">
              <a:extLst>
                <a:ext uri="{FF2B5EF4-FFF2-40B4-BE49-F238E27FC236}">
                  <a16:creationId xmlns:a16="http://schemas.microsoft.com/office/drawing/2014/main" id="{A7DDB963-386E-6F4D-97AC-63AE73C17107}"/>
                </a:ext>
              </a:extLst>
            </p:cNvPr>
            <p:cNvSpPr>
              <a:spLocks/>
            </p:cNvSpPr>
            <p:nvPr/>
          </p:nvSpPr>
          <p:spPr bwMode="auto">
            <a:xfrm>
              <a:off x="2856" y="2920"/>
              <a:ext cx="41" cy="13"/>
            </a:xfrm>
            <a:custGeom>
              <a:avLst/>
              <a:gdLst>
                <a:gd name="T0" fmla="*/ 41 w 121"/>
                <a:gd name="T1" fmla="*/ 0 h 40"/>
                <a:gd name="T2" fmla="*/ 0 w 121"/>
                <a:gd name="T3" fmla="*/ 7 h 40"/>
                <a:gd name="T4" fmla="*/ 40 w 121"/>
                <a:gd name="T5" fmla="*/ 13 h 40"/>
                <a:gd name="T6" fmla="*/ 41 w 121"/>
                <a:gd name="T7" fmla="*/ 0 h 40"/>
                <a:gd name="T8" fmla="*/ 41 w 121"/>
                <a:gd name="T9" fmla="*/ 0 h 40"/>
                <a:gd name="T10" fmla="*/ 0 60000 65536"/>
                <a:gd name="T11" fmla="*/ 0 60000 65536"/>
                <a:gd name="T12" fmla="*/ 0 60000 65536"/>
                <a:gd name="T13" fmla="*/ 0 60000 65536"/>
                <a:gd name="T14" fmla="*/ 0 60000 65536"/>
                <a:gd name="T15" fmla="*/ 0 w 121"/>
                <a:gd name="T16" fmla="*/ 0 h 40"/>
                <a:gd name="T17" fmla="*/ 121 w 121"/>
                <a:gd name="T18" fmla="*/ 40 h 40"/>
              </a:gdLst>
              <a:ahLst/>
              <a:cxnLst>
                <a:cxn ang="T10">
                  <a:pos x="T0" y="T1"/>
                </a:cxn>
                <a:cxn ang="T11">
                  <a:pos x="T2" y="T3"/>
                </a:cxn>
                <a:cxn ang="T12">
                  <a:pos x="T4" y="T5"/>
                </a:cxn>
                <a:cxn ang="T13">
                  <a:pos x="T6" y="T7"/>
                </a:cxn>
                <a:cxn ang="T14">
                  <a:pos x="T8" y="T9"/>
                </a:cxn>
              </a:cxnLst>
              <a:rect l="T15" t="T16" r="T17" b="T18"/>
              <a:pathLst>
                <a:path w="121" h="40">
                  <a:moveTo>
                    <a:pt x="121" y="0"/>
                  </a:moveTo>
                  <a:lnTo>
                    <a:pt x="0" y="21"/>
                  </a:lnTo>
                  <a:lnTo>
                    <a:pt x="119" y="40"/>
                  </a:lnTo>
                  <a:lnTo>
                    <a:pt x="121"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9" name="Freeform 701">
              <a:extLst>
                <a:ext uri="{FF2B5EF4-FFF2-40B4-BE49-F238E27FC236}">
                  <a16:creationId xmlns:a16="http://schemas.microsoft.com/office/drawing/2014/main" id="{7174AD43-6CB2-8D4C-B966-BA8B997F0541}"/>
                </a:ext>
              </a:extLst>
            </p:cNvPr>
            <p:cNvSpPr>
              <a:spLocks/>
            </p:cNvSpPr>
            <p:nvPr/>
          </p:nvSpPr>
          <p:spPr bwMode="auto">
            <a:xfrm>
              <a:off x="2855" y="2935"/>
              <a:ext cx="42" cy="11"/>
            </a:xfrm>
            <a:custGeom>
              <a:avLst/>
              <a:gdLst>
                <a:gd name="T0" fmla="*/ 41 w 125"/>
                <a:gd name="T1" fmla="*/ 0 h 36"/>
                <a:gd name="T2" fmla="*/ 0 w 125"/>
                <a:gd name="T3" fmla="*/ 8 h 36"/>
                <a:gd name="T4" fmla="*/ 42 w 125"/>
                <a:gd name="T5" fmla="*/ 11 h 36"/>
                <a:gd name="T6" fmla="*/ 41 w 125"/>
                <a:gd name="T7" fmla="*/ 0 h 36"/>
                <a:gd name="T8" fmla="*/ 41 w 125"/>
                <a:gd name="T9" fmla="*/ 0 h 36"/>
                <a:gd name="T10" fmla="*/ 0 60000 65536"/>
                <a:gd name="T11" fmla="*/ 0 60000 65536"/>
                <a:gd name="T12" fmla="*/ 0 60000 65536"/>
                <a:gd name="T13" fmla="*/ 0 60000 65536"/>
                <a:gd name="T14" fmla="*/ 0 60000 65536"/>
                <a:gd name="T15" fmla="*/ 0 w 125"/>
                <a:gd name="T16" fmla="*/ 0 h 36"/>
                <a:gd name="T17" fmla="*/ 125 w 125"/>
                <a:gd name="T18" fmla="*/ 36 h 36"/>
              </a:gdLst>
              <a:ahLst/>
              <a:cxnLst>
                <a:cxn ang="T10">
                  <a:pos x="T0" y="T1"/>
                </a:cxn>
                <a:cxn ang="T11">
                  <a:pos x="T2" y="T3"/>
                </a:cxn>
                <a:cxn ang="T12">
                  <a:pos x="T4" y="T5"/>
                </a:cxn>
                <a:cxn ang="T13">
                  <a:pos x="T6" y="T7"/>
                </a:cxn>
                <a:cxn ang="T14">
                  <a:pos x="T8" y="T9"/>
                </a:cxn>
              </a:cxnLst>
              <a:rect l="T15" t="T16" r="T17" b="T18"/>
              <a:pathLst>
                <a:path w="125" h="36">
                  <a:moveTo>
                    <a:pt x="121" y="0"/>
                  </a:moveTo>
                  <a:lnTo>
                    <a:pt x="0" y="26"/>
                  </a:lnTo>
                  <a:lnTo>
                    <a:pt x="125" y="36"/>
                  </a:lnTo>
                  <a:lnTo>
                    <a:pt x="121"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0" name="Freeform 702">
              <a:extLst>
                <a:ext uri="{FF2B5EF4-FFF2-40B4-BE49-F238E27FC236}">
                  <a16:creationId xmlns:a16="http://schemas.microsoft.com/office/drawing/2014/main" id="{C75C7E69-D85C-D34F-8DAB-0BAA1FBFE24B}"/>
                </a:ext>
              </a:extLst>
            </p:cNvPr>
            <p:cNvSpPr>
              <a:spLocks/>
            </p:cNvSpPr>
            <p:nvPr/>
          </p:nvSpPr>
          <p:spPr bwMode="auto">
            <a:xfrm>
              <a:off x="2787" y="2970"/>
              <a:ext cx="35" cy="13"/>
            </a:xfrm>
            <a:custGeom>
              <a:avLst/>
              <a:gdLst>
                <a:gd name="T0" fmla="*/ 32 w 105"/>
                <a:gd name="T1" fmla="*/ 0 h 41"/>
                <a:gd name="T2" fmla="*/ 0 w 105"/>
                <a:gd name="T3" fmla="*/ 10 h 41"/>
                <a:gd name="T4" fmla="*/ 35 w 105"/>
                <a:gd name="T5" fmla="*/ 13 h 41"/>
                <a:gd name="T6" fmla="*/ 32 w 105"/>
                <a:gd name="T7" fmla="*/ 0 h 41"/>
                <a:gd name="T8" fmla="*/ 32 w 105"/>
                <a:gd name="T9" fmla="*/ 0 h 41"/>
                <a:gd name="T10" fmla="*/ 0 60000 65536"/>
                <a:gd name="T11" fmla="*/ 0 60000 65536"/>
                <a:gd name="T12" fmla="*/ 0 60000 65536"/>
                <a:gd name="T13" fmla="*/ 0 60000 65536"/>
                <a:gd name="T14" fmla="*/ 0 60000 65536"/>
                <a:gd name="T15" fmla="*/ 0 w 105"/>
                <a:gd name="T16" fmla="*/ 0 h 41"/>
                <a:gd name="T17" fmla="*/ 105 w 105"/>
                <a:gd name="T18" fmla="*/ 41 h 41"/>
              </a:gdLst>
              <a:ahLst/>
              <a:cxnLst>
                <a:cxn ang="T10">
                  <a:pos x="T0" y="T1"/>
                </a:cxn>
                <a:cxn ang="T11">
                  <a:pos x="T2" y="T3"/>
                </a:cxn>
                <a:cxn ang="T12">
                  <a:pos x="T4" y="T5"/>
                </a:cxn>
                <a:cxn ang="T13">
                  <a:pos x="T6" y="T7"/>
                </a:cxn>
                <a:cxn ang="T14">
                  <a:pos x="T8" y="T9"/>
                </a:cxn>
              </a:cxnLst>
              <a:rect l="T15" t="T16" r="T17" b="T18"/>
              <a:pathLst>
                <a:path w="105" h="41">
                  <a:moveTo>
                    <a:pt x="97" y="0"/>
                  </a:moveTo>
                  <a:lnTo>
                    <a:pt x="0" y="32"/>
                  </a:lnTo>
                  <a:lnTo>
                    <a:pt x="105" y="41"/>
                  </a:lnTo>
                  <a:lnTo>
                    <a:pt x="97"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1" name="Freeform 703">
              <a:extLst>
                <a:ext uri="{FF2B5EF4-FFF2-40B4-BE49-F238E27FC236}">
                  <a16:creationId xmlns:a16="http://schemas.microsoft.com/office/drawing/2014/main" id="{1F458992-8C5E-5F47-A405-7ABDC249608D}"/>
                </a:ext>
              </a:extLst>
            </p:cNvPr>
            <p:cNvSpPr>
              <a:spLocks/>
            </p:cNvSpPr>
            <p:nvPr/>
          </p:nvSpPr>
          <p:spPr bwMode="auto">
            <a:xfrm>
              <a:off x="2786" y="2988"/>
              <a:ext cx="37" cy="10"/>
            </a:xfrm>
            <a:custGeom>
              <a:avLst/>
              <a:gdLst>
                <a:gd name="T0" fmla="*/ 36 w 109"/>
                <a:gd name="T1" fmla="*/ 0 h 34"/>
                <a:gd name="T2" fmla="*/ 0 w 109"/>
                <a:gd name="T3" fmla="*/ 7 h 34"/>
                <a:gd name="T4" fmla="*/ 37 w 109"/>
                <a:gd name="T5" fmla="*/ 10 h 34"/>
                <a:gd name="T6" fmla="*/ 36 w 109"/>
                <a:gd name="T7" fmla="*/ 0 h 34"/>
                <a:gd name="T8" fmla="*/ 36 w 109"/>
                <a:gd name="T9" fmla="*/ 0 h 34"/>
                <a:gd name="T10" fmla="*/ 0 60000 65536"/>
                <a:gd name="T11" fmla="*/ 0 60000 65536"/>
                <a:gd name="T12" fmla="*/ 0 60000 65536"/>
                <a:gd name="T13" fmla="*/ 0 60000 65536"/>
                <a:gd name="T14" fmla="*/ 0 60000 65536"/>
                <a:gd name="T15" fmla="*/ 0 w 109"/>
                <a:gd name="T16" fmla="*/ 0 h 34"/>
                <a:gd name="T17" fmla="*/ 109 w 109"/>
                <a:gd name="T18" fmla="*/ 34 h 34"/>
              </a:gdLst>
              <a:ahLst/>
              <a:cxnLst>
                <a:cxn ang="T10">
                  <a:pos x="T0" y="T1"/>
                </a:cxn>
                <a:cxn ang="T11">
                  <a:pos x="T2" y="T3"/>
                </a:cxn>
                <a:cxn ang="T12">
                  <a:pos x="T4" y="T5"/>
                </a:cxn>
                <a:cxn ang="T13">
                  <a:pos x="T6" y="T7"/>
                </a:cxn>
                <a:cxn ang="T14">
                  <a:pos x="T8" y="T9"/>
                </a:cxn>
              </a:cxnLst>
              <a:rect l="T15" t="T16" r="T17" b="T18"/>
              <a:pathLst>
                <a:path w="109" h="34">
                  <a:moveTo>
                    <a:pt x="107" y="0"/>
                  </a:moveTo>
                  <a:lnTo>
                    <a:pt x="0" y="24"/>
                  </a:lnTo>
                  <a:lnTo>
                    <a:pt x="109" y="34"/>
                  </a:lnTo>
                  <a:lnTo>
                    <a:pt x="107"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2" name="Freeform 704">
              <a:extLst>
                <a:ext uri="{FF2B5EF4-FFF2-40B4-BE49-F238E27FC236}">
                  <a16:creationId xmlns:a16="http://schemas.microsoft.com/office/drawing/2014/main" id="{F6A155E0-CC9F-824F-BDD2-46DD234E3BF5}"/>
                </a:ext>
              </a:extLst>
            </p:cNvPr>
            <p:cNvSpPr>
              <a:spLocks/>
            </p:cNvSpPr>
            <p:nvPr/>
          </p:nvSpPr>
          <p:spPr bwMode="auto">
            <a:xfrm>
              <a:off x="2788" y="3003"/>
              <a:ext cx="36" cy="11"/>
            </a:xfrm>
            <a:custGeom>
              <a:avLst/>
              <a:gdLst>
                <a:gd name="T0" fmla="*/ 35 w 107"/>
                <a:gd name="T1" fmla="*/ 0 h 38"/>
                <a:gd name="T2" fmla="*/ 0 w 107"/>
                <a:gd name="T3" fmla="*/ 7 h 38"/>
                <a:gd name="T4" fmla="*/ 36 w 107"/>
                <a:gd name="T5" fmla="*/ 11 h 38"/>
                <a:gd name="T6" fmla="*/ 35 w 107"/>
                <a:gd name="T7" fmla="*/ 0 h 38"/>
                <a:gd name="T8" fmla="*/ 35 w 107"/>
                <a:gd name="T9" fmla="*/ 0 h 38"/>
                <a:gd name="T10" fmla="*/ 0 60000 65536"/>
                <a:gd name="T11" fmla="*/ 0 60000 65536"/>
                <a:gd name="T12" fmla="*/ 0 60000 65536"/>
                <a:gd name="T13" fmla="*/ 0 60000 65536"/>
                <a:gd name="T14" fmla="*/ 0 60000 65536"/>
                <a:gd name="T15" fmla="*/ 0 w 107"/>
                <a:gd name="T16" fmla="*/ 0 h 38"/>
                <a:gd name="T17" fmla="*/ 107 w 107"/>
                <a:gd name="T18" fmla="*/ 38 h 38"/>
              </a:gdLst>
              <a:ahLst/>
              <a:cxnLst>
                <a:cxn ang="T10">
                  <a:pos x="T0" y="T1"/>
                </a:cxn>
                <a:cxn ang="T11">
                  <a:pos x="T2" y="T3"/>
                </a:cxn>
                <a:cxn ang="T12">
                  <a:pos x="T4" y="T5"/>
                </a:cxn>
                <a:cxn ang="T13">
                  <a:pos x="T6" y="T7"/>
                </a:cxn>
                <a:cxn ang="T14">
                  <a:pos x="T8" y="T9"/>
                </a:cxn>
              </a:cxnLst>
              <a:rect l="T15" t="T16" r="T17" b="T18"/>
              <a:pathLst>
                <a:path w="107" h="38">
                  <a:moveTo>
                    <a:pt x="103" y="0"/>
                  </a:moveTo>
                  <a:lnTo>
                    <a:pt x="0" y="23"/>
                  </a:lnTo>
                  <a:lnTo>
                    <a:pt x="107" y="38"/>
                  </a:lnTo>
                  <a:lnTo>
                    <a:pt x="103"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3" name="Freeform 705">
              <a:extLst>
                <a:ext uri="{FF2B5EF4-FFF2-40B4-BE49-F238E27FC236}">
                  <a16:creationId xmlns:a16="http://schemas.microsoft.com/office/drawing/2014/main" id="{63CA83FB-DD6A-F945-A8E1-6EE91E042EB2}"/>
                </a:ext>
              </a:extLst>
            </p:cNvPr>
            <p:cNvSpPr>
              <a:spLocks/>
            </p:cNvSpPr>
            <p:nvPr/>
          </p:nvSpPr>
          <p:spPr bwMode="auto">
            <a:xfrm>
              <a:off x="2783" y="3016"/>
              <a:ext cx="42" cy="9"/>
            </a:xfrm>
            <a:custGeom>
              <a:avLst/>
              <a:gdLst>
                <a:gd name="T0" fmla="*/ 41 w 123"/>
                <a:gd name="T1" fmla="*/ 0 h 28"/>
                <a:gd name="T2" fmla="*/ 0 w 123"/>
                <a:gd name="T3" fmla="*/ 9 h 28"/>
                <a:gd name="T4" fmla="*/ 42 w 123"/>
                <a:gd name="T5" fmla="*/ 9 h 28"/>
                <a:gd name="T6" fmla="*/ 41 w 123"/>
                <a:gd name="T7" fmla="*/ 0 h 28"/>
                <a:gd name="T8" fmla="*/ 41 w 123"/>
                <a:gd name="T9" fmla="*/ 0 h 28"/>
                <a:gd name="T10" fmla="*/ 0 60000 65536"/>
                <a:gd name="T11" fmla="*/ 0 60000 65536"/>
                <a:gd name="T12" fmla="*/ 0 60000 65536"/>
                <a:gd name="T13" fmla="*/ 0 60000 65536"/>
                <a:gd name="T14" fmla="*/ 0 60000 65536"/>
                <a:gd name="T15" fmla="*/ 0 w 123"/>
                <a:gd name="T16" fmla="*/ 0 h 28"/>
                <a:gd name="T17" fmla="*/ 123 w 123"/>
                <a:gd name="T18" fmla="*/ 28 h 28"/>
              </a:gdLst>
              <a:ahLst/>
              <a:cxnLst>
                <a:cxn ang="T10">
                  <a:pos x="T0" y="T1"/>
                </a:cxn>
                <a:cxn ang="T11">
                  <a:pos x="T2" y="T3"/>
                </a:cxn>
                <a:cxn ang="T12">
                  <a:pos x="T4" y="T5"/>
                </a:cxn>
                <a:cxn ang="T13">
                  <a:pos x="T6" y="T7"/>
                </a:cxn>
                <a:cxn ang="T14">
                  <a:pos x="T8" y="T9"/>
                </a:cxn>
              </a:cxnLst>
              <a:rect l="T15" t="T16" r="T17" b="T18"/>
              <a:pathLst>
                <a:path w="123" h="28">
                  <a:moveTo>
                    <a:pt x="120" y="0"/>
                  </a:moveTo>
                  <a:lnTo>
                    <a:pt x="0" y="28"/>
                  </a:lnTo>
                  <a:lnTo>
                    <a:pt x="123" y="28"/>
                  </a:lnTo>
                  <a:lnTo>
                    <a:pt x="120"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4" name="Freeform 706">
              <a:extLst>
                <a:ext uri="{FF2B5EF4-FFF2-40B4-BE49-F238E27FC236}">
                  <a16:creationId xmlns:a16="http://schemas.microsoft.com/office/drawing/2014/main" id="{7FB2C80C-CD5D-5441-94E9-726D999076F4}"/>
                </a:ext>
              </a:extLst>
            </p:cNvPr>
            <p:cNvSpPr>
              <a:spLocks/>
            </p:cNvSpPr>
            <p:nvPr/>
          </p:nvSpPr>
          <p:spPr bwMode="auto">
            <a:xfrm>
              <a:off x="3073" y="2961"/>
              <a:ext cx="31" cy="13"/>
            </a:xfrm>
            <a:custGeom>
              <a:avLst/>
              <a:gdLst>
                <a:gd name="T0" fmla="*/ 29 w 91"/>
                <a:gd name="T1" fmla="*/ 0 h 40"/>
                <a:gd name="T2" fmla="*/ 0 w 91"/>
                <a:gd name="T3" fmla="*/ 10 h 40"/>
                <a:gd name="T4" fmla="*/ 31 w 91"/>
                <a:gd name="T5" fmla="*/ 13 h 40"/>
                <a:gd name="T6" fmla="*/ 29 w 91"/>
                <a:gd name="T7" fmla="*/ 0 h 40"/>
                <a:gd name="T8" fmla="*/ 29 w 91"/>
                <a:gd name="T9" fmla="*/ 0 h 40"/>
                <a:gd name="T10" fmla="*/ 0 60000 65536"/>
                <a:gd name="T11" fmla="*/ 0 60000 65536"/>
                <a:gd name="T12" fmla="*/ 0 60000 65536"/>
                <a:gd name="T13" fmla="*/ 0 60000 65536"/>
                <a:gd name="T14" fmla="*/ 0 60000 65536"/>
                <a:gd name="T15" fmla="*/ 0 w 91"/>
                <a:gd name="T16" fmla="*/ 0 h 40"/>
                <a:gd name="T17" fmla="*/ 91 w 91"/>
                <a:gd name="T18" fmla="*/ 40 h 40"/>
              </a:gdLst>
              <a:ahLst/>
              <a:cxnLst>
                <a:cxn ang="T10">
                  <a:pos x="T0" y="T1"/>
                </a:cxn>
                <a:cxn ang="T11">
                  <a:pos x="T2" y="T3"/>
                </a:cxn>
                <a:cxn ang="T12">
                  <a:pos x="T4" y="T5"/>
                </a:cxn>
                <a:cxn ang="T13">
                  <a:pos x="T6" y="T7"/>
                </a:cxn>
                <a:cxn ang="T14">
                  <a:pos x="T8" y="T9"/>
                </a:cxn>
              </a:cxnLst>
              <a:rect l="T15" t="T16" r="T17" b="T18"/>
              <a:pathLst>
                <a:path w="91" h="40">
                  <a:moveTo>
                    <a:pt x="84" y="0"/>
                  </a:moveTo>
                  <a:lnTo>
                    <a:pt x="0" y="32"/>
                  </a:lnTo>
                  <a:lnTo>
                    <a:pt x="91" y="40"/>
                  </a:lnTo>
                  <a:lnTo>
                    <a:pt x="84"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5" name="Freeform 707">
              <a:extLst>
                <a:ext uri="{FF2B5EF4-FFF2-40B4-BE49-F238E27FC236}">
                  <a16:creationId xmlns:a16="http://schemas.microsoft.com/office/drawing/2014/main" id="{9B03AD14-B254-FE40-A62B-0313F9DE8E32}"/>
                </a:ext>
              </a:extLst>
            </p:cNvPr>
            <p:cNvSpPr>
              <a:spLocks/>
            </p:cNvSpPr>
            <p:nvPr/>
          </p:nvSpPr>
          <p:spPr bwMode="auto">
            <a:xfrm>
              <a:off x="3077" y="2978"/>
              <a:ext cx="31" cy="11"/>
            </a:xfrm>
            <a:custGeom>
              <a:avLst/>
              <a:gdLst>
                <a:gd name="T0" fmla="*/ 30 w 90"/>
                <a:gd name="T1" fmla="*/ 0 h 34"/>
                <a:gd name="T2" fmla="*/ 0 w 90"/>
                <a:gd name="T3" fmla="*/ 9 h 34"/>
                <a:gd name="T4" fmla="*/ 31 w 90"/>
                <a:gd name="T5" fmla="*/ 11 h 34"/>
                <a:gd name="T6" fmla="*/ 30 w 90"/>
                <a:gd name="T7" fmla="*/ 0 h 34"/>
                <a:gd name="T8" fmla="*/ 30 w 90"/>
                <a:gd name="T9" fmla="*/ 0 h 34"/>
                <a:gd name="T10" fmla="*/ 0 60000 65536"/>
                <a:gd name="T11" fmla="*/ 0 60000 65536"/>
                <a:gd name="T12" fmla="*/ 0 60000 65536"/>
                <a:gd name="T13" fmla="*/ 0 60000 65536"/>
                <a:gd name="T14" fmla="*/ 0 60000 65536"/>
                <a:gd name="T15" fmla="*/ 0 w 90"/>
                <a:gd name="T16" fmla="*/ 0 h 34"/>
                <a:gd name="T17" fmla="*/ 90 w 90"/>
                <a:gd name="T18" fmla="*/ 34 h 34"/>
              </a:gdLst>
              <a:ahLst/>
              <a:cxnLst>
                <a:cxn ang="T10">
                  <a:pos x="T0" y="T1"/>
                </a:cxn>
                <a:cxn ang="T11">
                  <a:pos x="T2" y="T3"/>
                </a:cxn>
                <a:cxn ang="T12">
                  <a:pos x="T4" y="T5"/>
                </a:cxn>
                <a:cxn ang="T13">
                  <a:pos x="T6" y="T7"/>
                </a:cxn>
                <a:cxn ang="T14">
                  <a:pos x="T8" y="T9"/>
                </a:cxn>
              </a:cxnLst>
              <a:rect l="T15" t="T16" r="T17" b="T18"/>
              <a:pathLst>
                <a:path w="90" h="34">
                  <a:moveTo>
                    <a:pt x="88" y="0"/>
                  </a:moveTo>
                  <a:lnTo>
                    <a:pt x="0" y="29"/>
                  </a:lnTo>
                  <a:lnTo>
                    <a:pt x="90" y="34"/>
                  </a:lnTo>
                  <a:lnTo>
                    <a:pt x="88"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6" name="Freeform 708">
              <a:extLst>
                <a:ext uri="{FF2B5EF4-FFF2-40B4-BE49-F238E27FC236}">
                  <a16:creationId xmlns:a16="http://schemas.microsoft.com/office/drawing/2014/main" id="{026707D2-2EF0-BE4F-8B0B-DEF623BFE634}"/>
                </a:ext>
              </a:extLst>
            </p:cNvPr>
            <p:cNvSpPr>
              <a:spLocks/>
            </p:cNvSpPr>
            <p:nvPr/>
          </p:nvSpPr>
          <p:spPr bwMode="auto">
            <a:xfrm>
              <a:off x="3077" y="2991"/>
              <a:ext cx="33" cy="14"/>
            </a:xfrm>
            <a:custGeom>
              <a:avLst/>
              <a:gdLst>
                <a:gd name="T0" fmla="*/ 32 w 95"/>
                <a:gd name="T1" fmla="*/ 0 h 44"/>
                <a:gd name="T2" fmla="*/ 0 w 95"/>
                <a:gd name="T3" fmla="*/ 10 h 44"/>
                <a:gd name="T4" fmla="*/ 33 w 95"/>
                <a:gd name="T5" fmla="*/ 14 h 44"/>
                <a:gd name="T6" fmla="*/ 32 w 95"/>
                <a:gd name="T7" fmla="*/ 0 h 44"/>
                <a:gd name="T8" fmla="*/ 32 w 95"/>
                <a:gd name="T9" fmla="*/ 0 h 44"/>
                <a:gd name="T10" fmla="*/ 0 60000 65536"/>
                <a:gd name="T11" fmla="*/ 0 60000 65536"/>
                <a:gd name="T12" fmla="*/ 0 60000 65536"/>
                <a:gd name="T13" fmla="*/ 0 60000 65536"/>
                <a:gd name="T14" fmla="*/ 0 60000 65536"/>
                <a:gd name="T15" fmla="*/ 0 w 95"/>
                <a:gd name="T16" fmla="*/ 0 h 44"/>
                <a:gd name="T17" fmla="*/ 95 w 95"/>
                <a:gd name="T18" fmla="*/ 44 h 44"/>
              </a:gdLst>
              <a:ahLst/>
              <a:cxnLst>
                <a:cxn ang="T10">
                  <a:pos x="T0" y="T1"/>
                </a:cxn>
                <a:cxn ang="T11">
                  <a:pos x="T2" y="T3"/>
                </a:cxn>
                <a:cxn ang="T12">
                  <a:pos x="T4" y="T5"/>
                </a:cxn>
                <a:cxn ang="T13">
                  <a:pos x="T6" y="T7"/>
                </a:cxn>
                <a:cxn ang="T14">
                  <a:pos x="T8" y="T9"/>
                </a:cxn>
              </a:cxnLst>
              <a:rect l="T15" t="T16" r="T17" b="T18"/>
              <a:pathLst>
                <a:path w="95" h="44">
                  <a:moveTo>
                    <a:pt x="92" y="0"/>
                  </a:moveTo>
                  <a:lnTo>
                    <a:pt x="0" y="32"/>
                  </a:lnTo>
                  <a:lnTo>
                    <a:pt x="95" y="44"/>
                  </a:lnTo>
                  <a:lnTo>
                    <a:pt x="92"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7" name="Freeform 709">
              <a:extLst>
                <a:ext uri="{FF2B5EF4-FFF2-40B4-BE49-F238E27FC236}">
                  <a16:creationId xmlns:a16="http://schemas.microsoft.com/office/drawing/2014/main" id="{6259A43C-DB0E-1040-B903-9AE389E2994B}"/>
                </a:ext>
              </a:extLst>
            </p:cNvPr>
            <p:cNvSpPr>
              <a:spLocks/>
            </p:cNvSpPr>
            <p:nvPr/>
          </p:nvSpPr>
          <p:spPr bwMode="auto">
            <a:xfrm>
              <a:off x="3008" y="3033"/>
              <a:ext cx="29" cy="11"/>
            </a:xfrm>
            <a:custGeom>
              <a:avLst/>
              <a:gdLst>
                <a:gd name="T0" fmla="*/ 28 w 84"/>
                <a:gd name="T1" fmla="*/ 0 h 34"/>
                <a:gd name="T2" fmla="*/ 0 w 84"/>
                <a:gd name="T3" fmla="*/ 6 h 34"/>
                <a:gd name="T4" fmla="*/ 29 w 84"/>
                <a:gd name="T5" fmla="*/ 11 h 34"/>
                <a:gd name="T6" fmla="*/ 28 w 84"/>
                <a:gd name="T7" fmla="*/ 0 h 34"/>
                <a:gd name="T8" fmla="*/ 28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80" y="0"/>
                  </a:moveTo>
                  <a:lnTo>
                    <a:pt x="0" y="17"/>
                  </a:lnTo>
                  <a:lnTo>
                    <a:pt x="84" y="34"/>
                  </a:lnTo>
                  <a:lnTo>
                    <a:pt x="80"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8" name="Freeform 710">
              <a:extLst>
                <a:ext uri="{FF2B5EF4-FFF2-40B4-BE49-F238E27FC236}">
                  <a16:creationId xmlns:a16="http://schemas.microsoft.com/office/drawing/2014/main" id="{8E36598A-59C6-5C4D-96DB-7D68D734A0CC}"/>
                </a:ext>
              </a:extLst>
            </p:cNvPr>
            <p:cNvSpPr>
              <a:spLocks/>
            </p:cNvSpPr>
            <p:nvPr/>
          </p:nvSpPr>
          <p:spPr bwMode="auto">
            <a:xfrm>
              <a:off x="2770" y="2908"/>
              <a:ext cx="84" cy="35"/>
            </a:xfrm>
            <a:custGeom>
              <a:avLst/>
              <a:gdLst>
                <a:gd name="T0" fmla="*/ 2 w 249"/>
                <a:gd name="T1" fmla="*/ 5 h 114"/>
                <a:gd name="T2" fmla="*/ 65 w 249"/>
                <a:gd name="T3" fmla="*/ 0 h 114"/>
                <a:gd name="T4" fmla="*/ 41 w 249"/>
                <a:gd name="T5" fmla="*/ 8 h 114"/>
                <a:gd name="T6" fmla="*/ 84 w 249"/>
                <a:gd name="T7" fmla="*/ 13 h 114"/>
                <a:gd name="T8" fmla="*/ 44 w 249"/>
                <a:gd name="T9" fmla="*/ 20 h 114"/>
                <a:gd name="T10" fmla="*/ 80 w 249"/>
                <a:gd name="T11" fmla="*/ 28 h 114"/>
                <a:gd name="T12" fmla="*/ 42 w 249"/>
                <a:gd name="T13" fmla="*/ 34 h 114"/>
                <a:gd name="T14" fmla="*/ 0 w 249"/>
                <a:gd name="T15" fmla="*/ 35 h 114"/>
                <a:gd name="T16" fmla="*/ 2 w 249"/>
                <a:gd name="T17" fmla="*/ 5 h 114"/>
                <a:gd name="T18" fmla="*/ 2 w 249"/>
                <a:gd name="T19" fmla="*/ 5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9"/>
                <a:gd name="T31" fmla="*/ 0 h 114"/>
                <a:gd name="T32" fmla="*/ 249 w 249"/>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9" h="114">
                  <a:moveTo>
                    <a:pt x="7" y="17"/>
                  </a:moveTo>
                  <a:lnTo>
                    <a:pt x="194" y="0"/>
                  </a:lnTo>
                  <a:lnTo>
                    <a:pt x="123" y="25"/>
                  </a:lnTo>
                  <a:lnTo>
                    <a:pt x="249" y="42"/>
                  </a:lnTo>
                  <a:lnTo>
                    <a:pt x="131" y="65"/>
                  </a:lnTo>
                  <a:lnTo>
                    <a:pt x="237" y="91"/>
                  </a:lnTo>
                  <a:lnTo>
                    <a:pt x="125" y="110"/>
                  </a:lnTo>
                  <a:lnTo>
                    <a:pt x="0" y="114"/>
                  </a:lnTo>
                  <a:lnTo>
                    <a:pt x="7" y="17"/>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9" name="Freeform 711">
              <a:extLst>
                <a:ext uri="{FF2B5EF4-FFF2-40B4-BE49-F238E27FC236}">
                  <a16:creationId xmlns:a16="http://schemas.microsoft.com/office/drawing/2014/main" id="{797C862D-4758-B34A-964B-534F709563C8}"/>
                </a:ext>
              </a:extLst>
            </p:cNvPr>
            <p:cNvSpPr>
              <a:spLocks/>
            </p:cNvSpPr>
            <p:nvPr/>
          </p:nvSpPr>
          <p:spPr bwMode="auto">
            <a:xfrm>
              <a:off x="2704" y="2976"/>
              <a:ext cx="82" cy="45"/>
            </a:xfrm>
            <a:custGeom>
              <a:avLst/>
              <a:gdLst>
                <a:gd name="T0" fmla="*/ 5 w 241"/>
                <a:gd name="T1" fmla="*/ 6 h 142"/>
                <a:gd name="T2" fmla="*/ 63 w 241"/>
                <a:gd name="T3" fmla="*/ 0 h 142"/>
                <a:gd name="T4" fmla="*/ 52 w 241"/>
                <a:gd name="T5" fmla="*/ 6 h 142"/>
                <a:gd name="T6" fmla="*/ 73 w 241"/>
                <a:gd name="T7" fmla="*/ 10 h 142"/>
                <a:gd name="T8" fmla="*/ 52 w 241"/>
                <a:gd name="T9" fmla="*/ 18 h 142"/>
                <a:gd name="T10" fmla="*/ 53 w 241"/>
                <a:gd name="T11" fmla="*/ 22 h 142"/>
                <a:gd name="T12" fmla="*/ 82 w 241"/>
                <a:gd name="T13" fmla="*/ 27 h 142"/>
                <a:gd name="T14" fmla="*/ 53 w 241"/>
                <a:gd name="T15" fmla="*/ 35 h 142"/>
                <a:gd name="T16" fmla="*/ 80 w 241"/>
                <a:gd name="T17" fmla="*/ 42 h 142"/>
                <a:gd name="T18" fmla="*/ 52 w 241"/>
                <a:gd name="T19" fmla="*/ 45 h 142"/>
                <a:gd name="T20" fmla="*/ 0 w 241"/>
                <a:gd name="T21" fmla="*/ 45 h 142"/>
                <a:gd name="T22" fmla="*/ 5 w 241"/>
                <a:gd name="T23" fmla="*/ 6 h 142"/>
                <a:gd name="T24" fmla="*/ 5 w 241"/>
                <a:gd name="T25" fmla="*/ 6 h 1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1"/>
                <a:gd name="T40" fmla="*/ 0 h 142"/>
                <a:gd name="T41" fmla="*/ 241 w 241"/>
                <a:gd name="T42" fmla="*/ 142 h 1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1" h="142">
                  <a:moveTo>
                    <a:pt x="15" y="19"/>
                  </a:moveTo>
                  <a:lnTo>
                    <a:pt x="186" y="0"/>
                  </a:lnTo>
                  <a:lnTo>
                    <a:pt x="152" y="20"/>
                  </a:lnTo>
                  <a:lnTo>
                    <a:pt x="215" y="32"/>
                  </a:lnTo>
                  <a:lnTo>
                    <a:pt x="154" y="57"/>
                  </a:lnTo>
                  <a:lnTo>
                    <a:pt x="156" y="70"/>
                  </a:lnTo>
                  <a:lnTo>
                    <a:pt x="241" y="85"/>
                  </a:lnTo>
                  <a:lnTo>
                    <a:pt x="156" y="112"/>
                  </a:lnTo>
                  <a:lnTo>
                    <a:pt x="234" y="133"/>
                  </a:lnTo>
                  <a:lnTo>
                    <a:pt x="154" y="142"/>
                  </a:lnTo>
                  <a:lnTo>
                    <a:pt x="0" y="142"/>
                  </a:lnTo>
                  <a:lnTo>
                    <a:pt x="15" y="19"/>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0" name="Freeform 712">
              <a:extLst>
                <a:ext uri="{FF2B5EF4-FFF2-40B4-BE49-F238E27FC236}">
                  <a16:creationId xmlns:a16="http://schemas.microsoft.com/office/drawing/2014/main" id="{4972818D-C52C-3D49-912C-DE8EA09A658C}"/>
                </a:ext>
              </a:extLst>
            </p:cNvPr>
            <p:cNvSpPr>
              <a:spLocks/>
            </p:cNvSpPr>
            <p:nvPr/>
          </p:nvSpPr>
          <p:spPr bwMode="auto">
            <a:xfrm>
              <a:off x="2995" y="2965"/>
              <a:ext cx="82" cy="50"/>
            </a:xfrm>
            <a:custGeom>
              <a:avLst/>
              <a:gdLst>
                <a:gd name="T0" fmla="*/ 4 w 243"/>
                <a:gd name="T1" fmla="*/ 9 h 161"/>
                <a:gd name="T2" fmla="*/ 73 w 243"/>
                <a:gd name="T3" fmla="*/ 0 h 161"/>
                <a:gd name="T4" fmla="*/ 50 w 243"/>
                <a:gd name="T5" fmla="*/ 11 h 161"/>
                <a:gd name="T6" fmla="*/ 82 w 243"/>
                <a:gd name="T7" fmla="*/ 15 h 161"/>
                <a:gd name="T8" fmla="*/ 53 w 243"/>
                <a:gd name="T9" fmla="*/ 24 h 161"/>
                <a:gd name="T10" fmla="*/ 82 w 243"/>
                <a:gd name="T11" fmla="*/ 30 h 161"/>
                <a:gd name="T12" fmla="*/ 60 w 243"/>
                <a:gd name="T13" fmla="*/ 38 h 161"/>
                <a:gd name="T14" fmla="*/ 75 w 243"/>
                <a:gd name="T15" fmla="*/ 42 h 161"/>
                <a:gd name="T16" fmla="*/ 0 w 243"/>
                <a:gd name="T17" fmla="*/ 50 h 161"/>
                <a:gd name="T18" fmla="*/ 4 w 243"/>
                <a:gd name="T19" fmla="*/ 9 h 161"/>
                <a:gd name="T20" fmla="*/ 4 w 243"/>
                <a:gd name="T21" fmla="*/ 9 h 1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3"/>
                <a:gd name="T34" fmla="*/ 0 h 161"/>
                <a:gd name="T35" fmla="*/ 243 w 243"/>
                <a:gd name="T36" fmla="*/ 161 h 1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3" h="161">
                  <a:moveTo>
                    <a:pt x="13" y="30"/>
                  </a:moveTo>
                  <a:lnTo>
                    <a:pt x="217" y="0"/>
                  </a:lnTo>
                  <a:lnTo>
                    <a:pt x="148" y="36"/>
                  </a:lnTo>
                  <a:lnTo>
                    <a:pt x="242" y="47"/>
                  </a:lnTo>
                  <a:lnTo>
                    <a:pt x="158" y="77"/>
                  </a:lnTo>
                  <a:lnTo>
                    <a:pt x="243" y="95"/>
                  </a:lnTo>
                  <a:lnTo>
                    <a:pt x="177" y="121"/>
                  </a:lnTo>
                  <a:lnTo>
                    <a:pt x="221" y="136"/>
                  </a:lnTo>
                  <a:lnTo>
                    <a:pt x="0" y="161"/>
                  </a:lnTo>
                  <a:lnTo>
                    <a:pt x="13" y="30"/>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1" name="Freeform 713">
              <a:extLst>
                <a:ext uri="{FF2B5EF4-FFF2-40B4-BE49-F238E27FC236}">
                  <a16:creationId xmlns:a16="http://schemas.microsoft.com/office/drawing/2014/main" id="{98D7C3E0-6632-B84E-9982-185DE60ED18B}"/>
                </a:ext>
              </a:extLst>
            </p:cNvPr>
            <p:cNvSpPr>
              <a:spLocks/>
            </p:cNvSpPr>
            <p:nvPr/>
          </p:nvSpPr>
          <p:spPr bwMode="auto">
            <a:xfrm>
              <a:off x="2838" y="2964"/>
              <a:ext cx="133" cy="61"/>
            </a:xfrm>
            <a:custGeom>
              <a:avLst/>
              <a:gdLst>
                <a:gd name="T0" fmla="*/ 7 w 394"/>
                <a:gd name="T1" fmla="*/ 14 h 195"/>
                <a:gd name="T2" fmla="*/ 0 w 394"/>
                <a:gd name="T3" fmla="*/ 61 h 195"/>
                <a:gd name="T4" fmla="*/ 133 w 394"/>
                <a:gd name="T5" fmla="*/ 56 h 195"/>
                <a:gd name="T6" fmla="*/ 89 w 394"/>
                <a:gd name="T7" fmla="*/ 48 h 195"/>
                <a:gd name="T8" fmla="*/ 131 w 394"/>
                <a:gd name="T9" fmla="*/ 37 h 195"/>
                <a:gd name="T10" fmla="*/ 83 w 394"/>
                <a:gd name="T11" fmla="*/ 30 h 195"/>
                <a:gd name="T12" fmla="*/ 130 w 394"/>
                <a:gd name="T13" fmla="*/ 19 h 195"/>
                <a:gd name="T14" fmla="*/ 82 w 394"/>
                <a:gd name="T15" fmla="*/ 15 h 195"/>
                <a:gd name="T16" fmla="*/ 127 w 394"/>
                <a:gd name="T17" fmla="*/ 0 h 195"/>
                <a:gd name="T18" fmla="*/ 68 w 394"/>
                <a:gd name="T19" fmla="*/ 5 h 195"/>
                <a:gd name="T20" fmla="*/ 7 w 394"/>
                <a:gd name="T21" fmla="*/ 14 h 195"/>
                <a:gd name="T22" fmla="*/ 7 w 394"/>
                <a:gd name="T23" fmla="*/ 14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4"/>
                <a:gd name="T37" fmla="*/ 0 h 195"/>
                <a:gd name="T38" fmla="*/ 394 w 394"/>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4" h="195">
                  <a:moveTo>
                    <a:pt x="21" y="45"/>
                  </a:moveTo>
                  <a:lnTo>
                    <a:pt x="0" y="195"/>
                  </a:lnTo>
                  <a:lnTo>
                    <a:pt x="394" y="180"/>
                  </a:lnTo>
                  <a:lnTo>
                    <a:pt x="263" y="152"/>
                  </a:lnTo>
                  <a:lnTo>
                    <a:pt x="388" y="119"/>
                  </a:lnTo>
                  <a:lnTo>
                    <a:pt x="246" y="97"/>
                  </a:lnTo>
                  <a:lnTo>
                    <a:pt x="386" y="62"/>
                  </a:lnTo>
                  <a:lnTo>
                    <a:pt x="242" y="47"/>
                  </a:lnTo>
                  <a:lnTo>
                    <a:pt x="377" y="0"/>
                  </a:lnTo>
                  <a:lnTo>
                    <a:pt x="200" y="17"/>
                  </a:lnTo>
                  <a:lnTo>
                    <a:pt x="21" y="45"/>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2" name="Freeform 714">
              <a:extLst>
                <a:ext uri="{FF2B5EF4-FFF2-40B4-BE49-F238E27FC236}">
                  <a16:creationId xmlns:a16="http://schemas.microsoft.com/office/drawing/2014/main" id="{379FD165-BA5A-1B42-9E01-C9AD90EFF6FA}"/>
                </a:ext>
              </a:extLst>
            </p:cNvPr>
            <p:cNvSpPr>
              <a:spLocks/>
            </p:cNvSpPr>
            <p:nvPr/>
          </p:nvSpPr>
          <p:spPr bwMode="auto">
            <a:xfrm>
              <a:off x="2844" y="2973"/>
              <a:ext cx="89" cy="47"/>
            </a:xfrm>
            <a:custGeom>
              <a:avLst/>
              <a:gdLst>
                <a:gd name="T0" fmla="*/ 5 w 267"/>
                <a:gd name="T1" fmla="*/ 10 h 150"/>
                <a:gd name="T2" fmla="*/ 74 w 267"/>
                <a:gd name="T3" fmla="*/ 0 h 150"/>
                <a:gd name="T4" fmla="*/ 60 w 267"/>
                <a:gd name="T5" fmla="*/ 9 h 150"/>
                <a:gd name="T6" fmla="*/ 87 w 267"/>
                <a:gd name="T7" fmla="*/ 12 h 150"/>
                <a:gd name="T8" fmla="*/ 59 w 267"/>
                <a:gd name="T9" fmla="*/ 21 h 150"/>
                <a:gd name="T10" fmla="*/ 89 w 267"/>
                <a:gd name="T11" fmla="*/ 29 h 150"/>
                <a:gd name="T12" fmla="*/ 61 w 267"/>
                <a:gd name="T13" fmla="*/ 34 h 150"/>
                <a:gd name="T14" fmla="*/ 87 w 267"/>
                <a:gd name="T15" fmla="*/ 45 h 150"/>
                <a:gd name="T16" fmla="*/ 0 w 267"/>
                <a:gd name="T17" fmla="*/ 47 h 150"/>
                <a:gd name="T18" fmla="*/ 5 w 267"/>
                <a:gd name="T19" fmla="*/ 10 h 150"/>
                <a:gd name="T20" fmla="*/ 5 w 267"/>
                <a:gd name="T21" fmla="*/ 10 h 1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7"/>
                <a:gd name="T34" fmla="*/ 0 h 150"/>
                <a:gd name="T35" fmla="*/ 267 w 267"/>
                <a:gd name="T36" fmla="*/ 150 h 1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7" h="150">
                  <a:moveTo>
                    <a:pt x="14" y="32"/>
                  </a:moveTo>
                  <a:lnTo>
                    <a:pt x="221" y="0"/>
                  </a:lnTo>
                  <a:lnTo>
                    <a:pt x="179" y="30"/>
                  </a:lnTo>
                  <a:lnTo>
                    <a:pt x="261" y="38"/>
                  </a:lnTo>
                  <a:lnTo>
                    <a:pt x="177" y="68"/>
                  </a:lnTo>
                  <a:lnTo>
                    <a:pt x="267" y="93"/>
                  </a:lnTo>
                  <a:lnTo>
                    <a:pt x="183" y="108"/>
                  </a:lnTo>
                  <a:lnTo>
                    <a:pt x="261" y="143"/>
                  </a:lnTo>
                  <a:lnTo>
                    <a:pt x="0" y="150"/>
                  </a:lnTo>
                  <a:lnTo>
                    <a:pt x="14" y="32"/>
                  </a:lnTo>
                  <a:close/>
                </a:path>
              </a:pathLst>
            </a:custGeom>
            <a:solidFill>
              <a:srgbClr val="FFE5B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3" name="Freeform 715">
              <a:extLst>
                <a:ext uri="{FF2B5EF4-FFF2-40B4-BE49-F238E27FC236}">
                  <a16:creationId xmlns:a16="http://schemas.microsoft.com/office/drawing/2014/main" id="{FA0AD540-F4A2-A04D-A590-80430A0690C7}"/>
                </a:ext>
              </a:extLst>
            </p:cNvPr>
            <p:cNvSpPr>
              <a:spLocks/>
            </p:cNvSpPr>
            <p:nvPr/>
          </p:nvSpPr>
          <p:spPr bwMode="auto">
            <a:xfrm>
              <a:off x="2935" y="2967"/>
              <a:ext cx="36" cy="13"/>
            </a:xfrm>
            <a:custGeom>
              <a:avLst/>
              <a:gdLst>
                <a:gd name="T0" fmla="*/ 34 w 105"/>
                <a:gd name="T1" fmla="*/ 0 h 42"/>
                <a:gd name="T2" fmla="*/ 0 w 105"/>
                <a:gd name="T3" fmla="*/ 10 h 42"/>
                <a:gd name="T4" fmla="*/ 36 w 105"/>
                <a:gd name="T5" fmla="*/ 13 h 42"/>
                <a:gd name="T6" fmla="*/ 34 w 105"/>
                <a:gd name="T7" fmla="*/ 0 h 42"/>
                <a:gd name="T8" fmla="*/ 34 w 105"/>
                <a:gd name="T9" fmla="*/ 0 h 42"/>
                <a:gd name="T10" fmla="*/ 0 60000 65536"/>
                <a:gd name="T11" fmla="*/ 0 60000 65536"/>
                <a:gd name="T12" fmla="*/ 0 60000 65536"/>
                <a:gd name="T13" fmla="*/ 0 60000 65536"/>
                <a:gd name="T14" fmla="*/ 0 60000 65536"/>
                <a:gd name="T15" fmla="*/ 0 w 105"/>
                <a:gd name="T16" fmla="*/ 0 h 42"/>
                <a:gd name="T17" fmla="*/ 105 w 105"/>
                <a:gd name="T18" fmla="*/ 42 h 42"/>
              </a:gdLst>
              <a:ahLst/>
              <a:cxnLst>
                <a:cxn ang="T10">
                  <a:pos x="T0" y="T1"/>
                </a:cxn>
                <a:cxn ang="T11">
                  <a:pos x="T2" y="T3"/>
                </a:cxn>
                <a:cxn ang="T12">
                  <a:pos x="T4" y="T5"/>
                </a:cxn>
                <a:cxn ang="T13">
                  <a:pos x="T6" y="T7"/>
                </a:cxn>
                <a:cxn ang="T14">
                  <a:pos x="T8" y="T9"/>
                </a:cxn>
              </a:cxnLst>
              <a:rect l="T15" t="T16" r="T17" b="T18"/>
              <a:pathLst>
                <a:path w="105" h="42">
                  <a:moveTo>
                    <a:pt x="99" y="0"/>
                  </a:moveTo>
                  <a:lnTo>
                    <a:pt x="0" y="31"/>
                  </a:lnTo>
                  <a:lnTo>
                    <a:pt x="105" y="42"/>
                  </a:lnTo>
                  <a:lnTo>
                    <a:pt x="99"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4" name="Freeform 716">
              <a:extLst>
                <a:ext uri="{FF2B5EF4-FFF2-40B4-BE49-F238E27FC236}">
                  <a16:creationId xmlns:a16="http://schemas.microsoft.com/office/drawing/2014/main" id="{4905DC31-580E-CD41-A35E-DDF7F8F3BFEB}"/>
                </a:ext>
              </a:extLst>
            </p:cNvPr>
            <p:cNvSpPr>
              <a:spLocks/>
            </p:cNvSpPr>
            <p:nvPr/>
          </p:nvSpPr>
          <p:spPr bwMode="auto">
            <a:xfrm>
              <a:off x="2944" y="2988"/>
              <a:ext cx="27" cy="10"/>
            </a:xfrm>
            <a:custGeom>
              <a:avLst/>
              <a:gdLst>
                <a:gd name="T0" fmla="*/ 25 w 84"/>
                <a:gd name="T1" fmla="*/ 0 h 34"/>
                <a:gd name="T2" fmla="*/ 0 w 84"/>
                <a:gd name="T3" fmla="*/ 4 h 34"/>
                <a:gd name="T4" fmla="*/ 27 w 84"/>
                <a:gd name="T5" fmla="*/ 10 h 34"/>
                <a:gd name="T6" fmla="*/ 25 w 84"/>
                <a:gd name="T7" fmla="*/ 0 h 34"/>
                <a:gd name="T8" fmla="*/ 25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78" y="0"/>
                  </a:moveTo>
                  <a:lnTo>
                    <a:pt x="0" y="15"/>
                  </a:lnTo>
                  <a:lnTo>
                    <a:pt x="84" y="34"/>
                  </a:lnTo>
                  <a:lnTo>
                    <a:pt x="78"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5" name="Freeform 717">
              <a:extLst>
                <a:ext uri="{FF2B5EF4-FFF2-40B4-BE49-F238E27FC236}">
                  <a16:creationId xmlns:a16="http://schemas.microsoft.com/office/drawing/2014/main" id="{BC090344-9F25-1343-8D29-8D992B309DF7}"/>
                </a:ext>
              </a:extLst>
            </p:cNvPr>
            <p:cNvSpPr>
              <a:spLocks/>
            </p:cNvSpPr>
            <p:nvPr/>
          </p:nvSpPr>
          <p:spPr bwMode="auto">
            <a:xfrm>
              <a:off x="2946" y="3004"/>
              <a:ext cx="29" cy="12"/>
            </a:xfrm>
            <a:custGeom>
              <a:avLst/>
              <a:gdLst>
                <a:gd name="T0" fmla="*/ 27 w 83"/>
                <a:gd name="T1" fmla="*/ 0 h 38"/>
                <a:gd name="T2" fmla="*/ 0 w 83"/>
                <a:gd name="T3" fmla="*/ 7 h 38"/>
                <a:gd name="T4" fmla="*/ 29 w 83"/>
                <a:gd name="T5" fmla="*/ 12 h 38"/>
                <a:gd name="T6" fmla="*/ 27 w 83"/>
                <a:gd name="T7" fmla="*/ 0 h 38"/>
                <a:gd name="T8" fmla="*/ 27 w 83"/>
                <a:gd name="T9" fmla="*/ 0 h 38"/>
                <a:gd name="T10" fmla="*/ 0 60000 65536"/>
                <a:gd name="T11" fmla="*/ 0 60000 65536"/>
                <a:gd name="T12" fmla="*/ 0 60000 65536"/>
                <a:gd name="T13" fmla="*/ 0 60000 65536"/>
                <a:gd name="T14" fmla="*/ 0 60000 65536"/>
                <a:gd name="T15" fmla="*/ 0 w 83"/>
                <a:gd name="T16" fmla="*/ 0 h 38"/>
                <a:gd name="T17" fmla="*/ 83 w 83"/>
                <a:gd name="T18" fmla="*/ 38 h 38"/>
              </a:gdLst>
              <a:ahLst/>
              <a:cxnLst>
                <a:cxn ang="T10">
                  <a:pos x="T0" y="T1"/>
                </a:cxn>
                <a:cxn ang="T11">
                  <a:pos x="T2" y="T3"/>
                </a:cxn>
                <a:cxn ang="T12">
                  <a:pos x="T4" y="T5"/>
                </a:cxn>
                <a:cxn ang="T13">
                  <a:pos x="T6" y="T7"/>
                </a:cxn>
                <a:cxn ang="T14">
                  <a:pos x="T8" y="T9"/>
                </a:cxn>
              </a:cxnLst>
              <a:rect l="T15" t="T16" r="T17" b="T18"/>
              <a:pathLst>
                <a:path w="83" h="38">
                  <a:moveTo>
                    <a:pt x="76" y="0"/>
                  </a:moveTo>
                  <a:lnTo>
                    <a:pt x="0" y="23"/>
                  </a:lnTo>
                  <a:lnTo>
                    <a:pt x="83" y="38"/>
                  </a:lnTo>
                  <a:lnTo>
                    <a:pt x="76"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6" name="Freeform 718">
              <a:extLst>
                <a:ext uri="{FF2B5EF4-FFF2-40B4-BE49-F238E27FC236}">
                  <a16:creationId xmlns:a16="http://schemas.microsoft.com/office/drawing/2014/main" id="{14CEFC04-CE59-A048-8F9E-A8079FE525D3}"/>
                </a:ext>
              </a:extLst>
            </p:cNvPr>
            <p:cNvSpPr>
              <a:spLocks/>
            </p:cNvSpPr>
            <p:nvPr/>
          </p:nvSpPr>
          <p:spPr bwMode="auto">
            <a:xfrm>
              <a:off x="3149" y="3031"/>
              <a:ext cx="31" cy="12"/>
            </a:xfrm>
            <a:custGeom>
              <a:avLst/>
              <a:gdLst>
                <a:gd name="T0" fmla="*/ 29 w 95"/>
                <a:gd name="T1" fmla="*/ 0 h 38"/>
                <a:gd name="T2" fmla="*/ 0 w 95"/>
                <a:gd name="T3" fmla="*/ 8 h 38"/>
                <a:gd name="T4" fmla="*/ 31 w 95"/>
                <a:gd name="T5" fmla="*/ 12 h 38"/>
                <a:gd name="T6" fmla="*/ 29 w 95"/>
                <a:gd name="T7" fmla="*/ 0 h 38"/>
                <a:gd name="T8" fmla="*/ 29 w 95"/>
                <a:gd name="T9" fmla="*/ 0 h 38"/>
                <a:gd name="T10" fmla="*/ 0 60000 65536"/>
                <a:gd name="T11" fmla="*/ 0 60000 65536"/>
                <a:gd name="T12" fmla="*/ 0 60000 65536"/>
                <a:gd name="T13" fmla="*/ 0 60000 65536"/>
                <a:gd name="T14" fmla="*/ 0 60000 65536"/>
                <a:gd name="T15" fmla="*/ 0 w 95"/>
                <a:gd name="T16" fmla="*/ 0 h 38"/>
                <a:gd name="T17" fmla="*/ 95 w 95"/>
                <a:gd name="T18" fmla="*/ 38 h 38"/>
              </a:gdLst>
              <a:ahLst/>
              <a:cxnLst>
                <a:cxn ang="T10">
                  <a:pos x="T0" y="T1"/>
                </a:cxn>
                <a:cxn ang="T11">
                  <a:pos x="T2" y="T3"/>
                </a:cxn>
                <a:cxn ang="T12">
                  <a:pos x="T4" y="T5"/>
                </a:cxn>
                <a:cxn ang="T13">
                  <a:pos x="T6" y="T7"/>
                </a:cxn>
                <a:cxn ang="T14">
                  <a:pos x="T8" y="T9"/>
                </a:cxn>
              </a:cxnLst>
              <a:rect l="T15" t="T16" r="T17" b="T18"/>
              <a:pathLst>
                <a:path w="95" h="38">
                  <a:moveTo>
                    <a:pt x="88" y="0"/>
                  </a:moveTo>
                  <a:lnTo>
                    <a:pt x="0" y="25"/>
                  </a:lnTo>
                  <a:lnTo>
                    <a:pt x="95" y="38"/>
                  </a:lnTo>
                  <a:lnTo>
                    <a:pt x="88"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7" name="Freeform 719">
              <a:extLst>
                <a:ext uri="{FF2B5EF4-FFF2-40B4-BE49-F238E27FC236}">
                  <a16:creationId xmlns:a16="http://schemas.microsoft.com/office/drawing/2014/main" id="{03BC357A-CC19-A441-B601-7409BE839DBB}"/>
                </a:ext>
              </a:extLst>
            </p:cNvPr>
            <p:cNvSpPr>
              <a:spLocks/>
            </p:cNvSpPr>
            <p:nvPr/>
          </p:nvSpPr>
          <p:spPr bwMode="auto">
            <a:xfrm>
              <a:off x="2763" y="2875"/>
              <a:ext cx="149" cy="12"/>
            </a:xfrm>
            <a:custGeom>
              <a:avLst/>
              <a:gdLst>
                <a:gd name="T0" fmla="*/ 0 w 441"/>
                <a:gd name="T1" fmla="*/ 12 h 39"/>
                <a:gd name="T2" fmla="*/ 1 w 441"/>
                <a:gd name="T3" fmla="*/ 3 h 39"/>
                <a:gd name="T4" fmla="*/ 9 w 441"/>
                <a:gd name="T5" fmla="*/ 0 h 39"/>
                <a:gd name="T6" fmla="*/ 21 w 441"/>
                <a:gd name="T7" fmla="*/ 0 h 39"/>
                <a:gd name="T8" fmla="*/ 36 w 441"/>
                <a:gd name="T9" fmla="*/ 3 h 39"/>
                <a:gd name="T10" fmla="*/ 53 w 441"/>
                <a:gd name="T11" fmla="*/ 7 h 39"/>
                <a:gd name="T12" fmla="*/ 67 w 441"/>
                <a:gd name="T13" fmla="*/ 5 h 39"/>
                <a:gd name="T14" fmla="*/ 77 w 441"/>
                <a:gd name="T15" fmla="*/ 5 h 39"/>
                <a:gd name="T16" fmla="*/ 90 w 441"/>
                <a:gd name="T17" fmla="*/ 7 h 39"/>
                <a:gd name="T18" fmla="*/ 101 w 441"/>
                <a:gd name="T19" fmla="*/ 8 h 39"/>
                <a:gd name="T20" fmla="*/ 113 w 441"/>
                <a:gd name="T21" fmla="*/ 8 h 39"/>
                <a:gd name="T22" fmla="*/ 123 w 441"/>
                <a:gd name="T23" fmla="*/ 5 h 39"/>
                <a:gd name="T24" fmla="*/ 137 w 441"/>
                <a:gd name="T25" fmla="*/ 0 h 39"/>
                <a:gd name="T26" fmla="*/ 146 w 441"/>
                <a:gd name="T27" fmla="*/ 0 h 39"/>
                <a:gd name="T28" fmla="*/ 149 w 441"/>
                <a:gd name="T29" fmla="*/ 5 h 39"/>
                <a:gd name="T30" fmla="*/ 148 w 441"/>
                <a:gd name="T31" fmla="*/ 10 h 39"/>
                <a:gd name="T32" fmla="*/ 138 w 441"/>
                <a:gd name="T33" fmla="*/ 12 h 39"/>
                <a:gd name="T34" fmla="*/ 117 w 441"/>
                <a:gd name="T35" fmla="*/ 12 h 39"/>
                <a:gd name="T36" fmla="*/ 62 w 441"/>
                <a:gd name="T37" fmla="*/ 12 h 39"/>
                <a:gd name="T38" fmla="*/ 20 w 441"/>
                <a:gd name="T39" fmla="*/ 12 h 39"/>
                <a:gd name="T40" fmla="*/ 0 w 441"/>
                <a:gd name="T41" fmla="*/ 12 h 39"/>
                <a:gd name="T42" fmla="*/ 0 w 441"/>
                <a:gd name="T43" fmla="*/ 12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41"/>
                <a:gd name="T67" fmla="*/ 0 h 39"/>
                <a:gd name="T68" fmla="*/ 441 w 441"/>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41" h="39">
                  <a:moveTo>
                    <a:pt x="0" y="39"/>
                  </a:moveTo>
                  <a:lnTo>
                    <a:pt x="2" y="9"/>
                  </a:lnTo>
                  <a:lnTo>
                    <a:pt x="28" y="1"/>
                  </a:lnTo>
                  <a:lnTo>
                    <a:pt x="63" y="0"/>
                  </a:lnTo>
                  <a:lnTo>
                    <a:pt x="108" y="9"/>
                  </a:lnTo>
                  <a:lnTo>
                    <a:pt x="158" y="22"/>
                  </a:lnTo>
                  <a:lnTo>
                    <a:pt x="198" y="17"/>
                  </a:lnTo>
                  <a:lnTo>
                    <a:pt x="228" y="17"/>
                  </a:lnTo>
                  <a:lnTo>
                    <a:pt x="266" y="24"/>
                  </a:lnTo>
                  <a:lnTo>
                    <a:pt x="300" y="26"/>
                  </a:lnTo>
                  <a:lnTo>
                    <a:pt x="333" y="26"/>
                  </a:lnTo>
                  <a:lnTo>
                    <a:pt x="363" y="17"/>
                  </a:lnTo>
                  <a:lnTo>
                    <a:pt x="405" y="0"/>
                  </a:lnTo>
                  <a:lnTo>
                    <a:pt x="431" y="0"/>
                  </a:lnTo>
                  <a:lnTo>
                    <a:pt x="441" y="15"/>
                  </a:lnTo>
                  <a:lnTo>
                    <a:pt x="437" y="32"/>
                  </a:lnTo>
                  <a:lnTo>
                    <a:pt x="407" y="39"/>
                  </a:lnTo>
                  <a:lnTo>
                    <a:pt x="346" y="38"/>
                  </a:lnTo>
                  <a:lnTo>
                    <a:pt x="184" y="39"/>
                  </a:lnTo>
                  <a:lnTo>
                    <a:pt x="59" y="39"/>
                  </a:lnTo>
                  <a:lnTo>
                    <a:pt x="0" y="39"/>
                  </a:lnTo>
                  <a:close/>
                </a:path>
              </a:pathLst>
            </a:custGeom>
            <a:solidFill>
              <a:srgbClr val="E8D9D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8" name="Freeform 720">
              <a:extLst>
                <a:ext uri="{FF2B5EF4-FFF2-40B4-BE49-F238E27FC236}">
                  <a16:creationId xmlns:a16="http://schemas.microsoft.com/office/drawing/2014/main" id="{901B935E-26FA-EB41-9D0A-9D1047EBC166}"/>
                </a:ext>
              </a:extLst>
            </p:cNvPr>
            <p:cNvSpPr>
              <a:spLocks/>
            </p:cNvSpPr>
            <p:nvPr/>
          </p:nvSpPr>
          <p:spPr bwMode="auto">
            <a:xfrm>
              <a:off x="2765" y="2878"/>
              <a:ext cx="85" cy="7"/>
            </a:xfrm>
            <a:custGeom>
              <a:avLst/>
              <a:gdLst>
                <a:gd name="T0" fmla="*/ 85 w 249"/>
                <a:gd name="T1" fmla="*/ 6 h 25"/>
                <a:gd name="T2" fmla="*/ 77 w 249"/>
                <a:gd name="T3" fmla="*/ 5 h 25"/>
                <a:gd name="T4" fmla="*/ 69 w 249"/>
                <a:gd name="T5" fmla="*/ 3 h 25"/>
                <a:gd name="T6" fmla="*/ 59 w 249"/>
                <a:gd name="T7" fmla="*/ 4 h 25"/>
                <a:gd name="T8" fmla="*/ 54 w 249"/>
                <a:gd name="T9" fmla="*/ 6 h 25"/>
                <a:gd name="T10" fmla="*/ 47 w 249"/>
                <a:gd name="T11" fmla="*/ 5 h 25"/>
                <a:gd name="T12" fmla="*/ 39 w 249"/>
                <a:gd name="T13" fmla="*/ 3 h 25"/>
                <a:gd name="T14" fmla="*/ 26 w 249"/>
                <a:gd name="T15" fmla="*/ 1 h 25"/>
                <a:gd name="T16" fmla="*/ 17 w 249"/>
                <a:gd name="T17" fmla="*/ 0 h 25"/>
                <a:gd name="T18" fmla="*/ 8 w 249"/>
                <a:gd name="T19" fmla="*/ 0 h 25"/>
                <a:gd name="T20" fmla="*/ 0 w 249"/>
                <a:gd name="T21" fmla="*/ 2 h 25"/>
                <a:gd name="T22" fmla="*/ 0 w 249"/>
                <a:gd name="T23" fmla="*/ 5 h 25"/>
                <a:gd name="T24" fmla="*/ 2 w 249"/>
                <a:gd name="T25" fmla="*/ 6 h 25"/>
                <a:gd name="T26" fmla="*/ 13 w 249"/>
                <a:gd name="T27" fmla="*/ 6 h 25"/>
                <a:gd name="T28" fmla="*/ 23 w 249"/>
                <a:gd name="T29" fmla="*/ 5 h 25"/>
                <a:gd name="T30" fmla="*/ 32 w 249"/>
                <a:gd name="T31" fmla="*/ 5 h 25"/>
                <a:gd name="T32" fmla="*/ 38 w 249"/>
                <a:gd name="T33" fmla="*/ 6 h 25"/>
                <a:gd name="T34" fmla="*/ 43 w 249"/>
                <a:gd name="T35" fmla="*/ 7 h 25"/>
                <a:gd name="T36" fmla="*/ 53 w 249"/>
                <a:gd name="T37" fmla="*/ 7 h 25"/>
                <a:gd name="T38" fmla="*/ 60 w 249"/>
                <a:gd name="T39" fmla="*/ 6 h 25"/>
                <a:gd name="T40" fmla="*/ 67 w 249"/>
                <a:gd name="T41" fmla="*/ 5 h 25"/>
                <a:gd name="T42" fmla="*/ 73 w 249"/>
                <a:gd name="T43" fmla="*/ 6 h 25"/>
                <a:gd name="T44" fmla="*/ 79 w 249"/>
                <a:gd name="T45" fmla="*/ 7 h 25"/>
                <a:gd name="T46" fmla="*/ 85 w 249"/>
                <a:gd name="T47" fmla="*/ 6 h 25"/>
                <a:gd name="T48" fmla="*/ 85 w 249"/>
                <a:gd name="T49" fmla="*/ 6 h 2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49"/>
                <a:gd name="T76" fmla="*/ 0 h 25"/>
                <a:gd name="T77" fmla="*/ 249 w 249"/>
                <a:gd name="T78" fmla="*/ 25 h 2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49" h="25">
                  <a:moveTo>
                    <a:pt x="249" y="21"/>
                  </a:moveTo>
                  <a:lnTo>
                    <a:pt x="226" y="17"/>
                  </a:lnTo>
                  <a:lnTo>
                    <a:pt x="203" y="11"/>
                  </a:lnTo>
                  <a:lnTo>
                    <a:pt x="174" y="15"/>
                  </a:lnTo>
                  <a:lnTo>
                    <a:pt x="157" y="21"/>
                  </a:lnTo>
                  <a:lnTo>
                    <a:pt x="138" y="19"/>
                  </a:lnTo>
                  <a:lnTo>
                    <a:pt x="115" y="11"/>
                  </a:lnTo>
                  <a:lnTo>
                    <a:pt x="77" y="4"/>
                  </a:lnTo>
                  <a:lnTo>
                    <a:pt x="51" y="0"/>
                  </a:lnTo>
                  <a:lnTo>
                    <a:pt x="24" y="0"/>
                  </a:lnTo>
                  <a:lnTo>
                    <a:pt x="1" y="8"/>
                  </a:lnTo>
                  <a:lnTo>
                    <a:pt x="0" y="17"/>
                  </a:lnTo>
                  <a:lnTo>
                    <a:pt x="7" y="23"/>
                  </a:lnTo>
                  <a:lnTo>
                    <a:pt x="38" y="23"/>
                  </a:lnTo>
                  <a:lnTo>
                    <a:pt x="66" y="17"/>
                  </a:lnTo>
                  <a:lnTo>
                    <a:pt x="93" y="17"/>
                  </a:lnTo>
                  <a:lnTo>
                    <a:pt x="110" y="21"/>
                  </a:lnTo>
                  <a:lnTo>
                    <a:pt x="125" y="25"/>
                  </a:lnTo>
                  <a:lnTo>
                    <a:pt x="154" y="25"/>
                  </a:lnTo>
                  <a:lnTo>
                    <a:pt x="176" y="21"/>
                  </a:lnTo>
                  <a:lnTo>
                    <a:pt x="195" y="19"/>
                  </a:lnTo>
                  <a:lnTo>
                    <a:pt x="214" y="23"/>
                  </a:lnTo>
                  <a:lnTo>
                    <a:pt x="231" y="25"/>
                  </a:lnTo>
                  <a:lnTo>
                    <a:pt x="249" y="21"/>
                  </a:lnTo>
                  <a:close/>
                </a:path>
              </a:pathLst>
            </a:custGeom>
            <a:solidFill>
              <a:srgbClr val="FFEDE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grpSp>
    </p:spTree>
    <p:extLst>
      <p:ext uri="{BB962C8B-B14F-4D97-AF65-F5344CB8AC3E}">
        <p14:creationId xmlns:p14="http://schemas.microsoft.com/office/powerpoint/2010/main" val="3035903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52733-C22A-5540-9CDA-E5A69030FDA6}"/>
              </a:ext>
            </a:extLst>
          </p:cNvPr>
          <p:cNvSpPr>
            <a:spLocks noGrp="1"/>
          </p:cNvSpPr>
          <p:nvPr>
            <p:ph type="title"/>
          </p:nvPr>
        </p:nvSpPr>
        <p:spPr/>
        <p:txBody>
          <a:bodyPr/>
          <a:lstStyle/>
          <a:p>
            <a:r>
              <a:rPr lang="en-US" dirty="0"/>
              <a:t>The famous </a:t>
            </a:r>
            <a:r>
              <a:rPr lang="en-US" dirty="0">
                <a:solidFill>
                  <a:srgbClr val="FF0000"/>
                </a:solidFill>
              </a:rPr>
              <a:t>knapsack</a:t>
            </a:r>
            <a:r>
              <a:rPr lang="en-US" dirty="0"/>
              <a:t> </a:t>
            </a:r>
            <a:r>
              <a:rPr lang="en-US" dirty="0">
                <a:solidFill>
                  <a:srgbClr val="FF0000"/>
                </a:solidFill>
              </a:rPr>
              <a:t>problem</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CDDB15-E65B-1B47-9C9A-1D5DF1113EF0}"/>
                  </a:ext>
                </a:extLst>
              </p:cNvPr>
              <p:cNvSpPr>
                <a:spLocks noGrp="1"/>
              </p:cNvSpPr>
              <p:nvPr>
                <p:ph idx="1"/>
              </p:nvPr>
            </p:nvSpPr>
            <p:spPr/>
            <p:txBody>
              <a:bodyPr/>
              <a:lstStyle/>
              <a:p>
                <a:r>
                  <a:rPr lang="en-US" dirty="0">
                    <a:latin typeface="Times" pitchFamily="2" charset="0"/>
                  </a:rPr>
                  <a:t>More formally, the </a:t>
                </a:r>
                <a:r>
                  <a:rPr lang="en-US" i="1" dirty="0">
                    <a:solidFill>
                      <a:srgbClr val="16129E"/>
                    </a:solidFill>
                    <a:latin typeface="Times" pitchFamily="2" charset="0"/>
                  </a:rPr>
                  <a:t>0-1 knapsack problem</a:t>
                </a:r>
                <a:r>
                  <a:rPr lang="en-US" dirty="0">
                    <a:latin typeface="Times" pitchFamily="2" charset="0"/>
                  </a:rPr>
                  <a:t>:</a:t>
                </a:r>
              </a:p>
              <a:p>
                <a:pPr marL="0" indent="0">
                  <a:buNone/>
                </a:pPr>
                <a:endParaRPr lang="en-US" sz="800" dirty="0">
                  <a:latin typeface="Times" pitchFamily="2" charset="0"/>
                </a:endParaRPr>
              </a:p>
              <a:p>
                <a:pPr lvl="1"/>
                <a:r>
                  <a:rPr lang="en-US" dirty="0">
                    <a:latin typeface="Times" pitchFamily="2" charset="0"/>
                  </a:rPr>
                  <a:t>The thief must choose among </a:t>
                </a:r>
                <a14:m>
                  <m:oMath xmlns:m="http://schemas.openxmlformats.org/officeDocument/2006/math">
                    <m:r>
                      <a:rPr lang="en-US" i="1" dirty="0" smtClean="0">
                        <a:latin typeface="Cambria Math" panose="02040503050406030204" pitchFamily="18" charset="0"/>
                      </a:rPr>
                      <m:t>𝑛</m:t>
                    </m:r>
                  </m:oMath>
                </a14:m>
                <a:r>
                  <a:rPr lang="en-US" dirty="0">
                    <a:latin typeface="Times" pitchFamily="2" charset="0"/>
                  </a:rPr>
                  <a:t> items, where the item </a:t>
                </a:r>
                <a14:m>
                  <m:oMath xmlns:m="http://schemas.openxmlformats.org/officeDocument/2006/math">
                    <m:r>
                      <a:rPr lang="en-US" b="0" i="1" smtClean="0">
                        <a:latin typeface="Cambria Math" panose="02040503050406030204" pitchFamily="18" charset="0"/>
                      </a:rPr>
                      <m:t>𝑖</m:t>
                    </m:r>
                  </m:oMath>
                </a14:m>
                <a:r>
                  <a:rPr lang="en-US" dirty="0">
                    <a:latin typeface="Times" pitchFamily="2" charset="0"/>
                  </a:rPr>
                  <a:t> worth </a:t>
                </a:r>
                <a:r>
                  <a:rPr lang="en-US" i="1" dirty="0">
                    <a:latin typeface="Times" pitchFamily="2" charset="0"/>
                  </a:rPr>
                  <a:t>v</a:t>
                </a:r>
                <a:r>
                  <a:rPr lang="en-US" i="1" baseline="-25000" dirty="0">
                    <a:latin typeface="Times" pitchFamily="2" charset="0"/>
                  </a:rPr>
                  <a:t>i</a:t>
                </a:r>
                <a:r>
                  <a:rPr lang="en-US" i="1" dirty="0">
                    <a:latin typeface="Times" pitchFamily="2" charset="0"/>
                  </a:rPr>
                  <a:t> </a:t>
                </a:r>
                <a:r>
                  <a:rPr lang="en-US" dirty="0">
                    <a:latin typeface="Times" pitchFamily="2" charset="0"/>
                  </a:rPr>
                  <a:t>dollars and weighs </a:t>
                </a:r>
                <a:r>
                  <a:rPr lang="en-US" i="1" dirty="0" err="1">
                    <a:latin typeface="Times" pitchFamily="2" charset="0"/>
                  </a:rPr>
                  <a:t>w</a:t>
                </a:r>
                <a:r>
                  <a:rPr lang="en-US" i="1" baseline="-25000" dirty="0" err="1">
                    <a:latin typeface="Times" pitchFamily="2" charset="0"/>
                  </a:rPr>
                  <a:t>i</a:t>
                </a:r>
                <a:r>
                  <a:rPr lang="en-US" dirty="0">
                    <a:latin typeface="Times" pitchFamily="2" charset="0"/>
                  </a:rPr>
                  <a:t> pounds</a:t>
                </a:r>
              </a:p>
              <a:p>
                <a:pPr lvl="1"/>
                <a:r>
                  <a:rPr lang="en-US" dirty="0">
                    <a:latin typeface="Times" pitchFamily="2" charset="0"/>
                  </a:rPr>
                  <a:t>Carrying at most </a:t>
                </a:r>
                <a14:m>
                  <m:oMath xmlns:m="http://schemas.openxmlformats.org/officeDocument/2006/math">
                    <m:r>
                      <a:rPr lang="en-US" i="1" dirty="0" smtClean="0">
                        <a:latin typeface="Cambria Math" panose="02040503050406030204" pitchFamily="18" charset="0"/>
                      </a:rPr>
                      <m:t>𝑊</m:t>
                    </m:r>
                  </m:oMath>
                </a14:m>
                <a:r>
                  <a:rPr lang="en-US" dirty="0">
                    <a:latin typeface="Times" pitchFamily="2" charset="0"/>
                  </a:rPr>
                  <a:t> pounds, maximize value</a:t>
                </a:r>
              </a:p>
              <a:p>
                <a:pPr lvl="2"/>
                <a:r>
                  <a:rPr lang="en-US" sz="1700" dirty="0">
                    <a:latin typeface="Times" pitchFamily="2" charset="0"/>
                  </a:rPr>
                  <a:t>Note: assume </a:t>
                </a:r>
                <a:r>
                  <a:rPr lang="en-US" sz="1700" i="1" dirty="0">
                    <a:latin typeface="Times" pitchFamily="2" charset="0"/>
                  </a:rPr>
                  <a:t>v</a:t>
                </a:r>
                <a:r>
                  <a:rPr lang="en-US" sz="1700" i="1" baseline="-25000" dirty="0">
                    <a:latin typeface="Times" pitchFamily="2" charset="0"/>
                  </a:rPr>
                  <a:t>i</a:t>
                </a:r>
                <a:r>
                  <a:rPr lang="en-US" sz="1700" i="1" dirty="0">
                    <a:latin typeface="Times" pitchFamily="2" charset="0"/>
                  </a:rPr>
                  <a:t>, </a:t>
                </a:r>
                <a:r>
                  <a:rPr lang="en-US" sz="1700" i="1" dirty="0" err="1">
                    <a:latin typeface="Times" pitchFamily="2" charset="0"/>
                  </a:rPr>
                  <a:t>w</a:t>
                </a:r>
                <a:r>
                  <a:rPr lang="en-US" sz="1700" i="1" baseline="-25000" dirty="0" err="1">
                    <a:latin typeface="Times" pitchFamily="2" charset="0"/>
                  </a:rPr>
                  <a:t>i</a:t>
                </a:r>
                <a:r>
                  <a:rPr lang="en-US" sz="1700" i="1" dirty="0">
                    <a:latin typeface="Times" pitchFamily="2" charset="0"/>
                  </a:rPr>
                  <a:t>, </a:t>
                </a:r>
                <a:r>
                  <a:rPr lang="en-US" sz="1700" dirty="0">
                    <a:latin typeface="Times" pitchFamily="2" charset="0"/>
                  </a:rPr>
                  <a:t>and </a:t>
                </a:r>
                <a:r>
                  <a:rPr lang="en-US" sz="1700" i="1" dirty="0">
                    <a:latin typeface="Times" pitchFamily="2" charset="0"/>
                  </a:rPr>
                  <a:t>W </a:t>
                </a:r>
                <a:r>
                  <a:rPr lang="en-US" sz="1700" dirty="0">
                    <a:latin typeface="Times" pitchFamily="2" charset="0"/>
                  </a:rPr>
                  <a:t>are all integers</a:t>
                </a:r>
              </a:p>
              <a:p>
                <a:pPr lvl="2"/>
                <a:r>
                  <a:rPr lang="en-US" sz="1700" dirty="0">
                    <a:latin typeface="Times" pitchFamily="2" charset="0"/>
                  </a:rPr>
                  <a:t>“0-1” because each item must be taken or left in entirety</a:t>
                </a:r>
              </a:p>
              <a:p>
                <a:endParaRPr lang="en-US" dirty="0">
                  <a:latin typeface="Times" pitchFamily="2" charset="0"/>
                </a:endParaRPr>
              </a:p>
              <a:p>
                <a:r>
                  <a:rPr lang="en-US" dirty="0">
                    <a:latin typeface="Times" pitchFamily="2" charset="0"/>
                  </a:rPr>
                  <a:t>A variation, the </a:t>
                </a:r>
                <a:r>
                  <a:rPr lang="en-US" i="1" dirty="0">
                    <a:solidFill>
                      <a:srgbClr val="16129E"/>
                    </a:solidFill>
                    <a:latin typeface="Times" pitchFamily="2" charset="0"/>
                  </a:rPr>
                  <a:t>fractional knapsack problem</a:t>
                </a:r>
                <a:r>
                  <a:rPr lang="en-US" dirty="0">
                    <a:latin typeface="Times" pitchFamily="2" charset="0"/>
                  </a:rPr>
                  <a:t>:</a:t>
                </a:r>
              </a:p>
              <a:p>
                <a:pPr lvl="1"/>
                <a:r>
                  <a:rPr lang="en-US" dirty="0">
                    <a:latin typeface="Times" pitchFamily="2" charset="0"/>
                  </a:rPr>
                  <a:t>Thief can take fractions of items</a:t>
                </a:r>
              </a:p>
              <a:p>
                <a:r>
                  <a:rPr lang="en-US" dirty="0">
                    <a:latin typeface="Times" pitchFamily="2" charset="0"/>
                  </a:rPr>
                  <a:t>Think of items in 0-1 problem as gold ingots, in fractional problem as buckets of gold dust.</a:t>
                </a:r>
              </a:p>
            </p:txBody>
          </p:sp>
        </mc:Choice>
        <mc:Fallback xmlns="">
          <p:sp>
            <p:nvSpPr>
              <p:cNvPr id="3" name="Content Placeholder 2">
                <a:extLst>
                  <a:ext uri="{FF2B5EF4-FFF2-40B4-BE49-F238E27FC236}">
                    <a16:creationId xmlns:a16="http://schemas.microsoft.com/office/drawing/2014/main" id="{E5CDDB15-E65B-1B47-9C9A-1D5DF1113EF0}"/>
                  </a:ext>
                </a:extLst>
              </p:cNvPr>
              <p:cNvSpPr>
                <a:spLocks noGrp="1" noRot="1" noChangeAspect="1" noMove="1" noResize="1" noEditPoints="1" noAdjustHandles="1" noChangeArrowheads="1" noChangeShapeType="1" noTextEdit="1"/>
              </p:cNvSpPr>
              <p:nvPr>
                <p:ph idx="1"/>
              </p:nvPr>
            </p:nvSpPr>
            <p:spPr>
              <a:blipFill>
                <a:blip r:embed="rId2"/>
                <a:stretch>
                  <a:fillRect l="-378" t="-1563"/>
                </a:stretch>
              </a:blipFill>
            </p:spPr>
            <p:txBody>
              <a:bodyPr/>
              <a:lstStyle/>
              <a:p>
                <a:r>
                  <a:rPr lang="en-US">
                    <a:noFill/>
                  </a:rPr>
                  <a:t> </a:t>
                </a:r>
              </a:p>
            </p:txBody>
          </p:sp>
        </mc:Fallback>
      </mc:AlternateContent>
    </p:spTree>
    <p:extLst>
      <p:ext uri="{BB962C8B-B14F-4D97-AF65-F5344CB8AC3E}">
        <p14:creationId xmlns:p14="http://schemas.microsoft.com/office/powerpoint/2010/main" val="429314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52733-C22A-5540-9CDA-E5A69030FDA6}"/>
              </a:ext>
            </a:extLst>
          </p:cNvPr>
          <p:cNvSpPr>
            <a:spLocks noGrp="1"/>
          </p:cNvSpPr>
          <p:nvPr>
            <p:ph type="title"/>
          </p:nvPr>
        </p:nvSpPr>
        <p:spPr/>
        <p:txBody>
          <a:bodyPr/>
          <a:lstStyle/>
          <a:p>
            <a:r>
              <a:rPr lang="en-US" dirty="0"/>
              <a:t>Fractional Knapsack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CDDB15-E65B-1B47-9C9A-1D5DF1113EF0}"/>
                  </a:ext>
                </a:extLst>
              </p:cNvPr>
              <p:cNvSpPr>
                <a:spLocks noGrp="1"/>
              </p:cNvSpPr>
              <p:nvPr>
                <p:ph idx="1"/>
              </p:nvPr>
            </p:nvSpPr>
            <p:spPr/>
            <p:txBody>
              <a:bodyPr/>
              <a:lstStyle/>
              <a:p>
                <a:pPr defTabSz="913741">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rPr>
                  <a:t>Knapsack capacity: </a:t>
                </a:r>
                <a14:m>
                  <m:oMath xmlns:m="http://schemas.openxmlformats.org/officeDocument/2006/math">
                    <m:r>
                      <a:rPr lang="en-US" i="1" dirty="0" smtClean="0">
                        <a:solidFill>
                          <a:srgbClr val="000000"/>
                        </a:solidFill>
                        <a:latin typeface="Cambria Math" panose="02040503050406030204" pitchFamily="18" charset="0"/>
                        <a:ea typeface="ＭＳ Ｐゴシック" pitchFamily="34" charset="-128"/>
                        <a:cs typeface="Arial"/>
                      </a:rPr>
                      <m:t>𝑊</m:t>
                    </m:r>
                  </m:oMath>
                </a14:m>
                <a:endParaRPr lang="en-US" dirty="0">
                  <a:solidFill>
                    <a:srgbClr val="000000"/>
                  </a:solidFill>
                  <a:latin typeface="Times New Roman" pitchFamily="18" charset="0"/>
                  <a:ea typeface="ＭＳ Ｐゴシック" pitchFamily="34" charset="-128"/>
                  <a:cs typeface="Arial"/>
                </a:endParaRPr>
              </a:p>
              <a:p>
                <a:pPr defTabSz="913741">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rPr>
                  <a:t>There are </a:t>
                </a:r>
                <a14:m>
                  <m:oMath xmlns:m="http://schemas.openxmlformats.org/officeDocument/2006/math">
                    <m:r>
                      <a:rPr lang="en-US" i="1" dirty="0" smtClean="0">
                        <a:solidFill>
                          <a:srgbClr val="000000"/>
                        </a:solidFill>
                        <a:latin typeface="Cambria Math" panose="02040503050406030204" pitchFamily="18" charset="0"/>
                        <a:ea typeface="ＭＳ Ｐゴシック" pitchFamily="34" charset="-128"/>
                        <a:cs typeface="Arial"/>
                      </a:rPr>
                      <m:t>𝑛</m:t>
                    </m:r>
                  </m:oMath>
                </a14:m>
                <a:r>
                  <a:rPr lang="en-US" dirty="0">
                    <a:solidFill>
                      <a:srgbClr val="000000"/>
                    </a:solidFill>
                    <a:latin typeface="Times New Roman" pitchFamily="18" charset="0"/>
                    <a:ea typeface="ＭＳ Ｐゴシック" pitchFamily="34" charset="-128"/>
                    <a:cs typeface="Arial"/>
                  </a:rPr>
                  <a:t> items: item </a:t>
                </a:r>
                <a14:m>
                  <m:oMath xmlns:m="http://schemas.openxmlformats.org/officeDocument/2006/math">
                    <m:r>
                      <a:rPr lang="en-US" i="1" dirty="0" smtClean="0">
                        <a:solidFill>
                          <a:srgbClr val="000000"/>
                        </a:solidFill>
                        <a:latin typeface="Cambria Math" panose="02040503050406030204" pitchFamily="18" charset="0"/>
                        <a:ea typeface="ＭＳ Ｐゴシック" pitchFamily="34" charset="-128"/>
                        <a:cs typeface="Arial"/>
                      </a:rPr>
                      <m:t>𝑖</m:t>
                    </m:r>
                  </m:oMath>
                </a14:m>
                <a:r>
                  <a:rPr lang="en-US" dirty="0">
                    <a:solidFill>
                      <a:srgbClr val="000000"/>
                    </a:solidFill>
                    <a:latin typeface="Times New Roman" pitchFamily="18" charset="0"/>
                    <a:ea typeface="ＭＳ Ｐゴシック" pitchFamily="34" charset="-128"/>
                    <a:cs typeface="Arial"/>
                  </a:rPr>
                  <a:t> has a value of </a:t>
                </a:r>
                <a14:m>
                  <m:oMath xmlns:m="http://schemas.openxmlformats.org/officeDocument/2006/math">
                    <m:sSub>
                      <m:sSubPr>
                        <m:ctrlPr>
                          <a:rPr lang="en-US" i="1" dirty="0" smtClean="0">
                            <a:solidFill>
                              <a:srgbClr val="000000"/>
                            </a:solidFill>
                            <a:latin typeface="Cambria Math" panose="02040503050406030204" pitchFamily="18" charset="0"/>
                            <a:ea typeface="ＭＳ Ｐゴシック" pitchFamily="34" charset="-128"/>
                            <a:cs typeface="Arial"/>
                          </a:rPr>
                        </m:ctrlPr>
                      </m:sSubPr>
                      <m:e>
                        <m:r>
                          <a:rPr lang="en-US" i="1" dirty="0" smtClean="0">
                            <a:solidFill>
                              <a:srgbClr val="000000"/>
                            </a:solidFill>
                            <a:latin typeface="Cambria Math" panose="02040503050406030204" pitchFamily="18" charset="0"/>
                            <a:ea typeface="ＭＳ Ｐゴシック" pitchFamily="34" charset="-128"/>
                            <a:cs typeface="Arial"/>
                          </a:rPr>
                          <m:t>𝑣</m:t>
                        </m:r>
                      </m:e>
                      <m:sub>
                        <m:r>
                          <a:rPr lang="en-US" i="1" dirty="0" smtClean="0">
                            <a:solidFill>
                              <a:srgbClr val="000000"/>
                            </a:solidFill>
                            <a:latin typeface="Cambria Math" panose="02040503050406030204" pitchFamily="18" charset="0"/>
                            <a:ea typeface="ＭＳ Ｐゴシック" pitchFamily="34" charset="-128"/>
                            <a:cs typeface="Arial"/>
                          </a:rPr>
                          <m:t>𝑖</m:t>
                        </m:r>
                      </m:sub>
                    </m:sSub>
                  </m:oMath>
                </a14:m>
                <a:r>
                  <a:rPr lang="en-US" dirty="0">
                    <a:solidFill>
                      <a:srgbClr val="000000"/>
                    </a:solidFill>
                    <a:latin typeface="Times New Roman" pitchFamily="18" charset="0"/>
                    <a:ea typeface="ＭＳ Ｐゴシック" pitchFamily="34" charset="-128"/>
                    <a:cs typeface="Arial"/>
                  </a:rPr>
                  <a:t> and wight </a:t>
                </a:r>
                <a14:m>
                  <m:oMath xmlns:m="http://schemas.openxmlformats.org/officeDocument/2006/math">
                    <m:sSub>
                      <m:sSubPr>
                        <m:ctrlPr>
                          <a:rPr lang="en-US" b="0" i="1" dirty="0" smtClean="0">
                            <a:solidFill>
                              <a:srgbClr val="000000"/>
                            </a:solidFill>
                            <a:latin typeface="Cambria Math" panose="02040503050406030204" pitchFamily="18" charset="0"/>
                            <a:ea typeface="ＭＳ Ｐゴシック" pitchFamily="34" charset="-128"/>
                            <a:cs typeface="Arial"/>
                          </a:rPr>
                        </m:ctrlPr>
                      </m:sSubPr>
                      <m:e>
                        <m:r>
                          <a:rPr lang="en-US" i="1" dirty="0" smtClean="0">
                            <a:solidFill>
                              <a:srgbClr val="000000"/>
                            </a:solidFill>
                            <a:latin typeface="Cambria Math" panose="02040503050406030204" pitchFamily="18" charset="0"/>
                            <a:ea typeface="ＭＳ Ｐゴシック" pitchFamily="34" charset="-128"/>
                            <a:cs typeface="Arial"/>
                          </a:rPr>
                          <m:t>𝑤</m:t>
                        </m:r>
                      </m:e>
                      <m:sub>
                        <m:r>
                          <a:rPr lang="en-US" b="0" i="1" dirty="0" smtClean="0">
                            <a:solidFill>
                              <a:srgbClr val="000000"/>
                            </a:solidFill>
                            <a:latin typeface="Cambria Math" panose="02040503050406030204" pitchFamily="18" charset="0"/>
                            <a:ea typeface="ＭＳ Ｐゴシック" pitchFamily="34" charset="-128"/>
                            <a:cs typeface="Arial"/>
                          </a:rPr>
                          <m:t>𝑖</m:t>
                        </m:r>
                      </m:sub>
                    </m:sSub>
                  </m:oMath>
                </a14:m>
                <a:endParaRPr lang="en-US" dirty="0">
                  <a:solidFill>
                    <a:srgbClr val="000000"/>
                  </a:solidFill>
                  <a:latin typeface="Times New Roman" pitchFamily="18" charset="0"/>
                  <a:ea typeface="ＭＳ Ｐゴシック" pitchFamily="34" charset="-128"/>
                  <a:cs typeface="Arial"/>
                </a:endParaRPr>
              </a:p>
              <a:p>
                <a:pPr defTabSz="913741">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rPr>
                  <a:t>Goal:</a:t>
                </a:r>
              </a:p>
              <a:p>
                <a:pPr lvl="1" defTabSz="913741">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rPr>
                  <a:t>Find </a:t>
                </a:r>
                <a14:m>
                  <m:oMath xmlns:m="http://schemas.openxmlformats.org/officeDocument/2006/math">
                    <m:sSub>
                      <m:sSubPr>
                        <m:ctrlPr>
                          <a:rPr lang="en-US" b="0" i="1" smtClean="0">
                            <a:solidFill>
                              <a:srgbClr val="000000"/>
                            </a:solidFill>
                            <a:latin typeface="Cambria Math" panose="02040503050406030204" pitchFamily="18" charset="0"/>
                            <a:ea typeface="ＭＳ Ｐゴシック" pitchFamily="34" charset="-128"/>
                            <a:cs typeface="Arial"/>
                          </a:rPr>
                        </m:ctrlPr>
                      </m:sSubPr>
                      <m:e>
                        <m:r>
                          <a:rPr lang="en-US" b="0" i="1" smtClean="0">
                            <a:solidFill>
                              <a:srgbClr val="000000"/>
                            </a:solidFill>
                            <a:latin typeface="Cambria Math" panose="02040503050406030204" pitchFamily="18" charset="0"/>
                            <a:ea typeface="ＭＳ Ｐゴシック" pitchFamily="34" charset="-128"/>
                            <a:cs typeface="Arial"/>
                          </a:rPr>
                          <m:t>𝑥</m:t>
                        </m:r>
                      </m:e>
                      <m:sub>
                        <m:r>
                          <a:rPr lang="en-US" b="0" i="1" smtClean="0">
                            <a:solidFill>
                              <a:srgbClr val="000000"/>
                            </a:solidFill>
                            <a:latin typeface="Cambria Math" panose="02040503050406030204" pitchFamily="18" charset="0"/>
                            <a:ea typeface="ＭＳ Ｐゴシック" pitchFamily="34" charset="-128"/>
                            <a:cs typeface="Arial"/>
                          </a:rPr>
                          <m:t>𝑖</m:t>
                        </m:r>
                      </m:sub>
                    </m:sSub>
                  </m:oMath>
                </a14:m>
                <a:r>
                  <a:rPr lang="en-US" dirty="0">
                    <a:solidFill>
                      <a:srgbClr val="000000"/>
                    </a:solidFill>
                    <a:latin typeface="Times New Roman" pitchFamily="18" charset="0"/>
                    <a:ea typeface="ＭＳ Ｐゴシック" pitchFamily="34" charset="-128"/>
                    <a:cs typeface="Arial"/>
                  </a:rPr>
                  <a:t> such that for all </a:t>
                </a:r>
                <a14:m>
                  <m:oMath xmlns:m="http://schemas.openxmlformats.org/officeDocument/2006/math">
                    <m:r>
                      <a:rPr lang="en-US" b="0" i="0" smtClean="0">
                        <a:solidFill>
                          <a:srgbClr val="000000"/>
                        </a:solidFill>
                        <a:latin typeface="Cambria Math" panose="02040503050406030204" pitchFamily="18" charset="0"/>
                        <a:ea typeface="ＭＳ Ｐゴシック" pitchFamily="34" charset="-128"/>
                        <a:cs typeface="Arial"/>
                      </a:rPr>
                      <m:t>0</m:t>
                    </m:r>
                    <m:r>
                      <a:rPr lang="en-US" b="0" i="1" smtClean="0">
                        <a:solidFill>
                          <a:srgbClr val="000000"/>
                        </a:solidFill>
                        <a:latin typeface="Cambria Math" panose="02040503050406030204" pitchFamily="18" charset="0"/>
                        <a:ea typeface="ＭＳ Ｐゴシック" pitchFamily="34" charset="-128"/>
                        <a:cs typeface="Arial"/>
                      </a:rPr>
                      <m:t>≤</m:t>
                    </m:r>
                    <m:sSub>
                      <m:sSubPr>
                        <m:ctrlPr>
                          <a:rPr lang="en-US" b="0" i="1" smtClean="0">
                            <a:solidFill>
                              <a:srgbClr val="000000"/>
                            </a:solidFill>
                            <a:latin typeface="Cambria Math" panose="02040503050406030204" pitchFamily="18" charset="0"/>
                            <a:ea typeface="ＭＳ Ｐゴシック" pitchFamily="34" charset="-128"/>
                            <a:cs typeface="Arial"/>
                          </a:rPr>
                        </m:ctrlPr>
                      </m:sSubPr>
                      <m:e>
                        <m:r>
                          <a:rPr lang="en-US" b="0" i="1" smtClean="0">
                            <a:solidFill>
                              <a:srgbClr val="000000"/>
                            </a:solidFill>
                            <a:latin typeface="Cambria Math" panose="02040503050406030204" pitchFamily="18" charset="0"/>
                            <a:ea typeface="ＭＳ Ｐゴシック" pitchFamily="34" charset="-128"/>
                            <a:cs typeface="Arial"/>
                          </a:rPr>
                          <m:t>𝑥</m:t>
                        </m:r>
                      </m:e>
                      <m:sub>
                        <m:r>
                          <a:rPr lang="en-US" b="0" i="1" smtClean="0">
                            <a:solidFill>
                              <a:srgbClr val="000000"/>
                            </a:solidFill>
                            <a:latin typeface="Cambria Math" panose="02040503050406030204" pitchFamily="18" charset="0"/>
                            <a:ea typeface="ＭＳ Ｐゴシック" pitchFamily="34" charset="-128"/>
                            <a:cs typeface="Arial"/>
                          </a:rPr>
                          <m:t>𝑖</m:t>
                        </m:r>
                      </m:sub>
                    </m:sSub>
                    <m:r>
                      <a:rPr lang="en-US" b="0" i="1" smtClean="0">
                        <a:solidFill>
                          <a:srgbClr val="000000"/>
                        </a:solidFill>
                        <a:latin typeface="Cambria Math" panose="02040503050406030204" pitchFamily="18" charset="0"/>
                        <a:ea typeface="ＭＳ Ｐゴシック" pitchFamily="34" charset="-128"/>
                        <a:cs typeface="Arial"/>
                      </a:rPr>
                      <m:t>≤1,   </m:t>
                    </m:r>
                    <m:r>
                      <a:rPr lang="en-US" b="0" i="1" smtClean="0">
                        <a:solidFill>
                          <a:srgbClr val="000000"/>
                        </a:solidFill>
                        <a:latin typeface="Cambria Math" panose="02040503050406030204" pitchFamily="18" charset="0"/>
                        <a:ea typeface="ＭＳ Ｐゴシック" pitchFamily="34" charset="-128"/>
                        <a:cs typeface="Arial"/>
                      </a:rPr>
                      <m:t>𝑖</m:t>
                    </m:r>
                    <m:r>
                      <a:rPr lang="en-US" b="0" i="1" smtClean="0">
                        <a:solidFill>
                          <a:srgbClr val="000000"/>
                        </a:solidFill>
                        <a:latin typeface="Cambria Math" panose="02040503050406030204" pitchFamily="18" charset="0"/>
                        <a:ea typeface="ＭＳ Ｐゴシック" pitchFamily="34" charset="-128"/>
                        <a:cs typeface="Arial"/>
                      </a:rPr>
                      <m:t>=1, 2, …, </m:t>
                    </m:r>
                    <m:r>
                      <a:rPr lang="en-US" b="0" i="1" smtClean="0">
                        <a:solidFill>
                          <a:srgbClr val="000000"/>
                        </a:solidFill>
                        <a:latin typeface="Cambria Math" panose="02040503050406030204" pitchFamily="18" charset="0"/>
                        <a:ea typeface="ＭＳ Ｐゴシック" pitchFamily="34" charset="-128"/>
                        <a:cs typeface="Arial"/>
                      </a:rPr>
                      <m:t>𝑛</m:t>
                    </m:r>
                  </m:oMath>
                </a14:m>
                <a:endParaRPr lang="en-US" dirty="0">
                  <a:solidFill>
                    <a:srgbClr val="000000"/>
                  </a:solidFill>
                  <a:latin typeface="Times New Roman" pitchFamily="18" charset="0"/>
                  <a:ea typeface="ＭＳ Ｐゴシック" pitchFamily="34" charset="-128"/>
                  <a:cs typeface="Arial"/>
                </a:endParaRPr>
              </a:p>
              <a:p>
                <a:pPr lvl="2" defTabSz="913741">
                  <a:spcBef>
                    <a:spcPct val="20000"/>
                  </a:spcBef>
                  <a:buClr>
                    <a:srgbClr val="0033CC"/>
                  </a:buClr>
                  <a:buSzPct val="75000"/>
                  <a:buFont typeface="Courier New" panose="02070309020205020404" pitchFamily="49" charset="0"/>
                  <a:buChar char="o"/>
                </a:pPr>
                <a14:m>
                  <m:oMath xmlns:m="http://schemas.openxmlformats.org/officeDocument/2006/math">
                    <m:r>
                      <m:rPr>
                        <m:sty m:val="p"/>
                      </m:rPr>
                      <a:rPr lang="el-GR" sz="2000" i="1">
                        <a:solidFill>
                          <a:srgbClr val="000000"/>
                        </a:solidFill>
                        <a:latin typeface="Cambria Math" panose="02040503050406030204" pitchFamily="18" charset="0"/>
                        <a:ea typeface="Cambria Math" panose="02040503050406030204" pitchFamily="18" charset="0"/>
                        <a:cs typeface="Arial"/>
                      </a:rPr>
                      <m:t>Σ</m:t>
                    </m:r>
                  </m:oMath>
                </a14:m>
                <a:r>
                  <a:rPr lang="en-US" dirty="0">
                    <a:solidFill>
                      <a:srgbClr val="000000"/>
                    </a:solidFill>
                    <a:ea typeface="Cambria Math" panose="02040503050406030204" pitchFamily="18" charset="0"/>
                    <a:cs typeface="Arial"/>
                  </a:rPr>
                  <a:t>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cs typeface="Arial"/>
                          </a:rPr>
                        </m:ctrlPr>
                      </m:sSubPr>
                      <m:e>
                        <m:r>
                          <a:rPr lang="en-US" b="0" i="1" smtClean="0">
                            <a:solidFill>
                              <a:srgbClr val="000000"/>
                            </a:solidFill>
                            <a:latin typeface="Cambria Math" panose="02040503050406030204" pitchFamily="18" charset="0"/>
                            <a:ea typeface="Cambria Math" panose="02040503050406030204" pitchFamily="18" charset="0"/>
                            <a:cs typeface="Arial"/>
                          </a:rPr>
                          <m:t>𝑤</m:t>
                        </m:r>
                      </m:e>
                      <m:sub>
                        <m:r>
                          <a:rPr lang="en-US" b="0" i="1" smtClean="0">
                            <a:solidFill>
                              <a:srgbClr val="000000"/>
                            </a:solidFill>
                            <a:latin typeface="Cambria Math" panose="02040503050406030204" pitchFamily="18" charset="0"/>
                            <a:ea typeface="Cambria Math" panose="02040503050406030204" pitchFamily="18" charset="0"/>
                            <a:cs typeface="Arial"/>
                          </a:rPr>
                          <m:t>𝑖</m:t>
                        </m:r>
                      </m:sub>
                    </m:sSub>
                    <m:sSub>
                      <m:sSubPr>
                        <m:ctrlPr>
                          <a:rPr lang="en-US" b="0" i="1" smtClean="0">
                            <a:solidFill>
                              <a:srgbClr val="000000"/>
                            </a:solidFill>
                            <a:latin typeface="Cambria Math" panose="02040503050406030204" pitchFamily="18" charset="0"/>
                            <a:ea typeface="Cambria Math" panose="02040503050406030204" pitchFamily="18" charset="0"/>
                            <a:cs typeface="Arial"/>
                          </a:rPr>
                        </m:ctrlPr>
                      </m:sSubPr>
                      <m:e>
                        <m:r>
                          <a:rPr lang="en-US" b="0" i="1" smtClean="0">
                            <a:solidFill>
                              <a:srgbClr val="000000"/>
                            </a:solidFill>
                            <a:latin typeface="Cambria Math" panose="02040503050406030204" pitchFamily="18" charset="0"/>
                            <a:ea typeface="Cambria Math" panose="02040503050406030204" pitchFamily="18" charset="0"/>
                            <a:cs typeface="Arial"/>
                          </a:rPr>
                          <m:t>𝑥</m:t>
                        </m:r>
                      </m:e>
                      <m:sub>
                        <m:r>
                          <a:rPr lang="en-US" b="0" i="1" smtClean="0">
                            <a:solidFill>
                              <a:srgbClr val="000000"/>
                            </a:solidFill>
                            <a:latin typeface="Cambria Math" panose="02040503050406030204" pitchFamily="18" charset="0"/>
                            <a:ea typeface="Cambria Math" panose="02040503050406030204" pitchFamily="18" charset="0"/>
                            <a:cs typeface="Arial"/>
                          </a:rPr>
                          <m:t>𝑖</m:t>
                        </m:r>
                      </m:sub>
                    </m:sSub>
                    <m:r>
                      <a:rPr lang="en-US" b="0" i="1" smtClean="0">
                        <a:solidFill>
                          <a:srgbClr val="000000"/>
                        </a:solidFill>
                        <a:latin typeface="Cambria Math" panose="02040503050406030204" pitchFamily="18" charset="0"/>
                        <a:ea typeface="Cambria Math" panose="02040503050406030204" pitchFamily="18" charset="0"/>
                        <a:cs typeface="Arial"/>
                      </a:rPr>
                      <m:t>≤</m:t>
                    </m:r>
                    <m:r>
                      <a:rPr lang="en-US" b="0" i="1" smtClean="0">
                        <a:solidFill>
                          <a:srgbClr val="000000"/>
                        </a:solidFill>
                        <a:latin typeface="Cambria Math" panose="02040503050406030204" pitchFamily="18" charset="0"/>
                        <a:ea typeface="Cambria Math" panose="02040503050406030204" pitchFamily="18" charset="0"/>
                        <a:cs typeface="Arial"/>
                      </a:rPr>
                      <m:t>𝑊</m:t>
                    </m:r>
                  </m:oMath>
                </a14:m>
                <a:endParaRPr lang="en-US" b="0" dirty="0">
                  <a:solidFill>
                    <a:srgbClr val="000000"/>
                  </a:solidFill>
                  <a:latin typeface="Times New Roman" pitchFamily="18" charset="0"/>
                  <a:ea typeface="Cambria Math" panose="02040503050406030204" pitchFamily="18" charset="0"/>
                  <a:cs typeface="Arial"/>
                </a:endParaRPr>
              </a:p>
              <a:p>
                <a:pPr lvl="2" defTabSz="913741">
                  <a:spcBef>
                    <a:spcPct val="20000"/>
                  </a:spcBef>
                  <a:buClr>
                    <a:srgbClr val="0033CC"/>
                  </a:buClr>
                  <a:buSzPct val="75000"/>
                  <a:buFont typeface="Courier New" panose="02070309020205020404" pitchFamily="49" charset="0"/>
                  <a:buChar char="o"/>
                </a:pPr>
                <a14:m>
                  <m:oMath xmlns:m="http://schemas.openxmlformats.org/officeDocument/2006/math">
                    <m:r>
                      <m:rPr>
                        <m:sty m:val="p"/>
                      </m:rPr>
                      <a:rPr lang="el-GR" sz="2000" i="1" smtClean="0">
                        <a:solidFill>
                          <a:srgbClr val="000000"/>
                        </a:solidFill>
                        <a:latin typeface="Cambria Math" panose="02040503050406030204" pitchFamily="18" charset="0"/>
                        <a:ea typeface="Cambria Math" panose="02040503050406030204" pitchFamily="18" charset="0"/>
                        <a:cs typeface="Arial"/>
                      </a:rPr>
                      <m:t>Σ</m:t>
                    </m:r>
                  </m:oMath>
                </a14:m>
                <a:r>
                  <a:rPr lang="en-US" sz="1400" dirty="0">
                    <a:solidFill>
                      <a:srgbClr val="000000"/>
                    </a:solidFill>
                    <a:ea typeface="Cambria Math" panose="02040503050406030204" pitchFamily="18" charset="0"/>
                    <a:cs typeface="Arial"/>
                  </a:rPr>
                  <a:t> </a:t>
                </a:r>
                <a14:m>
                  <m:oMath xmlns:m="http://schemas.openxmlformats.org/officeDocument/2006/math">
                    <m:sSub>
                      <m:sSubPr>
                        <m:ctrlPr>
                          <a:rPr lang="en-US" sz="1400" i="1">
                            <a:solidFill>
                              <a:srgbClr val="000000"/>
                            </a:solidFill>
                            <a:latin typeface="Cambria Math" panose="02040503050406030204" pitchFamily="18" charset="0"/>
                            <a:ea typeface="Cambria Math" panose="02040503050406030204" pitchFamily="18" charset="0"/>
                            <a:cs typeface="Arial"/>
                          </a:rPr>
                        </m:ctrlPr>
                      </m:sSubPr>
                      <m:e>
                        <m:r>
                          <a:rPr lang="en-US" sz="1400" i="1">
                            <a:solidFill>
                              <a:srgbClr val="000000"/>
                            </a:solidFill>
                            <a:latin typeface="Cambria Math" panose="02040503050406030204" pitchFamily="18" charset="0"/>
                            <a:ea typeface="Cambria Math" panose="02040503050406030204" pitchFamily="18" charset="0"/>
                            <a:cs typeface="Arial"/>
                          </a:rPr>
                          <m:t>𝑤</m:t>
                        </m:r>
                      </m:e>
                      <m:sub>
                        <m:r>
                          <a:rPr lang="en-US" sz="1400" i="1">
                            <a:solidFill>
                              <a:srgbClr val="000000"/>
                            </a:solidFill>
                            <a:latin typeface="Cambria Math" panose="02040503050406030204" pitchFamily="18" charset="0"/>
                            <a:ea typeface="Cambria Math" panose="02040503050406030204" pitchFamily="18" charset="0"/>
                            <a:cs typeface="Arial"/>
                          </a:rPr>
                          <m:t>𝑖</m:t>
                        </m:r>
                      </m:sub>
                    </m:sSub>
                    <m:sSub>
                      <m:sSubPr>
                        <m:ctrlPr>
                          <a:rPr lang="en-US" sz="1400" i="1">
                            <a:solidFill>
                              <a:srgbClr val="000000"/>
                            </a:solidFill>
                            <a:latin typeface="Cambria Math" panose="02040503050406030204" pitchFamily="18" charset="0"/>
                            <a:ea typeface="Cambria Math" panose="02040503050406030204" pitchFamily="18" charset="0"/>
                            <a:cs typeface="Arial"/>
                          </a:rPr>
                        </m:ctrlPr>
                      </m:sSubPr>
                      <m:e>
                        <m:r>
                          <a:rPr lang="en-US" sz="1400" b="0" i="1" smtClean="0">
                            <a:solidFill>
                              <a:srgbClr val="000000"/>
                            </a:solidFill>
                            <a:latin typeface="Cambria Math" panose="02040503050406030204" pitchFamily="18" charset="0"/>
                            <a:ea typeface="Cambria Math" panose="02040503050406030204" pitchFamily="18" charset="0"/>
                            <a:cs typeface="Arial"/>
                          </a:rPr>
                          <m:t>𝑣</m:t>
                        </m:r>
                      </m:e>
                      <m:sub>
                        <m:r>
                          <a:rPr lang="en-US" sz="1400" i="1">
                            <a:solidFill>
                              <a:srgbClr val="000000"/>
                            </a:solidFill>
                            <a:latin typeface="Cambria Math" panose="02040503050406030204" pitchFamily="18" charset="0"/>
                            <a:ea typeface="Cambria Math" panose="02040503050406030204" pitchFamily="18" charset="0"/>
                            <a:cs typeface="Arial"/>
                          </a:rPr>
                          <m:t>𝑖</m:t>
                        </m:r>
                      </m:sub>
                    </m:sSub>
                  </m:oMath>
                </a14:m>
                <a:r>
                  <a:rPr lang="en-US" dirty="0">
                    <a:solidFill>
                      <a:srgbClr val="000000"/>
                    </a:solidFill>
                    <a:latin typeface="Times New Roman" pitchFamily="18" charset="0"/>
                    <a:ea typeface="ＭＳ Ｐゴシック" pitchFamily="34" charset="-128"/>
                    <a:cs typeface="Arial"/>
                  </a:rPr>
                  <a:t> is maximum</a:t>
                </a:r>
              </a:p>
              <a:p>
                <a:pPr marL="0" indent="0" defTabSz="913741">
                  <a:spcBef>
                    <a:spcPct val="20000"/>
                  </a:spcBef>
                  <a:buClr>
                    <a:srgbClr val="0033CC"/>
                  </a:buClr>
                  <a:buSzPct val="75000"/>
                  <a:buNone/>
                </a:pPr>
                <a:endParaRPr lang="en-US" dirty="0"/>
              </a:p>
            </p:txBody>
          </p:sp>
        </mc:Choice>
        <mc:Fallback xmlns="">
          <p:sp>
            <p:nvSpPr>
              <p:cNvPr id="3" name="Content Placeholder 2">
                <a:extLst>
                  <a:ext uri="{FF2B5EF4-FFF2-40B4-BE49-F238E27FC236}">
                    <a16:creationId xmlns:a16="http://schemas.microsoft.com/office/drawing/2014/main" id="{E5CDDB15-E65B-1B47-9C9A-1D5DF1113EF0}"/>
                  </a:ext>
                </a:extLst>
              </p:cNvPr>
              <p:cNvSpPr>
                <a:spLocks noGrp="1" noRot="1" noChangeAspect="1" noMove="1" noResize="1" noEditPoints="1" noAdjustHandles="1" noChangeArrowheads="1" noChangeShapeType="1" noTextEdit="1"/>
              </p:cNvSpPr>
              <p:nvPr>
                <p:ph idx="1"/>
              </p:nvPr>
            </p:nvSpPr>
            <p:spPr>
              <a:blipFill>
                <a:blip r:embed="rId2"/>
                <a:stretch>
                  <a:fillRect l="-252" t="-1563"/>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F4F977B1-6E9C-A348-8022-125DFD90CB46}"/>
                  </a:ext>
                </a:extLst>
              </p14:cNvPr>
              <p14:cNvContentPartPr/>
              <p14:nvPr/>
            </p14:nvContentPartPr>
            <p14:xfrm>
              <a:off x="1916640" y="1883160"/>
              <a:ext cx="9082080" cy="4130640"/>
            </p14:xfrm>
          </p:contentPart>
        </mc:Choice>
        <mc:Fallback xmlns="">
          <p:pic>
            <p:nvPicPr>
              <p:cNvPr id="4" name="Ink 3">
                <a:extLst>
                  <a:ext uri="{FF2B5EF4-FFF2-40B4-BE49-F238E27FC236}">
                    <a16:creationId xmlns:a16="http://schemas.microsoft.com/office/drawing/2014/main" id="{F4F977B1-6E9C-A348-8022-125DFD90CB46}"/>
                  </a:ext>
                </a:extLst>
              </p:cNvPr>
              <p:cNvPicPr/>
              <p:nvPr/>
            </p:nvPicPr>
            <p:blipFill>
              <a:blip r:embed="rId4"/>
              <a:stretch>
                <a:fillRect/>
              </a:stretch>
            </p:blipFill>
            <p:spPr>
              <a:xfrm>
                <a:off x="1907280" y="1873800"/>
                <a:ext cx="9100800" cy="4149360"/>
              </a:xfrm>
              <a:prstGeom prst="rect">
                <a:avLst/>
              </a:prstGeom>
            </p:spPr>
          </p:pic>
        </mc:Fallback>
      </mc:AlternateContent>
    </p:spTree>
    <p:extLst>
      <p:ext uri="{BB962C8B-B14F-4D97-AF65-F5344CB8AC3E}">
        <p14:creationId xmlns:p14="http://schemas.microsoft.com/office/powerpoint/2010/main" val="3770996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2ED56-7044-A845-B246-14721E1F54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3810FC-7E13-534E-8175-8BA8BA35F2D7}"/>
              </a:ext>
            </a:extLst>
          </p:cNvPr>
          <p:cNvSpPr>
            <a:spLocks noGrp="1"/>
          </p:cNvSpPr>
          <p:nvPr>
            <p:ph idx="1"/>
          </p:nvPr>
        </p:nvSpPr>
        <p:spPr/>
        <p:txBody>
          <a:bodyPr/>
          <a:lstStyle/>
          <a:p>
            <a:pPr marL="0" indent="0" defTabSz="840642">
              <a:lnSpc>
                <a:spcPct val="150000"/>
              </a:lnSpc>
              <a:spcBef>
                <a:spcPct val="20000"/>
              </a:spcBef>
              <a:buClr>
                <a:srgbClr val="0033CC"/>
              </a:buClr>
              <a:buSzPct val="75000"/>
              <a:buNone/>
            </a:pPr>
            <a:r>
              <a:rPr lang="en-US" sz="2400" u="sng" dirty="0">
                <a:solidFill>
                  <a:srgbClr val="0000CC"/>
                </a:solidFill>
                <a:latin typeface="Times New Roman" pitchFamily="18" charset="0"/>
                <a:ea typeface="ＭＳ Ｐゴシック" pitchFamily="34" charset="-128"/>
                <a:cs typeface="Arial"/>
                <a:sym typeface="Symbol" pitchFamily="18" charset="2"/>
              </a:rPr>
              <a:t>Greedy strategy:</a:t>
            </a:r>
          </a:p>
          <a:p>
            <a:pPr defTabSz="840642">
              <a:lnSpc>
                <a:spcPct val="150000"/>
              </a:lnSpc>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sym typeface="Symbol" pitchFamily="18" charset="2"/>
              </a:rPr>
              <a:t>Pick the item with the maximum value per pound </a:t>
            </a:r>
            <a:r>
              <a:rPr lang="en-US" dirty="0">
                <a:solidFill>
                  <a:srgbClr val="000000"/>
                </a:solidFill>
                <a:latin typeface="Comic Sans MS" pitchFamily="66" charset="0"/>
                <a:ea typeface="ＭＳ Ｐゴシック" pitchFamily="34" charset="-128"/>
                <a:cs typeface="Arial"/>
                <a:sym typeface="Symbol" pitchFamily="18" charset="2"/>
              </a:rPr>
              <a:t>v</a:t>
            </a:r>
            <a:r>
              <a:rPr lang="en-US" baseline="-25000" dirty="0">
                <a:solidFill>
                  <a:srgbClr val="000000"/>
                </a:solidFill>
                <a:latin typeface="Comic Sans MS" pitchFamily="66" charset="0"/>
                <a:ea typeface="ＭＳ Ｐゴシック" pitchFamily="34" charset="-128"/>
                <a:cs typeface="Arial"/>
                <a:sym typeface="Symbol" pitchFamily="18" charset="2"/>
              </a:rPr>
              <a:t>i</a:t>
            </a:r>
            <a:r>
              <a:rPr lang="en-US" dirty="0">
                <a:solidFill>
                  <a:srgbClr val="000000"/>
                </a:solidFill>
                <a:latin typeface="Comic Sans MS" pitchFamily="66" charset="0"/>
                <a:ea typeface="ＭＳ Ｐゴシック" pitchFamily="34" charset="-128"/>
                <a:cs typeface="Arial"/>
                <a:sym typeface="Symbol" pitchFamily="18" charset="2"/>
              </a:rPr>
              <a:t>/</a:t>
            </a:r>
            <a:r>
              <a:rPr lang="en-US" dirty="0" err="1">
                <a:solidFill>
                  <a:srgbClr val="000000"/>
                </a:solidFill>
                <a:latin typeface="Comic Sans MS" pitchFamily="66" charset="0"/>
                <a:ea typeface="ＭＳ Ｐゴシック" pitchFamily="34" charset="-128"/>
                <a:cs typeface="Arial"/>
                <a:sym typeface="Symbol" pitchFamily="18" charset="2"/>
              </a:rPr>
              <a:t>w</a:t>
            </a:r>
            <a:r>
              <a:rPr lang="en-US" baseline="-25000" dirty="0" err="1">
                <a:solidFill>
                  <a:srgbClr val="000000"/>
                </a:solidFill>
                <a:latin typeface="Comic Sans MS" pitchFamily="66" charset="0"/>
                <a:ea typeface="ＭＳ Ｐゴシック" pitchFamily="34" charset="-128"/>
                <a:cs typeface="Arial"/>
                <a:sym typeface="Symbol" pitchFamily="18" charset="2"/>
              </a:rPr>
              <a:t>i</a:t>
            </a:r>
            <a:endParaRPr lang="en-US" baseline="-25000" dirty="0">
              <a:solidFill>
                <a:srgbClr val="000000"/>
              </a:solidFill>
              <a:latin typeface="Comic Sans MS" pitchFamily="66" charset="0"/>
              <a:ea typeface="ＭＳ Ｐゴシック" pitchFamily="34" charset="-128"/>
              <a:cs typeface="Arial"/>
              <a:sym typeface="Symbol" pitchFamily="18" charset="2"/>
            </a:endParaRPr>
          </a:p>
          <a:p>
            <a:pPr defTabSz="840642">
              <a:lnSpc>
                <a:spcPct val="150000"/>
              </a:lnSpc>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sym typeface="Symbol" pitchFamily="18" charset="2"/>
              </a:rPr>
              <a:t>If the supply of that element is exhausted and the thief can carry more: </a:t>
            </a:r>
            <a:r>
              <a:rPr lang="en-US" dirty="0">
                <a:solidFill>
                  <a:srgbClr val="FF0000"/>
                </a:solidFill>
                <a:latin typeface="Times New Roman" pitchFamily="18" charset="0"/>
                <a:ea typeface="ＭＳ Ｐゴシック" pitchFamily="34" charset="-128"/>
                <a:cs typeface="Arial"/>
                <a:sym typeface="Symbol" pitchFamily="18" charset="2"/>
              </a:rPr>
              <a:t>take as much as possible from the item </a:t>
            </a:r>
            <a:r>
              <a:rPr lang="en-US" dirty="0">
                <a:solidFill>
                  <a:srgbClr val="000000"/>
                </a:solidFill>
                <a:latin typeface="Times New Roman" pitchFamily="18" charset="0"/>
                <a:ea typeface="ＭＳ Ｐゴシック" pitchFamily="34" charset="-128"/>
                <a:cs typeface="Arial"/>
                <a:sym typeface="Symbol" pitchFamily="18" charset="2"/>
              </a:rPr>
              <a:t>with the next greatest value per pound</a:t>
            </a:r>
          </a:p>
          <a:p>
            <a:pPr defTabSz="840642">
              <a:lnSpc>
                <a:spcPct val="150000"/>
              </a:lnSpc>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sym typeface="Symbol" pitchFamily="18" charset="2"/>
              </a:rPr>
              <a:t>It is good to order items based on their value per pound</a:t>
            </a:r>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82ACDFF-4657-6140-8552-B201C25F94C1}"/>
                  </a:ext>
                </a:extLst>
              </p14:cNvPr>
              <p14:cNvContentPartPr/>
              <p14:nvPr/>
            </p14:nvContentPartPr>
            <p14:xfrm>
              <a:off x="6316920" y="2717640"/>
              <a:ext cx="731520" cy="640080"/>
            </p14:xfrm>
          </p:contentPart>
        </mc:Choice>
        <mc:Fallback xmlns="">
          <p:pic>
            <p:nvPicPr>
              <p:cNvPr id="4" name="Ink 3">
                <a:extLst>
                  <a:ext uri="{FF2B5EF4-FFF2-40B4-BE49-F238E27FC236}">
                    <a16:creationId xmlns:a16="http://schemas.microsoft.com/office/drawing/2014/main" id="{F82ACDFF-4657-6140-8552-B201C25F94C1}"/>
                  </a:ext>
                </a:extLst>
              </p:cNvPr>
              <p:cNvPicPr/>
              <p:nvPr/>
            </p:nvPicPr>
            <p:blipFill>
              <a:blip r:embed="rId3"/>
              <a:stretch>
                <a:fillRect/>
              </a:stretch>
            </p:blipFill>
            <p:spPr>
              <a:xfrm>
                <a:off x="6307560" y="2708280"/>
                <a:ext cx="750240" cy="658800"/>
              </a:xfrm>
              <a:prstGeom prst="rect">
                <a:avLst/>
              </a:prstGeom>
            </p:spPr>
          </p:pic>
        </mc:Fallback>
      </mc:AlternateContent>
    </p:spTree>
    <p:extLst>
      <p:ext uri="{BB962C8B-B14F-4D97-AF65-F5344CB8AC3E}">
        <p14:creationId xmlns:p14="http://schemas.microsoft.com/office/powerpoint/2010/main" val="3262324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1" name="AutoShape 6">
            <a:extLst>
              <a:ext uri="{FF2B5EF4-FFF2-40B4-BE49-F238E27FC236}">
                <a16:creationId xmlns:a16="http://schemas.microsoft.com/office/drawing/2014/main" id="{CC15FB80-9252-E34A-99C1-E3B88A3CC954}"/>
              </a:ext>
            </a:extLst>
          </p:cNvPr>
          <p:cNvSpPr>
            <a:spLocks noChangeArrowheads="1"/>
          </p:cNvSpPr>
          <p:nvPr/>
        </p:nvSpPr>
        <p:spPr bwMode="auto">
          <a:xfrm>
            <a:off x="1016394" y="4335400"/>
            <a:ext cx="252557"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52" name="AutoShape 7">
            <a:extLst>
              <a:ext uri="{FF2B5EF4-FFF2-40B4-BE49-F238E27FC236}">
                <a16:creationId xmlns:a16="http://schemas.microsoft.com/office/drawing/2014/main" id="{D28D2B77-3E9D-7346-AAFE-5482065DD853}"/>
              </a:ext>
            </a:extLst>
          </p:cNvPr>
          <p:cNvSpPr>
            <a:spLocks noChangeArrowheads="1"/>
          </p:cNvSpPr>
          <p:nvPr/>
        </p:nvSpPr>
        <p:spPr bwMode="auto">
          <a:xfrm>
            <a:off x="2013632" y="3906774"/>
            <a:ext cx="252556"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5" name="Text Box 10">
            <a:extLst>
              <a:ext uri="{FF2B5EF4-FFF2-40B4-BE49-F238E27FC236}">
                <a16:creationId xmlns:a16="http://schemas.microsoft.com/office/drawing/2014/main" id="{98745B6F-A856-9D42-A3C2-AFAF5911C212}"/>
              </a:ext>
            </a:extLst>
          </p:cNvPr>
          <p:cNvSpPr txBox="1">
            <a:spLocks noChangeArrowheads="1"/>
          </p:cNvSpPr>
          <p:nvPr/>
        </p:nvSpPr>
        <p:spPr bwMode="auto">
          <a:xfrm>
            <a:off x="791257" y="4010955"/>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1</a:t>
            </a:r>
          </a:p>
        </p:txBody>
      </p:sp>
      <p:sp>
        <p:nvSpPr>
          <p:cNvPr id="56" name="Text Box 11">
            <a:extLst>
              <a:ext uri="{FF2B5EF4-FFF2-40B4-BE49-F238E27FC236}">
                <a16:creationId xmlns:a16="http://schemas.microsoft.com/office/drawing/2014/main" id="{9F076344-54D1-B244-836F-3788BF22BB95}"/>
              </a:ext>
            </a:extLst>
          </p:cNvPr>
          <p:cNvSpPr txBox="1">
            <a:spLocks noChangeArrowheads="1"/>
          </p:cNvSpPr>
          <p:nvPr/>
        </p:nvSpPr>
        <p:spPr bwMode="auto">
          <a:xfrm>
            <a:off x="1761075" y="3558517"/>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2</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58" name="Text Box 13">
            <a:extLst>
              <a:ext uri="{FF2B5EF4-FFF2-40B4-BE49-F238E27FC236}">
                <a16:creationId xmlns:a16="http://schemas.microsoft.com/office/drawing/2014/main" id="{A7E92A14-C10B-6449-8A61-09B924BF27A2}"/>
              </a:ext>
            </a:extLst>
          </p:cNvPr>
          <p:cNvSpPr txBox="1">
            <a:spLocks noChangeArrowheads="1"/>
          </p:cNvSpPr>
          <p:nvPr/>
        </p:nvSpPr>
        <p:spPr bwMode="auto">
          <a:xfrm>
            <a:off x="873520" y="4825045"/>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59" name="Text Box 14">
            <a:extLst>
              <a:ext uri="{FF2B5EF4-FFF2-40B4-BE49-F238E27FC236}">
                <a16:creationId xmlns:a16="http://schemas.microsoft.com/office/drawing/2014/main" id="{0FD2FC13-D728-474A-99E3-E322E74921B2}"/>
              </a:ext>
            </a:extLst>
          </p:cNvPr>
          <p:cNvSpPr txBox="1">
            <a:spLocks noChangeArrowheads="1"/>
          </p:cNvSpPr>
          <p:nvPr/>
        </p:nvSpPr>
        <p:spPr bwMode="auto">
          <a:xfrm>
            <a:off x="1807257"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7" name="Text Box 22">
            <a:extLst>
              <a:ext uri="{FF2B5EF4-FFF2-40B4-BE49-F238E27FC236}">
                <a16:creationId xmlns:a16="http://schemas.microsoft.com/office/drawing/2014/main" id="{BFD2F373-C7AF-1944-9693-E6EAB43F5F99}"/>
              </a:ext>
            </a:extLst>
          </p:cNvPr>
          <p:cNvSpPr txBox="1">
            <a:spLocks noChangeArrowheads="1"/>
          </p:cNvSpPr>
          <p:nvPr/>
        </p:nvSpPr>
        <p:spPr bwMode="auto">
          <a:xfrm>
            <a:off x="649825"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$6/pound</a:t>
            </a:r>
          </a:p>
        </p:txBody>
      </p:sp>
      <p:sp>
        <p:nvSpPr>
          <p:cNvPr id="68" name="Text Box 23">
            <a:extLst>
              <a:ext uri="{FF2B5EF4-FFF2-40B4-BE49-F238E27FC236}">
                <a16:creationId xmlns:a16="http://schemas.microsoft.com/office/drawing/2014/main" id="{BE907EC8-D8DA-8140-ADA3-237CFE0D832F}"/>
              </a:ext>
            </a:extLst>
          </p:cNvPr>
          <p:cNvSpPr txBox="1">
            <a:spLocks noChangeArrowheads="1"/>
          </p:cNvSpPr>
          <p:nvPr/>
        </p:nvSpPr>
        <p:spPr bwMode="auto">
          <a:xfrm>
            <a:off x="1743756"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$5/pound</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extLst>
              <p:ext uri="{D42A27DB-BD31-4B8C-83A1-F6EECF244321}">
                <p14:modId xmlns:p14="http://schemas.microsoft.com/office/powerpoint/2010/main" val="2312887173"/>
              </p:ext>
            </p:extLst>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3F29F00D-DC31-5943-9609-5A40EE200054}"/>
                  </a:ext>
                </a:extLst>
              </p14:cNvPr>
              <p14:cNvContentPartPr/>
              <p14:nvPr/>
            </p14:nvContentPartPr>
            <p14:xfrm>
              <a:off x="1284840" y="3014280"/>
              <a:ext cx="9550800" cy="2498760"/>
            </p14:xfrm>
          </p:contentPart>
        </mc:Choice>
        <mc:Fallback xmlns="">
          <p:pic>
            <p:nvPicPr>
              <p:cNvPr id="3" name="Ink 2">
                <a:extLst>
                  <a:ext uri="{FF2B5EF4-FFF2-40B4-BE49-F238E27FC236}">
                    <a16:creationId xmlns:a16="http://schemas.microsoft.com/office/drawing/2014/main" id="{3F29F00D-DC31-5943-9609-5A40EE200054}"/>
                  </a:ext>
                </a:extLst>
              </p:cNvPr>
              <p:cNvPicPr/>
              <p:nvPr/>
            </p:nvPicPr>
            <p:blipFill>
              <a:blip r:embed="rId3"/>
              <a:stretch>
                <a:fillRect/>
              </a:stretch>
            </p:blipFill>
            <p:spPr>
              <a:xfrm>
                <a:off x="1275480" y="3004920"/>
                <a:ext cx="9569520" cy="2517480"/>
              </a:xfrm>
              <a:prstGeom prst="rect">
                <a:avLst/>
              </a:prstGeom>
            </p:spPr>
          </p:pic>
        </mc:Fallback>
      </mc:AlternateContent>
    </p:spTree>
    <p:extLst>
      <p:ext uri="{BB962C8B-B14F-4D97-AF65-F5344CB8AC3E}">
        <p14:creationId xmlns:p14="http://schemas.microsoft.com/office/powerpoint/2010/main" val="2009746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68"/>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6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blinds(horizontal)">
                                      <p:cBhvr>
                                        <p:cTn id="17"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6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1" name="AutoShape 6">
            <a:extLst>
              <a:ext uri="{FF2B5EF4-FFF2-40B4-BE49-F238E27FC236}">
                <a16:creationId xmlns:a16="http://schemas.microsoft.com/office/drawing/2014/main" id="{CC15FB80-9252-E34A-99C1-E3B88A3CC954}"/>
              </a:ext>
            </a:extLst>
          </p:cNvPr>
          <p:cNvSpPr>
            <a:spLocks noChangeArrowheads="1"/>
          </p:cNvSpPr>
          <p:nvPr/>
        </p:nvSpPr>
        <p:spPr bwMode="auto">
          <a:xfrm>
            <a:off x="1016394" y="4335400"/>
            <a:ext cx="252557"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52" name="AutoShape 7">
            <a:extLst>
              <a:ext uri="{FF2B5EF4-FFF2-40B4-BE49-F238E27FC236}">
                <a16:creationId xmlns:a16="http://schemas.microsoft.com/office/drawing/2014/main" id="{D28D2B77-3E9D-7346-AAFE-5482065DD853}"/>
              </a:ext>
            </a:extLst>
          </p:cNvPr>
          <p:cNvSpPr>
            <a:spLocks noChangeArrowheads="1"/>
          </p:cNvSpPr>
          <p:nvPr/>
        </p:nvSpPr>
        <p:spPr bwMode="auto">
          <a:xfrm>
            <a:off x="2013632" y="3906774"/>
            <a:ext cx="252556"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5" name="Text Box 10">
            <a:extLst>
              <a:ext uri="{FF2B5EF4-FFF2-40B4-BE49-F238E27FC236}">
                <a16:creationId xmlns:a16="http://schemas.microsoft.com/office/drawing/2014/main" id="{98745B6F-A856-9D42-A3C2-AFAF5911C212}"/>
              </a:ext>
            </a:extLst>
          </p:cNvPr>
          <p:cNvSpPr txBox="1">
            <a:spLocks noChangeArrowheads="1"/>
          </p:cNvSpPr>
          <p:nvPr/>
        </p:nvSpPr>
        <p:spPr bwMode="auto">
          <a:xfrm>
            <a:off x="791257" y="4010955"/>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1</a:t>
            </a:r>
          </a:p>
        </p:txBody>
      </p:sp>
      <p:sp>
        <p:nvSpPr>
          <p:cNvPr id="56" name="Text Box 11">
            <a:extLst>
              <a:ext uri="{FF2B5EF4-FFF2-40B4-BE49-F238E27FC236}">
                <a16:creationId xmlns:a16="http://schemas.microsoft.com/office/drawing/2014/main" id="{9F076344-54D1-B244-836F-3788BF22BB95}"/>
              </a:ext>
            </a:extLst>
          </p:cNvPr>
          <p:cNvSpPr txBox="1">
            <a:spLocks noChangeArrowheads="1"/>
          </p:cNvSpPr>
          <p:nvPr/>
        </p:nvSpPr>
        <p:spPr bwMode="auto">
          <a:xfrm>
            <a:off x="1761075" y="3558517"/>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2</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58" name="Text Box 13">
            <a:extLst>
              <a:ext uri="{FF2B5EF4-FFF2-40B4-BE49-F238E27FC236}">
                <a16:creationId xmlns:a16="http://schemas.microsoft.com/office/drawing/2014/main" id="{A7E92A14-C10B-6449-8A61-09B924BF27A2}"/>
              </a:ext>
            </a:extLst>
          </p:cNvPr>
          <p:cNvSpPr txBox="1">
            <a:spLocks noChangeArrowheads="1"/>
          </p:cNvSpPr>
          <p:nvPr/>
        </p:nvSpPr>
        <p:spPr bwMode="auto">
          <a:xfrm>
            <a:off x="873520" y="4825045"/>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59" name="Text Box 14">
            <a:extLst>
              <a:ext uri="{FF2B5EF4-FFF2-40B4-BE49-F238E27FC236}">
                <a16:creationId xmlns:a16="http://schemas.microsoft.com/office/drawing/2014/main" id="{0FD2FC13-D728-474A-99E3-E322E74921B2}"/>
              </a:ext>
            </a:extLst>
          </p:cNvPr>
          <p:cNvSpPr txBox="1">
            <a:spLocks noChangeArrowheads="1"/>
          </p:cNvSpPr>
          <p:nvPr/>
        </p:nvSpPr>
        <p:spPr bwMode="auto">
          <a:xfrm>
            <a:off x="1807257"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7" name="Text Box 22">
            <a:extLst>
              <a:ext uri="{FF2B5EF4-FFF2-40B4-BE49-F238E27FC236}">
                <a16:creationId xmlns:a16="http://schemas.microsoft.com/office/drawing/2014/main" id="{BFD2F373-C7AF-1944-9693-E6EAB43F5F99}"/>
              </a:ext>
            </a:extLst>
          </p:cNvPr>
          <p:cNvSpPr txBox="1">
            <a:spLocks noChangeArrowheads="1"/>
          </p:cNvSpPr>
          <p:nvPr/>
        </p:nvSpPr>
        <p:spPr bwMode="auto">
          <a:xfrm>
            <a:off x="649825"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$6/pound</a:t>
            </a:r>
          </a:p>
        </p:txBody>
      </p:sp>
      <p:sp>
        <p:nvSpPr>
          <p:cNvPr id="68" name="Text Box 23">
            <a:extLst>
              <a:ext uri="{FF2B5EF4-FFF2-40B4-BE49-F238E27FC236}">
                <a16:creationId xmlns:a16="http://schemas.microsoft.com/office/drawing/2014/main" id="{BE907EC8-D8DA-8140-ADA3-237CFE0D832F}"/>
              </a:ext>
            </a:extLst>
          </p:cNvPr>
          <p:cNvSpPr txBox="1">
            <a:spLocks noChangeArrowheads="1"/>
          </p:cNvSpPr>
          <p:nvPr/>
        </p:nvSpPr>
        <p:spPr bwMode="auto">
          <a:xfrm>
            <a:off x="1743756"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$5/pound</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extLst>
              <p:ext uri="{D42A27DB-BD31-4B8C-83A1-F6EECF244321}">
                <p14:modId xmlns:p14="http://schemas.microsoft.com/office/powerpoint/2010/main" val="4036733"/>
              </p:ext>
            </p:extLst>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C5922C7C-F279-B443-85C7-311E48C798AB}"/>
                  </a:ext>
                </a:extLst>
              </p14:cNvPr>
              <p14:cNvContentPartPr/>
              <p14:nvPr/>
            </p14:nvContentPartPr>
            <p14:xfrm>
              <a:off x="9925200" y="3710520"/>
              <a:ext cx="2031840" cy="1817280"/>
            </p14:xfrm>
          </p:contentPart>
        </mc:Choice>
        <mc:Fallback xmlns="">
          <p:pic>
            <p:nvPicPr>
              <p:cNvPr id="3" name="Ink 2">
                <a:extLst>
                  <a:ext uri="{FF2B5EF4-FFF2-40B4-BE49-F238E27FC236}">
                    <a16:creationId xmlns:a16="http://schemas.microsoft.com/office/drawing/2014/main" id="{C5922C7C-F279-B443-85C7-311E48C798AB}"/>
                  </a:ext>
                </a:extLst>
              </p:cNvPr>
              <p:cNvPicPr/>
              <p:nvPr/>
            </p:nvPicPr>
            <p:blipFill>
              <a:blip r:embed="rId3"/>
              <a:stretch>
                <a:fillRect/>
              </a:stretch>
            </p:blipFill>
            <p:spPr>
              <a:xfrm>
                <a:off x="9915840" y="3701160"/>
                <a:ext cx="2050560" cy="1836000"/>
              </a:xfrm>
              <a:prstGeom prst="rect">
                <a:avLst/>
              </a:prstGeom>
            </p:spPr>
          </p:pic>
        </mc:Fallback>
      </mc:AlternateContent>
    </p:spTree>
    <p:extLst>
      <p:ext uri="{BB962C8B-B14F-4D97-AF65-F5344CB8AC3E}">
        <p14:creationId xmlns:p14="http://schemas.microsoft.com/office/powerpoint/2010/main" val="148733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68"/>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6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72"/>
                                        </p:tgtEl>
                                        <p:attrNameLst>
                                          <p:attrName>style.visibility</p:attrName>
                                        </p:attrNameLst>
                                      </p:cBhvr>
                                      <p:to>
                                        <p:strVal val="visible"/>
                                      </p:to>
                                    </p:set>
                                    <p:animEffect transition="in" filter="blinds(horizontal)">
                                      <p:cBhvr>
                                        <p:cTn id="21"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67" grpId="0"/>
      <p:bldP spid="68" grpId="0"/>
      <p:bldP spid="6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40</a:t>
            </a:r>
          </a:p>
        </p:txBody>
      </p:sp>
      <p:sp>
        <p:nvSpPr>
          <p:cNvPr id="51" name="AutoShape 6">
            <a:extLst>
              <a:ext uri="{FF2B5EF4-FFF2-40B4-BE49-F238E27FC236}">
                <a16:creationId xmlns:a16="http://schemas.microsoft.com/office/drawing/2014/main" id="{CC15FB80-9252-E34A-99C1-E3B88A3CC954}"/>
              </a:ext>
            </a:extLst>
          </p:cNvPr>
          <p:cNvSpPr>
            <a:spLocks noChangeArrowheads="1"/>
          </p:cNvSpPr>
          <p:nvPr/>
        </p:nvSpPr>
        <p:spPr bwMode="auto">
          <a:xfrm>
            <a:off x="1016394" y="4335400"/>
            <a:ext cx="252557"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52" name="AutoShape 7">
            <a:extLst>
              <a:ext uri="{FF2B5EF4-FFF2-40B4-BE49-F238E27FC236}">
                <a16:creationId xmlns:a16="http://schemas.microsoft.com/office/drawing/2014/main" id="{D28D2B77-3E9D-7346-AAFE-5482065DD853}"/>
              </a:ext>
            </a:extLst>
          </p:cNvPr>
          <p:cNvSpPr>
            <a:spLocks noChangeArrowheads="1"/>
          </p:cNvSpPr>
          <p:nvPr/>
        </p:nvSpPr>
        <p:spPr bwMode="auto">
          <a:xfrm>
            <a:off x="2013632" y="3906774"/>
            <a:ext cx="252556"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5" name="Text Box 10">
            <a:extLst>
              <a:ext uri="{FF2B5EF4-FFF2-40B4-BE49-F238E27FC236}">
                <a16:creationId xmlns:a16="http://schemas.microsoft.com/office/drawing/2014/main" id="{98745B6F-A856-9D42-A3C2-AFAF5911C212}"/>
              </a:ext>
            </a:extLst>
          </p:cNvPr>
          <p:cNvSpPr txBox="1">
            <a:spLocks noChangeArrowheads="1"/>
          </p:cNvSpPr>
          <p:nvPr/>
        </p:nvSpPr>
        <p:spPr bwMode="auto">
          <a:xfrm>
            <a:off x="791257" y="4010955"/>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1</a:t>
            </a:r>
          </a:p>
        </p:txBody>
      </p:sp>
      <p:sp>
        <p:nvSpPr>
          <p:cNvPr id="56" name="Text Box 11">
            <a:extLst>
              <a:ext uri="{FF2B5EF4-FFF2-40B4-BE49-F238E27FC236}">
                <a16:creationId xmlns:a16="http://schemas.microsoft.com/office/drawing/2014/main" id="{9F076344-54D1-B244-836F-3788BF22BB95}"/>
              </a:ext>
            </a:extLst>
          </p:cNvPr>
          <p:cNvSpPr txBox="1">
            <a:spLocks noChangeArrowheads="1"/>
          </p:cNvSpPr>
          <p:nvPr/>
        </p:nvSpPr>
        <p:spPr bwMode="auto">
          <a:xfrm>
            <a:off x="1761075" y="3558517"/>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2</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58" name="Text Box 13">
            <a:extLst>
              <a:ext uri="{FF2B5EF4-FFF2-40B4-BE49-F238E27FC236}">
                <a16:creationId xmlns:a16="http://schemas.microsoft.com/office/drawing/2014/main" id="{A7E92A14-C10B-6449-8A61-09B924BF27A2}"/>
              </a:ext>
            </a:extLst>
          </p:cNvPr>
          <p:cNvSpPr txBox="1">
            <a:spLocks noChangeArrowheads="1"/>
          </p:cNvSpPr>
          <p:nvPr/>
        </p:nvSpPr>
        <p:spPr bwMode="auto">
          <a:xfrm>
            <a:off x="873520" y="4825045"/>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59" name="Text Box 14">
            <a:extLst>
              <a:ext uri="{FF2B5EF4-FFF2-40B4-BE49-F238E27FC236}">
                <a16:creationId xmlns:a16="http://schemas.microsoft.com/office/drawing/2014/main" id="{0FD2FC13-D728-474A-99E3-E322E74921B2}"/>
              </a:ext>
            </a:extLst>
          </p:cNvPr>
          <p:cNvSpPr txBox="1">
            <a:spLocks noChangeArrowheads="1"/>
          </p:cNvSpPr>
          <p:nvPr/>
        </p:nvSpPr>
        <p:spPr bwMode="auto">
          <a:xfrm>
            <a:off x="1807257"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1" name="AutoShape 16">
            <a:extLst>
              <a:ext uri="{FF2B5EF4-FFF2-40B4-BE49-F238E27FC236}">
                <a16:creationId xmlns:a16="http://schemas.microsoft.com/office/drawing/2014/main" id="{D483D6B9-DDCA-0549-B8B6-7DB8B51E335E}"/>
              </a:ext>
            </a:extLst>
          </p:cNvPr>
          <p:cNvSpPr>
            <a:spLocks noChangeArrowheads="1"/>
          </p:cNvSpPr>
          <p:nvPr/>
        </p:nvSpPr>
        <p:spPr bwMode="auto">
          <a:xfrm>
            <a:off x="5604268" y="4335400"/>
            <a:ext cx="252556"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63" name="Text Box 18">
            <a:extLst>
              <a:ext uri="{FF2B5EF4-FFF2-40B4-BE49-F238E27FC236}">
                <a16:creationId xmlns:a16="http://schemas.microsoft.com/office/drawing/2014/main" id="{699094A2-9766-9E45-B648-A0C9A204DC23}"/>
              </a:ext>
            </a:extLst>
          </p:cNvPr>
          <p:cNvSpPr txBox="1">
            <a:spLocks noChangeArrowheads="1"/>
          </p:cNvSpPr>
          <p:nvPr/>
        </p:nvSpPr>
        <p:spPr bwMode="auto">
          <a:xfrm>
            <a:off x="5954962" y="4409814"/>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5" name="Line 20">
            <a:extLst>
              <a:ext uri="{FF2B5EF4-FFF2-40B4-BE49-F238E27FC236}">
                <a16:creationId xmlns:a16="http://schemas.microsoft.com/office/drawing/2014/main" id="{B2EB3AE5-E74C-D540-9DFE-25DFA4319414}"/>
              </a:ext>
            </a:extLst>
          </p:cNvPr>
          <p:cNvSpPr>
            <a:spLocks noChangeShapeType="1"/>
          </p:cNvSpPr>
          <p:nvPr/>
        </p:nvSpPr>
        <p:spPr bwMode="auto">
          <a:xfrm>
            <a:off x="5472938" y="4854810"/>
            <a:ext cx="1130012" cy="0"/>
          </a:xfrm>
          <a:prstGeom prst="line">
            <a:avLst/>
          </a:prstGeom>
          <a:noFill/>
          <a:ln w="9525">
            <a:solidFill>
              <a:srgbClr val="000000"/>
            </a:solidFill>
            <a:round/>
            <a:headEnd/>
            <a:tailEnd/>
          </a:ln>
        </p:spPr>
        <p:txBody>
          <a:bodyPr lIns="84210" tIns="42105" rIns="84210" bIns="42105"/>
          <a:lstStyle/>
          <a:p>
            <a:pPr algn="r" eaLnBrk="0" fontAlgn="base" hangingPunct="0">
              <a:spcBef>
                <a:spcPct val="0"/>
              </a:spcBef>
              <a:spcAft>
                <a:spcPct val="0"/>
              </a:spcAft>
            </a:pPr>
            <a:endParaRPr kumimoji="1" lang="en-US" sz="1600" dirty="0">
              <a:solidFill>
                <a:srgbClr val="000000"/>
              </a:solidFill>
              <a:latin typeface="Comic Sans MS" pitchFamily="66" charset="0"/>
              <a:ea typeface="ＭＳ Ｐゴシック" pitchFamily="34" charset="-128"/>
              <a:cs typeface="Arial"/>
            </a:endParaRPr>
          </a:p>
        </p:txBody>
      </p:sp>
      <p:sp>
        <p:nvSpPr>
          <p:cNvPr id="66" name="Text Box 21">
            <a:extLst>
              <a:ext uri="{FF2B5EF4-FFF2-40B4-BE49-F238E27FC236}">
                <a16:creationId xmlns:a16="http://schemas.microsoft.com/office/drawing/2014/main" id="{8403B982-CDCB-DA45-8AD3-090549F049CB}"/>
              </a:ext>
            </a:extLst>
          </p:cNvPr>
          <p:cNvSpPr txBox="1">
            <a:spLocks noChangeArrowheads="1"/>
          </p:cNvSpPr>
          <p:nvPr/>
        </p:nvSpPr>
        <p:spPr bwMode="auto">
          <a:xfrm>
            <a:off x="5864041" y="4881599"/>
            <a:ext cx="492257" cy="315859"/>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7" name="Text Box 22">
            <a:extLst>
              <a:ext uri="{FF2B5EF4-FFF2-40B4-BE49-F238E27FC236}">
                <a16:creationId xmlns:a16="http://schemas.microsoft.com/office/drawing/2014/main" id="{BFD2F373-C7AF-1944-9693-E6EAB43F5F99}"/>
              </a:ext>
            </a:extLst>
          </p:cNvPr>
          <p:cNvSpPr txBox="1">
            <a:spLocks noChangeArrowheads="1"/>
          </p:cNvSpPr>
          <p:nvPr/>
        </p:nvSpPr>
        <p:spPr bwMode="auto">
          <a:xfrm>
            <a:off x="649825"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$6/pound</a:t>
            </a:r>
          </a:p>
        </p:txBody>
      </p:sp>
      <p:sp>
        <p:nvSpPr>
          <p:cNvPr id="68" name="Text Box 23">
            <a:extLst>
              <a:ext uri="{FF2B5EF4-FFF2-40B4-BE49-F238E27FC236}">
                <a16:creationId xmlns:a16="http://schemas.microsoft.com/office/drawing/2014/main" id="{BE907EC8-D8DA-8140-ADA3-237CFE0D832F}"/>
              </a:ext>
            </a:extLst>
          </p:cNvPr>
          <p:cNvSpPr txBox="1">
            <a:spLocks noChangeArrowheads="1"/>
          </p:cNvSpPr>
          <p:nvPr/>
        </p:nvSpPr>
        <p:spPr bwMode="auto">
          <a:xfrm>
            <a:off x="1743756"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$5/pound</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B43F37B6-4710-9143-B7E7-BE8A4E3DBFE6}"/>
                  </a:ext>
                </a:extLst>
              </p14:cNvPr>
              <p14:cNvContentPartPr/>
              <p14:nvPr/>
            </p14:nvContentPartPr>
            <p14:xfrm>
              <a:off x="1953000" y="3726000"/>
              <a:ext cx="8693640" cy="911160"/>
            </p14:xfrm>
          </p:contentPart>
        </mc:Choice>
        <mc:Fallback xmlns="">
          <p:pic>
            <p:nvPicPr>
              <p:cNvPr id="3" name="Ink 2">
                <a:extLst>
                  <a:ext uri="{FF2B5EF4-FFF2-40B4-BE49-F238E27FC236}">
                    <a16:creationId xmlns:a16="http://schemas.microsoft.com/office/drawing/2014/main" id="{B43F37B6-4710-9143-B7E7-BE8A4E3DBFE6}"/>
                  </a:ext>
                </a:extLst>
              </p:cNvPr>
              <p:cNvPicPr/>
              <p:nvPr/>
            </p:nvPicPr>
            <p:blipFill>
              <a:blip r:embed="rId3"/>
              <a:stretch>
                <a:fillRect/>
              </a:stretch>
            </p:blipFill>
            <p:spPr>
              <a:xfrm>
                <a:off x="1943640" y="3716640"/>
                <a:ext cx="8712360" cy="929880"/>
              </a:xfrm>
              <a:prstGeom prst="rect">
                <a:avLst/>
              </a:prstGeom>
            </p:spPr>
          </p:pic>
        </mc:Fallback>
      </mc:AlternateContent>
    </p:spTree>
    <p:extLst>
      <p:ext uri="{BB962C8B-B14F-4D97-AF65-F5344CB8AC3E}">
        <p14:creationId xmlns:p14="http://schemas.microsoft.com/office/powerpoint/2010/main" val="414925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68"/>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6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2"/>
                                        </p:tgtEl>
                                        <p:attrNameLst>
                                          <p:attrName>style.visibility</p:attrName>
                                        </p:attrNameLst>
                                      </p:cBhvr>
                                      <p:to>
                                        <p:strVal val="visible"/>
                                      </p:to>
                                    </p:set>
                                    <p:animEffect transition="in" filter="blinds(horizontal)">
                                      <p:cBhvr>
                                        <p:cTn id="33"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61" grpId="0" animBg="1"/>
      <p:bldP spid="63" grpId="0"/>
      <p:bldP spid="65" grpId="0" animBg="1"/>
      <p:bldP spid="66" grpId="0"/>
      <p:bldP spid="67" grpId="0"/>
      <p:bldP spid="68" grpId="0"/>
      <p:bldP spid="6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40</a:t>
            </a:r>
          </a:p>
        </p:txBody>
      </p:sp>
      <p:sp>
        <p:nvSpPr>
          <p:cNvPr id="52" name="AutoShape 7">
            <a:extLst>
              <a:ext uri="{FF2B5EF4-FFF2-40B4-BE49-F238E27FC236}">
                <a16:creationId xmlns:a16="http://schemas.microsoft.com/office/drawing/2014/main" id="{D28D2B77-3E9D-7346-AAFE-5482065DD853}"/>
              </a:ext>
            </a:extLst>
          </p:cNvPr>
          <p:cNvSpPr>
            <a:spLocks noChangeArrowheads="1"/>
          </p:cNvSpPr>
          <p:nvPr/>
        </p:nvSpPr>
        <p:spPr bwMode="auto">
          <a:xfrm>
            <a:off x="2013632" y="3906774"/>
            <a:ext cx="252556"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6" name="Text Box 11">
            <a:extLst>
              <a:ext uri="{FF2B5EF4-FFF2-40B4-BE49-F238E27FC236}">
                <a16:creationId xmlns:a16="http://schemas.microsoft.com/office/drawing/2014/main" id="{9F076344-54D1-B244-836F-3788BF22BB95}"/>
              </a:ext>
            </a:extLst>
          </p:cNvPr>
          <p:cNvSpPr txBox="1">
            <a:spLocks noChangeArrowheads="1"/>
          </p:cNvSpPr>
          <p:nvPr/>
        </p:nvSpPr>
        <p:spPr bwMode="auto">
          <a:xfrm>
            <a:off x="1761075" y="3558517"/>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2</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59" name="Text Box 14">
            <a:extLst>
              <a:ext uri="{FF2B5EF4-FFF2-40B4-BE49-F238E27FC236}">
                <a16:creationId xmlns:a16="http://schemas.microsoft.com/office/drawing/2014/main" id="{0FD2FC13-D728-474A-99E3-E322E74921B2}"/>
              </a:ext>
            </a:extLst>
          </p:cNvPr>
          <p:cNvSpPr txBox="1">
            <a:spLocks noChangeArrowheads="1"/>
          </p:cNvSpPr>
          <p:nvPr/>
        </p:nvSpPr>
        <p:spPr bwMode="auto">
          <a:xfrm>
            <a:off x="1807257"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1" name="AutoShape 16">
            <a:extLst>
              <a:ext uri="{FF2B5EF4-FFF2-40B4-BE49-F238E27FC236}">
                <a16:creationId xmlns:a16="http://schemas.microsoft.com/office/drawing/2014/main" id="{D483D6B9-DDCA-0549-B8B6-7DB8B51E335E}"/>
              </a:ext>
            </a:extLst>
          </p:cNvPr>
          <p:cNvSpPr>
            <a:spLocks noChangeArrowheads="1"/>
          </p:cNvSpPr>
          <p:nvPr/>
        </p:nvSpPr>
        <p:spPr bwMode="auto">
          <a:xfrm>
            <a:off x="5604268" y="4335400"/>
            <a:ext cx="252556"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63" name="Text Box 18">
            <a:extLst>
              <a:ext uri="{FF2B5EF4-FFF2-40B4-BE49-F238E27FC236}">
                <a16:creationId xmlns:a16="http://schemas.microsoft.com/office/drawing/2014/main" id="{699094A2-9766-9E45-B648-A0C9A204DC23}"/>
              </a:ext>
            </a:extLst>
          </p:cNvPr>
          <p:cNvSpPr txBox="1">
            <a:spLocks noChangeArrowheads="1"/>
          </p:cNvSpPr>
          <p:nvPr/>
        </p:nvSpPr>
        <p:spPr bwMode="auto">
          <a:xfrm>
            <a:off x="5954962" y="4409814"/>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5" name="Line 20">
            <a:extLst>
              <a:ext uri="{FF2B5EF4-FFF2-40B4-BE49-F238E27FC236}">
                <a16:creationId xmlns:a16="http://schemas.microsoft.com/office/drawing/2014/main" id="{B2EB3AE5-E74C-D540-9DFE-25DFA4319414}"/>
              </a:ext>
            </a:extLst>
          </p:cNvPr>
          <p:cNvSpPr>
            <a:spLocks noChangeShapeType="1"/>
          </p:cNvSpPr>
          <p:nvPr/>
        </p:nvSpPr>
        <p:spPr bwMode="auto">
          <a:xfrm>
            <a:off x="5472938" y="4854810"/>
            <a:ext cx="1130012" cy="0"/>
          </a:xfrm>
          <a:prstGeom prst="line">
            <a:avLst/>
          </a:prstGeom>
          <a:noFill/>
          <a:ln w="9525">
            <a:solidFill>
              <a:srgbClr val="000000"/>
            </a:solidFill>
            <a:round/>
            <a:headEnd/>
            <a:tailEnd/>
          </a:ln>
        </p:spPr>
        <p:txBody>
          <a:bodyPr lIns="84210" tIns="42105" rIns="84210" bIns="42105"/>
          <a:lstStyle/>
          <a:p>
            <a:pPr algn="r" eaLnBrk="0" fontAlgn="base" hangingPunct="0">
              <a:spcBef>
                <a:spcPct val="0"/>
              </a:spcBef>
              <a:spcAft>
                <a:spcPct val="0"/>
              </a:spcAft>
            </a:pPr>
            <a:endParaRPr kumimoji="1" lang="en-US" sz="1600" dirty="0">
              <a:solidFill>
                <a:srgbClr val="000000"/>
              </a:solidFill>
              <a:latin typeface="Comic Sans MS" pitchFamily="66" charset="0"/>
              <a:ea typeface="ＭＳ Ｐゴシック" pitchFamily="34" charset="-128"/>
              <a:cs typeface="Arial"/>
            </a:endParaRPr>
          </a:p>
        </p:txBody>
      </p:sp>
      <p:sp>
        <p:nvSpPr>
          <p:cNvPr id="66" name="Text Box 21">
            <a:extLst>
              <a:ext uri="{FF2B5EF4-FFF2-40B4-BE49-F238E27FC236}">
                <a16:creationId xmlns:a16="http://schemas.microsoft.com/office/drawing/2014/main" id="{8403B982-CDCB-DA45-8AD3-090549F049CB}"/>
              </a:ext>
            </a:extLst>
          </p:cNvPr>
          <p:cNvSpPr txBox="1">
            <a:spLocks noChangeArrowheads="1"/>
          </p:cNvSpPr>
          <p:nvPr/>
        </p:nvSpPr>
        <p:spPr bwMode="auto">
          <a:xfrm>
            <a:off x="5864041" y="4881599"/>
            <a:ext cx="492257" cy="315859"/>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8" name="Text Box 23">
            <a:extLst>
              <a:ext uri="{FF2B5EF4-FFF2-40B4-BE49-F238E27FC236}">
                <a16:creationId xmlns:a16="http://schemas.microsoft.com/office/drawing/2014/main" id="{BE907EC8-D8DA-8140-ADA3-237CFE0D832F}"/>
              </a:ext>
            </a:extLst>
          </p:cNvPr>
          <p:cNvSpPr txBox="1">
            <a:spLocks noChangeArrowheads="1"/>
          </p:cNvSpPr>
          <p:nvPr/>
        </p:nvSpPr>
        <p:spPr bwMode="auto">
          <a:xfrm>
            <a:off x="1743756"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$5/pound</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40200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68"/>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500"/>
                                  </p:stCondLst>
                                  <p:childTnLst>
                                    <p:set>
                                      <p:cBhvr>
                                        <p:cTn id="9" dur="1" fill="hold">
                                          <p:stCondLst>
                                            <p:cond delay="0"/>
                                          </p:stCondLst>
                                        </p:cTn>
                                        <p:tgtEl>
                                          <p:spTgt spid="6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6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72"/>
                                        </p:tgtEl>
                                        <p:attrNameLst>
                                          <p:attrName>style.visibility</p:attrName>
                                        </p:attrNameLst>
                                      </p:cBhvr>
                                      <p:to>
                                        <p:strVal val="visible"/>
                                      </p:to>
                                    </p:set>
                                    <p:animEffect transition="in" filter="blinds(horizontal)">
                                      <p:cBhvr>
                                        <p:cTn id="30"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61" grpId="0" animBg="1"/>
      <p:bldP spid="63" grpId="0"/>
      <p:bldP spid="65" grpId="0" animBg="1"/>
      <p:bldP spid="66" grpId="0"/>
      <p:bldP spid="68" grpId="0"/>
      <p:bldP spid="6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2" name="AutoShape 7">
            <a:extLst>
              <a:ext uri="{FF2B5EF4-FFF2-40B4-BE49-F238E27FC236}">
                <a16:creationId xmlns:a16="http://schemas.microsoft.com/office/drawing/2014/main" id="{D28D2B77-3E9D-7346-AAFE-5482065DD853}"/>
              </a:ext>
            </a:extLst>
          </p:cNvPr>
          <p:cNvSpPr>
            <a:spLocks noChangeArrowheads="1"/>
          </p:cNvSpPr>
          <p:nvPr/>
        </p:nvSpPr>
        <p:spPr bwMode="auto">
          <a:xfrm>
            <a:off x="2013632" y="3906774"/>
            <a:ext cx="252556"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6" name="Text Box 11">
            <a:extLst>
              <a:ext uri="{FF2B5EF4-FFF2-40B4-BE49-F238E27FC236}">
                <a16:creationId xmlns:a16="http://schemas.microsoft.com/office/drawing/2014/main" id="{9F076344-54D1-B244-836F-3788BF22BB95}"/>
              </a:ext>
            </a:extLst>
          </p:cNvPr>
          <p:cNvSpPr txBox="1">
            <a:spLocks noChangeArrowheads="1"/>
          </p:cNvSpPr>
          <p:nvPr/>
        </p:nvSpPr>
        <p:spPr bwMode="auto">
          <a:xfrm>
            <a:off x="1761075" y="3558517"/>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2</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59" name="Text Box 14">
            <a:extLst>
              <a:ext uri="{FF2B5EF4-FFF2-40B4-BE49-F238E27FC236}">
                <a16:creationId xmlns:a16="http://schemas.microsoft.com/office/drawing/2014/main" id="{0FD2FC13-D728-474A-99E3-E322E74921B2}"/>
              </a:ext>
            </a:extLst>
          </p:cNvPr>
          <p:cNvSpPr txBox="1">
            <a:spLocks noChangeArrowheads="1"/>
          </p:cNvSpPr>
          <p:nvPr/>
        </p:nvSpPr>
        <p:spPr bwMode="auto">
          <a:xfrm>
            <a:off x="1807257"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1" name="AutoShape 16">
            <a:extLst>
              <a:ext uri="{FF2B5EF4-FFF2-40B4-BE49-F238E27FC236}">
                <a16:creationId xmlns:a16="http://schemas.microsoft.com/office/drawing/2014/main" id="{D483D6B9-DDCA-0549-B8B6-7DB8B51E335E}"/>
              </a:ext>
            </a:extLst>
          </p:cNvPr>
          <p:cNvSpPr>
            <a:spLocks noChangeArrowheads="1"/>
          </p:cNvSpPr>
          <p:nvPr/>
        </p:nvSpPr>
        <p:spPr bwMode="auto">
          <a:xfrm>
            <a:off x="5604268" y="4335400"/>
            <a:ext cx="252556"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62" name="AutoShape 17">
            <a:extLst>
              <a:ext uri="{FF2B5EF4-FFF2-40B4-BE49-F238E27FC236}">
                <a16:creationId xmlns:a16="http://schemas.microsoft.com/office/drawing/2014/main" id="{B000BA36-70C2-AB45-A5E2-FEC35AB59B58}"/>
              </a:ext>
            </a:extLst>
          </p:cNvPr>
          <p:cNvSpPr>
            <a:spLocks noChangeArrowheads="1"/>
          </p:cNvSpPr>
          <p:nvPr/>
        </p:nvSpPr>
        <p:spPr bwMode="auto">
          <a:xfrm>
            <a:off x="5602826" y="3481126"/>
            <a:ext cx="252557"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63" name="Text Box 18">
            <a:extLst>
              <a:ext uri="{FF2B5EF4-FFF2-40B4-BE49-F238E27FC236}">
                <a16:creationId xmlns:a16="http://schemas.microsoft.com/office/drawing/2014/main" id="{699094A2-9766-9E45-B648-A0C9A204DC23}"/>
              </a:ext>
            </a:extLst>
          </p:cNvPr>
          <p:cNvSpPr txBox="1">
            <a:spLocks noChangeArrowheads="1"/>
          </p:cNvSpPr>
          <p:nvPr/>
        </p:nvSpPr>
        <p:spPr bwMode="auto">
          <a:xfrm>
            <a:off x="5954962" y="4409814"/>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4" name="Text Box 19">
            <a:extLst>
              <a:ext uri="{FF2B5EF4-FFF2-40B4-BE49-F238E27FC236}">
                <a16:creationId xmlns:a16="http://schemas.microsoft.com/office/drawing/2014/main" id="{A0CB5F19-41CE-384C-89A7-F398BA0A56D3}"/>
              </a:ext>
            </a:extLst>
          </p:cNvPr>
          <p:cNvSpPr txBox="1">
            <a:spLocks noChangeArrowheads="1"/>
          </p:cNvSpPr>
          <p:nvPr/>
        </p:nvSpPr>
        <p:spPr bwMode="auto">
          <a:xfrm>
            <a:off x="5928984" y="3760923"/>
            <a:ext cx="599657" cy="654413"/>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a:p>
            <a:pPr defTabSz="840642" fontAlgn="base">
              <a:spcBef>
                <a:spcPct val="0"/>
              </a:spcBef>
              <a:spcAft>
                <a:spcPct val="0"/>
              </a:spcAft>
            </a:pPr>
            <a:endParaRPr lang="en-US" sz="700" b="1" dirty="0">
              <a:solidFill>
                <a:srgbClr val="000000"/>
              </a:solidFill>
              <a:latin typeface="Arial" charset="0"/>
              <a:ea typeface="ＭＳ Ｐゴシック" pitchFamily="34" charset="-128"/>
              <a:cs typeface="Arial"/>
            </a:endParaRPr>
          </a:p>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  +</a:t>
            </a:r>
          </a:p>
        </p:txBody>
      </p:sp>
      <p:sp>
        <p:nvSpPr>
          <p:cNvPr id="65" name="Line 20">
            <a:extLst>
              <a:ext uri="{FF2B5EF4-FFF2-40B4-BE49-F238E27FC236}">
                <a16:creationId xmlns:a16="http://schemas.microsoft.com/office/drawing/2014/main" id="{B2EB3AE5-E74C-D540-9DFE-25DFA4319414}"/>
              </a:ext>
            </a:extLst>
          </p:cNvPr>
          <p:cNvSpPr>
            <a:spLocks noChangeShapeType="1"/>
          </p:cNvSpPr>
          <p:nvPr/>
        </p:nvSpPr>
        <p:spPr bwMode="auto">
          <a:xfrm>
            <a:off x="5472938" y="4854810"/>
            <a:ext cx="1130012" cy="0"/>
          </a:xfrm>
          <a:prstGeom prst="line">
            <a:avLst/>
          </a:prstGeom>
          <a:noFill/>
          <a:ln w="9525">
            <a:solidFill>
              <a:srgbClr val="000000"/>
            </a:solidFill>
            <a:round/>
            <a:headEnd/>
            <a:tailEnd/>
          </a:ln>
        </p:spPr>
        <p:txBody>
          <a:bodyPr lIns="84210" tIns="42105" rIns="84210" bIns="42105"/>
          <a:lstStyle/>
          <a:p>
            <a:pPr algn="r" eaLnBrk="0" fontAlgn="base" hangingPunct="0">
              <a:spcBef>
                <a:spcPct val="0"/>
              </a:spcBef>
              <a:spcAft>
                <a:spcPct val="0"/>
              </a:spcAft>
            </a:pPr>
            <a:endParaRPr kumimoji="1" lang="en-US" sz="1600" dirty="0">
              <a:solidFill>
                <a:srgbClr val="000000"/>
              </a:solidFill>
              <a:latin typeface="Comic Sans MS" pitchFamily="66" charset="0"/>
              <a:ea typeface="ＭＳ Ｐゴシック" pitchFamily="34" charset="-128"/>
              <a:cs typeface="Arial"/>
            </a:endParaRPr>
          </a:p>
        </p:txBody>
      </p:sp>
      <p:sp>
        <p:nvSpPr>
          <p:cNvPr id="66" name="Text Box 21">
            <a:extLst>
              <a:ext uri="{FF2B5EF4-FFF2-40B4-BE49-F238E27FC236}">
                <a16:creationId xmlns:a16="http://schemas.microsoft.com/office/drawing/2014/main" id="{8403B982-CDCB-DA45-8AD3-090549F049CB}"/>
              </a:ext>
            </a:extLst>
          </p:cNvPr>
          <p:cNvSpPr txBox="1">
            <a:spLocks noChangeArrowheads="1"/>
          </p:cNvSpPr>
          <p:nvPr/>
        </p:nvSpPr>
        <p:spPr bwMode="auto">
          <a:xfrm>
            <a:off x="5864041" y="4881599"/>
            <a:ext cx="599657" cy="315859"/>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$160</a:t>
            </a:r>
          </a:p>
        </p:txBody>
      </p:sp>
      <p:sp>
        <p:nvSpPr>
          <p:cNvPr id="68" name="Text Box 23">
            <a:extLst>
              <a:ext uri="{FF2B5EF4-FFF2-40B4-BE49-F238E27FC236}">
                <a16:creationId xmlns:a16="http://schemas.microsoft.com/office/drawing/2014/main" id="{BE907EC8-D8DA-8140-ADA3-237CFE0D832F}"/>
              </a:ext>
            </a:extLst>
          </p:cNvPr>
          <p:cNvSpPr txBox="1">
            <a:spLocks noChangeArrowheads="1"/>
          </p:cNvSpPr>
          <p:nvPr/>
        </p:nvSpPr>
        <p:spPr bwMode="auto">
          <a:xfrm>
            <a:off x="1743756"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$5/pound</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extLst>
              <p:ext uri="{D42A27DB-BD31-4B8C-83A1-F6EECF244321}">
                <p14:modId xmlns:p14="http://schemas.microsoft.com/office/powerpoint/2010/main" val="120364082"/>
              </p:ext>
            </p:extLst>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309C63DC-3AAB-724D-8699-60D54F567FB4}"/>
              </a:ext>
            </a:extLst>
          </p:cNvPr>
          <p:cNvSpPr txBox="1"/>
          <p:nvPr/>
        </p:nvSpPr>
        <p:spPr>
          <a:xfrm>
            <a:off x="5544770" y="2955464"/>
            <a:ext cx="493174" cy="338554"/>
          </a:xfrm>
          <a:prstGeom prst="rect">
            <a:avLst/>
          </a:prstGeom>
          <a:noFill/>
        </p:spPr>
        <p:txBody>
          <a:bodyPr wrap="square" rtlCol="0">
            <a:spAutoFit/>
          </a:bodyPr>
          <a:lstStyle/>
          <a:p>
            <a:r>
              <a:rPr lang="en-US" sz="1600" b="1" dirty="0">
                <a:latin typeface="Times" pitchFamily="2" charset="0"/>
              </a:rPr>
              <a:t>20</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60E43E0-7E16-D149-A5CD-4E1D6ABE6192}"/>
                  </a:ext>
                </a:extLst>
              </p14:cNvPr>
              <p14:cNvContentPartPr/>
              <p14:nvPr/>
            </p14:nvContentPartPr>
            <p14:xfrm>
              <a:off x="5359680" y="3142440"/>
              <a:ext cx="557640" cy="1760760"/>
            </p14:xfrm>
          </p:contentPart>
        </mc:Choice>
        <mc:Fallback xmlns="">
          <p:pic>
            <p:nvPicPr>
              <p:cNvPr id="4" name="Ink 3">
                <a:extLst>
                  <a:ext uri="{FF2B5EF4-FFF2-40B4-BE49-F238E27FC236}">
                    <a16:creationId xmlns:a16="http://schemas.microsoft.com/office/drawing/2014/main" id="{B60E43E0-7E16-D149-A5CD-4E1D6ABE6192}"/>
                  </a:ext>
                </a:extLst>
              </p:cNvPr>
              <p:cNvPicPr/>
              <p:nvPr/>
            </p:nvPicPr>
            <p:blipFill>
              <a:blip r:embed="rId3"/>
              <a:stretch>
                <a:fillRect/>
              </a:stretch>
            </p:blipFill>
            <p:spPr>
              <a:xfrm>
                <a:off x="5350320" y="3133080"/>
                <a:ext cx="576360" cy="1779480"/>
              </a:xfrm>
              <a:prstGeom prst="rect">
                <a:avLst/>
              </a:prstGeom>
            </p:spPr>
          </p:pic>
        </mc:Fallback>
      </mc:AlternateContent>
    </p:spTree>
    <p:extLst>
      <p:ext uri="{BB962C8B-B14F-4D97-AF65-F5344CB8AC3E}">
        <p14:creationId xmlns:p14="http://schemas.microsoft.com/office/powerpoint/2010/main" val="3838684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68"/>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500"/>
                                  </p:stCondLst>
                                  <p:childTnLst>
                                    <p:set>
                                      <p:cBhvr>
                                        <p:cTn id="9" dur="1" fill="hold">
                                          <p:stCondLst>
                                            <p:cond delay="0"/>
                                          </p:stCondLst>
                                        </p:cTn>
                                        <p:tgtEl>
                                          <p:spTgt spid="6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6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6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72"/>
                                        </p:tgtEl>
                                        <p:attrNameLst>
                                          <p:attrName>style.visibility</p:attrName>
                                        </p:attrNameLst>
                                      </p:cBhvr>
                                      <p:to>
                                        <p:strVal val="visible"/>
                                      </p:to>
                                    </p:set>
                                    <p:animEffect transition="in" filter="blinds(horizontal)">
                                      <p:cBhvr>
                                        <p:cTn id="36"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61" grpId="0" animBg="1"/>
      <p:bldP spid="62" grpId="0" animBg="1"/>
      <p:bldP spid="63" grpId="0"/>
      <p:bldP spid="64" grpId="0"/>
      <p:bldP spid="65" grpId="0" animBg="1"/>
      <p:bldP spid="66" grpId="0"/>
      <p:bldP spid="68" grpId="0"/>
      <p:bldP spid="6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1" name="AutoShape 16">
            <a:extLst>
              <a:ext uri="{FF2B5EF4-FFF2-40B4-BE49-F238E27FC236}">
                <a16:creationId xmlns:a16="http://schemas.microsoft.com/office/drawing/2014/main" id="{D483D6B9-DDCA-0549-B8B6-7DB8B51E335E}"/>
              </a:ext>
            </a:extLst>
          </p:cNvPr>
          <p:cNvSpPr>
            <a:spLocks noChangeArrowheads="1"/>
          </p:cNvSpPr>
          <p:nvPr/>
        </p:nvSpPr>
        <p:spPr bwMode="auto">
          <a:xfrm>
            <a:off x="5604268" y="4335400"/>
            <a:ext cx="252556"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62" name="AutoShape 17">
            <a:extLst>
              <a:ext uri="{FF2B5EF4-FFF2-40B4-BE49-F238E27FC236}">
                <a16:creationId xmlns:a16="http://schemas.microsoft.com/office/drawing/2014/main" id="{B000BA36-70C2-AB45-A5E2-FEC35AB59B58}"/>
              </a:ext>
            </a:extLst>
          </p:cNvPr>
          <p:cNvSpPr>
            <a:spLocks noChangeArrowheads="1"/>
          </p:cNvSpPr>
          <p:nvPr/>
        </p:nvSpPr>
        <p:spPr bwMode="auto">
          <a:xfrm>
            <a:off x="5602826" y="3481126"/>
            <a:ext cx="252557"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63" name="Text Box 18">
            <a:extLst>
              <a:ext uri="{FF2B5EF4-FFF2-40B4-BE49-F238E27FC236}">
                <a16:creationId xmlns:a16="http://schemas.microsoft.com/office/drawing/2014/main" id="{699094A2-9766-9E45-B648-A0C9A204DC23}"/>
              </a:ext>
            </a:extLst>
          </p:cNvPr>
          <p:cNvSpPr txBox="1">
            <a:spLocks noChangeArrowheads="1"/>
          </p:cNvSpPr>
          <p:nvPr/>
        </p:nvSpPr>
        <p:spPr bwMode="auto">
          <a:xfrm>
            <a:off x="5954962" y="4409814"/>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4" name="Text Box 19">
            <a:extLst>
              <a:ext uri="{FF2B5EF4-FFF2-40B4-BE49-F238E27FC236}">
                <a16:creationId xmlns:a16="http://schemas.microsoft.com/office/drawing/2014/main" id="{A0CB5F19-41CE-384C-89A7-F398BA0A56D3}"/>
              </a:ext>
            </a:extLst>
          </p:cNvPr>
          <p:cNvSpPr txBox="1">
            <a:spLocks noChangeArrowheads="1"/>
          </p:cNvSpPr>
          <p:nvPr/>
        </p:nvSpPr>
        <p:spPr bwMode="auto">
          <a:xfrm>
            <a:off x="5928984" y="3760923"/>
            <a:ext cx="599657" cy="654413"/>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a:p>
            <a:pPr defTabSz="840642" fontAlgn="base">
              <a:spcBef>
                <a:spcPct val="0"/>
              </a:spcBef>
              <a:spcAft>
                <a:spcPct val="0"/>
              </a:spcAft>
            </a:pPr>
            <a:endParaRPr lang="en-US" sz="700" b="1" dirty="0">
              <a:solidFill>
                <a:srgbClr val="000000"/>
              </a:solidFill>
              <a:latin typeface="Arial" charset="0"/>
              <a:ea typeface="ＭＳ Ｐゴシック" pitchFamily="34" charset="-128"/>
              <a:cs typeface="Arial"/>
            </a:endParaRPr>
          </a:p>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  +</a:t>
            </a:r>
          </a:p>
        </p:txBody>
      </p:sp>
      <p:sp>
        <p:nvSpPr>
          <p:cNvPr id="65" name="Line 20">
            <a:extLst>
              <a:ext uri="{FF2B5EF4-FFF2-40B4-BE49-F238E27FC236}">
                <a16:creationId xmlns:a16="http://schemas.microsoft.com/office/drawing/2014/main" id="{B2EB3AE5-E74C-D540-9DFE-25DFA4319414}"/>
              </a:ext>
            </a:extLst>
          </p:cNvPr>
          <p:cNvSpPr>
            <a:spLocks noChangeShapeType="1"/>
          </p:cNvSpPr>
          <p:nvPr/>
        </p:nvSpPr>
        <p:spPr bwMode="auto">
          <a:xfrm>
            <a:off x="5472938" y="4854810"/>
            <a:ext cx="1130012" cy="0"/>
          </a:xfrm>
          <a:prstGeom prst="line">
            <a:avLst/>
          </a:prstGeom>
          <a:noFill/>
          <a:ln w="9525">
            <a:solidFill>
              <a:srgbClr val="000000"/>
            </a:solidFill>
            <a:round/>
            <a:headEnd/>
            <a:tailEnd/>
          </a:ln>
        </p:spPr>
        <p:txBody>
          <a:bodyPr lIns="84210" tIns="42105" rIns="84210" bIns="42105"/>
          <a:lstStyle/>
          <a:p>
            <a:pPr algn="r" eaLnBrk="0" fontAlgn="base" hangingPunct="0">
              <a:spcBef>
                <a:spcPct val="0"/>
              </a:spcBef>
              <a:spcAft>
                <a:spcPct val="0"/>
              </a:spcAft>
            </a:pPr>
            <a:endParaRPr kumimoji="1" lang="en-US" sz="1600" dirty="0">
              <a:solidFill>
                <a:srgbClr val="000000"/>
              </a:solidFill>
              <a:latin typeface="Comic Sans MS" pitchFamily="66" charset="0"/>
              <a:ea typeface="ＭＳ Ｐゴシック" pitchFamily="34" charset="-128"/>
              <a:cs typeface="Arial"/>
            </a:endParaRPr>
          </a:p>
        </p:txBody>
      </p:sp>
      <p:sp>
        <p:nvSpPr>
          <p:cNvPr id="66" name="Text Box 21">
            <a:extLst>
              <a:ext uri="{FF2B5EF4-FFF2-40B4-BE49-F238E27FC236}">
                <a16:creationId xmlns:a16="http://schemas.microsoft.com/office/drawing/2014/main" id="{8403B982-CDCB-DA45-8AD3-090549F049CB}"/>
              </a:ext>
            </a:extLst>
          </p:cNvPr>
          <p:cNvSpPr txBox="1">
            <a:spLocks noChangeArrowheads="1"/>
          </p:cNvSpPr>
          <p:nvPr/>
        </p:nvSpPr>
        <p:spPr bwMode="auto">
          <a:xfrm>
            <a:off x="5864041" y="4881599"/>
            <a:ext cx="599657" cy="315859"/>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$160</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309C63DC-3AAB-724D-8699-60D54F567FB4}"/>
              </a:ext>
            </a:extLst>
          </p:cNvPr>
          <p:cNvSpPr txBox="1"/>
          <p:nvPr/>
        </p:nvSpPr>
        <p:spPr>
          <a:xfrm>
            <a:off x="5544770" y="2955464"/>
            <a:ext cx="493174" cy="338554"/>
          </a:xfrm>
          <a:prstGeom prst="rect">
            <a:avLst/>
          </a:prstGeom>
          <a:noFill/>
        </p:spPr>
        <p:txBody>
          <a:bodyPr wrap="square" rtlCol="0">
            <a:spAutoFit/>
          </a:bodyPr>
          <a:lstStyle/>
          <a:p>
            <a:r>
              <a:rPr lang="en-US" sz="1600" b="1" dirty="0">
                <a:latin typeface="Times" pitchFamily="2" charset="0"/>
              </a:rPr>
              <a:t>20</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0F01741-2FDF-F74E-934D-66C244546E33}"/>
                  </a:ext>
                </a:extLst>
              </p14:cNvPr>
              <p14:cNvContentPartPr/>
              <p14:nvPr/>
            </p14:nvContentPartPr>
            <p14:xfrm>
              <a:off x="7949160" y="2088000"/>
              <a:ext cx="1479600" cy="978120"/>
            </p14:xfrm>
          </p:contentPart>
        </mc:Choice>
        <mc:Fallback xmlns="">
          <p:pic>
            <p:nvPicPr>
              <p:cNvPr id="4" name="Ink 3">
                <a:extLst>
                  <a:ext uri="{FF2B5EF4-FFF2-40B4-BE49-F238E27FC236}">
                    <a16:creationId xmlns:a16="http://schemas.microsoft.com/office/drawing/2014/main" id="{30F01741-2FDF-F74E-934D-66C244546E33}"/>
                  </a:ext>
                </a:extLst>
              </p:cNvPr>
              <p:cNvPicPr/>
              <p:nvPr/>
            </p:nvPicPr>
            <p:blipFill>
              <a:blip r:embed="rId3"/>
              <a:stretch>
                <a:fillRect/>
              </a:stretch>
            </p:blipFill>
            <p:spPr>
              <a:xfrm>
                <a:off x="7939800" y="2078640"/>
                <a:ext cx="1498320" cy="996840"/>
              </a:xfrm>
              <a:prstGeom prst="rect">
                <a:avLst/>
              </a:prstGeom>
            </p:spPr>
          </p:pic>
        </mc:Fallback>
      </mc:AlternateContent>
    </p:spTree>
    <p:extLst>
      <p:ext uri="{BB962C8B-B14F-4D97-AF65-F5344CB8AC3E}">
        <p14:creationId xmlns:p14="http://schemas.microsoft.com/office/powerpoint/2010/main" val="2939751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2"/>
                                        </p:tgtEl>
                                        <p:attrNameLst>
                                          <p:attrName>style.visibility</p:attrName>
                                        </p:attrNameLst>
                                      </p:cBhvr>
                                      <p:to>
                                        <p:strVal val="visible"/>
                                      </p:to>
                                    </p:set>
                                    <p:animEffect transition="in" filter="blinds(horizontal)">
                                      <p:cBhvr>
                                        <p:cTn id="33"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61" grpId="0" animBg="1"/>
      <p:bldP spid="62" grpId="0" animBg="1"/>
      <p:bldP spid="63" grpId="0"/>
      <p:bldP spid="64" grpId="0"/>
      <p:bldP spid="65" grpId="0" animBg="1"/>
      <p:bldP spid="66" grpId="0"/>
      <p:bldP spid="6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1" name="AutoShape 16">
            <a:extLst>
              <a:ext uri="{FF2B5EF4-FFF2-40B4-BE49-F238E27FC236}">
                <a16:creationId xmlns:a16="http://schemas.microsoft.com/office/drawing/2014/main" id="{D483D6B9-DDCA-0549-B8B6-7DB8B51E335E}"/>
              </a:ext>
            </a:extLst>
          </p:cNvPr>
          <p:cNvSpPr>
            <a:spLocks noChangeArrowheads="1"/>
          </p:cNvSpPr>
          <p:nvPr/>
        </p:nvSpPr>
        <p:spPr bwMode="auto">
          <a:xfrm>
            <a:off x="5604268" y="4335400"/>
            <a:ext cx="252556"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62" name="AutoShape 17">
            <a:extLst>
              <a:ext uri="{FF2B5EF4-FFF2-40B4-BE49-F238E27FC236}">
                <a16:creationId xmlns:a16="http://schemas.microsoft.com/office/drawing/2014/main" id="{B000BA36-70C2-AB45-A5E2-FEC35AB59B58}"/>
              </a:ext>
            </a:extLst>
          </p:cNvPr>
          <p:cNvSpPr>
            <a:spLocks noChangeArrowheads="1"/>
          </p:cNvSpPr>
          <p:nvPr/>
        </p:nvSpPr>
        <p:spPr bwMode="auto">
          <a:xfrm>
            <a:off x="5602826" y="3481126"/>
            <a:ext cx="252557"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63" name="Text Box 18">
            <a:extLst>
              <a:ext uri="{FF2B5EF4-FFF2-40B4-BE49-F238E27FC236}">
                <a16:creationId xmlns:a16="http://schemas.microsoft.com/office/drawing/2014/main" id="{699094A2-9766-9E45-B648-A0C9A204DC23}"/>
              </a:ext>
            </a:extLst>
          </p:cNvPr>
          <p:cNvSpPr txBox="1">
            <a:spLocks noChangeArrowheads="1"/>
          </p:cNvSpPr>
          <p:nvPr/>
        </p:nvSpPr>
        <p:spPr bwMode="auto">
          <a:xfrm>
            <a:off x="5954962" y="4409814"/>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4" name="Text Box 19">
            <a:extLst>
              <a:ext uri="{FF2B5EF4-FFF2-40B4-BE49-F238E27FC236}">
                <a16:creationId xmlns:a16="http://schemas.microsoft.com/office/drawing/2014/main" id="{A0CB5F19-41CE-384C-89A7-F398BA0A56D3}"/>
              </a:ext>
            </a:extLst>
          </p:cNvPr>
          <p:cNvSpPr txBox="1">
            <a:spLocks noChangeArrowheads="1"/>
          </p:cNvSpPr>
          <p:nvPr/>
        </p:nvSpPr>
        <p:spPr bwMode="auto">
          <a:xfrm>
            <a:off x="5928984" y="3760923"/>
            <a:ext cx="599657" cy="654413"/>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a:p>
            <a:pPr defTabSz="840642" fontAlgn="base">
              <a:spcBef>
                <a:spcPct val="0"/>
              </a:spcBef>
              <a:spcAft>
                <a:spcPct val="0"/>
              </a:spcAft>
            </a:pPr>
            <a:endParaRPr lang="en-US" sz="700" b="1" dirty="0">
              <a:solidFill>
                <a:srgbClr val="000000"/>
              </a:solidFill>
              <a:latin typeface="Arial" charset="0"/>
              <a:ea typeface="ＭＳ Ｐゴシック" pitchFamily="34" charset="-128"/>
              <a:cs typeface="Arial"/>
            </a:endParaRPr>
          </a:p>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  +</a:t>
            </a:r>
          </a:p>
        </p:txBody>
      </p:sp>
      <p:sp>
        <p:nvSpPr>
          <p:cNvPr id="65" name="Line 20">
            <a:extLst>
              <a:ext uri="{FF2B5EF4-FFF2-40B4-BE49-F238E27FC236}">
                <a16:creationId xmlns:a16="http://schemas.microsoft.com/office/drawing/2014/main" id="{B2EB3AE5-E74C-D540-9DFE-25DFA4319414}"/>
              </a:ext>
            </a:extLst>
          </p:cNvPr>
          <p:cNvSpPr>
            <a:spLocks noChangeShapeType="1"/>
          </p:cNvSpPr>
          <p:nvPr/>
        </p:nvSpPr>
        <p:spPr bwMode="auto">
          <a:xfrm>
            <a:off x="5472938" y="4854810"/>
            <a:ext cx="1130012" cy="0"/>
          </a:xfrm>
          <a:prstGeom prst="line">
            <a:avLst/>
          </a:prstGeom>
          <a:noFill/>
          <a:ln w="9525">
            <a:solidFill>
              <a:srgbClr val="000000"/>
            </a:solidFill>
            <a:round/>
            <a:headEnd/>
            <a:tailEnd/>
          </a:ln>
        </p:spPr>
        <p:txBody>
          <a:bodyPr lIns="84210" tIns="42105" rIns="84210" bIns="42105"/>
          <a:lstStyle/>
          <a:p>
            <a:pPr algn="r" eaLnBrk="0" fontAlgn="base" hangingPunct="0">
              <a:spcBef>
                <a:spcPct val="0"/>
              </a:spcBef>
              <a:spcAft>
                <a:spcPct val="0"/>
              </a:spcAft>
            </a:pPr>
            <a:endParaRPr kumimoji="1" lang="en-US" sz="1600" dirty="0">
              <a:solidFill>
                <a:srgbClr val="000000"/>
              </a:solidFill>
              <a:latin typeface="Comic Sans MS" pitchFamily="66" charset="0"/>
              <a:ea typeface="ＭＳ Ｐゴシック" pitchFamily="34" charset="-128"/>
              <a:cs typeface="Arial"/>
            </a:endParaRPr>
          </a:p>
        </p:txBody>
      </p:sp>
      <p:sp>
        <p:nvSpPr>
          <p:cNvPr id="66" name="Text Box 21">
            <a:extLst>
              <a:ext uri="{FF2B5EF4-FFF2-40B4-BE49-F238E27FC236}">
                <a16:creationId xmlns:a16="http://schemas.microsoft.com/office/drawing/2014/main" id="{8403B982-CDCB-DA45-8AD3-090549F049CB}"/>
              </a:ext>
            </a:extLst>
          </p:cNvPr>
          <p:cNvSpPr txBox="1">
            <a:spLocks noChangeArrowheads="1"/>
          </p:cNvSpPr>
          <p:nvPr/>
        </p:nvSpPr>
        <p:spPr bwMode="auto">
          <a:xfrm>
            <a:off x="5864041" y="4881599"/>
            <a:ext cx="599657" cy="315859"/>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$160</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extLst>
              <p:ext uri="{D42A27DB-BD31-4B8C-83A1-F6EECF244321}">
                <p14:modId xmlns:p14="http://schemas.microsoft.com/office/powerpoint/2010/main" val="2605735490"/>
              </p:ext>
            </p:extLst>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2/3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309C63DC-3AAB-724D-8699-60D54F567FB4}"/>
              </a:ext>
            </a:extLst>
          </p:cNvPr>
          <p:cNvSpPr txBox="1"/>
          <p:nvPr/>
        </p:nvSpPr>
        <p:spPr>
          <a:xfrm>
            <a:off x="5544770" y="2955464"/>
            <a:ext cx="493174" cy="338554"/>
          </a:xfrm>
          <a:prstGeom prst="rect">
            <a:avLst/>
          </a:prstGeom>
          <a:noFill/>
        </p:spPr>
        <p:txBody>
          <a:bodyPr wrap="square" rtlCol="0">
            <a:spAutoFit/>
          </a:bodyPr>
          <a:lstStyle/>
          <a:p>
            <a:r>
              <a:rPr lang="en-US" sz="1600" b="1" dirty="0">
                <a:latin typeface="Times" pitchFamily="2" charset="0"/>
              </a:rPr>
              <a:t>20</a:t>
            </a:r>
          </a:p>
        </p:txBody>
      </p:sp>
    </p:spTree>
    <p:extLst>
      <p:ext uri="{BB962C8B-B14F-4D97-AF65-F5344CB8AC3E}">
        <p14:creationId xmlns:p14="http://schemas.microsoft.com/office/powerpoint/2010/main" val="183104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2"/>
                                        </p:tgtEl>
                                        <p:attrNameLst>
                                          <p:attrName>style.visibility</p:attrName>
                                        </p:attrNameLst>
                                      </p:cBhvr>
                                      <p:to>
                                        <p:strVal val="visible"/>
                                      </p:to>
                                    </p:set>
                                    <p:animEffect transition="in" filter="blinds(horizontal)">
                                      <p:cBhvr>
                                        <p:cTn id="33"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61" grpId="0" animBg="1"/>
      <p:bldP spid="62" grpId="0" animBg="1"/>
      <p:bldP spid="63" grpId="0"/>
      <p:bldP spid="64" grpId="0"/>
      <p:bldP spid="65" grpId="0" animBg="1"/>
      <p:bldP spid="66" grpId="0"/>
      <p:bldP spid="6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chemeClr val="accent1">
              <a:lumMod val="60000"/>
              <a:lumOff val="40000"/>
            </a:schemeClr>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endParaRPr lang="en-US" sz="1500" b="1" dirty="0">
              <a:solidFill>
                <a:srgbClr val="000000"/>
              </a:solidFill>
              <a:latin typeface="Arial" charset="0"/>
              <a:ea typeface="ＭＳ Ｐゴシック" pitchFamily="34" charset="-128"/>
              <a:cs typeface="Arial"/>
            </a:endParaRP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1" name="AutoShape 16">
            <a:extLst>
              <a:ext uri="{FF2B5EF4-FFF2-40B4-BE49-F238E27FC236}">
                <a16:creationId xmlns:a16="http://schemas.microsoft.com/office/drawing/2014/main" id="{D483D6B9-DDCA-0549-B8B6-7DB8B51E335E}"/>
              </a:ext>
            </a:extLst>
          </p:cNvPr>
          <p:cNvSpPr>
            <a:spLocks noChangeArrowheads="1"/>
          </p:cNvSpPr>
          <p:nvPr/>
        </p:nvSpPr>
        <p:spPr bwMode="auto">
          <a:xfrm>
            <a:off x="5604268" y="4335400"/>
            <a:ext cx="252556"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62" name="AutoShape 17">
            <a:extLst>
              <a:ext uri="{FF2B5EF4-FFF2-40B4-BE49-F238E27FC236}">
                <a16:creationId xmlns:a16="http://schemas.microsoft.com/office/drawing/2014/main" id="{B000BA36-70C2-AB45-A5E2-FEC35AB59B58}"/>
              </a:ext>
            </a:extLst>
          </p:cNvPr>
          <p:cNvSpPr>
            <a:spLocks noChangeArrowheads="1"/>
          </p:cNvSpPr>
          <p:nvPr/>
        </p:nvSpPr>
        <p:spPr bwMode="auto">
          <a:xfrm>
            <a:off x="5602826" y="3481126"/>
            <a:ext cx="252557"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63" name="Text Box 18">
            <a:extLst>
              <a:ext uri="{FF2B5EF4-FFF2-40B4-BE49-F238E27FC236}">
                <a16:creationId xmlns:a16="http://schemas.microsoft.com/office/drawing/2014/main" id="{699094A2-9766-9E45-B648-A0C9A204DC23}"/>
              </a:ext>
            </a:extLst>
          </p:cNvPr>
          <p:cNvSpPr txBox="1">
            <a:spLocks noChangeArrowheads="1"/>
          </p:cNvSpPr>
          <p:nvPr/>
        </p:nvSpPr>
        <p:spPr bwMode="auto">
          <a:xfrm>
            <a:off x="5954962" y="4409814"/>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4" name="Text Box 19">
            <a:extLst>
              <a:ext uri="{FF2B5EF4-FFF2-40B4-BE49-F238E27FC236}">
                <a16:creationId xmlns:a16="http://schemas.microsoft.com/office/drawing/2014/main" id="{A0CB5F19-41CE-384C-89A7-F398BA0A56D3}"/>
              </a:ext>
            </a:extLst>
          </p:cNvPr>
          <p:cNvSpPr txBox="1">
            <a:spLocks noChangeArrowheads="1"/>
          </p:cNvSpPr>
          <p:nvPr/>
        </p:nvSpPr>
        <p:spPr bwMode="auto">
          <a:xfrm>
            <a:off x="5928984" y="3760923"/>
            <a:ext cx="599657" cy="654413"/>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a:p>
            <a:pPr defTabSz="840642" fontAlgn="base">
              <a:spcBef>
                <a:spcPct val="0"/>
              </a:spcBef>
              <a:spcAft>
                <a:spcPct val="0"/>
              </a:spcAft>
            </a:pPr>
            <a:endParaRPr lang="en-US" sz="700" b="1" dirty="0">
              <a:solidFill>
                <a:srgbClr val="000000"/>
              </a:solidFill>
              <a:latin typeface="Arial" charset="0"/>
              <a:ea typeface="ＭＳ Ｐゴシック" pitchFamily="34" charset="-128"/>
              <a:cs typeface="Arial"/>
            </a:endParaRPr>
          </a:p>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  +</a:t>
            </a:r>
          </a:p>
        </p:txBody>
      </p:sp>
      <p:sp>
        <p:nvSpPr>
          <p:cNvPr id="65" name="Line 20">
            <a:extLst>
              <a:ext uri="{FF2B5EF4-FFF2-40B4-BE49-F238E27FC236}">
                <a16:creationId xmlns:a16="http://schemas.microsoft.com/office/drawing/2014/main" id="{B2EB3AE5-E74C-D540-9DFE-25DFA4319414}"/>
              </a:ext>
            </a:extLst>
          </p:cNvPr>
          <p:cNvSpPr>
            <a:spLocks noChangeShapeType="1"/>
          </p:cNvSpPr>
          <p:nvPr/>
        </p:nvSpPr>
        <p:spPr bwMode="auto">
          <a:xfrm>
            <a:off x="5472938" y="4854810"/>
            <a:ext cx="1130012" cy="0"/>
          </a:xfrm>
          <a:prstGeom prst="line">
            <a:avLst/>
          </a:prstGeom>
          <a:noFill/>
          <a:ln w="9525">
            <a:solidFill>
              <a:srgbClr val="000000"/>
            </a:solidFill>
            <a:round/>
            <a:headEnd/>
            <a:tailEnd/>
          </a:ln>
        </p:spPr>
        <p:txBody>
          <a:bodyPr lIns="84210" tIns="42105" rIns="84210" bIns="42105"/>
          <a:lstStyle/>
          <a:p>
            <a:pPr algn="r" eaLnBrk="0" fontAlgn="base" hangingPunct="0">
              <a:spcBef>
                <a:spcPct val="0"/>
              </a:spcBef>
              <a:spcAft>
                <a:spcPct val="0"/>
              </a:spcAft>
            </a:pPr>
            <a:endParaRPr kumimoji="1" lang="en-US" sz="1600" dirty="0">
              <a:solidFill>
                <a:srgbClr val="000000"/>
              </a:solidFill>
              <a:latin typeface="Comic Sans MS" pitchFamily="66" charset="0"/>
              <a:ea typeface="ＭＳ Ｐゴシック" pitchFamily="34" charset="-128"/>
              <a:cs typeface="Arial"/>
            </a:endParaRPr>
          </a:p>
        </p:txBody>
      </p:sp>
      <p:sp>
        <p:nvSpPr>
          <p:cNvPr id="66" name="Text Box 21">
            <a:extLst>
              <a:ext uri="{FF2B5EF4-FFF2-40B4-BE49-F238E27FC236}">
                <a16:creationId xmlns:a16="http://schemas.microsoft.com/office/drawing/2014/main" id="{8403B982-CDCB-DA45-8AD3-090549F049CB}"/>
              </a:ext>
            </a:extLst>
          </p:cNvPr>
          <p:cNvSpPr txBox="1">
            <a:spLocks noChangeArrowheads="1"/>
          </p:cNvSpPr>
          <p:nvPr/>
        </p:nvSpPr>
        <p:spPr bwMode="auto">
          <a:xfrm>
            <a:off x="5864041" y="4881599"/>
            <a:ext cx="599657" cy="315859"/>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$240</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2/3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309C63DC-3AAB-724D-8699-60D54F567FB4}"/>
              </a:ext>
            </a:extLst>
          </p:cNvPr>
          <p:cNvSpPr txBox="1"/>
          <p:nvPr/>
        </p:nvSpPr>
        <p:spPr>
          <a:xfrm>
            <a:off x="5544770" y="2955464"/>
            <a:ext cx="493174" cy="338554"/>
          </a:xfrm>
          <a:prstGeom prst="rect">
            <a:avLst/>
          </a:prstGeom>
          <a:noFill/>
        </p:spPr>
        <p:txBody>
          <a:bodyPr wrap="square" rtlCol="0">
            <a:spAutoFit/>
          </a:bodyPr>
          <a:lstStyle/>
          <a:p>
            <a:r>
              <a:rPr lang="en-US" sz="1600" b="1" dirty="0">
                <a:latin typeface="Times" pitchFamily="2" charset="0"/>
              </a:rPr>
              <a:t>20</a:t>
            </a:r>
          </a:p>
        </p:txBody>
      </p:sp>
      <p:sp>
        <p:nvSpPr>
          <p:cNvPr id="25" name="AutoShape 17">
            <a:extLst>
              <a:ext uri="{FF2B5EF4-FFF2-40B4-BE49-F238E27FC236}">
                <a16:creationId xmlns:a16="http://schemas.microsoft.com/office/drawing/2014/main" id="{DD73E74B-9055-7D45-BBFF-288EE78082C4}"/>
              </a:ext>
            </a:extLst>
          </p:cNvPr>
          <p:cNvSpPr>
            <a:spLocks noChangeArrowheads="1"/>
          </p:cNvSpPr>
          <p:nvPr/>
        </p:nvSpPr>
        <p:spPr bwMode="auto">
          <a:xfrm>
            <a:off x="5601385" y="2622608"/>
            <a:ext cx="252557" cy="85554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cxnSp>
        <p:nvCxnSpPr>
          <p:cNvPr id="5" name="Straight Connector 4">
            <a:extLst>
              <a:ext uri="{FF2B5EF4-FFF2-40B4-BE49-F238E27FC236}">
                <a16:creationId xmlns:a16="http://schemas.microsoft.com/office/drawing/2014/main" id="{9A518A46-CA82-9240-9A80-7868E684636A}"/>
              </a:ext>
            </a:extLst>
          </p:cNvPr>
          <p:cNvCxnSpPr>
            <a:stCxn id="25" idx="1"/>
            <a:endCxn id="25" idx="3"/>
          </p:cNvCxnSpPr>
          <p:nvPr/>
        </p:nvCxnSpPr>
        <p:spPr>
          <a:xfrm>
            <a:off x="5601385" y="3050378"/>
            <a:ext cx="252557" cy="0"/>
          </a:xfrm>
          <a:prstGeom prst="line">
            <a:avLst/>
          </a:prstGeom>
          <a:ln w="19050">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8" name="Text Box 19">
            <a:extLst>
              <a:ext uri="{FF2B5EF4-FFF2-40B4-BE49-F238E27FC236}">
                <a16:creationId xmlns:a16="http://schemas.microsoft.com/office/drawing/2014/main" id="{990D09A1-642F-6044-9BAB-052A208E5D01}"/>
              </a:ext>
            </a:extLst>
          </p:cNvPr>
          <p:cNvSpPr txBox="1">
            <a:spLocks noChangeArrowheads="1"/>
          </p:cNvSpPr>
          <p:nvPr/>
        </p:nvSpPr>
        <p:spPr bwMode="auto">
          <a:xfrm>
            <a:off x="5928984" y="2873057"/>
            <a:ext cx="492257" cy="654413"/>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$80</a:t>
            </a:r>
          </a:p>
          <a:p>
            <a:pPr defTabSz="840642" fontAlgn="base">
              <a:spcBef>
                <a:spcPct val="0"/>
              </a:spcBef>
              <a:spcAft>
                <a:spcPct val="0"/>
              </a:spcAft>
            </a:pPr>
            <a:endParaRPr lang="en-US" sz="700" b="1" dirty="0">
              <a:solidFill>
                <a:srgbClr val="000000"/>
              </a:solidFill>
              <a:latin typeface="Arial" charset="0"/>
              <a:ea typeface="ＭＳ Ｐゴシック" pitchFamily="34" charset="-128"/>
              <a:cs typeface="Arial"/>
            </a:endParaRPr>
          </a:p>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  +</a:t>
            </a:r>
          </a:p>
        </p:txBody>
      </p:sp>
      <p:sp>
        <p:nvSpPr>
          <p:cNvPr id="29" name="AutoShape 6">
            <a:extLst>
              <a:ext uri="{FF2B5EF4-FFF2-40B4-BE49-F238E27FC236}">
                <a16:creationId xmlns:a16="http://schemas.microsoft.com/office/drawing/2014/main" id="{3D68A6A8-B610-824E-A89E-048F0462484E}"/>
              </a:ext>
            </a:extLst>
          </p:cNvPr>
          <p:cNvSpPr>
            <a:spLocks noChangeArrowheads="1"/>
          </p:cNvSpPr>
          <p:nvPr/>
        </p:nvSpPr>
        <p:spPr bwMode="auto">
          <a:xfrm>
            <a:off x="3205703" y="4335400"/>
            <a:ext cx="252557"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DA284E9-5904-B840-9D9F-4B2E84FA2101}"/>
                  </a:ext>
                </a:extLst>
              </p14:cNvPr>
              <p14:cNvContentPartPr/>
              <p14:nvPr/>
            </p14:nvContentPartPr>
            <p14:xfrm>
              <a:off x="2968920" y="3014280"/>
              <a:ext cx="3613680" cy="2400480"/>
            </p14:xfrm>
          </p:contentPart>
        </mc:Choice>
        <mc:Fallback xmlns="">
          <p:pic>
            <p:nvPicPr>
              <p:cNvPr id="4" name="Ink 3">
                <a:extLst>
                  <a:ext uri="{FF2B5EF4-FFF2-40B4-BE49-F238E27FC236}">
                    <a16:creationId xmlns:a16="http://schemas.microsoft.com/office/drawing/2014/main" id="{CDA284E9-5904-B840-9D9F-4B2E84FA2101}"/>
                  </a:ext>
                </a:extLst>
              </p:cNvPr>
              <p:cNvPicPr/>
              <p:nvPr/>
            </p:nvPicPr>
            <p:blipFill>
              <a:blip r:embed="rId3"/>
              <a:stretch>
                <a:fillRect/>
              </a:stretch>
            </p:blipFill>
            <p:spPr>
              <a:xfrm>
                <a:off x="2959560" y="3004920"/>
                <a:ext cx="3632400" cy="2419200"/>
              </a:xfrm>
              <a:prstGeom prst="rect">
                <a:avLst/>
              </a:prstGeom>
            </p:spPr>
          </p:pic>
        </mc:Fallback>
      </mc:AlternateContent>
    </p:spTree>
    <p:extLst>
      <p:ext uri="{BB962C8B-B14F-4D97-AF65-F5344CB8AC3E}">
        <p14:creationId xmlns:p14="http://schemas.microsoft.com/office/powerpoint/2010/main" val="1161391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2"/>
                                        </p:tgtEl>
                                        <p:attrNameLst>
                                          <p:attrName>style.visibility</p:attrName>
                                        </p:attrNameLst>
                                      </p:cBhvr>
                                      <p:to>
                                        <p:strVal val="visible"/>
                                      </p:to>
                                    </p:set>
                                    <p:animEffect transition="in" filter="blinds(horizontal)">
                                      <p:cBhvr>
                                        <p:cTn id="33" dur="500"/>
                                        <p:tgtEl>
                                          <p:spTgt spid="7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61" grpId="0" animBg="1"/>
      <p:bldP spid="62" grpId="0" animBg="1"/>
      <p:bldP spid="63" grpId="0"/>
      <p:bldP spid="64" grpId="0"/>
      <p:bldP spid="65" grpId="0" animBg="1"/>
      <p:bldP spid="66" grpId="0"/>
      <p:bldP spid="69" grpId="0"/>
      <p:bldP spid="25" grpId="0" animBg="1"/>
      <p:bldP spid="2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8C3E9-CC98-9A40-8B07-0B09E6E84E26}"/>
              </a:ext>
            </a:extLst>
          </p:cNvPr>
          <p:cNvSpPr>
            <a:spLocks noGrp="1"/>
          </p:cNvSpPr>
          <p:nvPr>
            <p:ph type="title"/>
          </p:nvPr>
        </p:nvSpPr>
        <p:spPr/>
        <p:txBody>
          <a:bodyPr/>
          <a:lstStyle/>
          <a:p>
            <a:r>
              <a:rPr lang="en-US" dirty="0"/>
              <a:t>Fractional Knapsack problem</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09458A-F3D5-C542-A466-B071D894DFE2}"/>
                  </a:ext>
                </a:extLst>
              </p:cNvPr>
              <p:cNvSpPr txBox="1"/>
              <p:nvPr/>
            </p:nvSpPr>
            <p:spPr>
              <a:xfrm>
                <a:off x="1576346" y="1900166"/>
                <a:ext cx="6607534" cy="4375813"/>
              </a:xfrm>
              <a:prstGeom prst="rect">
                <a:avLst/>
              </a:prstGeom>
              <a:solidFill>
                <a:srgbClr val="ECECEC"/>
              </a:solidFill>
            </p:spPr>
            <p:txBody>
              <a:bodyPr wrap="square" rtlCol="0">
                <a:spAutoFit/>
              </a:bodyPr>
              <a:lstStyle/>
              <a:p>
                <a:r>
                  <a:rPr lang="en-US" sz="2000" dirty="0">
                    <a:latin typeface="Times" pitchFamily="2" charset="0"/>
                  </a:rPr>
                  <a:t>Greedy-Fractional-Knapsack (</a:t>
                </a:r>
                <a14:m>
                  <m:oMath xmlns:m="http://schemas.openxmlformats.org/officeDocument/2006/math">
                    <m:r>
                      <a:rPr lang="en-US" sz="2000" b="0" i="1" dirty="0" smtClean="0">
                        <a:latin typeface="Cambria Math" panose="02040503050406030204" pitchFamily="18" charset="0"/>
                      </a:rPr>
                      <m:t>𝑊</m:t>
                    </m:r>
                    <m:d>
                      <m:dPr>
                        <m:begChr m:val="["/>
                        <m:endChr m:val="]"/>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𝑤</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𝑤</m:t>
                            </m:r>
                          </m:e>
                          <m:sub>
                            <m:r>
                              <a:rPr lang="en-US" sz="2000" b="0" i="1" dirty="0" smtClean="0">
                                <a:latin typeface="Cambria Math" panose="02040503050406030204" pitchFamily="18" charset="0"/>
                              </a:rPr>
                              <m:t>𝑛</m:t>
                            </m:r>
                          </m:sub>
                        </m:sSub>
                      </m:e>
                    </m:d>
                    <m:r>
                      <a:rPr lang="en-US" sz="2000" i="1" dirty="0" smtClean="0">
                        <a:latin typeface="Cambria Math" panose="02040503050406030204" pitchFamily="18" charset="0"/>
                      </a:rPr>
                      <m:t>, </m:t>
                    </m:r>
                    <m:r>
                      <a:rPr lang="en-US" sz="2000" b="0" i="1" dirty="0" smtClean="0">
                        <a:latin typeface="Cambria Math" panose="02040503050406030204" pitchFamily="18" charset="0"/>
                      </a:rPr>
                      <m:t>𝑉</m:t>
                    </m:r>
                    <m:d>
                      <m:dPr>
                        <m:begChr m:val="["/>
                        <m:endChr m:val="]"/>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𝑛</m:t>
                            </m:r>
                          </m:sub>
                        </m:sSub>
                      </m:e>
                    </m:d>
                    <m:r>
                      <a:rPr lang="en-US" sz="2000" b="0" i="1" dirty="0" smtClean="0">
                        <a:latin typeface="Cambria Math" panose="02040503050406030204" pitchFamily="18" charset="0"/>
                      </a:rPr>
                      <m:t>, </m:t>
                    </m:r>
                    <m:r>
                      <a:rPr lang="en-US" sz="2000" b="0" i="1" dirty="0" smtClean="0">
                        <a:latin typeface="Cambria Math" panose="02040503050406030204" pitchFamily="18" charset="0"/>
                      </a:rPr>
                      <m:t>𝐶</m:t>
                    </m:r>
                  </m:oMath>
                </a14:m>
                <a:r>
                  <a:rPr lang="en-US" sz="2000" dirty="0">
                    <a:latin typeface="Times" pitchFamily="2" charset="0"/>
                  </a:rPr>
                  <a:t>)</a:t>
                </a:r>
              </a:p>
              <a:p>
                <a:endParaRPr lang="en-US" sz="1000" i="1" dirty="0">
                  <a:latin typeface="Times" pitchFamily="2" charset="0"/>
                </a:endParaRPr>
              </a:p>
              <a:p>
                <a:pPr marL="457200" indent="-457200">
                  <a:buAutoNum type="arabicPlain"/>
                </a:pPr>
                <a:r>
                  <a:rPr lang="en-US" dirty="0">
                    <a:latin typeface="Times" pitchFamily="2" charset="0"/>
                  </a:rPr>
                  <a:t>sort arrays </a:t>
                </a:r>
                <a14:m>
                  <m:oMath xmlns:m="http://schemas.openxmlformats.org/officeDocument/2006/math">
                    <m:r>
                      <a:rPr lang="en-US" b="0" i="1" dirty="0" smtClean="0">
                        <a:latin typeface="Cambria Math" panose="02040503050406030204" pitchFamily="18" charset="0"/>
                      </a:rPr>
                      <m:t>𝑊</m:t>
                    </m:r>
                    <m:r>
                      <a:rPr lang="en-US" b="0" i="1" dirty="0" smtClean="0">
                        <a:latin typeface="Cambria Math" panose="02040503050406030204" pitchFamily="18" charset="0"/>
                      </a:rPr>
                      <m:t> </m:t>
                    </m:r>
                  </m:oMath>
                </a14:m>
                <a:r>
                  <a:rPr lang="en-US" dirty="0">
                    <a:latin typeface="Times" pitchFamily="2" charset="0"/>
                  </a:rPr>
                  <a:t>and </a:t>
                </a:r>
                <a14:m>
                  <m:oMath xmlns:m="http://schemas.openxmlformats.org/officeDocument/2006/math">
                    <m:r>
                      <a:rPr lang="en-US" b="0" i="1" dirty="0" smtClean="0">
                        <a:latin typeface="Cambria Math" panose="02040503050406030204" pitchFamily="18" charset="0"/>
                      </a:rPr>
                      <m:t>𝑉</m:t>
                    </m:r>
                  </m:oMath>
                </a14:m>
                <a:r>
                  <a:rPr lang="en-US" dirty="0">
                    <a:latin typeface="Times" pitchFamily="2" charset="0"/>
                  </a:rPr>
                  <a:t> based on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𝑤</m:t>
                        </m:r>
                      </m:e>
                      <m:sub>
                        <m:r>
                          <a:rPr lang="en-US" b="0" i="1" dirty="0" smtClean="0">
                            <a:latin typeface="Cambria Math" panose="02040503050406030204" pitchFamily="18" charset="0"/>
                          </a:rPr>
                          <m:t>𝑖</m:t>
                        </m:r>
                      </m:sub>
                    </m:sSub>
                  </m:oMath>
                </a14:m>
                <a:r>
                  <a:rPr lang="en-US" dirty="0">
                    <a:latin typeface="Times" pitchFamily="2" charset="0"/>
                  </a:rPr>
                  <a:t> for each item </a:t>
                </a:r>
                <a14:m>
                  <m:oMath xmlns:m="http://schemas.openxmlformats.org/officeDocument/2006/math">
                    <m:r>
                      <a:rPr lang="en-US" i="1">
                        <a:latin typeface="Cambria Math" panose="02040503050406030204" pitchFamily="18" charset="0"/>
                      </a:rPr>
                      <m:t>𝑖</m:t>
                    </m:r>
                  </m:oMath>
                </a14:m>
                <a:endParaRPr lang="en-US" dirty="0">
                  <a:latin typeface="Times" pitchFamily="2" charset="0"/>
                </a:endParaRPr>
              </a:p>
              <a:p>
                <a:pPr marL="457200" indent="-457200">
                  <a:buFontTx/>
                  <a:buAutoNum type="arabicPlain"/>
                </a:pPr>
                <a:r>
                  <a:rPr lang="en-US" dirty="0">
                    <a:latin typeface="Times" pitchFamily="2" charset="0"/>
                  </a:rPr>
                  <a:t>for  </a:t>
                </a:r>
                <a14:m>
                  <m:oMath xmlns:m="http://schemas.openxmlformats.org/officeDocument/2006/math">
                    <m:r>
                      <a:rPr lang="en-US" b="0" i="1" smtClean="0">
                        <a:latin typeface="Cambria Math" panose="02040503050406030204" pitchFamily="18" charset="0"/>
                      </a:rPr>
                      <m:t>𝑖</m:t>
                    </m:r>
                    <m:r>
                      <a:rPr lang="en-US" i="1">
                        <a:latin typeface="Cambria Math" panose="02040503050406030204" pitchFamily="18" charset="0"/>
                      </a:rPr>
                      <m:t>        </m:t>
                    </m:r>
                    <m:r>
                      <a:rPr lang="en-US" b="0" i="1" smtClean="0">
                        <a:latin typeface="Cambria Math" panose="02040503050406030204" pitchFamily="18" charset="0"/>
                      </a:rPr>
                      <m:t>1</m:t>
                    </m:r>
                  </m:oMath>
                </a14:m>
                <a:r>
                  <a:rPr lang="en-US" dirty="0">
                    <a:latin typeface="Times" pitchFamily="2" charset="0"/>
                  </a:rPr>
                  <a:t> to </a:t>
                </a:r>
                <a14:m>
                  <m:oMath xmlns:m="http://schemas.openxmlformats.org/officeDocument/2006/math">
                    <m:r>
                      <a:rPr lang="en-US" i="1">
                        <a:latin typeface="Cambria Math" panose="02040503050406030204" pitchFamily="18" charset="0"/>
                      </a:rPr>
                      <m:t>𝑛</m:t>
                    </m:r>
                  </m:oMath>
                </a14:m>
                <a:endParaRPr lang="en-US" dirty="0">
                  <a:latin typeface="Times" pitchFamily="2" charset="0"/>
                </a:endParaRPr>
              </a:p>
              <a:p>
                <a:pPr marL="457200" indent="-457200">
                  <a:buFontTx/>
                  <a:buAutoNum type="arabicPlain"/>
                </a:pPr>
                <a:r>
                  <a:rPr lang="en-US" dirty="0">
                    <a:latin typeface="Times" pitchFamily="2" charset="0"/>
                  </a:rPr>
                  <a:t>         </a:t>
                </a:r>
                <a14:m>
                  <m:oMath xmlns:m="http://schemas.openxmlformats.org/officeDocument/2006/math">
                    <m:r>
                      <a:rPr lang="en-US" i="1">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         0</m:t>
                    </m:r>
                  </m:oMath>
                </a14:m>
                <a:endParaRPr lang="en-US" dirty="0">
                  <a:latin typeface="Times" pitchFamily="2" charset="0"/>
                </a:endParaRPr>
              </a:p>
              <a:p>
                <a:pPr marL="457200" indent="-457200">
                  <a:buFontTx/>
                  <a:buAutoNum type="arabicPlain"/>
                </a:pPr>
                <a:r>
                  <a:rPr lang="en-US" dirty="0">
                    <a:latin typeface="Times" pitchFamily="2" charset="0"/>
                  </a:rPr>
                  <a:t> </a:t>
                </a:r>
                <a14:m>
                  <m:oMath xmlns:m="http://schemas.openxmlformats.org/officeDocument/2006/math">
                    <m:r>
                      <a:rPr lang="en-US" i="1">
                        <a:latin typeface="Cambria Math" panose="02040503050406030204" pitchFamily="18" charset="0"/>
                      </a:rPr>
                      <m:t>𝑗</m:t>
                    </m:r>
                    <m:r>
                      <a:rPr lang="en-US" i="1">
                        <a:latin typeface="Cambria Math" panose="02040503050406030204" pitchFamily="18" charset="0"/>
                      </a:rPr>
                      <m:t>        1</m:t>
                    </m:r>
                  </m:oMath>
                </a14:m>
                <a:endParaRPr lang="en-US" dirty="0">
                  <a:latin typeface="Times" pitchFamily="2" charset="0"/>
                </a:endParaRPr>
              </a:p>
              <a:p>
                <a:pPr marL="457200" indent="-457200">
                  <a:buFontTx/>
                  <a:buAutoNum type="arabicPlain"/>
                </a:pPr>
                <a:r>
                  <a:rPr lang="en-US" dirty="0">
                    <a:latin typeface="Times" pitchFamily="2" charset="0"/>
                  </a:rPr>
                  <a:t>while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&gt;0 </m:t>
                    </m:r>
                    <m:r>
                      <a:rPr lang="en-US" b="0" i="1" smtClean="0">
                        <a:latin typeface="Cambria Math" panose="02040503050406030204" pitchFamily="18" charset="0"/>
                      </a:rPr>
                      <m:t>𝑎𝑛𝑑</m:t>
                    </m:r>
                    <m:r>
                      <a:rPr lang="en-US" i="1">
                        <a:latin typeface="Cambria Math" panose="02040503050406030204" pitchFamily="18" charset="0"/>
                      </a:rPr>
                      <m:t> </m:t>
                    </m:r>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latin typeface="Times" pitchFamily="2" charset="0"/>
                </a:endParaRPr>
              </a:p>
              <a:p>
                <a:pPr marL="457200" indent="-457200">
                  <a:buFontTx/>
                  <a:buAutoNum type="arabicPlain"/>
                </a:pPr>
                <a:r>
                  <a:rPr lang="en-US" dirty="0">
                    <a:latin typeface="Times" pitchFamily="2" charset="0"/>
                  </a:rPr>
                  <a:t>          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𝐶</m:t>
                    </m:r>
                    <m:r>
                      <a:rPr lang="en-US" i="1">
                        <a:latin typeface="Cambria Math" panose="02040503050406030204" pitchFamily="18" charset="0"/>
                      </a:rPr>
                      <m:t> </m:t>
                    </m:r>
                  </m:oMath>
                </a14:m>
                <a:endParaRPr lang="en-US" dirty="0">
                  <a:latin typeface="Times" pitchFamily="2" charset="0"/>
                </a:endParaRPr>
              </a:p>
              <a:p>
                <a:pPr marL="457200" indent="-457200">
                  <a:buFontTx/>
                  <a:buAutoNum type="arabicPlain"/>
                </a:pPr>
                <a:r>
                  <a:rPr lang="en-US" dirty="0">
                    <a:latin typeface="Times" pitchFamily="2" charset="0"/>
                  </a:rPr>
                  <a:t> 	            </a:t>
                </a:r>
                <a14:m>
                  <m:oMath xmlns:m="http://schemas.openxmlformats.org/officeDocument/2006/math">
                    <m:r>
                      <a:rPr lang="en-US" i="1">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        1</m:t>
                    </m:r>
                  </m:oMath>
                </a14:m>
                <a:endParaRPr lang="en-US" dirty="0">
                  <a:latin typeface="Times" pitchFamily="2" charset="0"/>
                </a:endParaRPr>
              </a:p>
              <a:p>
                <a:pPr marL="457200" indent="-457200">
                  <a:buFontTx/>
                  <a:buAutoNum type="arabicPlain"/>
                </a:pPr>
                <a:r>
                  <a:rPr lang="en-US" dirty="0">
                    <a:latin typeface="Times" pitchFamily="2" charset="0"/>
                  </a:rPr>
                  <a:t>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oMath>
                </a14:m>
                <a:endParaRPr lang="en-US" dirty="0">
                  <a:latin typeface="Times" pitchFamily="2" charset="0"/>
                </a:endParaRPr>
              </a:p>
              <a:p>
                <a:pPr marL="457200" indent="-457200">
                  <a:buFontTx/>
                  <a:buAutoNum type="arabicPlain"/>
                </a:pPr>
                <a:r>
                  <a:rPr lang="en-US" dirty="0">
                    <a:latin typeface="Times" pitchFamily="2" charset="0"/>
                  </a:rPr>
                  <a:t> 	   else</a:t>
                </a:r>
              </a:p>
              <a:p>
                <a:pPr marL="457200" indent="-457200">
                  <a:buFontTx/>
                  <a:buAutoNum type="arabicPlain"/>
                </a:pPr>
                <a:r>
                  <a:rPr lang="en-US" dirty="0">
                    <a:latin typeface="Times" pitchFamily="2" charset="0"/>
                  </a:rPr>
                  <a:t> 	             </a:t>
                </a:r>
                <a14:m>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oMath>
                </a14:m>
                <a:endParaRPr lang="en-US" dirty="0">
                  <a:latin typeface="Times" pitchFamily="2" charset="0"/>
                </a:endParaRPr>
              </a:p>
              <a:p>
                <a:pPr marL="457200" indent="-457200">
                  <a:buFontTx/>
                  <a:buAutoNum type="arabicPlain"/>
                </a:pPr>
                <a:r>
                  <a:rPr lang="en-US" dirty="0">
                    <a:latin typeface="Times" pitchFamily="2" charset="0"/>
                  </a:rPr>
                  <a:t> 	             </a:t>
                </a:r>
                <a14:m>
                  <m:oMath xmlns:m="http://schemas.openxmlformats.org/officeDocument/2006/math">
                    <m:r>
                      <a:rPr lang="en-US" b="0" i="1" smtClean="0">
                        <a:latin typeface="Cambria Math" panose="02040503050406030204" pitchFamily="18" charset="0"/>
                      </a:rPr>
                      <m:t>𝐶</m:t>
                    </m:r>
                    <m:r>
                      <a:rPr lang="en-US" i="1">
                        <a:latin typeface="Cambria Math" panose="02040503050406030204" pitchFamily="18" charset="0"/>
                      </a:rPr>
                      <m:t>        </m:t>
                    </m:r>
                    <m:r>
                      <a:rPr lang="en-US" b="0" i="1" smtClean="0">
                        <a:latin typeface="Cambria Math" panose="02040503050406030204" pitchFamily="18" charset="0"/>
                      </a:rPr>
                      <m:t>0</m:t>
                    </m:r>
                  </m:oMath>
                </a14:m>
                <a:endParaRPr lang="en-US" b="0" dirty="0">
                  <a:latin typeface="Times" pitchFamily="2" charset="0"/>
                </a:endParaRPr>
              </a:p>
              <a:p>
                <a:pPr marL="457200" indent="-457200">
                  <a:buFontTx/>
                  <a:buAutoNum type="arabicPlain"/>
                </a:pPr>
                <a:r>
                  <a:rPr lang="en-US" dirty="0">
                    <a:latin typeface="Times" pitchFamily="2" charset="0"/>
                  </a:rPr>
                  <a:t> 	   </a:t>
                </a:r>
                <a14:m>
                  <m:oMath xmlns:m="http://schemas.openxmlformats.org/officeDocument/2006/math">
                    <m:r>
                      <a:rPr lang="en-US" i="1">
                        <a:latin typeface="Cambria Math" panose="02040503050406030204" pitchFamily="18" charset="0"/>
                      </a:rPr>
                      <m:t>𝑗</m:t>
                    </m:r>
                    <m:r>
                      <a:rPr lang="en-US" i="1">
                        <a:latin typeface="Cambria Math" panose="02040503050406030204" pitchFamily="18" charset="0"/>
                      </a:rPr>
                      <m:t>        </m:t>
                    </m:r>
                    <m:r>
                      <a:rPr lang="en-US" b="0" i="1" smtClean="0">
                        <a:latin typeface="Cambria Math" panose="02040503050406030204" pitchFamily="18" charset="0"/>
                      </a:rPr>
                      <m:t>𝑗</m:t>
                    </m:r>
                    <m:r>
                      <a:rPr lang="en-US" b="0" i="1" smtClean="0">
                        <a:latin typeface="Cambria Math" panose="02040503050406030204" pitchFamily="18" charset="0"/>
                      </a:rPr>
                      <m:t>+1</m:t>
                    </m:r>
                  </m:oMath>
                </a14:m>
                <a:endParaRPr lang="en-US" dirty="0">
                  <a:latin typeface="Times" pitchFamily="2" charset="0"/>
                </a:endParaRPr>
              </a:p>
              <a:p>
                <a:pPr marL="457200" indent="-457200">
                  <a:buFontTx/>
                  <a:buAutoNum type="arabicPlain"/>
                </a:pPr>
                <a:r>
                  <a:rPr lang="en-US" dirty="0">
                    <a:latin typeface="Times" pitchFamily="2" charset="0"/>
                  </a:rPr>
                  <a:t>return </a:t>
                </a:r>
                <a14:m>
                  <m:oMath xmlns:m="http://schemas.openxmlformats.org/officeDocument/2006/math">
                    <m:r>
                      <a:rPr lang="en-US" i="1">
                        <a:latin typeface="Cambria Math" panose="02040503050406030204" pitchFamily="18" charset="0"/>
                      </a:rPr>
                      <m:t>𝐴</m:t>
                    </m:r>
                  </m:oMath>
                </a14:m>
                <a:endParaRPr lang="en-US" dirty="0">
                  <a:latin typeface="Times" pitchFamily="2" charset="0"/>
                </a:endParaRPr>
              </a:p>
            </p:txBody>
          </p:sp>
        </mc:Choice>
        <mc:Fallback xmlns="">
          <p:sp>
            <p:nvSpPr>
              <p:cNvPr id="4" name="TextBox 3">
                <a:extLst>
                  <a:ext uri="{FF2B5EF4-FFF2-40B4-BE49-F238E27FC236}">
                    <a16:creationId xmlns:a16="http://schemas.microsoft.com/office/drawing/2014/main" id="{BE09458A-F3D5-C542-A466-B071D894DFE2}"/>
                  </a:ext>
                </a:extLst>
              </p:cNvPr>
              <p:cNvSpPr txBox="1">
                <a:spLocks noRot="1" noChangeAspect="1" noMove="1" noResize="1" noEditPoints="1" noAdjustHandles="1" noChangeArrowheads="1" noChangeShapeType="1" noTextEdit="1"/>
              </p:cNvSpPr>
              <p:nvPr/>
            </p:nvSpPr>
            <p:spPr>
              <a:xfrm>
                <a:off x="1576346" y="1900166"/>
                <a:ext cx="6607534" cy="4375813"/>
              </a:xfrm>
              <a:prstGeom prst="rect">
                <a:avLst/>
              </a:prstGeom>
              <a:blipFill>
                <a:blip r:embed="rId2"/>
                <a:stretch>
                  <a:fillRect l="-960" t="-8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B836E60-D32F-FB4A-92B8-4A6A3285B711}"/>
                  </a:ext>
                </a:extLst>
              </p:cNvPr>
              <p:cNvSpPr txBox="1"/>
              <p:nvPr/>
            </p:nvSpPr>
            <p:spPr>
              <a:xfrm>
                <a:off x="1481726" y="6373368"/>
                <a:ext cx="6202017" cy="369332"/>
              </a:xfrm>
              <a:prstGeom prst="rect">
                <a:avLst/>
              </a:prstGeom>
              <a:noFill/>
            </p:spPr>
            <p:txBody>
              <a:bodyPr wrap="square" rtlCol="0">
                <a:spAutoFit/>
              </a:bodyPr>
              <a:lstStyle/>
              <a:p>
                <a:r>
                  <a:rPr lang="en-US" dirty="0">
                    <a:latin typeface="Times" pitchFamily="2" charset="0"/>
                  </a:rPr>
                  <a:t>Running time is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err="1" smtClean="0">
                        <a:latin typeface="Cambria Math" panose="02040503050406030204" pitchFamily="18" charset="0"/>
                      </a:rPr>
                      <m:t>𝑛𝑙𝑜𝑔𝑛</m:t>
                    </m:r>
                    <m:r>
                      <a:rPr lang="en-US" i="1" dirty="0" smtClean="0">
                        <a:latin typeface="Cambria Math" panose="02040503050406030204" pitchFamily="18" charset="0"/>
                      </a:rPr>
                      <m:t>)</m:t>
                    </m:r>
                  </m:oMath>
                </a14:m>
                <a:r>
                  <a:rPr lang="en-US" dirty="0"/>
                  <a:t> </a:t>
                </a:r>
                <a:r>
                  <a:rPr lang="en-US" dirty="0">
                    <a:sym typeface="Wingdings" pitchFamily="2" charset="2"/>
                  </a:rPr>
                  <a:t> </a:t>
                </a:r>
                <a:r>
                  <a:rPr lang="en-US" i="0" dirty="0">
                    <a:latin typeface="Times" pitchFamily="2" charset="0"/>
                    <a:sym typeface="Wingdings" pitchFamily="2" charset="2"/>
                  </a:rPr>
                  <a:t>from sorting operation</a:t>
                </a:r>
                <a:endParaRPr lang="en-US" dirty="0">
                  <a:latin typeface="Times" pitchFamily="2" charset="0"/>
                </a:endParaRPr>
              </a:p>
            </p:txBody>
          </p:sp>
        </mc:Choice>
        <mc:Fallback xmlns="">
          <p:sp>
            <p:nvSpPr>
              <p:cNvPr id="5" name="TextBox 4">
                <a:extLst>
                  <a:ext uri="{FF2B5EF4-FFF2-40B4-BE49-F238E27FC236}">
                    <a16:creationId xmlns:a16="http://schemas.microsoft.com/office/drawing/2014/main" id="{BB836E60-D32F-FB4A-92B8-4A6A3285B711}"/>
                  </a:ext>
                </a:extLst>
              </p:cNvPr>
              <p:cNvSpPr txBox="1">
                <a:spLocks noRot="1" noChangeAspect="1" noMove="1" noResize="1" noEditPoints="1" noAdjustHandles="1" noChangeArrowheads="1" noChangeShapeType="1" noTextEdit="1"/>
              </p:cNvSpPr>
              <p:nvPr/>
            </p:nvSpPr>
            <p:spPr>
              <a:xfrm>
                <a:off x="1481726" y="6373368"/>
                <a:ext cx="6202017" cy="369332"/>
              </a:xfrm>
              <a:prstGeom prst="rect">
                <a:avLst/>
              </a:prstGeom>
              <a:blipFill>
                <a:blip r:embed="rId3"/>
                <a:stretch>
                  <a:fillRect l="-818" t="-10345" b="-27586"/>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6721CC53-AA60-6E4F-9184-7B07B3ABD758}"/>
              </a:ext>
            </a:extLst>
          </p:cNvPr>
          <p:cNvCxnSpPr>
            <a:cxnSpLocks/>
          </p:cNvCxnSpPr>
          <p:nvPr/>
        </p:nvCxnSpPr>
        <p:spPr>
          <a:xfrm flipH="1">
            <a:off x="2608026" y="2832255"/>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E4B7239F-2604-0A45-B19A-9C614A868D43}"/>
              </a:ext>
            </a:extLst>
          </p:cNvPr>
          <p:cNvCxnSpPr>
            <a:cxnSpLocks/>
          </p:cNvCxnSpPr>
          <p:nvPr/>
        </p:nvCxnSpPr>
        <p:spPr>
          <a:xfrm flipH="1">
            <a:off x="3074370" y="3106575"/>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D9808739-6647-D540-837D-70B4827A63FF}"/>
              </a:ext>
            </a:extLst>
          </p:cNvPr>
          <p:cNvCxnSpPr>
            <a:cxnSpLocks/>
          </p:cNvCxnSpPr>
          <p:nvPr/>
        </p:nvCxnSpPr>
        <p:spPr>
          <a:xfrm flipH="1">
            <a:off x="2278842" y="3380895"/>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91ED2E66-526B-794B-A529-04DDDEC9E7EC}"/>
              </a:ext>
            </a:extLst>
          </p:cNvPr>
          <p:cNvCxnSpPr>
            <a:cxnSpLocks/>
          </p:cNvCxnSpPr>
          <p:nvPr/>
        </p:nvCxnSpPr>
        <p:spPr>
          <a:xfrm flipH="1">
            <a:off x="3668730" y="4212999"/>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A9FF0D6B-9A2D-5546-9CAC-A7EAC345E891}"/>
              </a:ext>
            </a:extLst>
          </p:cNvPr>
          <p:cNvCxnSpPr>
            <a:cxnSpLocks/>
          </p:cNvCxnSpPr>
          <p:nvPr/>
        </p:nvCxnSpPr>
        <p:spPr>
          <a:xfrm flipH="1">
            <a:off x="3449274" y="4496463"/>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940E2FD4-F8CA-4F4B-BCE7-9E7AB94D8ADB}"/>
              </a:ext>
            </a:extLst>
          </p:cNvPr>
          <p:cNvCxnSpPr>
            <a:cxnSpLocks/>
          </p:cNvCxnSpPr>
          <p:nvPr/>
        </p:nvCxnSpPr>
        <p:spPr>
          <a:xfrm flipH="1">
            <a:off x="3716436" y="5081679"/>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0812588E-CEA5-D24B-8491-E6E0ED684328}"/>
              </a:ext>
            </a:extLst>
          </p:cNvPr>
          <p:cNvCxnSpPr>
            <a:cxnSpLocks/>
          </p:cNvCxnSpPr>
          <p:nvPr/>
        </p:nvCxnSpPr>
        <p:spPr>
          <a:xfrm flipH="1">
            <a:off x="3487836" y="5355999"/>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3F24639A-15AE-1F40-B6F2-5335BA807812}"/>
              </a:ext>
            </a:extLst>
          </p:cNvPr>
          <p:cNvCxnSpPr>
            <a:cxnSpLocks/>
          </p:cNvCxnSpPr>
          <p:nvPr/>
        </p:nvCxnSpPr>
        <p:spPr>
          <a:xfrm flipH="1">
            <a:off x="2856900" y="5648607"/>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9B22196-2AA8-C542-ACAA-C5147B203B74}"/>
                  </a:ext>
                </a:extLst>
              </p14:cNvPr>
              <p14:cNvContentPartPr/>
              <p14:nvPr/>
            </p14:nvContentPartPr>
            <p14:xfrm>
              <a:off x="849960" y="2159640"/>
              <a:ext cx="10677240" cy="4064040"/>
            </p14:xfrm>
          </p:contentPart>
        </mc:Choice>
        <mc:Fallback xmlns="">
          <p:pic>
            <p:nvPicPr>
              <p:cNvPr id="3" name="Ink 2">
                <a:extLst>
                  <a:ext uri="{FF2B5EF4-FFF2-40B4-BE49-F238E27FC236}">
                    <a16:creationId xmlns:a16="http://schemas.microsoft.com/office/drawing/2014/main" id="{99B22196-2AA8-C542-ACAA-C5147B203B74}"/>
                  </a:ext>
                </a:extLst>
              </p:cNvPr>
              <p:cNvPicPr/>
              <p:nvPr/>
            </p:nvPicPr>
            <p:blipFill>
              <a:blip r:embed="rId5"/>
              <a:stretch>
                <a:fillRect/>
              </a:stretch>
            </p:blipFill>
            <p:spPr>
              <a:xfrm>
                <a:off x="840600" y="2150280"/>
                <a:ext cx="10695960" cy="4082760"/>
              </a:xfrm>
              <a:prstGeom prst="rect">
                <a:avLst/>
              </a:prstGeom>
            </p:spPr>
          </p:pic>
        </mc:Fallback>
      </mc:AlternateContent>
    </p:spTree>
    <p:extLst>
      <p:ext uri="{BB962C8B-B14F-4D97-AF65-F5344CB8AC3E}">
        <p14:creationId xmlns:p14="http://schemas.microsoft.com/office/powerpoint/2010/main" val="2682502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6E154F-BFD4-2349-94EE-A34790ABA0DA}"/>
              </a:ext>
            </a:extLst>
          </p:cNvPr>
          <p:cNvSpPr>
            <a:spLocks noGrp="1"/>
          </p:cNvSpPr>
          <p:nvPr>
            <p:ph idx="1"/>
          </p:nvPr>
        </p:nvSpPr>
        <p:spPr/>
        <p:txBody>
          <a:bodyPr/>
          <a:lstStyle/>
          <a:p>
            <a:pPr marL="0" indent="0" algn="ctr">
              <a:buNone/>
            </a:pPr>
            <a:r>
              <a:rPr lang="en-US" dirty="0">
                <a:latin typeface="Times" pitchFamily="2" charset="0"/>
              </a:rPr>
              <a:t>Let’s get back a bit to </a:t>
            </a:r>
            <a:r>
              <a:rPr lang="en-US" i="1" dirty="0">
                <a:latin typeface="Times" pitchFamily="2" charset="0"/>
              </a:rPr>
              <a:t>Graph Theory</a:t>
            </a:r>
          </a:p>
        </p:txBody>
      </p:sp>
    </p:spTree>
    <p:extLst>
      <p:ext uri="{BB962C8B-B14F-4D97-AF65-F5344CB8AC3E}">
        <p14:creationId xmlns:p14="http://schemas.microsoft.com/office/powerpoint/2010/main" val="6574400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264B-A809-F349-ABB5-A0E5255E26AB}"/>
              </a:ext>
            </a:extLst>
          </p:cNvPr>
          <p:cNvSpPr>
            <a:spLocks noGrp="1"/>
          </p:cNvSpPr>
          <p:nvPr>
            <p:ph type="title"/>
          </p:nvPr>
        </p:nvSpPr>
        <p:spPr/>
        <p:txBody>
          <a:bodyPr/>
          <a:lstStyle/>
          <a:p>
            <a:r>
              <a:rPr lang="en-US" dirty="0"/>
              <a:t>Trees and Forests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99AA95-83C7-D942-BB42-15ECFF1A8D03}"/>
                  </a:ext>
                </a:extLst>
              </p:cNvPr>
              <p:cNvSpPr>
                <a:spLocks noGrp="1"/>
              </p:cNvSpPr>
              <p:nvPr>
                <p:ph idx="1"/>
              </p:nvPr>
            </p:nvSpPr>
            <p:spPr/>
            <p:txBody>
              <a:bodyPr/>
              <a:lstStyle/>
              <a:p>
                <a:r>
                  <a:rPr lang="en-US" dirty="0"/>
                  <a:t>Tree </a:t>
                </a:r>
              </a:p>
              <a:p>
                <a:pPr lvl="1"/>
                <a:r>
                  <a:rPr lang="en-US" b="1" dirty="0"/>
                  <a:t>undirected, connected </a:t>
                </a:r>
                <a:r>
                  <a:rPr lang="en-US" dirty="0"/>
                  <a:t>and</a:t>
                </a:r>
                <a:r>
                  <a:rPr lang="en-US" b="1" dirty="0"/>
                  <a:t> acyclic graph</a:t>
                </a:r>
              </a:p>
              <a:p>
                <a:pPr lvl="1"/>
                <a:r>
                  <a:rPr lang="en-US" dirty="0"/>
                  <a:t>a connected graph that does not contain any single cycle is called a tree</a:t>
                </a:r>
              </a:p>
              <a:p>
                <a:pPr lvl="1"/>
                <a:r>
                  <a:rPr lang="en-US" dirty="0"/>
                  <a:t>vertices of trees are called their nodes and the edges of the tree are called branches</a:t>
                </a:r>
              </a:p>
              <a:p>
                <a:pPr lvl="1"/>
                <a:r>
                  <a:rPr lang="en-US" dirty="0"/>
                  <a:t>a tree with </a:t>
                </a:r>
                <a14:m>
                  <m:oMath xmlns:m="http://schemas.openxmlformats.org/officeDocument/2006/math">
                    <m:r>
                      <a:rPr lang="en-US" i="1" dirty="0" smtClean="0">
                        <a:latin typeface="Cambria Math" panose="02040503050406030204" pitchFamily="18" charset="0"/>
                      </a:rPr>
                      <m:t>𝑛</m:t>
                    </m:r>
                  </m:oMath>
                </a14:m>
                <a:r>
                  <a:rPr lang="en-US" dirty="0"/>
                  <a:t> vertices has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−1</m:t>
                    </m:r>
                  </m:oMath>
                </a14:m>
                <a:r>
                  <a:rPr lang="en-US" dirty="0"/>
                  <a:t>) edges</a:t>
                </a:r>
              </a:p>
              <a:p>
                <a:pPr lvl="1"/>
                <a:r>
                  <a:rPr lang="en-US" b="1" dirty="0"/>
                  <a:t>leaf</a:t>
                </a:r>
                <a:r>
                  <a:rPr lang="en-US" dirty="0"/>
                  <a:t> in a tree is a vertex of degree </a:t>
                </a:r>
                <a14:m>
                  <m:oMath xmlns:m="http://schemas.openxmlformats.org/officeDocument/2006/math">
                    <m:r>
                      <a:rPr lang="en-US" i="1" dirty="0" smtClean="0">
                        <a:latin typeface="Cambria Math" panose="02040503050406030204" pitchFamily="18" charset="0"/>
                      </a:rPr>
                      <m:t>1</m:t>
                    </m:r>
                  </m:oMath>
                </a14:m>
                <a:endParaRPr lang="en-US" dirty="0"/>
              </a:p>
            </p:txBody>
          </p:sp>
        </mc:Choice>
        <mc:Fallback xmlns="">
          <p:sp>
            <p:nvSpPr>
              <p:cNvPr id="3" name="Content Placeholder 2">
                <a:extLst>
                  <a:ext uri="{FF2B5EF4-FFF2-40B4-BE49-F238E27FC236}">
                    <a16:creationId xmlns:a16="http://schemas.microsoft.com/office/drawing/2014/main" id="{C799AA95-83C7-D942-BB42-15ECFF1A8D03}"/>
                  </a:ext>
                </a:extLst>
              </p:cNvPr>
              <p:cNvSpPr>
                <a:spLocks noGrp="1" noRot="1" noChangeAspect="1" noMove="1" noResize="1" noEditPoints="1" noAdjustHandles="1" noChangeArrowheads="1" noChangeShapeType="1" noTextEdit="1"/>
              </p:cNvSpPr>
              <p:nvPr>
                <p:ph idx="1"/>
              </p:nvPr>
            </p:nvSpPr>
            <p:spPr>
              <a:blipFill>
                <a:blip r:embed="rId2"/>
                <a:stretch>
                  <a:fillRect l="-378" t="-1563"/>
                </a:stretch>
              </a:blipFill>
            </p:spPr>
            <p:txBody>
              <a:bodyPr/>
              <a:lstStyle/>
              <a:p>
                <a:r>
                  <a:rPr lang="en-US">
                    <a:noFill/>
                  </a:rPr>
                  <a:t> </a:t>
                </a:r>
              </a:p>
            </p:txBody>
          </p:sp>
        </mc:Fallback>
      </mc:AlternateContent>
      <p:pic>
        <p:nvPicPr>
          <p:cNvPr id="5" name="Picture 4" descr="A picture containing text, watch, clock&#10;&#10;Description automatically generated">
            <a:extLst>
              <a:ext uri="{FF2B5EF4-FFF2-40B4-BE49-F238E27FC236}">
                <a16:creationId xmlns:a16="http://schemas.microsoft.com/office/drawing/2014/main" id="{1547AD99-1B35-8949-BA8F-4DB22773D2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1304" y="3849624"/>
            <a:ext cx="2092670" cy="2441448"/>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C6C87C4F-F0FC-6447-B27A-F61FE415AD4E}"/>
                  </a:ext>
                </a:extLst>
              </p14:cNvPr>
              <p14:cNvContentPartPr/>
              <p14:nvPr/>
            </p14:nvContentPartPr>
            <p14:xfrm>
              <a:off x="1172880" y="2651040"/>
              <a:ext cx="7738920" cy="3173400"/>
            </p14:xfrm>
          </p:contentPart>
        </mc:Choice>
        <mc:Fallback xmlns="">
          <p:pic>
            <p:nvPicPr>
              <p:cNvPr id="4" name="Ink 3">
                <a:extLst>
                  <a:ext uri="{FF2B5EF4-FFF2-40B4-BE49-F238E27FC236}">
                    <a16:creationId xmlns:a16="http://schemas.microsoft.com/office/drawing/2014/main" id="{C6C87C4F-F0FC-6447-B27A-F61FE415AD4E}"/>
                  </a:ext>
                </a:extLst>
              </p:cNvPr>
              <p:cNvPicPr/>
              <p:nvPr/>
            </p:nvPicPr>
            <p:blipFill>
              <a:blip r:embed="rId5"/>
              <a:stretch>
                <a:fillRect/>
              </a:stretch>
            </p:blipFill>
            <p:spPr>
              <a:xfrm>
                <a:off x="1163520" y="2641680"/>
                <a:ext cx="7757640" cy="3192120"/>
              </a:xfrm>
              <a:prstGeom prst="rect">
                <a:avLst/>
              </a:prstGeom>
            </p:spPr>
          </p:pic>
        </mc:Fallback>
      </mc:AlternateContent>
    </p:spTree>
    <p:extLst>
      <p:ext uri="{BB962C8B-B14F-4D97-AF65-F5344CB8AC3E}">
        <p14:creationId xmlns:p14="http://schemas.microsoft.com/office/powerpoint/2010/main" val="22269896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264B-A809-F349-ABB5-A0E5255E26AB}"/>
              </a:ext>
            </a:extLst>
          </p:cNvPr>
          <p:cNvSpPr>
            <a:spLocks noGrp="1"/>
          </p:cNvSpPr>
          <p:nvPr>
            <p:ph type="title"/>
          </p:nvPr>
        </p:nvSpPr>
        <p:spPr/>
        <p:txBody>
          <a:bodyPr/>
          <a:lstStyle/>
          <a:p>
            <a:r>
              <a:rPr lang="en-US" dirty="0"/>
              <a:t>Trees and Forests</a:t>
            </a:r>
          </a:p>
        </p:txBody>
      </p:sp>
      <p:sp>
        <p:nvSpPr>
          <p:cNvPr id="3" name="Content Placeholder 2">
            <a:extLst>
              <a:ext uri="{FF2B5EF4-FFF2-40B4-BE49-F238E27FC236}">
                <a16:creationId xmlns:a16="http://schemas.microsoft.com/office/drawing/2014/main" id="{C799AA95-83C7-D942-BB42-15ECFF1A8D03}"/>
              </a:ext>
            </a:extLst>
          </p:cNvPr>
          <p:cNvSpPr>
            <a:spLocks noGrp="1"/>
          </p:cNvSpPr>
          <p:nvPr>
            <p:ph idx="1"/>
          </p:nvPr>
        </p:nvSpPr>
        <p:spPr/>
        <p:txBody>
          <a:bodyPr/>
          <a:lstStyle/>
          <a:p>
            <a:r>
              <a:rPr lang="en-US" dirty="0"/>
              <a:t>Forest </a:t>
            </a:r>
          </a:p>
          <a:p>
            <a:pPr lvl="1"/>
            <a:r>
              <a:rPr lang="en-US" b="1" dirty="0"/>
              <a:t>undirected, disconnected </a:t>
            </a:r>
            <a:r>
              <a:rPr lang="en-US" dirty="0"/>
              <a:t>and</a:t>
            </a:r>
            <a:r>
              <a:rPr lang="en-US" b="1" dirty="0"/>
              <a:t> acyclic graph</a:t>
            </a:r>
          </a:p>
          <a:p>
            <a:pPr lvl="1"/>
            <a:r>
              <a:rPr lang="en-US" dirty="0"/>
              <a:t>collection of disjoint trees</a:t>
            </a:r>
          </a:p>
        </p:txBody>
      </p:sp>
      <p:pic>
        <p:nvPicPr>
          <p:cNvPr id="6" name="Picture 5" descr="Chart&#10;&#10;Description automatically generated">
            <a:extLst>
              <a:ext uri="{FF2B5EF4-FFF2-40B4-BE49-F238E27FC236}">
                <a16:creationId xmlns:a16="http://schemas.microsoft.com/office/drawing/2014/main" id="{7171E0CC-ECAA-2C48-9893-B02770223F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503" y="3845258"/>
            <a:ext cx="3928873" cy="1994201"/>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2F5E6DA4-FEC3-0B45-BECF-BA52762E5FC9}"/>
                  </a:ext>
                </a:extLst>
              </p14:cNvPr>
              <p14:cNvContentPartPr/>
              <p14:nvPr/>
            </p14:nvContentPartPr>
            <p14:xfrm>
              <a:off x="1187640" y="2656080"/>
              <a:ext cx="5154480" cy="2661840"/>
            </p14:xfrm>
          </p:contentPart>
        </mc:Choice>
        <mc:Fallback xmlns="">
          <p:pic>
            <p:nvPicPr>
              <p:cNvPr id="4" name="Ink 3">
                <a:extLst>
                  <a:ext uri="{FF2B5EF4-FFF2-40B4-BE49-F238E27FC236}">
                    <a16:creationId xmlns:a16="http://schemas.microsoft.com/office/drawing/2014/main" id="{2F5E6DA4-FEC3-0B45-BECF-BA52762E5FC9}"/>
                  </a:ext>
                </a:extLst>
              </p:cNvPr>
              <p:cNvPicPr/>
              <p:nvPr/>
            </p:nvPicPr>
            <p:blipFill>
              <a:blip r:embed="rId4"/>
              <a:stretch>
                <a:fillRect/>
              </a:stretch>
            </p:blipFill>
            <p:spPr>
              <a:xfrm>
                <a:off x="1178280" y="2646720"/>
                <a:ext cx="5173200" cy="2680560"/>
              </a:xfrm>
              <a:prstGeom prst="rect">
                <a:avLst/>
              </a:prstGeom>
            </p:spPr>
          </p:pic>
        </mc:Fallback>
      </mc:AlternateContent>
    </p:spTree>
    <p:extLst>
      <p:ext uri="{BB962C8B-B14F-4D97-AF65-F5344CB8AC3E}">
        <p14:creationId xmlns:p14="http://schemas.microsoft.com/office/powerpoint/2010/main" val="2266711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264B-A809-F349-ABB5-A0E5255E26AB}"/>
              </a:ext>
            </a:extLst>
          </p:cNvPr>
          <p:cNvSpPr>
            <a:spLocks noGrp="1"/>
          </p:cNvSpPr>
          <p:nvPr>
            <p:ph type="title"/>
          </p:nvPr>
        </p:nvSpPr>
        <p:spPr/>
        <p:txBody>
          <a:bodyPr/>
          <a:lstStyle/>
          <a:p>
            <a:r>
              <a:rPr lang="en-US" dirty="0"/>
              <a:t>Spanning Tree</a:t>
            </a:r>
          </a:p>
        </p:txBody>
      </p:sp>
      <p:sp>
        <p:nvSpPr>
          <p:cNvPr id="3" name="Content Placeholder 2">
            <a:extLst>
              <a:ext uri="{FF2B5EF4-FFF2-40B4-BE49-F238E27FC236}">
                <a16:creationId xmlns:a16="http://schemas.microsoft.com/office/drawing/2014/main" id="{C799AA95-83C7-D942-BB42-15ECFF1A8D03}"/>
              </a:ext>
            </a:extLst>
          </p:cNvPr>
          <p:cNvSpPr>
            <a:spLocks noGrp="1"/>
          </p:cNvSpPr>
          <p:nvPr>
            <p:ph idx="1"/>
          </p:nvPr>
        </p:nvSpPr>
        <p:spPr/>
        <p:txBody>
          <a:bodyPr/>
          <a:lstStyle/>
          <a:p>
            <a:pPr marL="0" indent="0">
              <a:buNone/>
            </a:pPr>
            <a:r>
              <a:rPr lang="en-US" dirty="0"/>
              <a:t>Given an undirected and connected graph G = (V, E). A spanning tree of the graph G is a tree that spans G (includes every vertex of G) and is a subgraph of G (every edge in the tree belongs to G)</a:t>
            </a:r>
            <a:br>
              <a:rPr lang="en-US" dirty="0"/>
            </a:br>
            <a:endParaRPr lang="en-US" dirty="0"/>
          </a:p>
        </p:txBody>
      </p:sp>
      <p:pic>
        <p:nvPicPr>
          <p:cNvPr id="5" name="Picture 4" descr="Shape&#10;&#10;Description automatically generated">
            <a:extLst>
              <a:ext uri="{FF2B5EF4-FFF2-40B4-BE49-F238E27FC236}">
                <a16:creationId xmlns:a16="http://schemas.microsoft.com/office/drawing/2014/main" id="{285045A3-5E5D-9C4E-8CE9-F9CCFFF272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662507">
            <a:off x="3094710" y="3085197"/>
            <a:ext cx="4203903" cy="3384142"/>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E301F96-6202-9045-B6CA-0C9D2A7C5BAC}"/>
                  </a:ext>
                </a:extLst>
              </p14:cNvPr>
              <p14:cNvContentPartPr/>
              <p14:nvPr/>
            </p14:nvContentPartPr>
            <p14:xfrm>
              <a:off x="3260520" y="1811880"/>
              <a:ext cx="8809200" cy="4775400"/>
            </p14:xfrm>
          </p:contentPart>
        </mc:Choice>
        <mc:Fallback xmlns="">
          <p:pic>
            <p:nvPicPr>
              <p:cNvPr id="4" name="Ink 3">
                <a:extLst>
                  <a:ext uri="{FF2B5EF4-FFF2-40B4-BE49-F238E27FC236}">
                    <a16:creationId xmlns:a16="http://schemas.microsoft.com/office/drawing/2014/main" id="{9E301F96-6202-9045-B6CA-0C9D2A7C5BAC}"/>
                  </a:ext>
                </a:extLst>
              </p:cNvPr>
              <p:cNvPicPr/>
              <p:nvPr/>
            </p:nvPicPr>
            <p:blipFill>
              <a:blip r:embed="rId4"/>
              <a:stretch>
                <a:fillRect/>
              </a:stretch>
            </p:blipFill>
            <p:spPr>
              <a:xfrm>
                <a:off x="3251160" y="1802520"/>
                <a:ext cx="8827920" cy="4794120"/>
              </a:xfrm>
              <a:prstGeom prst="rect">
                <a:avLst/>
              </a:prstGeom>
            </p:spPr>
          </p:pic>
        </mc:Fallback>
      </mc:AlternateContent>
    </p:spTree>
    <p:extLst>
      <p:ext uri="{BB962C8B-B14F-4D97-AF65-F5344CB8AC3E}">
        <p14:creationId xmlns:p14="http://schemas.microsoft.com/office/powerpoint/2010/main" val="19964979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264B-A809-F349-ABB5-A0E5255E26AB}"/>
              </a:ext>
            </a:extLst>
          </p:cNvPr>
          <p:cNvSpPr>
            <a:spLocks noGrp="1"/>
          </p:cNvSpPr>
          <p:nvPr>
            <p:ph type="title"/>
          </p:nvPr>
        </p:nvSpPr>
        <p:spPr/>
        <p:txBody>
          <a:bodyPr/>
          <a:lstStyle/>
          <a:p>
            <a:r>
              <a:rPr lang="en-US" dirty="0"/>
              <a:t>Minimum Spanning Tree</a:t>
            </a:r>
          </a:p>
        </p:txBody>
      </p:sp>
      <p:sp>
        <p:nvSpPr>
          <p:cNvPr id="3" name="Content Placeholder 2">
            <a:extLst>
              <a:ext uri="{FF2B5EF4-FFF2-40B4-BE49-F238E27FC236}">
                <a16:creationId xmlns:a16="http://schemas.microsoft.com/office/drawing/2014/main" id="{C799AA95-83C7-D942-BB42-15ECFF1A8D03}"/>
              </a:ext>
            </a:extLst>
          </p:cNvPr>
          <p:cNvSpPr>
            <a:spLocks noGrp="1"/>
          </p:cNvSpPr>
          <p:nvPr>
            <p:ph idx="1"/>
          </p:nvPr>
        </p:nvSpPr>
        <p:spPr/>
        <p:txBody>
          <a:bodyPr/>
          <a:lstStyle/>
          <a:p>
            <a:r>
              <a:rPr lang="en-US" dirty="0"/>
              <a:t>A graph can have multiple spanning trees</a:t>
            </a:r>
          </a:p>
          <a:p>
            <a:r>
              <a:rPr lang="en-US" dirty="0"/>
              <a:t>The cost of the spanning tree is the sum of the weights of all the edges in the tree</a:t>
            </a:r>
          </a:p>
          <a:p>
            <a:r>
              <a:rPr lang="en-US" dirty="0"/>
              <a:t>Minimum spanning tree is the spanning tree where the cost is minimum among all the spanning trees</a:t>
            </a:r>
          </a:p>
          <a:p>
            <a:r>
              <a:rPr lang="en-US" dirty="0"/>
              <a:t>There also can be many minimum spanning trees</a:t>
            </a:r>
          </a:p>
        </p:txBody>
      </p:sp>
      <p:pic>
        <p:nvPicPr>
          <p:cNvPr id="6" name="Picture 5" descr="Chart&#10;&#10;Description automatically generated">
            <a:extLst>
              <a:ext uri="{FF2B5EF4-FFF2-40B4-BE49-F238E27FC236}">
                <a16:creationId xmlns:a16="http://schemas.microsoft.com/office/drawing/2014/main" id="{BCB5D1D0-5D6D-6946-A380-D8E9B51F4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1675" y="4005072"/>
            <a:ext cx="5714737" cy="2549652"/>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D335119-CCEF-BB49-B5BB-AFC4810404BE}"/>
                  </a:ext>
                </a:extLst>
              </p14:cNvPr>
              <p14:cNvContentPartPr/>
              <p14:nvPr/>
            </p14:nvContentPartPr>
            <p14:xfrm>
              <a:off x="1950120" y="2865960"/>
              <a:ext cx="9172800" cy="3787200"/>
            </p14:xfrm>
          </p:contentPart>
        </mc:Choice>
        <mc:Fallback xmlns="">
          <p:pic>
            <p:nvPicPr>
              <p:cNvPr id="4" name="Ink 3">
                <a:extLst>
                  <a:ext uri="{FF2B5EF4-FFF2-40B4-BE49-F238E27FC236}">
                    <a16:creationId xmlns:a16="http://schemas.microsoft.com/office/drawing/2014/main" id="{3D335119-CCEF-BB49-B5BB-AFC4810404BE}"/>
                  </a:ext>
                </a:extLst>
              </p:cNvPr>
              <p:cNvPicPr/>
              <p:nvPr/>
            </p:nvPicPr>
            <p:blipFill>
              <a:blip r:embed="rId4"/>
              <a:stretch>
                <a:fillRect/>
              </a:stretch>
            </p:blipFill>
            <p:spPr>
              <a:xfrm>
                <a:off x="1940760" y="2856600"/>
                <a:ext cx="9191520" cy="3805920"/>
              </a:xfrm>
              <a:prstGeom prst="rect">
                <a:avLst/>
              </a:prstGeom>
            </p:spPr>
          </p:pic>
        </mc:Fallback>
      </mc:AlternateContent>
    </p:spTree>
    <p:extLst>
      <p:ext uri="{BB962C8B-B14F-4D97-AF65-F5344CB8AC3E}">
        <p14:creationId xmlns:p14="http://schemas.microsoft.com/office/powerpoint/2010/main" val="5846350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p:txBody>
          <a:bodyPr/>
          <a:lstStyle/>
          <a:p>
            <a:r>
              <a:rPr lang="en-US" dirty="0"/>
              <a:t>FINDING MINIMUM spanning tree</a:t>
            </a:r>
          </a:p>
        </p:txBody>
      </p:sp>
      <p:sp>
        <p:nvSpPr>
          <p:cNvPr id="3" name="Content Placeholder 2">
            <a:extLst>
              <a:ext uri="{FF2B5EF4-FFF2-40B4-BE49-F238E27FC236}">
                <a16:creationId xmlns:a16="http://schemas.microsoft.com/office/drawing/2014/main" id="{0E782AD3-A0DF-CE4B-A5AC-19C92A931FCF}"/>
              </a:ext>
            </a:extLst>
          </p:cNvPr>
          <p:cNvSpPr>
            <a:spLocks noGrp="1"/>
          </p:cNvSpPr>
          <p:nvPr>
            <p:ph idx="1"/>
          </p:nvPr>
        </p:nvSpPr>
        <p:spPr/>
        <p:txBody>
          <a:bodyPr/>
          <a:lstStyle/>
          <a:p>
            <a:r>
              <a:rPr lang="en-US" dirty="0"/>
              <a:t>Use greedy techniques</a:t>
            </a:r>
          </a:p>
          <a:p>
            <a:r>
              <a:rPr lang="en-US" dirty="0"/>
              <a:t>Food for thought</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t>10</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100231CD-3A37-F245-9E79-522579407033}"/>
                  </a:ext>
                </a:extLst>
              </p14:cNvPr>
              <p14:cNvContentPartPr/>
              <p14:nvPr/>
            </p14:nvContentPartPr>
            <p14:xfrm>
              <a:off x="476640" y="2311920"/>
              <a:ext cx="4553640" cy="2509920"/>
            </p14:xfrm>
          </p:contentPart>
        </mc:Choice>
        <mc:Fallback xmlns="">
          <p:pic>
            <p:nvPicPr>
              <p:cNvPr id="13" name="Ink 12">
                <a:extLst>
                  <a:ext uri="{FF2B5EF4-FFF2-40B4-BE49-F238E27FC236}">
                    <a16:creationId xmlns:a16="http://schemas.microsoft.com/office/drawing/2014/main" id="{100231CD-3A37-F245-9E79-522579407033}"/>
                  </a:ext>
                </a:extLst>
              </p:cNvPr>
              <p:cNvPicPr/>
              <p:nvPr/>
            </p:nvPicPr>
            <p:blipFill>
              <a:blip r:embed="rId3"/>
              <a:stretch>
                <a:fillRect/>
              </a:stretch>
            </p:blipFill>
            <p:spPr>
              <a:xfrm>
                <a:off x="467280" y="2302560"/>
                <a:ext cx="4572360" cy="2528640"/>
              </a:xfrm>
              <a:prstGeom prst="rect">
                <a:avLst/>
              </a:prstGeom>
            </p:spPr>
          </p:pic>
        </mc:Fallback>
      </mc:AlternateContent>
    </p:spTree>
    <p:extLst>
      <p:ext uri="{BB962C8B-B14F-4D97-AF65-F5344CB8AC3E}">
        <p14:creationId xmlns:p14="http://schemas.microsoft.com/office/powerpoint/2010/main" val="824869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t>10</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3822045107"/>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FD04FE56-E93E-E24B-935A-E45F6CCC8E04}"/>
                  </a:ext>
                </a:extLst>
              </p14:cNvPr>
              <p14:cNvContentPartPr/>
              <p14:nvPr/>
            </p14:nvContentPartPr>
            <p14:xfrm>
              <a:off x="901080" y="461160"/>
              <a:ext cx="9944280" cy="4634640"/>
            </p14:xfrm>
          </p:contentPart>
        </mc:Choice>
        <mc:Fallback xmlns="">
          <p:pic>
            <p:nvPicPr>
              <p:cNvPr id="3" name="Ink 2">
                <a:extLst>
                  <a:ext uri="{FF2B5EF4-FFF2-40B4-BE49-F238E27FC236}">
                    <a16:creationId xmlns:a16="http://schemas.microsoft.com/office/drawing/2014/main" id="{FD04FE56-E93E-E24B-935A-E45F6CCC8E04}"/>
                  </a:ext>
                </a:extLst>
              </p:cNvPr>
              <p:cNvPicPr/>
              <p:nvPr/>
            </p:nvPicPr>
            <p:blipFill>
              <a:blip r:embed="rId3"/>
              <a:stretch>
                <a:fillRect/>
              </a:stretch>
            </p:blipFill>
            <p:spPr>
              <a:xfrm>
                <a:off x="891720" y="451800"/>
                <a:ext cx="9963000" cy="4653360"/>
              </a:xfrm>
              <a:prstGeom prst="rect">
                <a:avLst/>
              </a:prstGeom>
            </p:spPr>
          </p:pic>
        </mc:Fallback>
      </mc:AlternateContent>
    </p:spTree>
    <p:extLst>
      <p:ext uri="{BB962C8B-B14F-4D97-AF65-F5344CB8AC3E}">
        <p14:creationId xmlns:p14="http://schemas.microsoft.com/office/powerpoint/2010/main" val="3694181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2745350986"/>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Tree>
    <p:extLst>
      <p:ext uri="{BB962C8B-B14F-4D97-AF65-F5344CB8AC3E}">
        <p14:creationId xmlns:p14="http://schemas.microsoft.com/office/powerpoint/2010/main" val="3098572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D4B4708-5E33-F643-A96C-D6AFE4F925F7}"/>
              </a:ext>
            </a:extLst>
          </p:cNvPr>
          <p:cNvCxnSpPr>
            <a:cxnSpLocks/>
            <a:stCxn id="48" idx="0"/>
            <a:endCxn id="5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4" name="TextBox 73">
            <a:extLst>
              <a:ext uri="{FF2B5EF4-FFF2-40B4-BE49-F238E27FC236}">
                <a16:creationId xmlns:a16="http://schemas.microsoft.com/office/drawing/2014/main" id="{D7251DD3-4ECC-CE41-A210-A79365BD6F9D}"/>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36652040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3753288983"/>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D4B4708-5E33-F643-A96C-D6AFE4F925F7}"/>
              </a:ext>
            </a:extLst>
          </p:cNvPr>
          <p:cNvCxnSpPr>
            <a:cxnSpLocks/>
            <a:stCxn id="48" idx="0"/>
            <a:endCxn id="5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4" name="TextBox 73">
            <a:extLst>
              <a:ext uri="{FF2B5EF4-FFF2-40B4-BE49-F238E27FC236}">
                <a16:creationId xmlns:a16="http://schemas.microsoft.com/office/drawing/2014/main" id="{D7251DD3-4ECC-CE41-A210-A79365BD6F9D}"/>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1484953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4209356418"/>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D4B4708-5E33-F643-A96C-D6AFE4F925F7}"/>
              </a:ext>
            </a:extLst>
          </p:cNvPr>
          <p:cNvCxnSpPr>
            <a:cxnSpLocks/>
            <a:stCxn id="48" idx="0"/>
            <a:endCxn id="5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4" name="TextBox 73">
            <a:extLst>
              <a:ext uri="{FF2B5EF4-FFF2-40B4-BE49-F238E27FC236}">
                <a16:creationId xmlns:a16="http://schemas.microsoft.com/office/drawing/2014/main" id="{D7251DD3-4ECC-CE41-A210-A79365BD6F9D}"/>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2651512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1654792618"/>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D4B4708-5E33-F643-A96C-D6AFE4F925F7}"/>
              </a:ext>
            </a:extLst>
          </p:cNvPr>
          <p:cNvCxnSpPr>
            <a:cxnSpLocks/>
            <a:stCxn id="48" idx="0"/>
            <a:endCxn id="5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4" name="TextBox 73">
            <a:extLst>
              <a:ext uri="{FF2B5EF4-FFF2-40B4-BE49-F238E27FC236}">
                <a16:creationId xmlns:a16="http://schemas.microsoft.com/office/drawing/2014/main" id="{D7251DD3-4ECC-CE41-A210-A79365BD6F9D}"/>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1645620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2119267730"/>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D4B4708-5E33-F643-A96C-D6AFE4F925F7}"/>
              </a:ext>
            </a:extLst>
          </p:cNvPr>
          <p:cNvCxnSpPr>
            <a:cxnSpLocks/>
            <a:stCxn id="48" idx="0"/>
            <a:endCxn id="5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74" name="TextBox 73">
            <a:extLst>
              <a:ext uri="{FF2B5EF4-FFF2-40B4-BE49-F238E27FC236}">
                <a16:creationId xmlns:a16="http://schemas.microsoft.com/office/drawing/2014/main" id="{D7251DD3-4ECC-CE41-A210-A79365BD6F9D}"/>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2553792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1230487523"/>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D4B4708-5E33-F643-A96C-D6AFE4F925F7}"/>
              </a:ext>
            </a:extLst>
          </p:cNvPr>
          <p:cNvCxnSpPr>
            <a:cxnSpLocks/>
            <a:stCxn id="48" idx="0"/>
            <a:endCxn id="52" idx="4"/>
          </p:cNvCxnSpPr>
          <p:nvPr/>
        </p:nvCxnSpPr>
        <p:spPr>
          <a:xfrm flipV="1">
            <a:off x="8429244" y="3777997"/>
            <a:ext cx="4572" cy="60350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74" name="TextBox 73">
            <a:extLst>
              <a:ext uri="{FF2B5EF4-FFF2-40B4-BE49-F238E27FC236}">
                <a16:creationId xmlns:a16="http://schemas.microsoft.com/office/drawing/2014/main" id="{D7251DD3-4ECC-CE41-A210-A79365BD6F9D}"/>
              </a:ext>
            </a:extLst>
          </p:cNvPr>
          <p:cNvSpPr txBox="1"/>
          <p:nvPr/>
        </p:nvSpPr>
        <p:spPr>
          <a:xfrm>
            <a:off x="8445351" y="3895082"/>
            <a:ext cx="309700" cy="369332"/>
          </a:xfrm>
          <a:prstGeom prst="rect">
            <a:avLst/>
          </a:prstGeom>
          <a:noFill/>
        </p:spPr>
        <p:txBody>
          <a:bodyPr wrap="none" rtlCol="0">
            <a:spAutoFit/>
          </a:bodyPr>
          <a:lstStyle/>
          <a:p>
            <a:r>
              <a:rPr lang="en-US" dirty="0">
                <a:solidFill>
                  <a:schemeClr val="accent1">
                    <a:lumMod val="60000"/>
                    <a:lumOff val="40000"/>
                  </a:schemeClr>
                </a:solidFill>
              </a:rPr>
              <a:t>6</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5BB27AC-4D1C-4345-B467-643B705B3F94}"/>
                  </a:ext>
                </a:extLst>
              </p14:cNvPr>
              <p14:cNvContentPartPr/>
              <p14:nvPr/>
            </p14:nvContentPartPr>
            <p14:xfrm>
              <a:off x="1917000" y="-360"/>
              <a:ext cx="9421200" cy="4880520"/>
            </p14:xfrm>
          </p:contentPart>
        </mc:Choice>
        <mc:Fallback xmlns="">
          <p:pic>
            <p:nvPicPr>
              <p:cNvPr id="3" name="Ink 2">
                <a:extLst>
                  <a:ext uri="{FF2B5EF4-FFF2-40B4-BE49-F238E27FC236}">
                    <a16:creationId xmlns:a16="http://schemas.microsoft.com/office/drawing/2014/main" id="{05BB27AC-4D1C-4345-B467-643B705B3F94}"/>
                  </a:ext>
                </a:extLst>
              </p:cNvPr>
              <p:cNvPicPr/>
              <p:nvPr/>
            </p:nvPicPr>
            <p:blipFill>
              <a:blip r:embed="rId3"/>
              <a:stretch>
                <a:fillRect/>
              </a:stretch>
            </p:blipFill>
            <p:spPr>
              <a:xfrm>
                <a:off x="1907640" y="-9720"/>
                <a:ext cx="9439920" cy="4899240"/>
              </a:xfrm>
              <a:prstGeom prst="rect">
                <a:avLst/>
              </a:prstGeom>
            </p:spPr>
          </p:pic>
        </mc:Fallback>
      </mc:AlternateContent>
    </p:spTree>
    <p:extLst>
      <p:ext uri="{BB962C8B-B14F-4D97-AF65-F5344CB8AC3E}">
        <p14:creationId xmlns:p14="http://schemas.microsoft.com/office/powerpoint/2010/main" val="28902029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2187158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1985834770"/>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8931742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3918492600"/>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2" name="Oval 41">
            <a:extLst>
              <a:ext uri="{FF2B5EF4-FFF2-40B4-BE49-F238E27FC236}">
                <a16:creationId xmlns:a16="http://schemas.microsoft.com/office/drawing/2014/main" id="{25687C1E-D7E3-3040-A262-42FC5A169C9F}"/>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2B9046FE-3BDC-DF4A-AE6C-235A1A775EF3}"/>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Oval 49">
            <a:extLst>
              <a:ext uri="{FF2B5EF4-FFF2-40B4-BE49-F238E27FC236}">
                <a16:creationId xmlns:a16="http://schemas.microsoft.com/office/drawing/2014/main" id="{D49B2840-562D-C24A-B172-6D8649D4288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Oval 61">
            <a:extLst>
              <a:ext uri="{FF2B5EF4-FFF2-40B4-BE49-F238E27FC236}">
                <a16:creationId xmlns:a16="http://schemas.microsoft.com/office/drawing/2014/main" id="{09387791-A17A-9E45-B8C5-F2B4933A98A7}"/>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45C17600-B81E-E84D-91B0-E4427430CB7B}"/>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Oval 82">
            <a:extLst>
              <a:ext uri="{FF2B5EF4-FFF2-40B4-BE49-F238E27FC236}">
                <a16:creationId xmlns:a16="http://schemas.microsoft.com/office/drawing/2014/main" id="{6930BA87-1B48-5840-AE00-BF153852DBDD}"/>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4" name="Oval 83">
            <a:extLst>
              <a:ext uri="{FF2B5EF4-FFF2-40B4-BE49-F238E27FC236}">
                <a16:creationId xmlns:a16="http://schemas.microsoft.com/office/drawing/2014/main" id="{8EC4EBE1-655D-6645-81FE-98CDFA40C235}"/>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5" name="Oval 84">
            <a:extLst>
              <a:ext uri="{FF2B5EF4-FFF2-40B4-BE49-F238E27FC236}">
                <a16:creationId xmlns:a16="http://schemas.microsoft.com/office/drawing/2014/main" id="{A96A4A31-00E4-C346-BD0A-2AD9C4714799}"/>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86" name="Oval 85">
            <a:extLst>
              <a:ext uri="{FF2B5EF4-FFF2-40B4-BE49-F238E27FC236}">
                <a16:creationId xmlns:a16="http://schemas.microsoft.com/office/drawing/2014/main" id="{99C69447-4060-CE48-AB38-F383F271D850}"/>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87" name="Straight Connector 86">
            <a:extLst>
              <a:ext uri="{FF2B5EF4-FFF2-40B4-BE49-F238E27FC236}">
                <a16:creationId xmlns:a16="http://schemas.microsoft.com/office/drawing/2014/main" id="{B63EF403-A751-064C-B95F-EEBF483D6E44}"/>
              </a:ext>
            </a:extLst>
          </p:cNvPr>
          <p:cNvCxnSpPr>
            <a:cxnSpLocks/>
            <a:stCxn id="42" idx="7"/>
            <a:endCxn id="4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B09985D-484E-BB4C-A86D-5AF64C4F425E}"/>
              </a:ext>
            </a:extLst>
          </p:cNvPr>
          <p:cNvCxnSpPr>
            <a:cxnSpLocks/>
            <a:stCxn id="50" idx="7"/>
            <a:endCxn id="86" idx="3"/>
          </p:cNvCxnSpPr>
          <p:nvPr/>
        </p:nvCxnSpPr>
        <p:spPr>
          <a:xfrm flipV="1">
            <a:off x="7056081" y="3723094"/>
            <a:ext cx="1245186" cy="714833"/>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0E850F3-2FA1-C24C-9FC4-A8D20DF47E46}"/>
              </a:ext>
            </a:extLst>
          </p:cNvPr>
          <p:cNvCxnSpPr>
            <a:cxnSpLocks/>
            <a:stCxn id="50" idx="0"/>
            <a:endCxn id="4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A9FCE430-27A1-FE41-8F84-3AE68032620C}"/>
              </a:ext>
            </a:extLst>
          </p:cNvPr>
          <p:cNvCxnSpPr>
            <a:cxnSpLocks/>
            <a:stCxn id="45" idx="6"/>
            <a:endCxn id="62"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D5A963-A246-DC48-B282-74E7CD76B9CF}"/>
              </a:ext>
            </a:extLst>
          </p:cNvPr>
          <p:cNvCxnSpPr>
            <a:cxnSpLocks/>
            <a:stCxn id="65" idx="2"/>
            <a:endCxn id="62"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164FD8D-05AA-184D-A5FA-6378C6CEA217}"/>
              </a:ext>
            </a:extLst>
          </p:cNvPr>
          <p:cNvCxnSpPr>
            <a:cxnSpLocks/>
            <a:stCxn id="50" idx="6"/>
            <a:endCxn id="83"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C5A71A-A62B-E14B-BA17-A6977C8A7C57}"/>
              </a:ext>
            </a:extLst>
          </p:cNvPr>
          <p:cNvCxnSpPr>
            <a:cxnSpLocks/>
            <a:stCxn id="83" idx="6"/>
            <a:endCxn id="84"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045CBB8-CD36-E245-988A-D3574B0AE0B2}"/>
              </a:ext>
            </a:extLst>
          </p:cNvPr>
          <p:cNvCxnSpPr>
            <a:cxnSpLocks/>
            <a:stCxn id="84" idx="6"/>
            <a:endCxn id="85"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5CDA59C-EC43-1D49-BE98-22010D35F5E9}"/>
              </a:ext>
            </a:extLst>
          </p:cNvPr>
          <p:cNvCxnSpPr>
            <a:cxnSpLocks/>
            <a:stCxn id="65" idx="6"/>
            <a:endCxn id="85"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D904057-773B-074C-BEB4-AF4DD803486D}"/>
              </a:ext>
            </a:extLst>
          </p:cNvPr>
          <p:cNvCxnSpPr>
            <a:cxnSpLocks/>
            <a:stCxn id="65" idx="4"/>
            <a:endCxn id="84"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B577AFB-6E9F-734D-AD05-E5C419C6E8DE}"/>
              </a:ext>
            </a:extLst>
          </p:cNvPr>
          <p:cNvCxnSpPr>
            <a:cxnSpLocks/>
            <a:stCxn id="86" idx="0"/>
            <a:endCxn id="62"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22F9B7C-0857-4F4B-9014-5C6CDB7CABEE}"/>
              </a:ext>
            </a:extLst>
          </p:cNvPr>
          <p:cNvCxnSpPr>
            <a:cxnSpLocks/>
            <a:stCxn id="62" idx="5"/>
            <a:endCxn id="84"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CA66C1E-3586-AE4F-B421-7632AF126419}"/>
              </a:ext>
            </a:extLst>
          </p:cNvPr>
          <p:cNvCxnSpPr>
            <a:cxnSpLocks/>
            <a:stCxn id="42" idx="5"/>
            <a:endCxn id="50"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D52CB53-2BB6-2D4A-BF55-2BC7BB7F3AA3}"/>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102" name="TextBox 101">
            <a:extLst>
              <a:ext uri="{FF2B5EF4-FFF2-40B4-BE49-F238E27FC236}">
                <a16:creationId xmlns:a16="http://schemas.microsoft.com/office/drawing/2014/main" id="{0D3BDB32-4461-9A43-AE42-2844F01E88E5}"/>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103" name="TextBox 102">
            <a:extLst>
              <a:ext uri="{FF2B5EF4-FFF2-40B4-BE49-F238E27FC236}">
                <a16:creationId xmlns:a16="http://schemas.microsoft.com/office/drawing/2014/main" id="{DB7250CC-8FF4-AA44-80C6-8FCF8934B210}"/>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104" name="TextBox 103">
            <a:extLst>
              <a:ext uri="{FF2B5EF4-FFF2-40B4-BE49-F238E27FC236}">
                <a16:creationId xmlns:a16="http://schemas.microsoft.com/office/drawing/2014/main" id="{15638E21-2906-E149-BD11-23204DE00AD2}"/>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105" name="TextBox 104">
            <a:extLst>
              <a:ext uri="{FF2B5EF4-FFF2-40B4-BE49-F238E27FC236}">
                <a16:creationId xmlns:a16="http://schemas.microsoft.com/office/drawing/2014/main" id="{35917F0C-E5BC-994D-A364-8DDCBDB8224F}"/>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107" name="TextBox 106">
            <a:extLst>
              <a:ext uri="{FF2B5EF4-FFF2-40B4-BE49-F238E27FC236}">
                <a16:creationId xmlns:a16="http://schemas.microsoft.com/office/drawing/2014/main" id="{3ECB4112-D0F1-784F-BD7C-920F3EC86BC8}"/>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108" name="TextBox 107">
            <a:extLst>
              <a:ext uri="{FF2B5EF4-FFF2-40B4-BE49-F238E27FC236}">
                <a16:creationId xmlns:a16="http://schemas.microsoft.com/office/drawing/2014/main" id="{348974BC-C564-1D4E-B743-F665CE2AD4ED}"/>
              </a:ext>
            </a:extLst>
          </p:cNvPr>
          <p:cNvSpPr txBox="1"/>
          <p:nvPr/>
        </p:nvSpPr>
        <p:spPr>
          <a:xfrm>
            <a:off x="7482512" y="3757782"/>
            <a:ext cx="309700" cy="369332"/>
          </a:xfrm>
          <a:prstGeom prst="rect">
            <a:avLst/>
          </a:prstGeom>
          <a:noFill/>
        </p:spPr>
        <p:txBody>
          <a:bodyPr wrap="none" rtlCol="0">
            <a:spAutoFit/>
          </a:bodyPr>
          <a:lstStyle/>
          <a:p>
            <a:r>
              <a:rPr lang="en-US" dirty="0">
                <a:solidFill>
                  <a:schemeClr val="accent1">
                    <a:lumMod val="60000"/>
                    <a:lumOff val="40000"/>
                  </a:schemeClr>
                </a:solidFill>
              </a:rPr>
              <a:t>7</a:t>
            </a:r>
          </a:p>
        </p:txBody>
      </p:sp>
      <p:sp>
        <p:nvSpPr>
          <p:cNvPr id="109" name="TextBox 108">
            <a:extLst>
              <a:ext uri="{FF2B5EF4-FFF2-40B4-BE49-F238E27FC236}">
                <a16:creationId xmlns:a16="http://schemas.microsoft.com/office/drawing/2014/main" id="{73782642-CD60-D04B-AE1C-5BA6F67A0E4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110" name="TextBox 109">
            <a:extLst>
              <a:ext uri="{FF2B5EF4-FFF2-40B4-BE49-F238E27FC236}">
                <a16:creationId xmlns:a16="http://schemas.microsoft.com/office/drawing/2014/main" id="{9B5BE570-F269-834F-A9A7-F3B3E7A3AF51}"/>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111" name="TextBox 110">
            <a:extLst>
              <a:ext uri="{FF2B5EF4-FFF2-40B4-BE49-F238E27FC236}">
                <a16:creationId xmlns:a16="http://schemas.microsoft.com/office/drawing/2014/main" id="{5D5E9785-245E-244A-AA52-E3E9C1CA7A67}"/>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112" name="TextBox 111">
            <a:extLst>
              <a:ext uri="{FF2B5EF4-FFF2-40B4-BE49-F238E27FC236}">
                <a16:creationId xmlns:a16="http://schemas.microsoft.com/office/drawing/2014/main" id="{E0C4A54E-C9DD-0B49-97D2-E6AF676B83D8}"/>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113" name="TextBox 112">
            <a:extLst>
              <a:ext uri="{FF2B5EF4-FFF2-40B4-BE49-F238E27FC236}">
                <a16:creationId xmlns:a16="http://schemas.microsoft.com/office/drawing/2014/main" id="{E8F8D414-0D4D-494D-AE52-70AB2689D647}"/>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114" name="TextBox 113">
            <a:extLst>
              <a:ext uri="{FF2B5EF4-FFF2-40B4-BE49-F238E27FC236}">
                <a16:creationId xmlns:a16="http://schemas.microsoft.com/office/drawing/2014/main" id="{4AB9C2CB-57BD-2B42-AFB0-C11F5C15F6C6}"/>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32273722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2" name="Oval 41">
            <a:extLst>
              <a:ext uri="{FF2B5EF4-FFF2-40B4-BE49-F238E27FC236}">
                <a16:creationId xmlns:a16="http://schemas.microsoft.com/office/drawing/2014/main" id="{25687C1E-D7E3-3040-A262-42FC5A169C9F}"/>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2B9046FE-3BDC-DF4A-AE6C-235A1A775EF3}"/>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Oval 49">
            <a:extLst>
              <a:ext uri="{FF2B5EF4-FFF2-40B4-BE49-F238E27FC236}">
                <a16:creationId xmlns:a16="http://schemas.microsoft.com/office/drawing/2014/main" id="{D49B2840-562D-C24A-B172-6D8649D4288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Oval 61">
            <a:extLst>
              <a:ext uri="{FF2B5EF4-FFF2-40B4-BE49-F238E27FC236}">
                <a16:creationId xmlns:a16="http://schemas.microsoft.com/office/drawing/2014/main" id="{09387791-A17A-9E45-B8C5-F2B4933A98A7}"/>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45C17600-B81E-E84D-91B0-E4427430CB7B}"/>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Oval 82">
            <a:extLst>
              <a:ext uri="{FF2B5EF4-FFF2-40B4-BE49-F238E27FC236}">
                <a16:creationId xmlns:a16="http://schemas.microsoft.com/office/drawing/2014/main" id="{6930BA87-1B48-5840-AE00-BF153852DBDD}"/>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4" name="Oval 83">
            <a:extLst>
              <a:ext uri="{FF2B5EF4-FFF2-40B4-BE49-F238E27FC236}">
                <a16:creationId xmlns:a16="http://schemas.microsoft.com/office/drawing/2014/main" id="{8EC4EBE1-655D-6645-81FE-98CDFA40C235}"/>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5" name="Oval 84">
            <a:extLst>
              <a:ext uri="{FF2B5EF4-FFF2-40B4-BE49-F238E27FC236}">
                <a16:creationId xmlns:a16="http://schemas.microsoft.com/office/drawing/2014/main" id="{A96A4A31-00E4-C346-BD0A-2AD9C4714799}"/>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86" name="Oval 85">
            <a:extLst>
              <a:ext uri="{FF2B5EF4-FFF2-40B4-BE49-F238E27FC236}">
                <a16:creationId xmlns:a16="http://schemas.microsoft.com/office/drawing/2014/main" id="{99C69447-4060-CE48-AB38-F383F271D850}"/>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87" name="Straight Connector 86">
            <a:extLst>
              <a:ext uri="{FF2B5EF4-FFF2-40B4-BE49-F238E27FC236}">
                <a16:creationId xmlns:a16="http://schemas.microsoft.com/office/drawing/2014/main" id="{B63EF403-A751-064C-B95F-EEBF483D6E44}"/>
              </a:ext>
            </a:extLst>
          </p:cNvPr>
          <p:cNvCxnSpPr>
            <a:cxnSpLocks/>
            <a:stCxn id="42" idx="7"/>
            <a:endCxn id="4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0E850F3-2FA1-C24C-9FC4-A8D20DF47E46}"/>
              </a:ext>
            </a:extLst>
          </p:cNvPr>
          <p:cNvCxnSpPr>
            <a:cxnSpLocks/>
            <a:stCxn id="50" idx="0"/>
            <a:endCxn id="4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A9FCE430-27A1-FE41-8F84-3AE68032620C}"/>
              </a:ext>
            </a:extLst>
          </p:cNvPr>
          <p:cNvCxnSpPr>
            <a:cxnSpLocks/>
            <a:stCxn id="45" idx="6"/>
            <a:endCxn id="62"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D5A963-A246-DC48-B282-74E7CD76B9CF}"/>
              </a:ext>
            </a:extLst>
          </p:cNvPr>
          <p:cNvCxnSpPr>
            <a:cxnSpLocks/>
            <a:stCxn id="65" idx="2"/>
            <a:endCxn id="62"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164FD8D-05AA-184D-A5FA-6378C6CEA217}"/>
              </a:ext>
            </a:extLst>
          </p:cNvPr>
          <p:cNvCxnSpPr>
            <a:cxnSpLocks/>
            <a:stCxn id="50" idx="6"/>
            <a:endCxn id="83"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C5A71A-A62B-E14B-BA17-A6977C8A7C57}"/>
              </a:ext>
            </a:extLst>
          </p:cNvPr>
          <p:cNvCxnSpPr>
            <a:cxnSpLocks/>
            <a:stCxn id="83" idx="6"/>
            <a:endCxn id="84"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045CBB8-CD36-E245-988A-D3574B0AE0B2}"/>
              </a:ext>
            </a:extLst>
          </p:cNvPr>
          <p:cNvCxnSpPr>
            <a:cxnSpLocks/>
            <a:stCxn id="84" idx="6"/>
            <a:endCxn id="85"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5CDA59C-EC43-1D49-BE98-22010D35F5E9}"/>
              </a:ext>
            </a:extLst>
          </p:cNvPr>
          <p:cNvCxnSpPr>
            <a:cxnSpLocks/>
            <a:stCxn id="65" idx="6"/>
            <a:endCxn id="85"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D904057-773B-074C-BEB4-AF4DD803486D}"/>
              </a:ext>
            </a:extLst>
          </p:cNvPr>
          <p:cNvCxnSpPr>
            <a:cxnSpLocks/>
            <a:stCxn id="65" idx="4"/>
            <a:endCxn id="84"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B577AFB-6E9F-734D-AD05-E5C419C6E8DE}"/>
              </a:ext>
            </a:extLst>
          </p:cNvPr>
          <p:cNvCxnSpPr>
            <a:cxnSpLocks/>
            <a:stCxn id="86" idx="0"/>
            <a:endCxn id="62"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22F9B7C-0857-4F4B-9014-5C6CDB7CABEE}"/>
              </a:ext>
            </a:extLst>
          </p:cNvPr>
          <p:cNvCxnSpPr>
            <a:cxnSpLocks/>
            <a:stCxn id="62" idx="5"/>
            <a:endCxn id="84"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CA66C1E-3586-AE4F-B421-7632AF126419}"/>
              </a:ext>
            </a:extLst>
          </p:cNvPr>
          <p:cNvCxnSpPr>
            <a:cxnSpLocks/>
            <a:stCxn id="42" idx="5"/>
            <a:endCxn id="50"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D52CB53-2BB6-2D4A-BF55-2BC7BB7F3AA3}"/>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102" name="TextBox 101">
            <a:extLst>
              <a:ext uri="{FF2B5EF4-FFF2-40B4-BE49-F238E27FC236}">
                <a16:creationId xmlns:a16="http://schemas.microsoft.com/office/drawing/2014/main" id="{0D3BDB32-4461-9A43-AE42-2844F01E88E5}"/>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103" name="TextBox 102">
            <a:extLst>
              <a:ext uri="{FF2B5EF4-FFF2-40B4-BE49-F238E27FC236}">
                <a16:creationId xmlns:a16="http://schemas.microsoft.com/office/drawing/2014/main" id="{DB7250CC-8FF4-AA44-80C6-8FCF8934B210}"/>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104" name="TextBox 103">
            <a:extLst>
              <a:ext uri="{FF2B5EF4-FFF2-40B4-BE49-F238E27FC236}">
                <a16:creationId xmlns:a16="http://schemas.microsoft.com/office/drawing/2014/main" id="{15638E21-2906-E149-BD11-23204DE00AD2}"/>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105" name="TextBox 104">
            <a:extLst>
              <a:ext uri="{FF2B5EF4-FFF2-40B4-BE49-F238E27FC236}">
                <a16:creationId xmlns:a16="http://schemas.microsoft.com/office/drawing/2014/main" id="{35917F0C-E5BC-994D-A364-8DDCBDB8224F}"/>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107" name="TextBox 106">
            <a:extLst>
              <a:ext uri="{FF2B5EF4-FFF2-40B4-BE49-F238E27FC236}">
                <a16:creationId xmlns:a16="http://schemas.microsoft.com/office/drawing/2014/main" id="{3ECB4112-D0F1-784F-BD7C-920F3EC86BC8}"/>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109" name="TextBox 108">
            <a:extLst>
              <a:ext uri="{FF2B5EF4-FFF2-40B4-BE49-F238E27FC236}">
                <a16:creationId xmlns:a16="http://schemas.microsoft.com/office/drawing/2014/main" id="{73782642-CD60-D04B-AE1C-5BA6F67A0E4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110" name="TextBox 109">
            <a:extLst>
              <a:ext uri="{FF2B5EF4-FFF2-40B4-BE49-F238E27FC236}">
                <a16:creationId xmlns:a16="http://schemas.microsoft.com/office/drawing/2014/main" id="{9B5BE570-F269-834F-A9A7-F3B3E7A3AF51}"/>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111" name="TextBox 110">
            <a:extLst>
              <a:ext uri="{FF2B5EF4-FFF2-40B4-BE49-F238E27FC236}">
                <a16:creationId xmlns:a16="http://schemas.microsoft.com/office/drawing/2014/main" id="{5D5E9785-245E-244A-AA52-E3E9C1CA7A67}"/>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112" name="TextBox 111">
            <a:extLst>
              <a:ext uri="{FF2B5EF4-FFF2-40B4-BE49-F238E27FC236}">
                <a16:creationId xmlns:a16="http://schemas.microsoft.com/office/drawing/2014/main" id="{E0C4A54E-C9DD-0B49-97D2-E6AF676B83D8}"/>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113" name="TextBox 112">
            <a:extLst>
              <a:ext uri="{FF2B5EF4-FFF2-40B4-BE49-F238E27FC236}">
                <a16:creationId xmlns:a16="http://schemas.microsoft.com/office/drawing/2014/main" id="{E8F8D414-0D4D-494D-AE52-70AB2689D647}"/>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114" name="TextBox 113">
            <a:extLst>
              <a:ext uri="{FF2B5EF4-FFF2-40B4-BE49-F238E27FC236}">
                <a16:creationId xmlns:a16="http://schemas.microsoft.com/office/drawing/2014/main" id="{4AB9C2CB-57BD-2B42-AFB0-C11F5C15F6C6}"/>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3220256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1881713339"/>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2" name="Oval 41">
            <a:extLst>
              <a:ext uri="{FF2B5EF4-FFF2-40B4-BE49-F238E27FC236}">
                <a16:creationId xmlns:a16="http://schemas.microsoft.com/office/drawing/2014/main" id="{25687C1E-D7E3-3040-A262-42FC5A169C9F}"/>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2B9046FE-3BDC-DF4A-AE6C-235A1A775EF3}"/>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Oval 49">
            <a:extLst>
              <a:ext uri="{FF2B5EF4-FFF2-40B4-BE49-F238E27FC236}">
                <a16:creationId xmlns:a16="http://schemas.microsoft.com/office/drawing/2014/main" id="{D49B2840-562D-C24A-B172-6D8649D4288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Oval 61">
            <a:extLst>
              <a:ext uri="{FF2B5EF4-FFF2-40B4-BE49-F238E27FC236}">
                <a16:creationId xmlns:a16="http://schemas.microsoft.com/office/drawing/2014/main" id="{09387791-A17A-9E45-B8C5-F2B4933A98A7}"/>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45C17600-B81E-E84D-91B0-E4427430CB7B}"/>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Oval 82">
            <a:extLst>
              <a:ext uri="{FF2B5EF4-FFF2-40B4-BE49-F238E27FC236}">
                <a16:creationId xmlns:a16="http://schemas.microsoft.com/office/drawing/2014/main" id="{6930BA87-1B48-5840-AE00-BF153852DBDD}"/>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4" name="Oval 83">
            <a:extLst>
              <a:ext uri="{FF2B5EF4-FFF2-40B4-BE49-F238E27FC236}">
                <a16:creationId xmlns:a16="http://schemas.microsoft.com/office/drawing/2014/main" id="{8EC4EBE1-655D-6645-81FE-98CDFA40C235}"/>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5" name="Oval 84">
            <a:extLst>
              <a:ext uri="{FF2B5EF4-FFF2-40B4-BE49-F238E27FC236}">
                <a16:creationId xmlns:a16="http://schemas.microsoft.com/office/drawing/2014/main" id="{A96A4A31-00E4-C346-BD0A-2AD9C4714799}"/>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86" name="Oval 85">
            <a:extLst>
              <a:ext uri="{FF2B5EF4-FFF2-40B4-BE49-F238E27FC236}">
                <a16:creationId xmlns:a16="http://schemas.microsoft.com/office/drawing/2014/main" id="{99C69447-4060-CE48-AB38-F383F271D850}"/>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87" name="Straight Connector 86">
            <a:extLst>
              <a:ext uri="{FF2B5EF4-FFF2-40B4-BE49-F238E27FC236}">
                <a16:creationId xmlns:a16="http://schemas.microsoft.com/office/drawing/2014/main" id="{B63EF403-A751-064C-B95F-EEBF483D6E44}"/>
              </a:ext>
            </a:extLst>
          </p:cNvPr>
          <p:cNvCxnSpPr>
            <a:cxnSpLocks/>
            <a:stCxn id="42" idx="7"/>
            <a:endCxn id="4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0E850F3-2FA1-C24C-9FC4-A8D20DF47E46}"/>
              </a:ext>
            </a:extLst>
          </p:cNvPr>
          <p:cNvCxnSpPr>
            <a:cxnSpLocks/>
            <a:stCxn id="50" idx="0"/>
            <a:endCxn id="4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A9FCE430-27A1-FE41-8F84-3AE68032620C}"/>
              </a:ext>
            </a:extLst>
          </p:cNvPr>
          <p:cNvCxnSpPr>
            <a:cxnSpLocks/>
            <a:stCxn id="45" idx="6"/>
            <a:endCxn id="62"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D5A963-A246-DC48-B282-74E7CD76B9CF}"/>
              </a:ext>
            </a:extLst>
          </p:cNvPr>
          <p:cNvCxnSpPr>
            <a:cxnSpLocks/>
            <a:stCxn id="65" idx="2"/>
            <a:endCxn id="62"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164FD8D-05AA-184D-A5FA-6378C6CEA217}"/>
              </a:ext>
            </a:extLst>
          </p:cNvPr>
          <p:cNvCxnSpPr>
            <a:cxnSpLocks/>
            <a:stCxn id="50" idx="6"/>
            <a:endCxn id="83"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C5A71A-A62B-E14B-BA17-A6977C8A7C57}"/>
              </a:ext>
            </a:extLst>
          </p:cNvPr>
          <p:cNvCxnSpPr>
            <a:cxnSpLocks/>
            <a:stCxn id="83" idx="6"/>
            <a:endCxn id="84"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045CBB8-CD36-E245-988A-D3574B0AE0B2}"/>
              </a:ext>
            </a:extLst>
          </p:cNvPr>
          <p:cNvCxnSpPr>
            <a:cxnSpLocks/>
            <a:stCxn id="84" idx="6"/>
            <a:endCxn id="85"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5CDA59C-EC43-1D49-BE98-22010D35F5E9}"/>
              </a:ext>
            </a:extLst>
          </p:cNvPr>
          <p:cNvCxnSpPr>
            <a:cxnSpLocks/>
            <a:stCxn id="65" idx="6"/>
            <a:endCxn id="85"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D904057-773B-074C-BEB4-AF4DD803486D}"/>
              </a:ext>
            </a:extLst>
          </p:cNvPr>
          <p:cNvCxnSpPr>
            <a:cxnSpLocks/>
            <a:stCxn id="65" idx="4"/>
            <a:endCxn id="84"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B577AFB-6E9F-734D-AD05-E5C419C6E8DE}"/>
              </a:ext>
            </a:extLst>
          </p:cNvPr>
          <p:cNvCxnSpPr>
            <a:cxnSpLocks/>
            <a:stCxn id="86" idx="0"/>
            <a:endCxn id="62"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22F9B7C-0857-4F4B-9014-5C6CDB7CABEE}"/>
              </a:ext>
            </a:extLst>
          </p:cNvPr>
          <p:cNvCxnSpPr>
            <a:cxnSpLocks/>
            <a:stCxn id="62" idx="5"/>
            <a:endCxn id="84"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CA66C1E-3586-AE4F-B421-7632AF126419}"/>
              </a:ext>
            </a:extLst>
          </p:cNvPr>
          <p:cNvCxnSpPr>
            <a:cxnSpLocks/>
            <a:stCxn id="42" idx="5"/>
            <a:endCxn id="50"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D52CB53-2BB6-2D4A-BF55-2BC7BB7F3AA3}"/>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102" name="TextBox 101">
            <a:extLst>
              <a:ext uri="{FF2B5EF4-FFF2-40B4-BE49-F238E27FC236}">
                <a16:creationId xmlns:a16="http://schemas.microsoft.com/office/drawing/2014/main" id="{0D3BDB32-4461-9A43-AE42-2844F01E88E5}"/>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103" name="TextBox 102">
            <a:extLst>
              <a:ext uri="{FF2B5EF4-FFF2-40B4-BE49-F238E27FC236}">
                <a16:creationId xmlns:a16="http://schemas.microsoft.com/office/drawing/2014/main" id="{DB7250CC-8FF4-AA44-80C6-8FCF8934B210}"/>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104" name="TextBox 103">
            <a:extLst>
              <a:ext uri="{FF2B5EF4-FFF2-40B4-BE49-F238E27FC236}">
                <a16:creationId xmlns:a16="http://schemas.microsoft.com/office/drawing/2014/main" id="{15638E21-2906-E149-BD11-23204DE00AD2}"/>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105" name="TextBox 104">
            <a:extLst>
              <a:ext uri="{FF2B5EF4-FFF2-40B4-BE49-F238E27FC236}">
                <a16:creationId xmlns:a16="http://schemas.microsoft.com/office/drawing/2014/main" id="{35917F0C-E5BC-994D-A364-8DDCBDB8224F}"/>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107" name="TextBox 106">
            <a:extLst>
              <a:ext uri="{FF2B5EF4-FFF2-40B4-BE49-F238E27FC236}">
                <a16:creationId xmlns:a16="http://schemas.microsoft.com/office/drawing/2014/main" id="{3ECB4112-D0F1-784F-BD7C-920F3EC86BC8}"/>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109" name="TextBox 108">
            <a:extLst>
              <a:ext uri="{FF2B5EF4-FFF2-40B4-BE49-F238E27FC236}">
                <a16:creationId xmlns:a16="http://schemas.microsoft.com/office/drawing/2014/main" id="{73782642-CD60-D04B-AE1C-5BA6F67A0E4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110" name="TextBox 109">
            <a:extLst>
              <a:ext uri="{FF2B5EF4-FFF2-40B4-BE49-F238E27FC236}">
                <a16:creationId xmlns:a16="http://schemas.microsoft.com/office/drawing/2014/main" id="{9B5BE570-F269-834F-A9A7-F3B3E7A3AF51}"/>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111" name="TextBox 110">
            <a:extLst>
              <a:ext uri="{FF2B5EF4-FFF2-40B4-BE49-F238E27FC236}">
                <a16:creationId xmlns:a16="http://schemas.microsoft.com/office/drawing/2014/main" id="{5D5E9785-245E-244A-AA52-E3E9C1CA7A67}"/>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112" name="TextBox 111">
            <a:extLst>
              <a:ext uri="{FF2B5EF4-FFF2-40B4-BE49-F238E27FC236}">
                <a16:creationId xmlns:a16="http://schemas.microsoft.com/office/drawing/2014/main" id="{E0C4A54E-C9DD-0B49-97D2-E6AF676B83D8}"/>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113" name="TextBox 112">
            <a:extLst>
              <a:ext uri="{FF2B5EF4-FFF2-40B4-BE49-F238E27FC236}">
                <a16:creationId xmlns:a16="http://schemas.microsoft.com/office/drawing/2014/main" id="{E8F8D414-0D4D-494D-AE52-70AB2689D647}"/>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114" name="TextBox 113">
            <a:extLst>
              <a:ext uri="{FF2B5EF4-FFF2-40B4-BE49-F238E27FC236}">
                <a16:creationId xmlns:a16="http://schemas.microsoft.com/office/drawing/2014/main" id="{4AB9C2CB-57BD-2B42-AFB0-C11F5C15F6C6}"/>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23322667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4228211680"/>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2" name="Oval 41">
            <a:extLst>
              <a:ext uri="{FF2B5EF4-FFF2-40B4-BE49-F238E27FC236}">
                <a16:creationId xmlns:a16="http://schemas.microsoft.com/office/drawing/2014/main" id="{25687C1E-D7E3-3040-A262-42FC5A169C9F}"/>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2B9046FE-3BDC-DF4A-AE6C-235A1A775EF3}"/>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Oval 49">
            <a:extLst>
              <a:ext uri="{FF2B5EF4-FFF2-40B4-BE49-F238E27FC236}">
                <a16:creationId xmlns:a16="http://schemas.microsoft.com/office/drawing/2014/main" id="{D49B2840-562D-C24A-B172-6D8649D4288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Oval 61">
            <a:extLst>
              <a:ext uri="{FF2B5EF4-FFF2-40B4-BE49-F238E27FC236}">
                <a16:creationId xmlns:a16="http://schemas.microsoft.com/office/drawing/2014/main" id="{09387791-A17A-9E45-B8C5-F2B4933A98A7}"/>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45C17600-B81E-E84D-91B0-E4427430CB7B}"/>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Oval 82">
            <a:extLst>
              <a:ext uri="{FF2B5EF4-FFF2-40B4-BE49-F238E27FC236}">
                <a16:creationId xmlns:a16="http://schemas.microsoft.com/office/drawing/2014/main" id="{6930BA87-1B48-5840-AE00-BF153852DBDD}"/>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4" name="Oval 83">
            <a:extLst>
              <a:ext uri="{FF2B5EF4-FFF2-40B4-BE49-F238E27FC236}">
                <a16:creationId xmlns:a16="http://schemas.microsoft.com/office/drawing/2014/main" id="{8EC4EBE1-655D-6645-81FE-98CDFA40C235}"/>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5" name="Oval 84">
            <a:extLst>
              <a:ext uri="{FF2B5EF4-FFF2-40B4-BE49-F238E27FC236}">
                <a16:creationId xmlns:a16="http://schemas.microsoft.com/office/drawing/2014/main" id="{A96A4A31-00E4-C346-BD0A-2AD9C4714799}"/>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86" name="Oval 85">
            <a:extLst>
              <a:ext uri="{FF2B5EF4-FFF2-40B4-BE49-F238E27FC236}">
                <a16:creationId xmlns:a16="http://schemas.microsoft.com/office/drawing/2014/main" id="{99C69447-4060-CE48-AB38-F383F271D850}"/>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87" name="Straight Connector 86">
            <a:extLst>
              <a:ext uri="{FF2B5EF4-FFF2-40B4-BE49-F238E27FC236}">
                <a16:creationId xmlns:a16="http://schemas.microsoft.com/office/drawing/2014/main" id="{B63EF403-A751-064C-B95F-EEBF483D6E44}"/>
              </a:ext>
            </a:extLst>
          </p:cNvPr>
          <p:cNvCxnSpPr>
            <a:cxnSpLocks/>
            <a:stCxn id="42" idx="7"/>
            <a:endCxn id="4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0E850F3-2FA1-C24C-9FC4-A8D20DF47E46}"/>
              </a:ext>
            </a:extLst>
          </p:cNvPr>
          <p:cNvCxnSpPr>
            <a:cxnSpLocks/>
            <a:stCxn id="50" idx="0"/>
            <a:endCxn id="4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D5A963-A246-DC48-B282-74E7CD76B9CF}"/>
              </a:ext>
            </a:extLst>
          </p:cNvPr>
          <p:cNvCxnSpPr>
            <a:cxnSpLocks/>
            <a:stCxn id="65" idx="2"/>
            <a:endCxn id="62"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164FD8D-05AA-184D-A5FA-6378C6CEA217}"/>
              </a:ext>
            </a:extLst>
          </p:cNvPr>
          <p:cNvCxnSpPr>
            <a:cxnSpLocks/>
            <a:stCxn id="50" idx="6"/>
            <a:endCxn id="83"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C5A71A-A62B-E14B-BA17-A6977C8A7C57}"/>
              </a:ext>
            </a:extLst>
          </p:cNvPr>
          <p:cNvCxnSpPr>
            <a:cxnSpLocks/>
            <a:stCxn id="83" idx="6"/>
            <a:endCxn id="84"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045CBB8-CD36-E245-988A-D3574B0AE0B2}"/>
              </a:ext>
            </a:extLst>
          </p:cNvPr>
          <p:cNvCxnSpPr>
            <a:cxnSpLocks/>
            <a:stCxn id="84" idx="6"/>
            <a:endCxn id="85"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5CDA59C-EC43-1D49-BE98-22010D35F5E9}"/>
              </a:ext>
            </a:extLst>
          </p:cNvPr>
          <p:cNvCxnSpPr>
            <a:cxnSpLocks/>
            <a:stCxn id="65" idx="6"/>
            <a:endCxn id="85"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D904057-773B-074C-BEB4-AF4DD803486D}"/>
              </a:ext>
            </a:extLst>
          </p:cNvPr>
          <p:cNvCxnSpPr>
            <a:cxnSpLocks/>
            <a:stCxn id="65" idx="4"/>
            <a:endCxn id="84"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B577AFB-6E9F-734D-AD05-E5C419C6E8DE}"/>
              </a:ext>
            </a:extLst>
          </p:cNvPr>
          <p:cNvCxnSpPr>
            <a:cxnSpLocks/>
            <a:stCxn id="86" idx="0"/>
            <a:endCxn id="62"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22F9B7C-0857-4F4B-9014-5C6CDB7CABEE}"/>
              </a:ext>
            </a:extLst>
          </p:cNvPr>
          <p:cNvCxnSpPr>
            <a:cxnSpLocks/>
            <a:stCxn id="62" idx="5"/>
            <a:endCxn id="84"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CA66C1E-3586-AE4F-B421-7632AF126419}"/>
              </a:ext>
            </a:extLst>
          </p:cNvPr>
          <p:cNvCxnSpPr>
            <a:cxnSpLocks/>
            <a:stCxn id="42" idx="5"/>
            <a:endCxn id="50"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D52CB53-2BB6-2D4A-BF55-2BC7BB7F3AA3}"/>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102" name="TextBox 101">
            <a:extLst>
              <a:ext uri="{FF2B5EF4-FFF2-40B4-BE49-F238E27FC236}">
                <a16:creationId xmlns:a16="http://schemas.microsoft.com/office/drawing/2014/main" id="{0D3BDB32-4461-9A43-AE42-2844F01E88E5}"/>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103" name="TextBox 102">
            <a:extLst>
              <a:ext uri="{FF2B5EF4-FFF2-40B4-BE49-F238E27FC236}">
                <a16:creationId xmlns:a16="http://schemas.microsoft.com/office/drawing/2014/main" id="{DB7250CC-8FF4-AA44-80C6-8FCF8934B210}"/>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104" name="TextBox 103">
            <a:extLst>
              <a:ext uri="{FF2B5EF4-FFF2-40B4-BE49-F238E27FC236}">
                <a16:creationId xmlns:a16="http://schemas.microsoft.com/office/drawing/2014/main" id="{15638E21-2906-E149-BD11-23204DE00AD2}"/>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105" name="TextBox 104">
            <a:extLst>
              <a:ext uri="{FF2B5EF4-FFF2-40B4-BE49-F238E27FC236}">
                <a16:creationId xmlns:a16="http://schemas.microsoft.com/office/drawing/2014/main" id="{35917F0C-E5BC-994D-A364-8DDCBDB8224F}"/>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107" name="TextBox 106">
            <a:extLst>
              <a:ext uri="{FF2B5EF4-FFF2-40B4-BE49-F238E27FC236}">
                <a16:creationId xmlns:a16="http://schemas.microsoft.com/office/drawing/2014/main" id="{3ECB4112-D0F1-784F-BD7C-920F3EC86BC8}"/>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109" name="TextBox 108">
            <a:extLst>
              <a:ext uri="{FF2B5EF4-FFF2-40B4-BE49-F238E27FC236}">
                <a16:creationId xmlns:a16="http://schemas.microsoft.com/office/drawing/2014/main" id="{73782642-CD60-D04B-AE1C-5BA6F67A0E4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110" name="TextBox 109">
            <a:extLst>
              <a:ext uri="{FF2B5EF4-FFF2-40B4-BE49-F238E27FC236}">
                <a16:creationId xmlns:a16="http://schemas.microsoft.com/office/drawing/2014/main" id="{9B5BE570-F269-834F-A9A7-F3B3E7A3AF51}"/>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111" name="TextBox 110">
            <a:extLst>
              <a:ext uri="{FF2B5EF4-FFF2-40B4-BE49-F238E27FC236}">
                <a16:creationId xmlns:a16="http://schemas.microsoft.com/office/drawing/2014/main" id="{5D5E9785-245E-244A-AA52-E3E9C1CA7A67}"/>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112" name="TextBox 111">
            <a:extLst>
              <a:ext uri="{FF2B5EF4-FFF2-40B4-BE49-F238E27FC236}">
                <a16:creationId xmlns:a16="http://schemas.microsoft.com/office/drawing/2014/main" id="{E0C4A54E-C9DD-0B49-97D2-E6AF676B83D8}"/>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114" name="TextBox 113">
            <a:extLst>
              <a:ext uri="{FF2B5EF4-FFF2-40B4-BE49-F238E27FC236}">
                <a16:creationId xmlns:a16="http://schemas.microsoft.com/office/drawing/2014/main" id="{4AB9C2CB-57BD-2B42-AFB0-C11F5C15F6C6}"/>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21536477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877748142"/>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2" name="Oval 41">
            <a:extLst>
              <a:ext uri="{FF2B5EF4-FFF2-40B4-BE49-F238E27FC236}">
                <a16:creationId xmlns:a16="http://schemas.microsoft.com/office/drawing/2014/main" id="{25687C1E-D7E3-3040-A262-42FC5A169C9F}"/>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2B9046FE-3BDC-DF4A-AE6C-235A1A775EF3}"/>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Oval 49">
            <a:extLst>
              <a:ext uri="{FF2B5EF4-FFF2-40B4-BE49-F238E27FC236}">
                <a16:creationId xmlns:a16="http://schemas.microsoft.com/office/drawing/2014/main" id="{D49B2840-562D-C24A-B172-6D8649D4288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Oval 61">
            <a:extLst>
              <a:ext uri="{FF2B5EF4-FFF2-40B4-BE49-F238E27FC236}">
                <a16:creationId xmlns:a16="http://schemas.microsoft.com/office/drawing/2014/main" id="{09387791-A17A-9E45-B8C5-F2B4933A98A7}"/>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45C17600-B81E-E84D-91B0-E4427430CB7B}"/>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Oval 82">
            <a:extLst>
              <a:ext uri="{FF2B5EF4-FFF2-40B4-BE49-F238E27FC236}">
                <a16:creationId xmlns:a16="http://schemas.microsoft.com/office/drawing/2014/main" id="{6930BA87-1B48-5840-AE00-BF153852DBDD}"/>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4" name="Oval 83">
            <a:extLst>
              <a:ext uri="{FF2B5EF4-FFF2-40B4-BE49-F238E27FC236}">
                <a16:creationId xmlns:a16="http://schemas.microsoft.com/office/drawing/2014/main" id="{8EC4EBE1-655D-6645-81FE-98CDFA40C235}"/>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5" name="Oval 84">
            <a:extLst>
              <a:ext uri="{FF2B5EF4-FFF2-40B4-BE49-F238E27FC236}">
                <a16:creationId xmlns:a16="http://schemas.microsoft.com/office/drawing/2014/main" id="{A96A4A31-00E4-C346-BD0A-2AD9C4714799}"/>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6" name="Oval 85">
            <a:extLst>
              <a:ext uri="{FF2B5EF4-FFF2-40B4-BE49-F238E27FC236}">
                <a16:creationId xmlns:a16="http://schemas.microsoft.com/office/drawing/2014/main" id="{99C69447-4060-CE48-AB38-F383F271D850}"/>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87" name="Straight Connector 86">
            <a:extLst>
              <a:ext uri="{FF2B5EF4-FFF2-40B4-BE49-F238E27FC236}">
                <a16:creationId xmlns:a16="http://schemas.microsoft.com/office/drawing/2014/main" id="{B63EF403-A751-064C-B95F-EEBF483D6E44}"/>
              </a:ext>
            </a:extLst>
          </p:cNvPr>
          <p:cNvCxnSpPr>
            <a:cxnSpLocks/>
            <a:stCxn id="42" idx="7"/>
            <a:endCxn id="4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0E850F3-2FA1-C24C-9FC4-A8D20DF47E46}"/>
              </a:ext>
            </a:extLst>
          </p:cNvPr>
          <p:cNvCxnSpPr>
            <a:cxnSpLocks/>
            <a:stCxn id="50" idx="0"/>
            <a:endCxn id="4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D5A963-A246-DC48-B282-74E7CD76B9CF}"/>
              </a:ext>
            </a:extLst>
          </p:cNvPr>
          <p:cNvCxnSpPr>
            <a:cxnSpLocks/>
            <a:stCxn id="65" idx="2"/>
            <a:endCxn id="62"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164FD8D-05AA-184D-A5FA-6378C6CEA217}"/>
              </a:ext>
            </a:extLst>
          </p:cNvPr>
          <p:cNvCxnSpPr>
            <a:cxnSpLocks/>
            <a:stCxn id="50" idx="6"/>
            <a:endCxn id="83"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C5A71A-A62B-E14B-BA17-A6977C8A7C57}"/>
              </a:ext>
            </a:extLst>
          </p:cNvPr>
          <p:cNvCxnSpPr>
            <a:cxnSpLocks/>
            <a:stCxn id="83" idx="6"/>
            <a:endCxn id="84"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045CBB8-CD36-E245-988A-D3574B0AE0B2}"/>
              </a:ext>
            </a:extLst>
          </p:cNvPr>
          <p:cNvCxnSpPr>
            <a:cxnSpLocks/>
            <a:stCxn id="84" idx="6"/>
            <a:endCxn id="85"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5CDA59C-EC43-1D49-BE98-22010D35F5E9}"/>
              </a:ext>
            </a:extLst>
          </p:cNvPr>
          <p:cNvCxnSpPr>
            <a:cxnSpLocks/>
            <a:stCxn id="65" idx="6"/>
            <a:endCxn id="85"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D904057-773B-074C-BEB4-AF4DD803486D}"/>
              </a:ext>
            </a:extLst>
          </p:cNvPr>
          <p:cNvCxnSpPr>
            <a:cxnSpLocks/>
            <a:stCxn id="65" idx="4"/>
            <a:endCxn id="84"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B577AFB-6E9F-734D-AD05-E5C419C6E8DE}"/>
              </a:ext>
            </a:extLst>
          </p:cNvPr>
          <p:cNvCxnSpPr>
            <a:cxnSpLocks/>
            <a:stCxn id="86" idx="0"/>
            <a:endCxn id="62"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22F9B7C-0857-4F4B-9014-5C6CDB7CABEE}"/>
              </a:ext>
            </a:extLst>
          </p:cNvPr>
          <p:cNvCxnSpPr>
            <a:cxnSpLocks/>
            <a:stCxn id="62" idx="5"/>
            <a:endCxn id="84"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CA66C1E-3586-AE4F-B421-7632AF126419}"/>
              </a:ext>
            </a:extLst>
          </p:cNvPr>
          <p:cNvCxnSpPr>
            <a:cxnSpLocks/>
            <a:stCxn id="42" idx="5"/>
            <a:endCxn id="50"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D52CB53-2BB6-2D4A-BF55-2BC7BB7F3AA3}"/>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102" name="TextBox 101">
            <a:extLst>
              <a:ext uri="{FF2B5EF4-FFF2-40B4-BE49-F238E27FC236}">
                <a16:creationId xmlns:a16="http://schemas.microsoft.com/office/drawing/2014/main" id="{0D3BDB32-4461-9A43-AE42-2844F01E88E5}"/>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103" name="TextBox 102">
            <a:extLst>
              <a:ext uri="{FF2B5EF4-FFF2-40B4-BE49-F238E27FC236}">
                <a16:creationId xmlns:a16="http://schemas.microsoft.com/office/drawing/2014/main" id="{DB7250CC-8FF4-AA44-80C6-8FCF8934B210}"/>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104" name="TextBox 103">
            <a:extLst>
              <a:ext uri="{FF2B5EF4-FFF2-40B4-BE49-F238E27FC236}">
                <a16:creationId xmlns:a16="http://schemas.microsoft.com/office/drawing/2014/main" id="{15638E21-2906-E149-BD11-23204DE00AD2}"/>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105" name="TextBox 104">
            <a:extLst>
              <a:ext uri="{FF2B5EF4-FFF2-40B4-BE49-F238E27FC236}">
                <a16:creationId xmlns:a16="http://schemas.microsoft.com/office/drawing/2014/main" id="{35917F0C-E5BC-994D-A364-8DDCBDB8224F}"/>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107" name="TextBox 106">
            <a:extLst>
              <a:ext uri="{FF2B5EF4-FFF2-40B4-BE49-F238E27FC236}">
                <a16:creationId xmlns:a16="http://schemas.microsoft.com/office/drawing/2014/main" id="{3ECB4112-D0F1-784F-BD7C-920F3EC86BC8}"/>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109" name="TextBox 108">
            <a:extLst>
              <a:ext uri="{FF2B5EF4-FFF2-40B4-BE49-F238E27FC236}">
                <a16:creationId xmlns:a16="http://schemas.microsoft.com/office/drawing/2014/main" id="{73782642-CD60-D04B-AE1C-5BA6F67A0E4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110" name="TextBox 109">
            <a:extLst>
              <a:ext uri="{FF2B5EF4-FFF2-40B4-BE49-F238E27FC236}">
                <a16:creationId xmlns:a16="http://schemas.microsoft.com/office/drawing/2014/main" id="{9B5BE570-F269-834F-A9A7-F3B3E7A3AF51}"/>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111" name="TextBox 110">
            <a:extLst>
              <a:ext uri="{FF2B5EF4-FFF2-40B4-BE49-F238E27FC236}">
                <a16:creationId xmlns:a16="http://schemas.microsoft.com/office/drawing/2014/main" id="{5D5E9785-245E-244A-AA52-E3E9C1CA7A67}"/>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112" name="TextBox 111">
            <a:extLst>
              <a:ext uri="{FF2B5EF4-FFF2-40B4-BE49-F238E27FC236}">
                <a16:creationId xmlns:a16="http://schemas.microsoft.com/office/drawing/2014/main" id="{E0C4A54E-C9DD-0B49-97D2-E6AF676B83D8}"/>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114" name="TextBox 113">
            <a:extLst>
              <a:ext uri="{FF2B5EF4-FFF2-40B4-BE49-F238E27FC236}">
                <a16:creationId xmlns:a16="http://schemas.microsoft.com/office/drawing/2014/main" id="{4AB9C2CB-57BD-2B42-AFB0-C11F5C15F6C6}"/>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32299463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2" name="Oval 41">
            <a:extLst>
              <a:ext uri="{FF2B5EF4-FFF2-40B4-BE49-F238E27FC236}">
                <a16:creationId xmlns:a16="http://schemas.microsoft.com/office/drawing/2014/main" id="{25687C1E-D7E3-3040-A262-42FC5A169C9F}"/>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2B9046FE-3BDC-DF4A-AE6C-235A1A775EF3}"/>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Oval 49">
            <a:extLst>
              <a:ext uri="{FF2B5EF4-FFF2-40B4-BE49-F238E27FC236}">
                <a16:creationId xmlns:a16="http://schemas.microsoft.com/office/drawing/2014/main" id="{D49B2840-562D-C24A-B172-6D8649D4288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Oval 61">
            <a:extLst>
              <a:ext uri="{FF2B5EF4-FFF2-40B4-BE49-F238E27FC236}">
                <a16:creationId xmlns:a16="http://schemas.microsoft.com/office/drawing/2014/main" id="{09387791-A17A-9E45-B8C5-F2B4933A98A7}"/>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45C17600-B81E-E84D-91B0-E4427430CB7B}"/>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Oval 82">
            <a:extLst>
              <a:ext uri="{FF2B5EF4-FFF2-40B4-BE49-F238E27FC236}">
                <a16:creationId xmlns:a16="http://schemas.microsoft.com/office/drawing/2014/main" id="{6930BA87-1B48-5840-AE00-BF153852DBDD}"/>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4" name="Oval 83">
            <a:extLst>
              <a:ext uri="{FF2B5EF4-FFF2-40B4-BE49-F238E27FC236}">
                <a16:creationId xmlns:a16="http://schemas.microsoft.com/office/drawing/2014/main" id="{8EC4EBE1-655D-6645-81FE-98CDFA40C235}"/>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5" name="Oval 84">
            <a:extLst>
              <a:ext uri="{FF2B5EF4-FFF2-40B4-BE49-F238E27FC236}">
                <a16:creationId xmlns:a16="http://schemas.microsoft.com/office/drawing/2014/main" id="{A96A4A31-00E4-C346-BD0A-2AD9C4714799}"/>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6" name="Oval 85">
            <a:extLst>
              <a:ext uri="{FF2B5EF4-FFF2-40B4-BE49-F238E27FC236}">
                <a16:creationId xmlns:a16="http://schemas.microsoft.com/office/drawing/2014/main" id="{99C69447-4060-CE48-AB38-F383F271D850}"/>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87" name="Straight Connector 86">
            <a:extLst>
              <a:ext uri="{FF2B5EF4-FFF2-40B4-BE49-F238E27FC236}">
                <a16:creationId xmlns:a16="http://schemas.microsoft.com/office/drawing/2014/main" id="{B63EF403-A751-064C-B95F-EEBF483D6E44}"/>
              </a:ext>
            </a:extLst>
          </p:cNvPr>
          <p:cNvCxnSpPr>
            <a:cxnSpLocks/>
            <a:stCxn id="42" idx="7"/>
            <a:endCxn id="4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D5A963-A246-DC48-B282-74E7CD76B9CF}"/>
              </a:ext>
            </a:extLst>
          </p:cNvPr>
          <p:cNvCxnSpPr>
            <a:cxnSpLocks/>
            <a:stCxn id="65" idx="2"/>
            <a:endCxn id="62"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164FD8D-05AA-184D-A5FA-6378C6CEA217}"/>
              </a:ext>
            </a:extLst>
          </p:cNvPr>
          <p:cNvCxnSpPr>
            <a:cxnSpLocks/>
            <a:stCxn id="50" idx="6"/>
            <a:endCxn id="83"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C5A71A-A62B-E14B-BA17-A6977C8A7C57}"/>
              </a:ext>
            </a:extLst>
          </p:cNvPr>
          <p:cNvCxnSpPr>
            <a:cxnSpLocks/>
            <a:stCxn id="83" idx="6"/>
            <a:endCxn id="84"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5CDA59C-EC43-1D49-BE98-22010D35F5E9}"/>
              </a:ext>
            </a:extLst>
          </p:cNvPr>
          <p:cNvCxnSpPr>
            <a:cxnSpLocks/>
            <a:stCxn id="65" idx="6"/>
            <a:endCxn id="85"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B577AFB-6E9F-734D-AD05-E5C419C6E8DE}"/>
              </a:ext>
            </a:extLst>
          </p:cNvPr>
          <p:cNvCxnSpPr>
            <a:cxnSpLocks/>
            <a:stCxn id="86" idx="0"/>
            <a:endCxn id="62"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22F9B7C-0857-4F4B-9014-5C6CDB7CABEE}"/>
              </a:ext>
            </a:extLst>
          </p:cNvPr>
          <p:cNvCxnSpPr>
            <a:cxnSpLocks/>
            <a:stCxn id="62" idx="5"/>
            <a:endCxn id="84"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CA66C1E-3586-AE4F-B421-7632AF126419}"/>
              </a:ext>
            </a:extLst>
          </p:cNvPr>
          <p:cNvCxnSpPr>
            <a:cxnSpLocks/>
            <a:stCxn id="42" idx="5"/>
            <a:endCxn id="50"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D52CB53-2BB6-2D4A-BF55-2BC7BB7F3AA3}"/>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102" name="TextBox 101">
            <a:extLst>
              <a:ext uri="{FF2B5EF4-FFF2-40B4-BE49-F238E27FC236}">
                <a16:creationId xmlns:a16="http://schemas.microsoft.com/office/drawing/2014/main" id="{0D3BDB32-4461-9A43-AE42-2844F01E88E5}"/>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103" name="TextBox 102">
            <a:extLst>
              <a:ext uri="{FF2B5EF4-FFF2-40B4-BE49-F238E27FC236}">
                <a16:creationId xmlns:a16="http://schemas.microsoft.com/office/drawing/2014/main" id="{DB7250CC-8FF4-AA44-80C6-8FCF8934B210}"/>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104" name="TextBox 103">
            <a:extLst>
              <a:ext uri="{FF2B5EF4-FFF2-40B4-BE49-F238E27FC236}">
                <a16:creationId xmlns:a16="http://schemas.microsoft.com/office/drawing/2014/main" id="{15638E21-2906-E149-BD11-23204DE00AD2}"/>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105" name="TextBox 104">
            <a:extLst>
              <a:ext uri="{FF2B5EF4-FFF2-40B4-BE49-F238E27FC236}">
                <a16:creationId xmlns:a16="http://schemas.microsoft.com/office/drawing/2014/main" id="{35917F0C-E5BC-994D-A364-8DDCBDB8224F}"/>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107" name="TextBox 106">
            <a:extLst>
              <a:ext uri="{FF2B5EF4-FFF2-40B4-BE49-F238E27FC236}">
                <a16:creationId xmlns:a16="http://schemas.microsoft.com/office/drawing/2014/main" id="{3ECB4112-D0F1-784F-BD7C-920F3EC86BC8}"/>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109" name="TextBox 108">
            <a:extLst>
              <a:ext uri="{FF2B5EF4-FFF2-40B4-BE49-F238E27FC236}">
                <a16:creationId xmlns:a16="http://schemas.microsoft.com/office/drawing/2014/main" id="{73782642-CD60-D04B-AE1C-5BA6F67A0E4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110" name="TextBox 109">
            <a:extLst>
              <a:ext uri="{FF2B5EF4-FFF2-40B4-BE49-F238E27FC236}">
                <a16:creationId xmlns:a16="http://schemas.microsoft.com/office/drawing/2014/main" id="{9B5BE570-F269-834F-A9A7-F3B3E7A3AF51}"/>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3" name="TextBox 2">
            <a:extLst>
              <a:ext uri="{FF2B5EF4-FFF2-40B4-BE49-F238E27FC236}">
                <a16:creationId xmlns:a16="http://schemas.microsoft.com/office/drawing/2014/main" id="{7279D383-DE37-514F-98A9-C849563FEE4E}"/>
              </a:ext>
            </a:extLst>
          </p:cNvPr>
          <p:cNvSpPr txBox="1"/>
          <p:nvPr/>
        </p:nvSpPr>
        <p:spPr>
          <a:xfrm>
            <a:off x="7363364" y="5314424"/>
            <a:ext cx="2161543" cy="369332"/>
          </a:xfrm>
          <a:prstGeom prst="rect">
            <a:avLst/>
          </a:prstGeom>
          <a:noFill/>
        </p:spPr>
        <p:txBody>
          <a:bodyPr wrap="square" rtlCol="0">
            <a:spAutoFit/>
          </a:bodyPr>
          <a:lstStyle/>
          <a:p>
            <a:r>
              <a:rPr lang="en-US" dirty="0"/>
              <a:t>MST with cost = 37</a:t>
            </a:r>
          </a:p>
        </p:txBody>
      </p:sp>
    </p:spTree>
    <p:extLst>
      <p:ext uri="{BB962C8B-B14F-4D97-AF65-F5344CB8AC3E}">
        <p14:creationId xmlns:p14="http://schemas.microsoft.com/office/powerpoint/2010/main" val="9955039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t>10</a:t>
            </a:r>
          </a:p>
        </p:txBody>
      </p:sp>
    </p:spTree>
    <p:extLst>
      <p:ext uri="{BB962C8B-B14F-4D97-AF65-F5344CB8AC3E}">
        <p14:creationId xmlns:p14="http://schemas.microsoft.com/office/powerpoint/2010/main" val="8956505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0,1,2,3,4,</a:t>
            </a:r>
          </a:p>
          <a:p>
            <a:pPr algn="ctr"/>
            <a:r>
              <a:rPr lang="en-US" dirty="0"/>
              <a:t>5,6,7,8</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ED36785F-D6BC-4E45-9D80-DF77AA6A91D2}"/>
                  </a:ext>
                </a:extLst>
              </p14:cNvPr>
              <p14:cNvContentPartPr/>
              <p14:nvPr/>
            </p14:nvContentPartPr>
            <p14:xfrm>
              <a:off x="4847040" y="48600"/>
              <a:ext cx="6601680" cy="6566040"/>
            </p14:xfrm>
          </p:contentPart>
        </mc:Choice>
        <mc:Fallback xmlns="">
          <p:pic>
            <p:nvPicPr>
              <p:cNvPr id="13" name="Ink 12">
                <a:extLst>
                  <a:ext uri="{FF2B5EF4-FFF2-40B4-BE49-F238E27FC236}">
                    <a16:creationId xmlns:a16="http://schemas.microsoft.com/office/drawing/2014/main" id="{ED36785F-D6BC-4E45-9D80-DF77AA6A91D2}"/>
                  </a:ext>
                </a:extLst>
              </p:cNvPr>
              <p:cNvPicPr/>
              <p:nvPr/>
            </p:nvPicPr>
            <p:blipFill>
              <a:blip r:embed="rId3"/>
              <a:stretch>
                <a:fillRect/>
              </a:stretch>
            </p:blipFill>
            <p:spPr>
              <a:xfrm>
                <a:off x="4837680" y="39240"/>
                <a:ext cx="6620400" cy="6584760"/>
              </a:xfrm>
              <a:prstGeom prst="rect">
                <a:avLst/>
              </a:prstGeom>
            </p:spPr>
          </p:pic>
        </mc:Fallback>
      </mc:AlternateContent>
    </p:spTree>
    <p:extLst>
      <p:ext uri="{BB962C8B-B14F-4D97-AF65-F5344CB8AC3E}">
        <p14:creationId xmlns:p14="http://schemas.microsoft.com/office/powerpoint/2010/main" val="42681590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1,2,3,4,</a:t>
            </a:r>
          </a:p>
          <a:p>
            <a:pPr algn="ctr"/>
            <a:r>
              <a:rPr lang="en-US" dirty="0"/>
              <a:t>5,6,7,8</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42B49CB0-F8AD-7749-927C-B31790045F28}"/>
                  </a:ext>
                </a:extLst>
              </p14:cNvPr>
              <p14:cNvContentPartPr/>
              <p14:nvPr/>
            </p14:nvContentPartPr>
            <p14:xfrm>
              <a:off x="2237040" y="2640960"/>
              <a:ext cx="4627080" cy="1448640"/>
            </p14:xfrm>
          </p:contentPart>
        </mc:Choice>
        <mc:Fallback xmlns="">
          <p:pic>
            <p:nvPicPr>
              <p:cNvPr id="13" name="Ink 12">
                <a:extLst>
                  <a:ext uri="{FF2B5EF4-FFF2-40B4-BE49-F238E27FC236}">
                    <a16:creationId xmlns:a16="http://schemas.microsoft.com/office/drawing/2014/main" id="{42B49CB0-F8AD-7749-927C-B31790045F28}"/>
                  </a:ext>
                </a:extLst>
              </p:cNvPr>
              <p:cNvPicPr/>
              <p:nvPr/>
            </p:nvPicPr>
            <p:blipFill>
              <a:blip r:embed="rId3"/>
              <a:stretch>
                <a:fillRect/>
              </a:stretch>
            </p:blipFill>
            <p:spPr>
              <a:xfrm>
                <a:off x="2227680" y="2631600"/>
                <a:ext cx="4645800" cy="1467360"/>
              </a:xfrm>
              <a:prstGeom prst="rect">
                <a:avLst/>
              </a:prstGeom>
            </p:spPr>
          </p:pic>
        </mc:Fallback>
      </mc:AlternateContent>
    </p:spTree>
    <p:extLst>
      <p:ext uri="{BB962C8B-B14F-4D97-AF65-F5344CB8AC3E}">
        <p14:creationId xmlns:p14="http://schemas.microsoft.com/office/powerpoint/2010/main" val="81271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2,3,4,</a:t>
            </a:r>
          </a:p>
          <a:p>
            <a:pPr algn="ctr"/>
            <a:r>
              <a:rPr lang="en-US" dirty="0"/>
              <a:t>5,6,7,8</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4F8C9452-7728-E541-9360-52D8DBFF1AA1}"/>
                  </a:ext>
                </a:extLst>
              </p14:cNvPr>
              <p14:cNvContentPartPr/>
              <p14:nvPr/>
            </p14:nvContentPartPr>
            <p14:xfrm>
              <a:off x="5128920" y="2241720"/>
              <a:ext cx="2794320" cy="2318040"/>
            </p14:xfrm>
          </p:contentPart>
        </mc:Choice>
        <mc:Fallback xmlns="">
          <p:pic>
            <p:nvPicPr>
              <p:cNvPr id="13" name="Ink 12">
                <a:extLst>
                  <a:ext uri="{FF2B5EF4-FFF2-40B4-BE49-F238E27FC236}">
                    <a16:creationId xmlns:a16="http://schemas.microsoft.com/office/drawing/2014/main" id="{4F8C9452-7728-E541-9360-52D8DBFF1AA1}"/>
                  </a:ext>
                </a:extLst>
              </p:cNvPr>
              <p:cNvPicPr/>
              <p:nvPr/>
            </p:nvPicPr>
            <p:blipFill>
              <a:blip r:embed="rId3"/>
              <a:stretch>
                <a:fillRect/>
              </a:stretch>
            </p:blipFill>
            <p:spPr>
              <a:xfrm>
                <a:off x="5119560" y="2232360"/>
                <a:ext cx="2813040" cy="2336760"/>
              </a:xfrm>
              <a:prstGeom prst="rect">
                <a:avLst/>
              </a:prstGeom>
            </p:spPr>
          </p:pic>
        </mc:Fallback>
      </mc:AlternateContent>
    </p:spTree>
    <p:extLst>
      <p:ext uri="{BB962C8B-B14F-4D97-AF65-F5344CB8AC3E}">
        <p14:creationId xmlns:p14="http://schemas.microsoft.com/office/powerpoint/2010/main" val="10618158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a:t>
            </a:r>
          </a:p>
          <a:p>
            <a:pPr algn="ctr"/>
            <a:r>
              <a:rPr lang="en-US" dirty="0"/>
              <a:t>5,6,7,8</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8F848C0F-B034-B146-A68F-E903988A5DB4}"/>
                  </a:ext>
                </a:extLst>
              </p14:cNvPr>
              <p14:cNvContentPartPr/>
              <p14:nvPr/>
            </p14:nvContentPartPr>
            <p14:xfrm>
              <a:off x="5932440" y="2528280"/>
              <a:ext cx="3045600" cy="1494720"/>
            </p14:xfrm>
          </p:contentPart>
        </mc:Choice>
        <mc:Fallback xmlns="">
          <p:pic>
            <p:nvPicPr>
              <p:cNvPr id="13" name="Ink 12">
                <a:extLst>
                  <a:ext uri="{FF2B5EF4-FFF2-40B4-BE49-F238E27FC236}">
                    <a16:creationId xmlns:a16="http://schemas.microsoft.com/office/drawing/2014/main" id="{8F848C0F-B034-B146-A68F-E903988A5DB4}"/>
                  </a:ext>
                </a:extLst>
              </p:cNvPr>
              <p:cNvPicPr/>
              <p:nvPr/>
            </p:nvPicPr>
            <p:blipFill>
              <a:blip r:embed="rId3"/>
              <a:stretch>
                <a:fillRect/>
              </a:stretch>
            </p:blipFill>
            <p:spPr>
              <a:xfrm>
                <a:off x="5923080" y="2518920"/>
                <a:ext cx="3064320" cy="1513440"/>
              </a:xfrm>
              <a:prstGeom prst="rect">
                <a:avLst/>
              </a:prstGeom>
            </p:spPr>
          </p:pic>
        </mc:Fallback>
      </mc:AlternateContent>
    </p:spTree>
    <p:extLst>
      <p:ext uri="{BB962C8B-B14F-4D97-AF65-F5344CB8AC3E}">
        <p14:creationId xmlns:p14="http://schemas.microsoft.com/office/powerpoint/2010/main" val="4475300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a:t>
            </a:r>
          </a:p>
          <a:p>
            <a:pPr algn="ctr"/>
            <a:r>
              <a:rPr lang="en-US" dirty="0"/>
              <a:t>5,6,7</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8B85C6E4-1B5C-F340-A5DF-C3E2C4E072E8}"/>
                  </a:ext>
                </a:extLst>
              </p14:cNvPr>
              <p14:cNvContentPartPr/>
              <p14:nvPr/>
            </p14:nvContentPartPr>
            <p14:xfrm>
              <a:off x="5855760" y="2563920"/>
              <a:ext cx="3726360" cy="1439280"/>
            </p14:xfrm>
          </p:contentPart>
        </mc:Choice>
        <mc:Fallback xmlns="">
          <p:pic>
            <p:nvPicPr>
              <p:cNvPr id="13" name="Ink 12">
                <a:extLst>
                  <a:ext uri="{FF2B5EF4-FFF2-40B4-BE49-F238E27FC236}">
                    <a16:creationId xmlns:a16="http://schemas.microsoft.com/office/drawing/2014/main" id="{8B85C6E4-1B5C-F340-A5DF-C3E2C4E072E8}"/>
                  </a:ext>
                </a:extLst>
              </p:cNvPr>
              <p:cNvPicPr/>
              <p:nvPr/>
            </p:nvPicPr>
            <p:blipFill>
              <a:blip r:embed="rId3"/>
              <a:stretch>
                <a:fillRect/>
              </a:stretch>
            </p:blipFill>
            <p:spPr>
              <a:xfrm>
                <a:off x="5846400" y="2554560"/>
                <a:ext cx="3745080" cy="1458000"/>
              </a:xfrm>
              <a:prstGeom prst="rect">
                <a:avLst/>
              </a:prstGeom>
            </p:spPr>
          </p:pic>
        </mc:Fallback>
      </mc:AlternateContent>
    </p:spTree>
    <p:extLst>
      <p:ext uri="{BB962C8B-B14F-4D97-AF65-F5344CB8AC3E}">
        <p14:creationId xmlns:p14="http://schemas.microsoft.com/office/powerpoint/2010/main" val="37598941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a:t>
            </a:r>
          </a:p>
          <a:p>
            <a:pPr algn="ctr"/>
            <a:r>
              <a:rPr lang="en-US" dirty="0"/>
              <a:t>6,7</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E719A0BB-3632-D34B-A1EE-F45FE19E28D2}"/>
                  </a:ext>
                </a:extLst>
              </p14:cNvPr>
              <p14:cNvContentPartPr/>
              <p14:nvPr/>
            </p14:nvContentPartPr>
            <p14:xfrm>
              <a:off x="9074880" y="4626360"/>
              <a:ext cx="413280" cy="419760"/>
            </p14:xfrm>
          </p:contentPart>
        </mc:Choice>
        <mc:Fallback xmlns="">
          <p:pic>
            <p:nvPicPr>
              <p:cNvPr id="13" name="Ink 12">
                <a:extLst>
                  <a:ext uri="{FF2B5EF4-FFF2-40B4-BE49-F238E27FC236}">
                    <a16:creationId xmlns:a16="http://schemas.microsoft.com/office/drawing/2014/main" id="{E719A0BB-3632-D34B-A1EE-F45FE19E28D2}"/>
                  </a:ext>
                </a:extLst>
              </p:cNvPr>
              <p:cNvPicPr/>
              <p:nvPr/>
            </p:nvPicPr>
            <p:blipFill>
              <a:blip r:embed="rId3"/>
              <a:stretch>
                <a:fillRect/>
              </a:stretch>
            </p:blipFill>
            <p:spPr>
              <a:xfrm>
                <a:off x="9065520" y="4617000"/>
                <a:ext cx="432000" cy="438480"/>
              </a:xfrm>
              <a:prstGeom prst="rect">
                <a:avLst/>
              </a:prstGeom>
            </p:spPr>
          </p:pic>
        </mc:Fallback>
      </mc:AlternateContent>
    </p:spTree>
    <p:extLst>
      <p:ext uri="{BB962C8B-B14F-4D97-AF65-F5344CB8AC3E}">
        <p14:creationId xmlns:p14="http://schemas.microsoft.com/office/powerpoint/2010/main" val="1477059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a:t>
            </a:r>
          </a:p>
          <a:p>
            <a:pPr algn="ctr"/>
            <a:r>
              <a:rPr lang="en-US" dirty="0"/>
              <a:t>7</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6AB9A85C-94AA-3A45-9D5C-54BC7C9E5E9D}"/>
                  </a:ext>
                </a:extLst>
              </p14:cNvPr>
              <p14:cNvContentPartPr/>
              <p14:nvPr/>
            </p14:nvContentPartPr>
            <p14:xfrm>
              <a:off x="7560000" y="4749480"/>
              <a:ext cx="435600" cy="214560"/>
            </p14:xfrm>
          </p:contentPart>
        </mc:Choice>
        <mc:Fallback xmlns="">
          <p:pic>
            <p:nvPicPr>
              <p:cNvPr id="13" name="Ink 12">
                <a:extLst>
                  <a:ext uri="{FF2B5EF4-FFF2-40B4-BE49-F238E27FC236}">
                    <a16:creationId xmlns:a16="http://schemas.microsoft.com/office/drawing/2014/main" id="{6AB9A85C-94AA-3A45-9D5C-54BC7C9E5E9D}"/>
                  </a:ext>
                </a:extLst>
              </p:cNvPr>
              <p:cNvPicPr/>
              <p:nvPr/>
            </p:nvPicPr>
            <p:blipFill>
              <a:blip r:embed="rId3"/>
              <a:stretch>
                <a:fillRect/>
              </a:stretch>
            </p:blipFill>
            <p:spPr>
              <a:xfrm>
                <a:off x="7550640" y="4740120"/>
                <a:ext cx="454320" cy="233280"/>
              </a:xfrm>
              <a:prstGeom prst="rect">
                <a:avLst/>
              </a:prstGeom>
            </p:spPr>
          </p:pic>
        </mc:Fallback>
      </mc:AlternateContent>
    </p:spTree>
    <p:extLst>
      <p:ext uri="{BB962C8B-B14F-4D97-AF65-F5344CB8AC3E}">
        <p14:creationId xmlns:p14="http://schemas.microsoft.com/office/powerpoint/2010/main" val="6369595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57015BF8-5978-AC4E-8D2A-C3D0198A9A36}"/>
                  </a:ext>
                </a:extLst>
              </p14:cNvPr>
              <p14:cNvContentPartPr/>
              <p14:nvPr/>
            </p14:nvContentPartPr>
            <p14:xfrm>
              <a:off x="8358480" y="3485160"/>
              <a:ext cx="711720" cy="860400"/>
            </p14:xfrm>
          </p:contentPart>
        </mc:Choice>
        <mc:Fallback xmlns="">
          <p:pic>
            <p:nvPicPr>
              <p:cNvPr id="13" name="Ink 12">
                <a:extLst>
                  <a:ext uri="{FF2B5EF4-FFF2-40B4-BE49-F238E27FC236}">
                    <a16:creationId xmlns:a16="http://schemas.microsoft.com/office/drawing/2014/main" id="{57015BF8-5978-AC4E-8D2A-C3D0198A9A36}"/>
                  </a:ext>
                </a:extLst>
              </p:cNvPr>
              <p:cNvPicPr/>
              <p:nvPr/>
            </p:nvPicPr>
            <p:blipFill>
              <a:blip r:embed="rId3"/>
              <a:stretch>
                <a:fillRect/>
              </a:stretch>
            </p:blipFill>
            <p:spPr>
              <a:xfrm>
                <a:off x="8349120" y="3475800"/>
                <a:ext cx="730440" cy="879120"/>
              </a:xfrm>
              <a:prstGeom prst="rect">
                <a:avLst/>
              </a:prstGeom>
            </p:spPr>
          </p:pic>
        </mc:Fallback>
      </mc:AlternateContent>
    </p:spTree>
    <p:extLst>
      <p:ext uri="{BB962C8B-B14F-4D97-AF65-F5344CB8AC3E}">
        <p14:creationId xmlns:p14="http://schemas.microsoft.com/office/powerpoint/2010/main" val="13124856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15096190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6,7, 3</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0716F6D9-D4A2-694F-B901-976F6BE5A53D}"/>
                  </a:ext>
                </a:extLst>
              </p14:cNvPr>
              <p14:cNvContentPartPr/>
              <p14:nvPr/>
            </p14:nvContentPartPr>
            <p14:xfrm>
              <a:off x="7565040" y="3920400"/>
              <a:ext cx="394560" cy="343080"/>
            </p14:xfrm>
          </p:contentPart>
        </mc:Choice>
        <mc:Fallback xmlns="">
          <p:pic>
            <p:nvPicPr>
              <p:cNvPr id="13" name="Ink 12">
                <a:extLst>
                  <a:ext uri="{FF2B5EF4-FFF2-40B4-BE49-F238E27FC236}">
                    <a16:creationId xmlns:a16="http://schemas.microsoft.com/office/drawing/2014/main" id="{0716F6D9-D4A2-694F-B901-976F6BE5A53D}"/>
                  </a:ext>
                </a:extLst>
              </p:cNvPr>
              <p:cNvPicPr/>
              <p:nvPr/>
            </p:nvPicPr>
            <p:blipFill>
              <a:blip r:embed="rId3"/>
              <a:stretch>
                <a:fillRect/>
              </a:stretch>
            </p:blipFill>
            <p:spPr>
              <a:xfrm>
                <a:off x="7555680" y="3911040"/>
                <a:ext cx="413280" cy="361800"/>
              </a:xfrm>
              <a:prstGeom prst="rect">
                <a:avLst/>
              </a:prstGeom>
            </p:spPr>
          </p:pic>
        </mc:Fallback>
      </mc:AlternateContent>
    </p:spTree>
    <p:extLst>
      <p:ext uri="{BB962C8B-B14F-4D97-AF65-F5344CB8AC3E}">
        <p14:creationId xmlns:p14="http://schemas.microsoft.com/office/powerpoint/2010/main" val="23632900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6,7, 3</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A07D2794-AA8D-0D42-8922-A12E3289EF38}"/>
                  </a:ext>
                </a:extLst>
              </p14:cNvPr>
              <p14:cNvContentPartPr/>
              <p14:nvPr/>
            </p14:nvContentPartPr>
            <p14:xfrm>
              <a:off x="6080760" y="4212000"/>
              <a:ext cx="307440" cy="235800"/>
            </p14:xfrm>
          </p:contentPart>
        </mc:Choice>
        <mc:Fallback xmlns="">
          <p:pic>
            <p:nvPicPr>
              <p:cNvPr id="13" name="Ink 12">
                <a:extLst>
                  <a:ext uri="{FF2B5EF4-FFF2-40B4-BE49-F238E27FC236}">
                    <a16:creationId xmlns:a16="http://schemas.microsoft.com/office/drawing/2014/main" id="{A07D2794-AA8D-0D42-8922-A12E3289EF38}"/>
                  </a:ext>
                </a:extLst>
              </p:cNvPr>
              <p:cNvPicPr/>
              <p:nvPr/>
            </p:nvPicPr>
            <p:blipFill>
              <a:blip r:embed="rId3"/>
              <a:stretch>
                <a:fillRect/>
              </a:stretch>
            </p:blipFill>
            <p:spPr>
              <a:xfrm>
                <a:off x="6071400" y="4202640"/>
                <a:ext cx="326160" cy="254520"/>
              </a:xfrm>
              <a:prstGeom prst="rect">
                <a:avLst/>
              </a:prstGeom>
            </p:spPr>
          </p:pic>
        </mc:Fallback>
      </mc:AlternateContent>
    </p:spTree>
    <p:extLst>
      <p:ext uri="{BB962C8B-B14F-4D97-AF65-F5344CB8AC3E}">
        <p14:creationId xmlns:p14="http://schemas.microsoft.com/office/powerpoint/2010/main" val="16815113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6,7, 3</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9652145A-779C-D54B-9C1A-3725CE4F998D}"/>
                  </a:ext>
                </a:extLst>
              </p14:cNvPr>
              <p14:cNvContentPartPr/>
              <p14:nvPr/>
            </p14:nvContentPartPr>
            <p14:xfrm>
              <a:off x="10570320" y="3050280"/>
              <a:ext cx="363240" cy="158400"/>
            </p14:xfrm>
          </p:contentPart>
        </mc:Choice>
        <mc:Fallback xmlns="">
          <p:pic>
            <p:nvPicPr>
              <p:cNvPr id="13" name="Ink 12">
                <a:extLst>
                  <a:ext uri="{FF2B5EF4-FFF2-40B4-BE49-F238E27FC236}">
                    <a16:creationId xmlns:a16="http://schemas.microsoft.com/office/drawing/2014/main" id="{9652145A-779C-D54B-9C1A-3725CE4F998D}"/>
                  </a:ext>
                </a:extLst>
              </p:cNvPr>
              <p:cNvPicPr/>
              <p:nvPr/>
            </p:nvPicPr>
            <p:blipFill>
              <a:blip r:embed="rId3"/>
              <a:stretch>
                <a:fillRect/>
              </a:stretch>
            </p:blipFill>
            <p:spPr>
              <a:xfrm>
                <a:off x="10560960" y="3040920"/>
                <a:ext cx="381960" cy="177120"/>
              </a:xfrm>
              <a:prstGeom prst="rect">
                <a:avLst/>
              </a:prstGeom>
            </p:spPr>
          </p:pic>
        </mc:Fallback>
      </mc:AlternateContent>
    </p:spTree>
    <p:extLst>
      <p:ext uri="{BB962C8B-B14F-4D97-AF65-F5344CB8AC3E}">
        <p14:creationId xmlns:p14="http://schemas.microsoft.com/office/powerpoint/2010/main" val="36941174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6,7, 3,4</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B2E32049-E221-5D49-9F52-A47BD482DAE9}"/>
                  </a:ext>
                </a:extLst>
              </p14:cNvPr>
              <p14:cNvContentPartPr/>
              <p14:nvPr/>
            </p14:nvContentPartPr>
            <p14:xfrm>
              <a:off x="1750680" y="3802680"/>
              <a:ext cx="1602360" cy="277200"/>
            </p14:xfrm>
          </p:contentPart>
        </mc:Choice>
        <mc:Fallback xmlns="">
          <p:pic>
            <p:nvPicPr>
              <p:cNvPr id="13" name="Ink 12">
                <a:extLst>
                  <a:ext uri="{FF2B5EF4-FFF2-40B4-BE49-F238E27FC236}">
                    <a16:creationId xmlns:a16="http://schemas.microsoft.com/office/drawing/2014/main" id="{B2E32049-E221-5D49-9F52-A47BD482DAE9}"/>
                  </a:ext>
                </a:extLst>
              </p:cNvPr>
              <p:cNvPicPr/>
              <p:nvPr/>
            </p:nvPicPr>
            <p:blipFill>
              <a:blip r:embed="rId3"/>
              <a:stretch>
                <a:fillRect/>
              </a:stretch>
            </p:blipFill>
            <p:spPr>
              <a:xfrm>
                <a:off x="1741320" y="3793320"/>
                <a:ext cx="1621080" cy="295920"/>
              </a:xfrm>
              <a:prstGeom prst="rect">
                <a:avLst/>
              </a:prstGeom>
            </p:spPr>
          </p:pic>
        </mc:Fallback>
      </mc:AlternateContent>
    </p:spTree>
    <p:extLst>
      <p:ext uri="{BB962C8B-B14F-4D97-AF65-F5344CB8AC3E}">
        <p14:creationId xmlns:p14="http://schemas.microsoft.com/office/powerpoint/2010/main" val="13052194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6,7, 3,4</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
        <p:nvSpPr>
          <p:cNvPr id="38" name="TextBox 37">
            <a:extLst>
              <a:ext uri="{FF2B5EF4-FFF2-40B4-BE49-F238E27FC236}">
                <a16:creationId xmlns:a16="http://schemas.microsoft.com/office/drawing/2014/main" id="{E19FFE87-7684-EB4E-8B99-A46F650FD96B}"/>
              </a:ext>
            </a:extLst>
          </p:cNvPr>
          <p:cNvSpPr txBox="1"/>
          <p:nvPr/>
        </p:nvSpPr>
        <p:spPr>
          <a:xfrm>
            <a:off x="7363364" y="5314424"/>
            <a:ext cx="2161543" cy="369332"/>
          </a:xfrm>
          <a:prstGeom prst="rect">
            <a:avLst/>
          </a:prstGeom>
          <a:noFill/>
        </p:spPr>
        <p:txBody>
          <a:bodyPr wrap="square" rtlCol="0">
            <a:spAutoFit/>
          </a:bodyPr>
          <a:lstStyle/>
          <a:p>
            <a:r>
              <a:rPr lang="en-US" dirty="0"/>
              <a:t>MST with cost = 37</a:t>
            </a:r>
          </a:p>
        </p:txBody>
      </p:sp>
    </p:spTree>
    <p:extLst>
      <p:ext uri="{BB962C8B-B14F-4D97-AF65-F5344CB8AC3E}">
        <p14:creationId xmlns:p14="http://schemas.microsoft.com/office/powerpoint/2010/main" val="33940407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9A0D-9D99-994D-800A-6954271B496D}"/>
              </a:ext>
            </a:extLst>
          </p:cNvPr>
          <p:cNvSpPr>
            <a:spLocks noGrp="1"/>
          </p:cNvSpPr>
          <p:nvPr>
            <p:ph type="title"/>
          </p:nvPr>
        </p:nvSpPr>
        <p:spPr/>
        <p:txBody>
          <a:bodyPr/>
          <a:lstStyle/>
          <a:p>
            <a:r>
              <a:rPr lang="en-US" dirty="0"/>
              <a:t>Content Courtesy</a:t>
            </a:r>
          </a:p>
        </p:txBody>
      </p:sp>
      <p:sp>
        <p:nvSpPr>
          <p:cNvPr id="3" name="Content Placeholder 2">
            <a:extLst>
              <a:ext uri="{FF2B5EF4-FFF2-40B4-BE49-F238E27FC236}">
                <a16:creationId xmlns:a16="http://schemas.microsoft.com/office/drawing/2014/main" id="{280B3B19-E083-D341-903B-A1024A9DC968}"/>
              </a:ext>
            </a:extLst>
          </p:cNvPr>
          <p:cNvSpPr>
            <a:spLocks noGrp="1"/>
          </p:cNvSpPr>
          <p:nvPr>
            <p:ph idx="1"/>
          </p:nvPr>
        </p:nvSpPr>
        <p:spPr/>
        <p:txBody>
          <a:bodyPr/>
          <a:lstStyle/>
          <a:p>
            <a:r>
              <a:rPr lang="en-US" dirty="0"/>
              <a:t>Dr. Abul </a:t>
            </a:r>
            <a:r>
              <a:rPr lang="en-US" dirty="0" err="1"/>
              <a:t>Kashem</a:t>
            </a:r>
            <a:r>
              <a:rPr lang="en-US" dirty="0"/>
              <a:t> Mia, Professor, CSE, BUET</a:t>
            </a:r>
          </a:p>
          <a:p>
            <a:r>
              <a:rPr lang="en-US" dirty="0" err="1"/>
              <a:t>Sukarna</a:t>
            </a:r>
            <a:r>
              <a:rPr lang="en-US" dirty="0"/>
              <a:t> </a:t>
            </a:r>
            <a:r>
              <a:rPr lang="en-US" dirty="0" err="1"/>
              <a:t>Barua</a:t>
            </a:r>
            <a:r>
              <a:rPr lang="en-US" dirty="0"/>
              <a:t>, Assistant Professor, CSE, BUET</a:t>
            </a:r>
          </a:p>
        </p:txBody>
      </p:sp>
    </p:spTree>
    <p:extLst>
      <p:ext uri="{BB962C8B-B14F-4D97-AF65-F5344CB8AC3E}">
        <p14:creationId xmlns:p14="http://schemas.microsoft.com/office/powerpoint/2010/main" val="33619246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4822</TotalTime>
  <Words>3700</Words>
  <Application>Microsoft Office PowerPoint</Application>
  <PresentationFormat>Widescreen</PresentationFormat>
  <Paragraphs>2033</Paragraphs>
  <Slides>63</Slides>
  <Notes>0</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Wood Type</vt:lpstr>
      <vt:lpstr>Greedy Algorithms</vt:lpstr>
      <vt:lpstr>Greedy</vt:lpstr>
      <vt:lpstr>Greedy Algorithm: Principles</vt:lpstr>
      <vt:lpstr>Activity Scheduling Problem</vt:lpstr>
      <vt:lpstr>Activity Scheduling Problem</vt:lpstr>
      <vt:lpstr>Activity Scheduling: Early Finish Time</vt:lpstr>
      <vt:lpstr>PowerPoint Presentation</vt:lpstr>
      <vt:lpstr>PowerPoint Presentation</vt:lpstr>
      <vt:lpstr>Activity Scheduling: Early Finish Time</vt:lpstr>
      <vt:lpstr>Activity Scheduling: Early Finish Time</vt:lpstr>
      <vt:lpstr>Activity Scheduling: Early Finish Time</vt:lpstr>
      <vt:lpstr>The famous knapsack problem</vt:lpstr>
      <vt:lpstr>The famous knapsack problem</vt:lpstr>
      <vt:lpstr>The famous knapsack problem</vt:lpstr>
      <vt:lpstr>Fractional Knapsack problem</vt:lpstr>
      <vt:lpstr>PowerPoint Presentation</vt:lpstr>
      <vt:lpstr>Fractional Knapsack problem</vt:lpstr>
      <vt:lpstr>Fractional Knapsack problem</vt:lpstr>
      <vt:lpstr>Fractional Knapsack problem</vt:lpstr>
      <vt:lpstr>Fractional Knapsack problem</vt:lpstr>
      <vt:lpstr>Fractional Knapsack problem</vt:lpstr>
      <vt:lpstr>Fractional Knapsack problem</vt:lpstr>
      <vt:lpstr>Fractional Knapsack problem</vt:lpstr>
      <vt:lpstr>Fractional Knapsack problem</vt:lpstr>
      <vt:lpstr>Fractional Knapsack problem</vt:lpstr>
      <vt:lpstr>PowerPoint Presentation</vt:lpstr>
      <vt:lpstr>Trees and Forests</vt:lpstr>
      <vt:lpstr>Trees and Forests</vt:lpstr>
      <vt:lpstr>Spanning Tree</vt:lpstr>
      <vt:lpstr>Minimum Spanning Tree</vt:lpstr>
      <vt:lpstr>FINDING MINIMUM spanning tree</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Content Courtesy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Divide and Conquer</dc:title>
  <dc:creator>T.M. Tariq  Adnan</dc:creator>
  <cp:lastModifiedBy>T.M. Tariq  Adnan</cp:lastModifiedBy>
  <cp:revision>13</cp:revision>
  <dcterms:created xsi:type="dcterms:W3CDTF">2022-01-16T09:32:07Z</dcterms:created>
  <dcterms:modified xsi:type="dcterms:W3CDTF">2022-01-28T18:27:18Z</dcterms:modified>
</cp:coreProperties>
</file>