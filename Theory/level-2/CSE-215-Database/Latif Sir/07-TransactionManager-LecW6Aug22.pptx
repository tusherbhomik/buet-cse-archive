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7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10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5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6.xml" ContentType="application/inkml+xml"/>
  <Override PartName="/ppt/notesSlides/notesSlide22.xml" ContentType="application/vnd.openxmlformats-officedocument.presentationml.notesSlide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24"/>
  </p:notesMasterIdLst>
  <p:handoutMasterIdLst>
    <p:handoutMasterId r:id="rId25"/>
  </p:handoutMasterIdLst>
  <p:sldIdLst>
    <p:sldId id="320" r:id="rId2"/>
    <p:sldId id="257" r:id="rId3"/>
    <p:sldId id="259" r:id="rId4"/>
    <p:sldId id="345" r:id="rId5"/>
    <p:sldId id="260" r:id="rId6"/>
    <p:sldId id="258" r:id="rId7"/>
    <p:sldId id="261" r:id="rId8"/>
    <p:sldId id="262" r:id="rId9"/>
    <p:sldId id="265" r:id="rId10"/>
    <p:sldId id="266" r:id="rId11"/>
    <p:sldId id="267" r:id="rId12"/>
    <p:sldId id="380" r:id="rId13"/>
    <p:sldId id="268" r:id="rId14"/>
    <p:sldId id="269" r:id="rId15"/>
    <p:sldId id="270" r:id="rId16"/>
    <p:sldId id="373" r:id="rId17"/>
    <p:sldId id="271" r:id="rId18"/>
    <p:sldId id="272" r:id="rId19"/>
    <p:sldId id="273" r:id="rId20"/>
    <p:sldId id="325" r:id="rId21"/>
    <p:sldId id="326" r:id="rId22"/>
    <p:sldId id="329" r:id="rId2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596" y="78"/>
      </p:cViewPr>
      <p:guideLst>
        <p:guide orient="horz" pos="69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>
            <a:extLst>
              <a:ext uri="{FF2B5EF4-FFF2-40B4-BE49-F238E27FC236}">
                <a16:creationId xmlns:a16="http://schemas.microsoft.com/office/drawing/2014/main" id="{35026F03-941D-0915-EC6B-9F1768CE80E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7" tIns="46584" rIns="93167" bIns="46584" numCol="1" anchor="t" anchorCtr="0" compatLnSpc="1">
            <a:prstTxWarp prst="textNoShape">
              <a:avLst/>
            </a:prstTxWarp>
          </a:bodyPr>
          <a:lstStyle>
            <a:lvl1pPr defTabSz="931670">
              <a:defRPr sz="13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5" name="Rectangle 3">
            <a:extLst>
              <a:ext uri="{FF2B5EF4-FFF2-40B4-BE49-F238E27FC236}">
                <a16:creationId xmlns:a16="http://schemas.microsoft.com/office/drawing/2014/main" id="{6ABAD6D5-F33D-6C11-A0D3-CE0CDC70CC1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7" tIns="46584" rIns="93167" bIns="46584" numCol="1" anchor="t" anchorCtr="0" compatLnSpc="1">
            <a:prstTxWarp prst="textNoShape">
              <a:avLst/>
            </a:prstTxWarp>
          </a:bodyPr>
          <a:lstStyle>
            <a:lvl1pPr algn="r" defTabSz="931670">
              <a:defRPr sz="13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6" name="Rectangle 4">
            <a:extLst>
              <a:ext uri="{FF2B5EF4-FFF2-40B4-BE49-F238E27FC236}">
                <a16:creationId xmlns:a16="http://schemas.microsoft.com/office/drawing/2014/main" id="{AA4B12E1-75B5-165D-AB56-1EC1BEDC67F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7" tIns="46584" rIns="93167" bIns="46584" numCol="1" anchor="b" anchorCtr="0" compatLnSpc="1">
            <a:prstTxWarp prst="textNoShape">
              <a:avLst/>
            </a:prstTxWarp>
          </a:bodyPr>
          <a:lstStyle>
            <a:lvl1pPr defTabSz="931670">
              <a:defRPr sz="13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7" name="Rectangle 5">
            <a:extLst>
              <a:ext uri="{FF2B5EF4-FFF2-40B4-BE49-F238E27FC236}">
                <a16:creationId xmlns:a16="http://schemas.microsoft.com/office/drawing/2014/main" id="{D4209F28-64CF-3BB3-FED3-F46620FB97D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7" tIns="46584" rIns="93167" bIns="4658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0C9BE605-A3DB-4E6D-99D3-63DC56A07B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8:40:34.1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8980 3969 0,'0'-25'79,"24"25"-64,1 0 1,74 0-1,-24 0 1,24 0 0,149 0-1,-124 0-15,99-25 16,-99 0 0,-24 25 15,24 0-31,25 0 15,-1 0 1,51 0 0,-50 0-1,-100 0 17,1 0-32,-25 0 0,198 0 31,-74 0-31,223 0 15,-75 0 1,-123 0 0,-50 0-1,-74 0 1,24 0 0,1 0-1,-51 0 1,51 0-1,-26 0 17,75 50-32,149-50 15,-149 0 1,-25 0 15,25 0-15,100 0-1,73 0 1,-123 0 0,-100 0-1,-24 25 1</inkml:trace>
  <inkml:trace contextRef="#ctx0" brushRef="#br0" timeOffset="3370.66">9004 3026 0,'25'0'47,"25"0"-32,-50 25-15,25-25 16,-1 25 0,26 49-1,0-49 1,-1 0 0,-24-25-1,-25 25 63,25-25 0,25 0-62,98 0 0,175-174-1,98-148 1,-197 197 0,-26 26-16,-49 0 15,-124 74 1</inkml:trace>
  <inkml:trace contextRef="#ctx0" brushRef="#br0" timeOffset="4708.46">9525 2927 0,'25'0'47,"25"0"-16,-25 0-31,24 50 31,-49-1-15,50 1-1,-25-25 1,-1-25 0,26 49-1,-25-24 1,0-25 0,-1 0 46,1 0 1,0 0-17,0 0-30,0 0 0,24 0-1,1 0 1,-1 0-16,150-99 16,24-50-1,0 25 1,-99 50-1,-99 49 1</inkml:trace>
  <inkml:trace contextRef="#ctx0" brushRef="#br0" timeOffset="8665.35">8310 4812 0,'0'25'31,"50"-25"1,-1 0-32,100-50 31,-25 1-31,0 49 16,50-25 15,-100 25-31,149-25 15,75 25 1,-50 0 0,0-74-1,25 49 1,0 25 0,-25 0-1,-124 0 1,-25 0-1,75 0 1,123 49 0,1-24-1,-174 0 1,50 0-16,-125 0 31,1-25-15,74 0-1,74 0 1,-24 0 0,-75 0-1,-49 0 1,24 0 0,25 0-1,-24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8:49:08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4837 11137 0,'25'0'93,"0"0"-77,0 0 0,-1 0-16,1 0 15,0 0 1,0 0-16,25 0 31,-26 0-31,100 0 0,-49 0 16,123-25-1,-99 25 17,25 0-17,-24-24 17,48-1-17,26-25 1,25 1-1,-51 24 1,-48 0 0,-1 25-1,-25 0-15,1-50 16,123 1 0,-124 24-16,75 0 15,-99 0 1,0 25-1,-26 0 1,26 0 0,49 0-1,-74 0 17,99 0-17,-99 0-15,0 0 16,-1 0-16,1 0 31</inkml:trace>
  <inkml:trace contextRef="#ctx0" brushRef="#br0" timeOffset="2471.17">10245 11162 0,'24'0'94,"26"0"-78,49 0-1,-49-25-15,173 25 16,-74 0-16,-50 0 16,50-25-16,74-24 15,-49 49 1,-50 0 15,74 0-15,-24 0-1,-50 0 1,-50 0 0,1 0-1,-26 0 17,1 0-32,0 0 15,-1 0 1,51 25-1,-26-25 1,50 49-16,0-49 16,124 50-1,50-25 1,-25-25 0,24 0-1,-74 0 16,-148 0-15,-26 0 0,-24 0 15,0 0-15,25 0-1,24 0 1,125 0-1,49 0 1,-50 0 0,100 0-1,-50 0 1,-124 0 0,0 0-1,-25 0 1,-49 0-1,-26 0 17,26 0-1,49 0-15,25 0-1,75-25 1,173 25-1,-75 0 1,-49 0 0,-124 0-1,-99 0 1,-50 0 281</inkml:trace>
  <inkml:trace contextRef="#ctx0" brushRef="#br0" timeOffset="10531.09">13122 12923 0,'0'25'93,"25"-25"-46,0 0-31,-1 0-16,26 0 15,0 0-15,24 0 16,100 50 0,123-26-1,-148-24 1,-25 0 0,0 0-1,25 0 1,-99 0 15,-1 0-15,-24 0-1,0 0 1,25 0 0,24 0-1,-24 0-15,74 0 16,-50 0-1,100 0 1,-50 0 0,49 0-1,1 0 1,0 0 0,-26 0-1,51 0 16,-50 0-31,-50 0 32,-50 0 30,-24 0-46,50 0-16,24 0 15,99 0 1,50 0 0,0 0-1,-173 0 17,24 0-32,-49 0 0,49 0 31,-25 0-31,50 0 15,25 0 17,50 0-17,-100 0 1,-74 0 0,-1 0-1,26 0 1,0 0-1,49 0 1,-50 0 0,-24 0-16,25 0 47,-25 0-32,123 0 16,26 0-31,-25 0 16,124 0 0,0 0-1,-174 0 1,-74 0 15,-1 0-31,1 0 16,25 0-16,24 0 15,1 0 1,-26 0 0,1 0-16,0 0 15,-1 0 17,26 0-32,-26 0 15,1 0 1,-1 0-1,-24 0 32,25 0-47,-25 0 16,-1 0 0,1 0-1,-99 0 204,49 0-219,-25 0 31,26-24-31,-51 24 31,50 0-31,-49 0 32,-75-25-17,100 25-15,24 0 32,-25-50-17,25 50-15,1 0 31,-1 0-31,-25 0 16,-24 0 0,-50 0-1,-50 0 1,75 0 0,-25 0-1,25 0 1,74 0-1,-25 0 1,25 0 0,-24 0-1,-26 0 1</inkml:trace>
  <inkml:trace contextRef="#ctx0" brushRef="#br0" timeOffset="11997.16">20687 12378 0,'25'24'140,"-25"1"-124,0 25-1,25-1-15,0-24 47,-25 0 47,25-25 94,49-25-173,-49-49-15,0-1 16,49-98-1,-24 49-15,24 0 16,-49 24 15,25 26-31,-50 0 16</inkml:trace>
  <inkml:trace contextRef="#ctx0" brushRef="#br0" timeOffset="13882.39">20836 12154 0,'25'0'110,"-25"25"-95,25 50 1,0 24 15,24-25-15,-49-49-1,0 25-15,75-75 250,24-74-250,-49 24 16,74-24 0,-100 74 15,-24 0 0</inkml:trace>
  <inkml:trace contextRef="#ctx0" brushRef="#br0" timeOffset="18455.88">9873 13742 0,'0'-25'94,"198"25"-94,-148 0 15,198 0 1,0 0 0,-75 0-1,-123 0 1,49 0 15,-74 0-31,49 0 31,-49 0-15,50 0-16,-1 0 16,-24 0 15,-26 0 0,51 0-15,-1 0-1,-24 0-15,0-25 16,24 25-16,0-25 16,-49 25-1,25 0 1,24 0 0,75 0-1,-25 0 1,-25 0-1,-74 0 1,25-24 0,-26 24-1,51 0 1,-1 0 15,26 0-15,-26 0-1,-49 0 17,99 0-17,-50 0 1,1 0 0,-51 0-1,26 0 32,-25 0-31,24 0-16,-24 0 15,149 24 220,-75-24-220,25 0-15,25 0 16,173 0 0,1 0-1,-100 0 16,-124 25-31,-74-25 16,25 0 15,-25 0-15,-1 0 0,1 0-16,0 0 62,0 0-62,0 0 16,49 0-1,149 0 1,124 0 0,-223 0-16,25 0 15,0 0-15,74 0 16,-148 0-1,-50 0 32,-50 0 188,0 0-235,25 25 15,-25-25-15,0 0 16,-24 25 15,24-25-15,0 0-1,-24 0 1,-1 0-16,-24 0 16,-1 0-1,50 0 17,-24 0-32,24 0 15,-25 0 1,-24 0-1,-50 0 1,-25 0 15,99 0-31,-24 0 0,0 0 0,-26 0 16,1 0 0,50 0 15,24 0-16,-25 0 1,-74 0 0,-25 0-1,50 0 1,0 0 0,0 0-1,-50 0 16,99 0-31,25 0 0,1 0 0,-76 0 16,1 0 0,25 0-1,-50 0 1,-100 0 15,1 0-31,-25 0 16,25 0 15,99 0-31,0 0 31,0 25 1,49-25-32,26 0 15,24 0 1,-74 0-1,-25 0 1,0 0 0,-50 74-1,75-74 1,25 25 0,24-25-1,0 0 1,-123 0-1,49 0 1,24 0 0,-172 0-1,-1 0 1,74 0 0,125 0-1,49 0 1,-74 0-1,49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8:54:01.1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6747 15156 0,'25'0'47,"99"0"-31,-25 0-16,75 0 15,0 0-15,421 0 16,149 0 15,149 0-31,-124 0 31,-273 0-15,-322 0 0,-150 0 93</inkml:trace>
  <inkml:trace contextRef="#ctx0" brushRef="#br0" timeOffset="7471.36">7640 15949 0,'50'0'109,"-25"0"-93,24 0-16,150 0 15,148 0 1,99 0 0,-49 0 15,-99 0-15,-25 0-1,-174 0-15,99 0 16,1 0-1,24 0 1,50 0 0,-50 0-1,50 0 1,0 0 0,-50 0-1,-49 0 1,-1 0-1,75 0 1,-49 0 0,-149 0-1,198 0 1,74 0 0,50 0-1,99 0 1,-49 0-1,-75 0 1,-148 0 0,49 0-1,0 0 1,-99 0 0,-25 0-1,-75 0-15,26 0 16,-1 0-1,50 0 1,25 0 0,49 0-1,26 0 17,123 0-17,50 0 1,-75 0-1,-123 0 1,-100-24 0,0 24-1,75-50 1,-100 50 0,25 0-1,-49 0 1,49 0-1,149-25 1,199 25 0,-26-25-1,-197 25 1,-249 0 109,-50 0-109,1 0-16,-50 25 15,-99 25 1,49-25-1,-99-25 1,-24 0 0,173 0-1,24 0-15,-73 0 16,-1 0 0,-49 0 15,0 0-16,-75 0 1,-99 0 0,-49 49-1,24-49 1,149 25 0,50-25-1,49 0 1,-74 0-1,-223 0 1,99 0 0,49 0-1,100 0 1,149 0 0,-25 0 15,49 0-16,25 0 1,-74 0 0,49 0-1,25 0 1,224 25 156,-1-25-172,75 0 15,74 0 1,522 0 0,-522 0-16,447 0 15,-397 0 1,-125 0 0,-148 0-1,-74 0 1,99 0-1,24 0 1,26 0 0,-75 0-1,-25 0 1,50 0 0,397 25 15,-100-25-31,-99 0 31,-322 0-15,-124 0 93,-174 0-93,124 0-16,-396 0 31,148 0-31,99 0 16,224 0-1,49 0 1,-25 0-1,-173 0 17,-75 0-17,150 0 1,73 0 0,1 0-1,-1 0 1,26 0-1,24 0 1,-25 0 0,25 0 77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8:51:54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4986 6796 0,'25'0'141,"0"0"-110,24 0-15,1 0-1,24 0-15,199-49 16,223-26-1,-24 26 1,-26-26 0,-123 51-1,-199-1 1,-100 0 0,1 25 30,0 0-46,0 0 16,24 0-16,175 0 16,-26 0-1,25 0 1,75 0 0,-124 0-1,-100 0 16</inkml:trace>
  <inkml:trace contextRef="#ctx0" brushRef="#br0" timeOffset="2156.46">6896 7565 0,'198'0'63,"26"0"-63,49 0 16,49 0-16,373 0 15,-51 0 1,-371 0-1,25 0 1,-248 0 0</inkml:trace>
  <inkml:trace contextRef="#ctx0" brushRef="#br0" timeOffset="3306.53">6648 8508 0,'0'25'16,"149"0"0,124 24 15,49-49-31,621 0 16,24 0-1,-272 0 1,-224 0-1,-372 0 1</inkml:trace>
  <inkml:trace contextRef="#ctx0" brushRef="#br0" timeOffset="36766.99">3423 16321 0,'25'0'31,"25"-24"-31,-1 24 31,-24 0-31,0 0 16,49 0-1,1 0 1,-1 0 0,-49 0-1,49 0 1,26 0 15,-26 0-31,50 24 16,0 1-1,-25-25 1,25 0 0,-24 0-1,-26 0 1,25 0 0,75 0-1,-25 0 1,-25 0-1,25 0 1,-50 0 0,-50 0 15,-24 0 0,50 0-15,-1 0-1,0 0 1,26-25 0,-26 25-1,-74-24-15,25 24 16,24 0-16,26-25 16,-25 25-1,-1 0 1,-24 0 15,25 0-31,-26 0 47,26 0 484,148 0-531,50 0 16,-24 25-1,-75-25 1,-125 0 0,1 0 31,0 0-32,99 0 1,25 0-1,49 0 1,-74 0-16,124 0 16,75 0-1,-100 0 1,-74 0 0,-124 0-1,-1 0 16,1 0-15,0 0 0,0 49-16,24-49 15,125 25 1,74-25 0,75 0-1,24 0 1,-49 0-1,-50 0 1,-174 0 0,-49 0 46,24 0-46,51 0-16,-26 0 15,174 0 1,50 0 0,-100 0-16,125 0 15,-100 0 1,-50 0 15,-73 0-15,-26 0-1,1 0 1,24 0 0,0 0-1,-74 0-15,0 0 47</inkml:trace>
  <inkml:trace contextRef="#ctx0" brushRef="#br0" timeOffset="38719.65">3076 17041 0,'25'0'16,"0"0"0,99 49-1,-25-24 1,0-25 0,50 25-1,0 25-15,-100-50 16,51 0-1,49 24 1,24 51 0,1-75-1,-50 0 1,49 0 0,-49 25-1,-49-25 1,74 24-1,0-24 1,148 0 0,-198 0-16,-49 0 15,24 0-15,-24-24 16,49-1 0,25 25-1,25-75 1,-50 75-1,1-24 17,-1-1-17,-25 0 1,-24 25 0,49-50-1,50 1 1,-100 24-1,-24 25 1,25 0 156</inkml:trace>
  <inkml:trace contextRef="#ctx0" brushRef="#br0" timeOffset="40406.4">13072 15900 0,'25'49'78,"-25"-24"-78,25 25 15,25 24 1,-50-24 0,49 24-1,-24-74 1,0 25 0,24 0-1,-24-25 48,0 0 30,74-223-77,-24 123-16,-1-24 16,25-74-1,-24 124 1,-26-50 0,-24 99-1,-25 0 1,25 25-16,25-75 31,24-24-15,25-25-1,-74 99 1</inkml:trace>
  <inkml:trace contextRef="#ctx0" brushRef="#br0" timeOffset="42094.82">13370 15701 0,'74'0'94,"-74"25"-79,50 25 1,0-25-1,24 24 1,1 50 0,-26-24-1,1-50 1,-50-1-16,25-24 16,-1 25-1,1 25 1,0-50-1,-25 25 1,50 24 62,-1-247 110,26 74-188,-26-50 15,50 1-15,25-26 16,-49 25 0,49-98-1,-124 247 1,0 0-1,25 0 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9T05:30:31.8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9426 13841 0,'25'0'15,"99"0"1,0 25-1,-25-25-15,273 0 16,149 0 15,50 0-15,198 0 0,-373 0-1,-4166 0 1,8111 0-1,-4043 0 1,-1 0 0,75 0-1,-24 0 1,24 0 0,-25 0-1,-49 0 1,-26 0-1,-172 0-15,98 0 32,25 0-17,75 0 1,-50 0 0,50 0-1,-25 0 1,-25 0-1,49 0 1,-73 0 0,-26 0-1,-49 0-15,148-25 16,26-25 0,-50 50-1,-100 0 1,-24 0 15,-74 0-15,-1 0-1</inkml:trace>
  <inkml:trace contextRef="#ctx0" brushRef="#br0" timeOffset="2093.87">17661 14039 0,'0'-24'125,"0"-1"-109,-25-25-16,25 25 15,-24-24 1,24-26 0,0-24-1,-25 50 1,25-1-16,0-24 16,0-26-1,0 1 1,0 25-1,0-1 1,0 50 15,0 1-15,25-26 0,24 25-1,51-49 16,-1 74-15,50-25 0,-75 25-16,124-50 15,-74 50 1,0-24 0,-49 24-1,-1 0 1,75 0-1,0 0 1,-25 0 0,-99 0-1,24 0 1,26 0 0,-50 0-16,173 49 15,-124-24 16,1 25-15,-50-50 0,49 49-1,0 1 1,-24-1 0,0-24-1,-50 0 1,25-25-1,-1 75 1,1-51 0,0 26-1,-25-25 1,0 24 0,0 1-1,50 24 16,-50-24-15,0-25 0,-75 74-1,1 0 1,-50-24 0,-50 24-1,100-74 1,-1-25-1,1 24 1,-25-24 0,-75 0-1,0 0 1,1 0 0,24 0-1,25-49 16,74 49-15,-24-25 0,49 0 15</inkml:trace>
  <inkml:trace contextRef="#ctx0" brushRef="#br0" timeOffset="3213.27">20439 12998 0,'-49'0'94,"24"24"-79,25 26 126,25-50-110,24 50-31,-49-26 16,25 26 0,-25-25-16,25 0 31,-25 0-16,0-1 1,0 1 0,25-25 93,0 0-93,24 0-16,1-25 15,74-173 1,-50 49 0,-24 0 15,24 0-16,-24-24 1,0-1 0,-1 75-1,-24 24 1,0 51 0</inkml:trace>
  <inkml:trace contextRef="#ctx0" brushRef="#br0" timeOffset="4252.72">20588 12849 0,'25'0'15,"25"0"16,-26 0-15,76 49 0,-100-24-1,0 0-15,24 74 16,26-49 15,-50-25-15,25 24-1,25-24 1,-1-25 0,-49 25-1,50-50 126,-1-49-141,1-75 16,49 0-1,50-99 1,-50 50-1,-74 74-15,25 49 16,-50 50 0,0-24-1,24 24 1,-24 0 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8:56:47.1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15925 8682 0,'25'0'0,"0"0"31,-1 0 1,51-50-17,49 25 1,49-24-1,100 24 1,-124 0-16,-50 0 16,-49 25-1,24 0-15,1 0 16,-1 0-16,1 0 0,73 0 16,-48 0-1,-26 0 16</inkml:trace>
  <inkml:trace contextRef="#ctx0" brushRef="#br0" timeOffset="76140.23">11088 11013 0,'25'0'94,"24"0"-94,26 25 15,-26 0 1,26-25-16,74 25 16,-25-25-1,25 0 1,-1 0-1,-123 0 1</inkml:trace>
  <inkml:trace contextRef="#ctx0" brushRef="#br0" timeOffset="123744.43">10741 16917 0,'49'-50'109,"100"50"-109,-74 0 16,-26 0-16,100 0 31,-25 0-15,-49 0-16,24 0 15,248 0 1,-198 0-16,24 0 16,175 0-1,-224 0 1,0 0-1,149 0 1,-75 0 0,-49 0-1,-75 0 1,-24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3T06:20:14.1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9352 10691 0,'0'-25'109,"74"25"-93,75 0-1,74 0 1,-24 0 0,123 0-1,149 0 1,50 0 0,50 0 15,-323 0-31,25 0 15,-100 0-15,-24 0 16,0 0 0,-99 0 62,-26 0-63,26 0-15,0 0 16,74 0 0,0 0-1,49 0-15,1 0 16,24 0-16,274 0 16,-75 0-1,-1 0 16,-197 0-15,-75 0 0,0-25-1,-75 25 1,-24 0 15,25 0-15,49 0-1,0 0-15,75 0 16,-50 50-16,397 24 16,-124-49-1,-25 25 1,-199-1 0,-148-49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9:05:24.5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6871 7020 0,'25'0'93,"25"0"-77,-1 0 0,-24 0-16,-4093-25 15,8260 25-15,-4043-50 16,124 1 0,-50-1 15,50 0-16,-174 50 1,-24 0 0,-51 0-1,26 0 1,49 0 0,0 0-1,25 25 1,0-25-1,-24 0 1,-1 0 0,-50 0-16,1 0 15,0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9:05:26.50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8310 7144 0,'99'0'63,"-49"0"-63,24 0 15,1 0-15,49 0 32,49-25-17,-123 25-15,-25 0 16,49 0-16,25 0 15,-49 0 1,-1-25 0,1 25-1,49 0 1,-49-25 0,-25 25-1,0 0 173,-1 0-63,-48 25-125,-26-25 15,-49 0-15,-75 0 16,0 0 15,75 0-31,25 0 16,24 0 15,-74-25-15,-25-24-1,125 49-15,-51-25 16,-24 0-16,-124 0 16,99-24-1,49 49 1,75-25-1,-25 25 1,1 0 31,-1 0 0,0 0 0,0 0-32,-24 25 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09:03:57.9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12800 9153 0,'99'-25'78,"-25"25"-78,50 0 16,0 0-1,99-99-15,1 74 16,247-25-1,25-24 1,-49 0 0,-175 49-1,-222 25 1,-25-25 0</inkml:trace>
  <inkml:trace contextRef="#ctx0" brushRef="#br0" timeOffset="2095.46">1861 9922 0,'99'0'109,"223"25"-109,-24-25 16,0 0-16,272 0 16,-297 0-1,-248 0 16</inkml:trace>
  <inkml:trace contextRef="#ctx0" brushRef="#br0" timeOffset="19790.09">2208 12154 0,'50'50'63,"24"0"-47,-74-1-16,50-24 15,-26 0 1,1-25-16,0 25 15,25-1 17,-26-24 15,26 0-32,49 0 1,25-24-16,50-100 15,0-1 1,-100 26 15,25 25-15,-74 24-16,0-24 16,24 24-1</inkml:trace>
  <inkml:trace contextRef="#ctx0" brushRef="#br0" timeOffset="20826.46">2704 11906 0,'-25'25'31,"25"0"1,0 0-17,0 24 16,25-24-15,-25 25-16,74 24 16,-74-24-1,50 49 17,-50-74-32,25 0 15,0-1 1,-1 1 93,101-50-109,-26-74 16,74-50-16,-24 0 15,99-99 17,-124 124-32,124-99 0,-74 149 15</inkml:trace>
  <inkml:trace contextRef="#ctx0" brushRef="#br0" timeOffset="22693.91">10815 13593 0,'0'-25'94,"248"25"-94,-25 0 15,249 0 1,-125 0 0,-198-49-1,-100 49 1,-24 0-1,50 0 1,123 0 0,25 0 15,-99 0-15,-74 0-1,0 0 1,-26 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11:38:34.5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9823 6375 0,'50'0'219,"49"0"-219,25 0 15,25 0-15,74 0 16,-74 0 15,24 0-15,1 0 0,-100 0-16,1 0 15,74 0-15,99 0 16,-75 0-1,26 0 1,-50 25 0,24-25-1,50 0 1,-49 0 0,-25 0-1,25 0 1,-26 0-1,1 0 1,-74 0 0,-1 0-1,0 0-15,51 0 16,-26 0 0,0 0-1,-49 0 1,24 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9T05:39:35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11981 12502 0,'124'0'125,"0"0"-125,0 24 15,50 26-15,272-50 16,-49 0-1,-50 0 17,-74 0-17,25 0 1,-75 0 0,25 0-1,75 0 1,-100 0-1,-25 0 1,75 0 0,-50 0-1,50 0 1,50 0 0,98 0-1,75 0 1,-24-25-1,-125 0 17,-99-24-17,-25 49 1,75 0 0,24 0-1,-173 0-15,25 0 16,-100 0-1,-49 0 1</inkml:trace>
  <inkml:trace contextRef="#ctx0" brushRef="#br0" timeOffset="4412.63">14238 13395 0,'75'0'63,"-1"0"-47,50 0-1,0 0-15,149 0 16,0 0-1,-50 0 1,-49 0 0,24 0-1,-74 0 1,-49 0 15,-26 0-15,-24 0-16,49 0 15,26 0 1,-26 0 0,50 0-1,-50 0 1,-24 0 0,74 0-1,-74 0 1,49 0-1,-49-50 1,-75 50 62,-74 0-62,-50 0-16,-50 0 15,-222 0 1,-175 0 0,1 0-1,74 0 1,124 0 0,199 0-1,49 0 1,-99 0-1,74 0 1,149 0 0,-49 0-16</inkml:trace>
  <inkml:trace contextRef="#ctx0" brushRef="#br0" timeOffset="6636.4">12775 13940 0,'0'25'78,"25"25"-62,-1-26-16,1 26 16,0 0-1,0-75 142,24-50-142,-24 1-15,0 49 16,25-74-1,-50 49 1</inkml:trace>
  <inkml:trace contextRef="#ctx0" brushRef="#br0" timeOffset="8445.44">12924 13915 0,'-25'0'47,"25"25"-32,25 0 1,-25 0 0,49 0-1,-49 24 1,25-49 0,0 25-1,0-25 235,49 0-234,-74-25-16,25 25 15</inkml:trace>
  <inkml:trace contextRef="#ctx0" brushRef="#br0" timeOffset="9749.78">5681 14238 0,'-25'-25'31,"25"0"-15,99 25-16,174-25 15,397-74 1,49 74 0,-49 25-1,-174 0 1,-372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3T06:32:52.4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8335 3969 0,'0'-25'62,"0"0"-46,25 25-1,49 0-15,100 0 16,-75-25 0,50 1-16,123 24 31,125 0-15,-99 0-1,0 0 1,49 0-1,25 0 1,-74 24 0,-50 51-1,49 24 1,1-49 0,24-26-1,-98-24 1,-125 0-1,75 0-15,-26 0 16,1 0 0,-25 0 15,-25 0-15,25 0-1,75 0 1,99 0-1,148 0 1,-223 0 0,25 0-1,-173-24-15,-26 24 16,1 0 0,-25-25-1</inkml:trace>
  <inkml:trace contextRef="#ctx0" brushRef="#br0" timeOffset="1830.13">18604 3299 0,'25'0'47,"24"0"-31,50 25-16,-24 74 16,-50-49-16,24 49 15,1-74 1,-50 49 15,50-24-31,24-50 78,0 0-62,100-75-1,49-24 1,25-75-16,199-123 16,-150 98-1,-98 100 1,-125 50 0,-74 24-1,25 25 1</inkml:trace>
  <inkml:trace contextRef="#ctx0" brushRef="#br0" timeOffset="2537.65">19546 3274 0,'50'0'32,"-25"0"-17,24 0 1,100 124 0,0 75-1,-74-75 1,-1-50-16,50-24 15,-25-1 1,-74-49 0,0 0 31,74 0-32,0-49 1,50-75-1,25-50 1,-25 25 15,-100 100-31,100-75 16,-25 99 0,-74 0-1,24 0 1,-49 25-1,24-25 1</inkml:trace>
  <inkml:trace contextRef="#ctx0" brushRef="#br0" timeOffset="83417.45">14511 11956 0,'25'0'63,"0"-25"-48,24 25-15,199-74 16,-74 49-1,148 0-15,150 0 16,222-49 0,2332 74-1,-1190 0 1,-869 0 0,-644 0-1,-298 0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9T05:44:50.3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10790 4713 0,'100'25'109,"-51"24"-93,-24-49-16,0 0 15,49 0 1,1 25-1,123 0 1,447 74 0,-50-24-1,149-26 1,25-49 0,-248 0-1,-223 0 1,-149 0-1,99 0 1,99 0 0,199 0 15,-100 0-15,-49 0-1,124-99 1,-298 49-1,-24 1 1,-100-1 0,-49 50-1,-26-25 142,-48 25-95,-76 0-46,-24 0-16,-74 0 15,-149 0 1,-100 0 0,-49 0-1,50 0 1,173 0-16,-124 0 15,223 0 1,-148 0 0,-26 0 15,-24 0-15,-99 0-1,49 0 1,-98 0-1,147 0 1,175 0 0,124 0-1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11:52:33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12576 10641 0,'25'0'62,"99"0"-46,-25 0-1,174 0 1,74 0 15,150 0-31,-51 0 16,-4092 0-1,7887 0-15,-4042 0 16,-100 0-16,124 0 16,-24 0 15,74 0-15,24 0-1,-98 0 1,-26 0-1,-49 0 1,75 0 0,49 0 15,49 0-15,-98 0-1,-125 0-15,1 0 16,-1 0-16,75 0 15,-75 0 1,-24 0 0,0 25-1,-1-25 1,50 0 0,1 0-1,24 0 1,49 0-1,-49 0 1,50 0 0,-75 0-1,75 0-15,-50 0 16,25 0 15,-100 0-31,1 0 31,24 0-15,125 0 0,-1 0-1,50 0 1,-124 0 0,-74 0-1,-1 0 157,51 0-156,-26 0-1,-24 0-15,-1 0 16,-24 0-16</inkml:trace>
  <inkml:trace contextRef="#ctx0" brushRef="#br0" timeOffset="1905.85">3671 11361 0,'50'0'62,"124"0"-46,-50 0-16,74 0 15,-24 0 1,-50 0-16,248 0 16,0 0-1,-99 0 1,-25 0-16,322 0 15,-24 0 1,-99 0 0,-51 0-1,-73 0 1,24 0 0,-24 0-1,-75 0 1,-124 0-1,-50 0 17,25 0-1,100 0-15,-1 0-1,-24 0 1,-25 0-1,-125 0 1</inkml:trace>
  <inkml:trace contextRef="#ctx0" brushRef="#br0" timeOffset="12717.21">21159 9699 0,'25'24'62,"-25"26"-62,74 0 16,-74-26-16,50 26 15,-1 0 1,-49-26 0,25 1 62,0-25-63,0 0-15,24-49 16,-24-1-16,74-74 16,-49 25-1,74 0 1,-75-25-1,1 74 1,-25 25 0,0-24-1,-1 24 1,26-25 15,0 25-15</inkml:trace>
  <inkml:trace contextRef="#ctx0" brushRef="#br0" timeOffset="14120.1">21432 9649 0,'49'25'79,"-24"0"-64,49 24-15,-49-24 16,25 49-16,-1-49 15,1 50-15,-25-51 16,24 26 0,1-50 187,99-124-203,25-50 15,247-148 1,51 24 0,-150 125-1,-223 98 1,-74 75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11:58:02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11038 6747 0,'25'25'94,"0"-25"-94,-25 24 15,50-24 1,-26 25-16,26-25 16,-25 0-16,24 0 15,76 25 1,-51-25-1,-24 25 1,49-25 0,-25 25-1,1-25 1,24 0 0,-25 0 15,25 0-16,-24 0-15,-1 0 16,-49 0-16,49 0 16,26 0-1,-26 0 1,1 0 0,-1 0-1,25 0 1,-24 0-1,-26 0 1,-24 0 0,99 0-1,0 0 1,0 0 0,25 0-1,0 0 1,-50-25-1,-49 25-15,24-50 16,0 25 15,-49 25-15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7T11:59:08.8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3151 6176 0,'24'-24'93,"76"-1"-77,-1 25-16,74 0 16,-73 0-1,172 0 1,-73 0 0,-50 0-1,24 0 1,-98 0-1,49 0 1,25 0 0,74 0-1,-25-25 1,-49 25 0,-74-50-1,-51 50 1,51 0-1,74 0 1,-25 0 0,-100 0-1,1 0 17</inkml:trace>
  <inkml:trace contextRef="#ctx0" brushRef="#br0" timeOffset="3688.3">11609 7913 0,'124'-25'110,"298"25"-95,-174 0-15,49 0 16,274 0-1,-75 0 1,-298 0 0,-98 0-1,-76 0 1,26 0 0,-25 0 15,0 0-16,-1 0 1</inkml:trace>
  <inkml:trace contextRef="#ctx0" brushRef="#br0" timeOffset="4990.3">6747 8434 0,'75'0'78,"24"0"-78,0 0 16,273 0-1,124 0 1,50 0 0,-75 0-1,-198 0 1,-99 0-1,-50 0 1,-75-25 0</inkml:trace>
  <inkml:trace contextRef="#ctx0" brushRef="#br0" timeOffset="6543.72">2977 7392 0,'25'0'16,"0"0"-16,-1 0 16,1 0-1,25 0 1,-1 49-1,-24 1 17,0-25-17,0 0-15,24 24 16,-49-24 0,25 0 15,99-25 0,50-124-15,49-25-1,-24-49 1,24-26 0,-198 150-1,24 24 1,-24 50-1</inkml:trace>
  <inkml:trace contextRef="#ctx0" brushRef="#br0" timeOffset="7657.7">3647 7144 0,'-25'25'110,"50"24"-110,-1 1 15,1-1-15,25 1 16,-25-25 15,-1-25 32,1 0-48,-25 25 17,25-25 14,0 0-46,0 24 16,-25 1 0,24-25-16,26 50 15,-25-25 17,0-50 139,99-99-155,-75 25-16,51-25 16,-26 24-1,-74 76 1,25-1 0</inkml:trace>
  <inkml:trace contextRef="#ctx0" brushRef="#br0" timeOffset="22490.45">9897 10071 0,'174'0'125,"322"0"-125,-173 0 16,123 0-1,447 0 1,-298 0 0,-396 0-1,-174 0 1,74-25 31,-25 25-47,50-25 31,25 0-15,-74 25-16,-26 0 15,26 0-15,-1 0 16,174-25-1,-174 25 1,-24 0 0,-25 0-1,-25-24 1,74 24 15,-24 0-15,-25 0-1,24 24 1,-24-24 0,0 0-16,0 0 15,-1 0 1,1 0 31,25 25-16,0 0 0,-26-25-15</inkml:trace>
  <inkml:trace contextRef="#ctx0" brushRef="#br0" timeOffset="23892">3721 10889 0,'124'0'78,"0"25"-78,-25-25 16,1 0-1,148 50 1,-199-50-16,100 0 16,99 0-1,75 0 1,-125 0-1,-74 0 1,-25 0 0,50 0-1,-25 0 1,-25-25 0,-74 25-1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BA0C7F6-3EBC-8DA3-7597-79F8B3E052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67" tIns="46584" rIns="93167" bIns="46584" numCol="1" anchor="ctr" anchorCtr="0" compatLnSpc="1">
            <a:prstTxWarp prst="textNoShape">
              <a:avLst/>
            </a:prstTxWarp>
          </a:bodyPr>
          <a:lstStyle>
            <a:lvl1pPr defTabSz="931670">
              <a:defRPr sz="1300"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16C5B50-F06B-8802-F667-298225C03C2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67" tIns="46584" rIns="93167" bIns="46584" numCol="1" anchor="ctr" anchorCtr="0" compatLnSpc="1">
            <a:prstTxWarp prst="textNoShape">
              <a:avLst/>
            </a:prstTxWarp>
          </a:bodyPr>
          <a:lstStyle>
            <a:lvl1pPr algn="r" defTabSz="931670">
              <a:defRPr sz="1300"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5C66414-0DEF-59FD-90CD-2B5E44BBA0A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BFE7499D-82DF-DFB9-A29F-10504F97BA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67" tIns="46584" rIns="93167" bIns="465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9F1B400-D22E-A58D-33ED-774EE07D5BA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67" tIns="46584" rIns="93167" bIns="46584" numCol="1" anchor="b" anchorCtr="0" compatLnSpc="1">
            <a:prstTxWarp prst="textNoShape">
              <a:avLst/>
            </a:prstTxWarp>
          </a:bodyPr>
          <a:lstStyle>
            <a:lvl1pPr defTabSz="931670">
              <a:defRPr sz="1300"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46397FDE-7AFE-04C5-E323-04F1A3EA88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67" tIns="46584" rIns="93167" bIns="4658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34CC4FE-31F2-4122-A1C7-6C29E45B3B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0E67932-BA37-FDBD-9E5D-9B84692CEA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1F2FDEC-5FCF-4F83-8F43-AC2D53BB452B}" type="slidenum">
              <a:rPr lang="en-US" altLang="en-US" sz="1300" smtClean="0">
                <a:latin typeface="Times New Roman" panose="02020603050405020304" pitchFamily="18" charset="0"/>
              </a:rPr>
              <a:pPr/>
              <a:t>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8597B10-9109-3506-2D68-4883157EB5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8F04652-4112-1E0D-81A3-4C6718FF06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BCA97C5C-929E-5508-AAB3-4C193CB3D9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83CCE86-30F7-4A93-B35C-D279946E93D8}" type="slidenum">
              <a:rPr lang="en-US" altLang="en-US" sz="1300" smtClean="0">
                <a:latin typeface="Times New Roman" panose="02020603050405020304" pitchFamily="18" charset="0"/>
              </a:rPr>
              <a:pPr/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E088A825-EF85-911A-9F76-18A16BDA11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80DB054E-7D60-ECBE-6FB2-1A1154428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59C24FD-499C-D870-3A80-C9CDDB42BE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7E47825-E24B-4953-9956-5FCF3E639A72}" type="slidenum">
              <a:rPr lang="en-US" altLang="en-US" sz="1300" smtClean="0">
                <a:latin typeface="Times New Roman" panose="02020603050405020304" pitchFamily="18" charset="0"/>
              </a:rPr>
              <a:pPr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31F3E09-B8DB-4A96-4A23-7048877D36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2802BFA4-1A42-B16A-28C1-9A42C43EE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A3B92311-6BBE-5E17-880C-8BD856EC9C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A7E20B3-92D1-40F1-B0FD-63249F32800A}" type="slidenum">
              <a:rPr lang="en-US" altLang="en-US" sz="1300" smtClean="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C9AA10B8-90E1-1424-90E2-E3146A353F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DBF324E5-2381-3A56-265F-DD7E1AEC47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53D72371-3BA5-802C-C53B-8E1C39E8AB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270E84-C750-4A73-B837-2A4B2780AD7F}" type="slidenum">
              <a:rPr lang="en-US" altLang="en-US" sz="1300" smtClean="0">
                <a:latin typeface="Times New Roman" panose="02020603050405020304" pitchFamily="18" charset="0"/>
              </a:rPr>
              <a:pPr/>
              <a:t>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78A6F682-6762-EEBC-9E73-D2431D99BD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F391D7C-C3D9-8A66-4120-390819D6F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3599575-6352-85D4-EBE7-510B4A6F5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C2F28B4-203B-47EE-85E7-DE17971EA6AD}" type="slidenum">
              <a:rPr lang="en-US" altLang="en-US" sz="1300" smtClean="0">
                <a:latin typeface="Times New Roman" panose="02020603050405020304" pitchFamily="18" charset="0"/>
              </a:rPr>
              <a:pPr/>
              <a:t>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E9B838B-08EA-A398-7A0F-F4B4023810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DC2C311-F72C-D9D1-626F-747074EAF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907C663-EF21-AC08-605A-D38BCCB68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F7F397-6DF4-457B-898D-82B5715E1C0D}" type="slidenum">
              <a:rPr lang="en-US" altLang="en-US" sz="1300" smtClean="0">
                <a:latin typeface="Times New Roman" panose="02020603050405020304" pitchFamily="18" charset="0"/>
              </a:rPr>
              <a:pPr/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77E9C95-7A05-3741-9349-5B42077A22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4E45A63-7453-4A29-DB3A-CF0A18F74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0C34378A-CF4D-E6CA-FF06-253F7E90B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1562451-E81F-49C7-B09B-FD8A6220E541}" type="slidenum">
              <a:rPr lang="en-US" altLang="en-US" sz="1300" smtClean="0">
                <a:latin typeface="Times New Roman" panose="02020603050405020304" pitchFamily="18" charset="0"/>
              </a:rPr>
              <a:pPr/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C362615-3E08-0187-8CDC-FBDB4E9B50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4D0C57B-AF05-9F77-2FF1-E54F808102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312A704-0FD4-9278-DB72-6B39EFD46B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8B26B0-1DAA-40A1-8D77-CDA56E3830F0}" type="slidenum">
              <a:rPr lang="en-US" altLang="en-US" sz="1300" smtClean="0">
                <a:latin typeface="Times New Roman" panose="02020603050405020304" pitchFamily="18" charset="0"/>
              </a:rPr>
              <a:pPr/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3659AE9-8DA6-4B02-5EB4-52C25A53EC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5D023A44-9277-57C9-F251-2AD272A30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834C5020-0C71-D24C-F459-F0B1A3BC4E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4DE2405-200D-4E9C-BB49-A336B6398A8C}" type="slidenum">
              <a:rPr lang="en-US" altLang="en-US" sz="1300" smtClean="0">
                <a:latin typeface="Times New Roman" panose="02020603050405020304" pitchFamily="18" charset="0"/>
              </a:rPr>
              <a:pPr/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176BFDB-5592-325D-13EA-C18BDD6ED7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8F8BA6C-942A-8E61-A25D-AE7EB90C2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70E26AA3-76DD-5DFD-28A4-9AA42C30D6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8AE00A-A4DF-49C4-BB9A-1B26D054EE7F}" type="slidenum">
              <a:rPr lang="en-US" altLang="en-US" sz="1300" smtClean="0">
                <a:latin typeface="Times New Roman" panose="02020603050405020304" pitchFamily="18" charset="0"/>
              </a:rPr>
              <a:pPr/>
              <a:t>11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71ADD31-E9F8-673B-9910-8339105290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C52DA9B-694B-3843-1CB6-5C3D48F88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9834BBB-2CE3-37CE-0FD6-9D851E0B26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47E8BE4-0B81-4030-A663-BB849B23B851}" type="slidenum">
              <a:rPr lang="en-US" altLang="en-US" sz="1300" smtClean="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2A18D7C-6197-1E82-4955-443C91769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4EABFFF4-19EB-ABEE-2E70-E136FECC0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26CE8B88-8CE6-01D9-A256-7556622F81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596094-348C-40B2-92D2-4703450793D4}" type="slidenum">
              <a:rPr lang="en-US" altLang="en-US" sz="1300" smtClean="0">
                <a:latin typeface="Times New Roman" panose="02020603050405020304" pitchFamily="18" charset="0"/>
              </a:rPr>
              <a:pPr/>
              <a:t>13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40EE15D5-D14F-F6DB-D645-AEE0BA09C6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2E3C8CB-B4E6-A11B-FFFA-EAE10E4A3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810AA2CE-2CA1-E7D9-3F37-F34D18C118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12AFA47-53D8-4B01-BA2D-BE8B13EEB787}" type="slidenum">
              <a:rPr lang="en-US" altLang="en-US" sz="1300" smtClean="0">
                <a:latin typeface="Times New Roman" panose="02020603050405020304" pitchFamily="18" charset="0"/>
              </a:rPr>
              <a:pPr/>
              <a:t>14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177DFA9-DBD4-294A-EC93-0AD9FF7FEE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D57E58A-6084-E6C4-D4A7-AF12695B0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9A0C2E56-FF43-B660-6137-666B816D8D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3FC77A9-5BD5-4181-8114-2F03C33985F2}" type="slidenum">
              <a:rPr lang="en-US" altLang="en-US" sz="1300" smtClean="0">
                <a:latin typeface="Times New Roman" panose="02020603050405020304" pitchFamily="18" charset="0"/>
              </a:rPr>
              <a:pPr/>
              <a:t>15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68BAFA33-8ECB-2849-FF78-345FCAF448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1C20984-D140-1B07-029E-D949D58EB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86845D8C-6D7D-8FA0-F291-FF0C577538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12756B-E8A2-494D-9828-D3903DE52145}" type="slidenum">
              <a:rPr lang="en-US" altLang="en-US" sz="1300" smtClean="0">
                <a:latin typeface="Times New Roman" panose="02020603050405020304" pitchFamily="18" charset="0"/>
              </a:rPr>
              <a:pPr/>
              <a:t>16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B023B99-2324-6070-F3BF-789A8523C8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57C442A-481B-EBD3-9CA5-02AC809B7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0EF014DD-0BF9-E824-A122-717C94FDD8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8D9663-6792-4617-863A-D3D7980727B7}" type="slidenum">
              <a:rPr lang="en-US" altLang="en-US" sz="1300" smtClean="0">
                <a:latin typeface="Times New Roman" panose="02020603050405020304" pitchFamily="18" charset="0"/>
              </a:rPr>
              <a:pPr/>
              <a:t>17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A5A1905-CBFA-51A9-4D7C-35A2C1F293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52B49922-956A-55BE-8D34-38EAA29D6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42E7DEE5-2852-BD45-1BCC-DE2394AF67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827339C-A79E-48E8-BB14-17F349714CB3}" type="slidenum">
              <a:rPr lang="en-US" altLang="en-US" sz="1300" smtClean="0">
                <a:latin typeface="Times New Roman" panose="02020603050405020304" pitchFamily="18" charset="0"/>
              </a:rPr>
              <a:pPr/>
              <a:t>18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5A2612B7-BA34-FCEA-A1A3-AA6596064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5658300-A5CD-491A-2FCC-4C7EDE7FD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8F6A682-C7F8-36AD-822E-309193C08D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7F38AC-85E1-4B2C-91D7-05D756D9D68D}" type="slidenum">
              <a:rPr lang="en-US" altLang="en-US" sz="1300" smtClean="0">
                <a:latin typeface="Times New Roman" panose="02020603050405020304" pitchFamily="18" charset="0"/>
              </a:rPr>
              <a:pPr/>
              <a:t>19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253D3F3-E4D8-02BB-7760-D699873A10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4D53B0A-65C3-E6FF-CAEC-0C65AD5A6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EEDBC5C7-C732-CEEE-3ECD-D10819D2C1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217F87-6D2D-46C6-81C3-75444540EABA}" type="slidenum">
              <a:rPr lang="en-US" altLang="en-US" sz="1300" smtClean="0">
                <a:latin typeface="Times New Roman" panose="02020603050405020304" pitchFamily="18" charset="0"/>
              </a:rPr>
              <a:pPr/>
              <a:t>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1F89C52-624B-60EF-87F6-377A24BD8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FD56437B-7DEE-354F-F365-41474D692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C7EF0CF4-3619-CED5-4986-73416AE2E9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1AE7474-F473-441F-ADB3-0C654E4DFDDA}" type="slidenum">
              <a:rPr lang="en-US" altLang="en-US" sz="1300" smtClean="0">
                <a:latin typeface="Times New Roman" panose="02020603050405020304" pitchFamily="18" charset="0"/>
              </a:rPr>
              <a:pPr/>
              <a:t>21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E4E48F0B-F5D2-10E2-821C-C0C279A3A6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3304B424-128C-5966-6338-40DE6E60A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BC8FF2E7-C9BC-5589-AC5E-13823C080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D58E77-7B6F-4852-A9E9-FC6B27F9FCE2}" type="slidenum">
              <a:rPr lang="en-US" altLang="en-US" sz="1300" smtClean="0">
                <a:latin typeface="Times New Roman" panose="02020603050405020304" pitchFamily="18" charset="0"/>
              </a:rPr>
              <a:pPr/>
              <a:t>22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5458FC76-07C1-D7BF-2F43-5F45114906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E36DAE3D-E519-5C29-DCCC-291116366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895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42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553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301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287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68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400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262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89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93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532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98E42FF-8C36-D3FB-E666-B7A62D6F7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95973" name="Text Box 5">
            <a:extLst>
              <a:ext uri="{FF2B5EF4-FFF2-40B4-BE49-F238E27FC236}">
                <a16:creationId xmlns:a16="http://schemas.microsoft.com/office/drawing/2014/main" id="{FB249E18-562E-6F8C-748E-D2409BB24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588" y="6613525"/>
            <a:ext cx="341312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B19AC75F-721A-4D4E-B350-244B8210A37B}" type="slidenum">
              <a:rPr lang="en-US" altLang="en-US" sz="1000" b="1" smtClean="0">
                <a:solidFill>
                  <a:srgbClr val="000099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0099"/>
              </a:solidFill>
            </a:endParaRPr>
          </a:p>
        </p:txBody>
      </p:sp>
      <p:sp>
        <p:nvSpPr>
          <p:cNvPr id="595974" name="Rectangle 6">
            <a:extLst>
              <a:ext uri="{FF2B5EF4-FFF2-40B4-BE49-F238E27FC236}">
                <a16:creationId xmlns:a16="http://schemas.microsoft.com/office/drawing/2014/main" id="{9867B02C-32A8-36A7-3115-5C18A63AE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Freeform 8">
            <a:extLst>
              <a:ext uri="{FF2B5EF4-FFF2-40B4-BE49-F238E27FC236}">
                <a16:creationId xmlns:a16="http://schemas.microsoft.com/office/drawing/2014/main" id="{B794CE55-ED4A-3FD4-D4BE-57F11C0C11D3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ＭＳ Ｐゴシック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2"/>
        <a:buChar char="n"/>
        <a:defRPr kumimoji="1" sz="3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2"/>
        <a:buChar char="l"/>
        <a:defRPr kumimoji="1" sz="2800">
          <a:solidFill>
            <a:schemeClr val="tx1"/>
          </a:solidFill>
          <a:latin typeface="+mn-lt"/>
          <a:ea typeface="ＭＳ Ｐゴシック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 sz="2400">
          <a:solidFill>
            <a:schemeClr val="tx1"/>
          </a:solidFill>
          <a:latin typeface="+mn-lt"/>
          <a:ea typeface="ＭＳ Ｐゴシック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2000">
          <a:solidFill>
            <a:schemeClr val="tx1"/>
          </a:solidFill>
          <a:latin typeface="+mn-lt"/>
          <a:ea typeface="ＭＳ Ｐゴシック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000">
          <a:solidFill>
            <a:schemeClr val="tx1"/>
          </a:solidFill>
          <a:latin typeface="+mn-lt"/>
          <a:ea typeface="ＭＳ Ｐゴシック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7.xml"/><Relationship Id="rId4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70.png"/><Relationship Id="rId4" Type="http://schemas.openxmlformats.org/officeDocument/2006/relationships/customXml" Target="../ink/ink8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4.xml"/><Relationship Id="rId4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customXml" Target="../ink/ink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>
            <a:extLst>
              <a:ext uri="{FF2B5EF4-FFF2-40B4-BE49-F238E27FC236}">
                <a16:creationId xmlns:a16="http://schemas.microsoft.com/office/drawing/2014/main" id="{4154DDC4-78F3-687C-86EA-930CD11529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5950" y="3730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Transaction Manager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0143B16-924F-47EC-3B16-173250A4C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2520950"/>
            <a:ext cx="84963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/>
              <a:t>A transaction manager is a part of an application that controls the </a:t>
            </a:r>
            <a:r>
              <a:rPr kumimoji="0" lang="en-US" altLang="en-US" sz="2400" b="1">
                <a:solidFill>
                  <a:srgbClr val="FF0000"/>
                </a:solidFill>
              </a:rPr>
              <a:t>coordination of transactions </a:t>
            </a:r>
            <a:r>
              <a:rPr kumimoji="0" lang="en-US" altLang="en-US" sz="2400" b="1"/>
              <a:t>over one or more </a:t>
            </a:r>
            <a:r>
              <a:rPr kumimoji="0" lang="en-US" altLang="en-US" sz="2400" b="1">
                <a:solidFill>
                  <a:srgbClr val="FF0000"/>
                </a:solidFill>
              </a:rPr>
              <a:t>resources</a:t>
            </a:r>
            <a:r>
              <a:rPr kumimoji="0" lang="en-US" altLang="en-US" sz="2400" b="1"/>
              <a:t>.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/>
              <a:t>The transaction manager is responsible for creating transaction objects and managing their </a:t>
            </a:r>
            <a:r>
              <a:rPr kumimoji="0" lang="en-US" altLang="en-US" sz="2400">
                <a:solidFill>
                  <a:srgbClr val="FF0000"/>
                </a:solidFill>
              </a:rPr>
              <a:t>durability and atomicity.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>
            <a:extLst>
              <a:ext uri="{FF2B5EF4-FFF2-40B4-BE49-F238E27FC236}">
                <a16:creationId xmlns:a16="http://schemas.microsoft.com/office/drawing/2014/main" id="{3F2CCB8E-B189-1667-1015-51C2B6777F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Transaction Concept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A173FD4-9624-0210-74A1-494A668587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073900" cy="4867275"/>
          </a:xfrm>
        </p:spPr>
        <p:txBody>
          <a:bodyPr/>
          <a:lstStyle/>
          <a:p>
            <a:r>
              <a:rPr lang="en-US" altLang="en-US" sz="1800">
                <a:ea typeface="ＭＳ Ｐゴシック" panose="020B0600070205080204" pitchFamily="34" charset="-128"/>
              </a:rPr>
              <a:t>A </a:t>
            </a:r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transaction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is a </a:t>
            </a:r>
            <a:r>
              <a:rPr lang="en-US" altLang="en-US" sz="1800" i="1">
                <a:ea typeface="ＭＳ Ｐゴシック" panose="020B0600070205080204" pitchFamily="34" charset="-128"/>
              </a:rPr>
              <a:t>unit </a:t>
            </a:r>
            <a:r>
              <a:rPr lang="en-US" altLang="en-US" sz="1800">
                <a:ea typeface="ＭＳ Ｐゴシック" panose="020B0600070205080204" pitchFamily="34" charset="-128"/>
              </a:rPr>
              <a:t>of program execution that accesses and  possibly updates various data items.</a:t>
            </a:r>
          </a:p>
          <a:p>
            <a:r>
              <a:rPr lang="en-US" altLang="en-US" sz="1800">
                <a:ea typeface="ＭＳ Ｐゴシック" panose="020B0600070205080204" pitchFamily="34" charset="-128"/>
              </a:rPr>
              <a:t>E.g., transaction to transfer $50 from account A to account B:</a:t>
            </a:r>
          </a:p>
          <a:p>
            <a:pPr lvl="1">
              <a:buFont typeface="Monotype Sorts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1.	</a:t>
            </a:r>
            <a:r>
              <a:rPr lang="en-US" altLang="en-US" sz="1600" b="1">
                <a:ea typeface="ＭＳ Ｐゴシック" panose="020B0600070205080204" pitchFamily="34" charset="-128"/>
              </a:rPr>
              <a:t>read</a:t>
            </a:r>
            <a:r>
              <a:rPr lang="en-US" altLang="en-US" sz="1600">
                <a:ea typeface="ＭＳ Ｐゴシック" panose="020B0600070205080204" pitchFamily="34" charset="-128"/>
              </a:rPr>
              <a:t>(</a:t>
            </a:r>
            <a:r>
              <a:rPr lang="en-US" altLang="en-US" sz="1600" i="1">
                <a:ea typeface="ＭＳ Ｐゴシック" panose="020B0600070205080204" pitchFamily="34" charset="-128"/>
              </a:rPr>
              <a:t>A</a:t>
            </a:r>
            <a:r>
              <a:rPr lang="en-US" altLang="en-US" sz="1600">
                <a:ea typeface="ＭＳ Ｐゴシック" panose="020B0600070205080204" pitchFamily="34" charset="-128"/>
              </a:rPr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2.	</a:t>
            </a:r>
            <a:r>
              <a:rPr lang="en-US" altLang="en-US" sz="1600" i="1">
                <a:ea typeface="ＭＳ Ｐゴシック" panose="020B0600070205080204" pitchFamily="34" charset="-128"/>
              </a:rPr>
              <a:t>A</a:t>
            </a:r>
            <a:r>
              <a:rPr lang="en-US" altLang="en-US" sz="1600">
                <a:ea typeface="ＭＳ Ｐゴシック" panose="020B0600070205080204" pitchFamily="34" charset="-128"/>
              </a:rPr>
              <a:t> := </a:t>
            </a:r>
            <a:r>
              <a:rPr lang="en-US" altLang="en-US" sz="1600" i="1">
                <a:ea typeface="ＭＳ Ｐゴシック" panose="020B0600070205080204" pitchFamily="34" charset="-128"/>
              </a:rPr>
              <a:t>A – </a:t>
            </a:r>
            <a:r>
              <a:rPr lang="en-US" altLang="en-US" sz="1600">
                <a:ea typeface="ＭＳ Ｐゴシック" panose="020B0600070205080204" pitchFamily="34" charset="-128"/>
              </a:rPr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3.	</a:t>
            </a:r>
            <a:r>
              <a:rPr lang="en-US" altLang="en-US" sz="1600" b="1">
                <a:ea typeface="ＭＳ Ｐゴシック" panose="020B0600070205080204" pitchFamily="34" charset="-128"/>
              </a:rPr>
              <a:t>write</a:t>
            </a:r>
            <a:r>
              <a:rPr lang="en-US" altLang="en-US" sz="1600">
                <a:ea typeface="ＭＳ Ｐゴシック" panose="020B0600070205080204" pitchFamily="34" charset="-128"/>
              </a:rPr>
              <a:t>(</a:t>
            </a:r>
            <a:r>
              <a:rPr lang="en-US" altLang="en-US" sz="1600" i="1">
                <a:ea typeface="ＭＳ Ｐゴシック" panose="020B0600070205080204" pitchFamily="34" charset="-128"/>
              </a:rPr>
              <a:t>A</a:t>
            </a:r>
            <a:r>
              <a:rPr lang="en-US" altLang="en-US" sz="1600">
                <a:ea typeface="ＭＳ Ｐゴシック" panose="020B0600070205080204" pitchFamily="34" charset="-128"/>
              </a:rPr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4.	</a:t>
            </a:r>
            <a:r>
              <a:rPr lang="en-US" altLang="en-US" sz="1600" b="1">
                <a:ea typeface="ＭＳ Ｐゴシック" panose="020B0600070205080204" pitchFamily="34" charset="-128"/>
              </a:rPr>
              <a:t>read</a:t>
            </a:r>
            <a:r>
              <a:rPr lang="en-US" altLang="en-US" sz="1600">
                <a:ea typeface="ＭＳ Ｐゴシック" panose="020B0600070205080204" pitchFamily="34" charset="-128"/>
              </a:rPr>
              <a:t>(</a:t>
            </a:r>
            <a:r>
              <a:rPr lang="en-US" altLang="en-US" sz="1600" i="1">
                <a:ea typeface="ＭＳ Ｐゴシック" panose="020B0600070205080204" pitchFamily="34" charset="-128"/>
              </a:rPr>
              <a:t>B</a:t>
            </a:r>
            <a:r>
              <a:rPr lang="en-US" altLang="en-US" sz="1600">
                <a:ea typeface="ＭＳ Ｐゴシック" panose="020B0600070205080204" pitchFamily="34" charset="-128"/>
              </a:rPr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5.	</a:t>
            </a:r>
            <a:r>
              <a:rPr lang="en-US" altLang="en-US" sz="1600" i="1">
                <a:ea typeface="ＭＳ Ｐゴシック" panose="020B0600070205080204" pitchFamily="34" charset="-128"/>
              </a:rPr>
              <a:t>B</a:t>
            </a:r>
            <a:r>
              <a:rPr lang="en-US" altLang="en-US" sz="1600">
                <a:ea typeface="ＭＳ Ｐゴシック" panose="020B0600070205080204" pitchFamily="34" charset="-128"/>
              </a:rPr>
              <a:t> := </a:t>
            </a:r>
            <a:r>
              <a:rPr lang="en-US" altLang="en-US" sz="1600" i="1">
                <a:ea typeface="ＭＳ Ｐゴシック" panose="020B0600070205080204" pitchFamily="34" charset="-128"/>
              </a:rPr>
              <a:t>B + </a:t>
            </a:r>
            <a:r>
              <a:rPr lang="en-US" altLang="en-US" sz="1600">
                <a:ea typeface="ＭＳ Ｐゴシック" panose="020B0600070205080204" pitchFamily="34" charset="-128"/>
              </a:rPr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6.	</a:t>
            </a:r>
            <a:r>
              <a:rPr lang="en-US" altLang="en-US" sz="1600" b="1">
                <a:ea typeface="ＭＳ Ｐゴシック" panose="020B0600070205080204" pitchFamily="34" charset="-128"/>
              </a:rPr>
              <a:t>write</a:t>
            </a:r>
            <a:r>
              <a:rPr lang="en-US" altLang="en-US" sz="1600">
                <a:ea typeface="ＭＳ Ｐゴシック" panose="020B0600070205080204" pitchFamily="34" charset="-128"/>
              </a:rPr>
              <a:t>(</a:t>
            </a:r>
            <a:r>
              <a:rPr lang="en-US" altLang="en-US" sz="1600" i="1">
                <a:ea typeface="ＭＳ Ｐゴシック" panose="020B0600070205080204" pitchFamily="34" charset="-128"/>
              </a:rPr>
              <a:t>B)</a:t>
            </a:r>
            <a:endParaRPr lang="en-US" altLang="en-US" sz="1800">
              <a:ea typeface="ＭＳ Ｐゴシック" panose="020B0600070205080204" pitchFamily="34" charset="-128"/>
            </a:endParaRPr>
          </a:p>
          <a:p>
            <a:r>
              <a:rPr lang="en-US" altLang="en-US" sz="1800">
                <a:ea typeface="ＭＳ Ｐゴシック" panose="020B0600070205080204" pitchFamily="34" charset="-128"/>
              </a:rPr>
              <a:t>Two main issues to deal with: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Failures of various kinds, such as hardware failures and system crashes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Concurrent execution of multiple transactions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CC4D6A-E0E1-B45E-2199-07DEFFBAFF4E}"/>
                  </a:ext>
                </a:extLst>
              </p14:cNvPr>
              <p14:cNvContentPartPr/>
              <p14:nvPr/>
            </p14:nvContentPartPr>
            <p14:xfrm>
              <a:off x="2991600" y="857160"/>
              <a:ext cx="2143440" cy="884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CC4D6A-E0E1-B45E-2199-07DEFFBAFF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2240" y="847800"/>
                <a:ext cx="2162160" cy="90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>
            <a:extLst>
              <a:ext uri="{FF2B5EF4-FFF2-40B4-BE49-F238E27FC236}">
                <a16:creationId xmlns:a16="http://schemas.microsoft.com/office/drawing/2014/main" id="{E56C22B2-C5A6-0E19-FB21-D644D93D3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Required  Properties of a Transaction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43711F7-E16B-AA4E-AEBE-8906A31DA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06488"/>
            <a:ext cx="7389813" cy="5000625"/>
          </a:xfrm>
        </p:spPr>
        <p:txBody>
          <a:bodyPr/>
          <a:lstStyle/>
          <a:p>
            <a:r>
              <a:rPr lang="en-US" altLang="en-US" sz="1600">
                <a:ea typeface="ＭＳ Ｐゴシック" panose="020B0600070205080204" pitchFamily="34" charset="-128"/>
              </a:rPr>
              <a:t>Transaction to transfer $50 from account A to account B: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1.	</a:t>
            </a:r>
            <a:r>
              <a:rPr lang="en-US" altLang="en-US" sz="1400" b="1">
                <a:ea typeface="ＭＳ Ｐゴシック" panose="020B0600070205080204" pitchFamily="34" charset="-128"/>
              </a:rPr>
              <a:t>read</a:t>
            </a:r>
            <a:r>
              <a:rPr lang="en-US" altLang="en-US" sz="1400">
                <a:ea typeface="ＭＳ Ｐゴシック" panose="020B0600070205080204" pitchFamily="34" charset="-128"/>
              </a:rPr>
              <a:t>(</a:t>
            </a:r>
            <a:r>
              <a:rPr lang="en-US" altLang="en-US" sz="1400" i="1">
                <a:ea typeface="ＭＳ Ｐゴシック" panose="020B0600070205080204" pitchFamily="34" charset="-128"/>
              </a:rPr>
              <a:t>A</a:t>
            </a:r>
            <a:r>
              <a:rPr lang="en-US" altLang="en-US" sz="1400">
                <a:ea typeface="ＭＳ Ｐゴシック" panose="020B0600070205080204" pitchFamily="34" charset="-128"/>
              </a:rPr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2.	</a:t>
            </a:r>
            <a:r>
              <a:rPr lang="en-US" altLang="en-US" sz="1400" i="1">
                <a:ea typeface="ＭＳ Ｐゴシック" panose="020B0600070205080204" pitchFamily="34" charset="-128"/>
              </a:rPr>
              <a:t>A</a:t>
            </a:r>
            <a:r>
              <a:rPr lang="en-US" altLang="en-US" sz="1400">
                <a:ea typeface="ＭＳ Ｐゴシック" panose="020B0600070205080204" pitchFamily="34" charset="-128"/>
              </a:rPr>
              <a:t> := </a:t>
            </a:r>
            <a:r>
              <a:rPr lang="en-US" altLang="en-US" sz="1400" i="1">
                <a:ea typeface="ＭＳ Ｐゴシック" panose="020B0600070205080204" pitchFamily="34" charset="-128"/>
              </a:rPr>
              <a:t>A – </a:t>
            </a:r>
            <a:r>
              <a:rPr lang="en-US" altLang="en-US" sz="1400">
                <a:ea typeface="ＭＳ Ｐゴシック" panose="020B0600070205080204" pitchFamily="34" charset="-128"/>
              </a:rPr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3.	</a:t>
            </a:r>
            <a:r>
              <a:rPr lang="en-US" altLang="en-US" sz="1400" b="1">
                <a:ea typeface="ＭＳ Ｐゴシック" panose="020B0600070205080204" pitchFamily="34" charset="-128"/>
              </a:rPr>
              <a:t>write</a:t>
            </a:r>
            <a:r>
              <a:rPr lang="en-US" altLang="en-US" sz="1400">
                <a:ea typeface="ＭＳ Ｐゴシック" panose="020B0600070205080204" pitchFamily="34" charset="-128"/>
              </a:rPr>
              <a:t>(</a:t>
            </a:r>
            <a:r>
              <a:rPr lang="en-US" altLang="en-US" sz="1400" i="1">
                <a:ea typeface="ＭＳ Ｐゴシック" panose="020B0600070205080204" pitchFamily="34" charset="-128"/>
              </a:rPr>
              <a:t>A</a:t>
            </a:r>
            <a:r>
              <a:rPr lang="en-US" altLang="en-US" sz="1400">
                <a:ea typeface="ＭＳ Ｐゴシック" panose="020B0600070205080204" pitchFamily="34" charset="-128"/>
              </a:rPr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4.	</a:t>
            </a:r>
            <a:r>
              <a:rPr lang="en-US" altLang="en-US" sz="1400" b="1">
                <a:ea typeface="ＭＳ Ｐゴシック" panose="020B0600070205080204" pitchFamily="34" charset="-128"/>
              </a:rPr>
              <a:t>read</a:t>
            </a:r>
            <a:r>
              <a:rPr lang="en-US" altLang="en-US" sz="1400">
                <a:ea typeface="ＭＳ Ｐゴシック" panose="020B0600070205080204" pitchFamily="34" charset="-128"/>
              </a:rPr>
              <a:t>(</a:t>
            </a:r>
            <a:r>
              <a:rPr lang="en-US" altLang="en-US" sz="1400" i="1">
                <a:ea typeface="ＭＳ Ｐゴシック" panose="020B0600070205080204" pitchFamily="34" charset="-128"/>
              </a:rPr>
              <a:t>B</a:t>
            </a:r>
            <a:r>
              <a:rPr lang="en-US" altLang="en-US" sz="1400">
                <a:ea typeface="ＭＳ Ｐゴシック" panose="020B0600070205080204" pitchFamily="34" charset="-128"/>
              </a:rPr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5.	</a:t>
            </a:r>
            <a:r>
              <a:rPr lang="en-US" altLang="en-US" sz="1400" i="1">
                <a:ea typeface="ＭＳ Ｐゴシック" panose="020B0600070205080204" pitchFamily="34" charset="-128"/>
              </a:rPr>
              <a:t>B</a:t>
            </a:r>
            <a:r>
              <a:rPr lang="en-US" altLang="en-US" sz="1400">
                <a:ea typeface="ＭＳ Ｐゴシック" panose="020B0600070205080204" pitchFamily="34" charset="-128"/>
              </a:rPr>
              <a:t> := </a:t>
            </a:r>
            <a:r>
              <a:rPr lang="en-US" altLang="en-US" sz="1400" i="1">
                <a:ea typeface="ＭＳ Ｐゴシック" panose="020B0600070205080204" pitchFamily="34" charset="-128"/>
              </a:rPr>
              <a:t>B + </a:t>
            </a:r>
            <a:r>
              <a:rPr lang="en-US" altLang="en-US" sz="1400">
                <a:ea typeface="ＭＳ Ｐゴシック" panose="020B0600070205080204" pitchFamily="34" charset="-128"/>
              </a:rPr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6.	</a:t>
            </a:r>
            <a:r>
              <a:rPr lang="en-US" altLang="en-US" sz="1400" b="1">
                <a:ea typeface="ＭＳ Ｐゴシック" panose="020B0600070205080204" pitchFamily="34" charset="-128"/>
              </a:rPr>
              <a:t>write</a:t>
            </a:r>
            <a:r>
              <a:rPr lang="en-US" altLang="en-US" sz="1400">
                <a:ea typeface="ＭＳ Ｐゴシック" panose="020B0600070205080204" pitchFamily="34" charset="-128"/>
              </a:rPr>
              <a:t>(</a:t>
            </a:r>
            <a:r>
              <a:rPr lang="en-US" altLang="en-US" sz="1400" i="1">
                <a:ea typeface="ＭＳ Ｐゴシック" panose="020B0600070205080204" pitchFamily="34" charset="-128"/>
              </a:rPr>
              <a:t>B)</a:t>
            </a:r>
          </a:p>
          <a:p>
            <a:r>
              <a:rPr lang="en-US" altLang="en-US" sz="1600" b="1">
                <a:solidFill>
                  <a:srgbClr val="000099"/>
                </a:solidFill>
                <a:ea typeface="ＭＳ Ｐゴシック" panose="020B0600070205080204" pitchFamily="34" charset="-128"/>
              </a:rPr>
              <a:t>Atomicity requirement</a:t>
            </a:r>
            <a:r>
              <a:rPr lang="en-US" altLang="en-US" sz="160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en-US" sz="1600">
                <a:ea typeface="ＭＳ Ｐゴシック" panose="020B0600070205080204" pitchFamily="34" charset="-128"/>
              </a:rPr>
              <a:t>If the transaction fails after step 3 and before step 6, money will be “lost” leading to an inconsistent database state</a:t>
            </a:r>
          </a:p>
          <a:p>
            <a:pPr lvl="2"/>
            <a:r>
              <a:rPr lang="en-US" altLang="en-US" sz="1600">
                <a:ea typeface="ＭＳ Ｐゴシック" panose="020B0600070205080204" pitchFamily="34" charset="-128"/>
              </a:rPr>
              <a:t>Failure could be due to software or hardware</a:t>
            </a:r>
          </a:p>
          <a:p>
            <a:pPr lvl="1"/>
            <a:r>
              <a:rPr lang="en-US" altLang="en-US" sz="1600">
                <a:ea typeface="ＭＳ Ｐゴシック" panose="020B0600070205080204" pitchFamily="34" charset="-128"/>
              </a:rPr>
              <a:t>The system should ensure that updates of a partially executed transaction are not reflected in the database</a:t>
            </a:r>
          </a:p>
          <a:p>
            <a:r>
              <a:rPr lang="en-US" altLang="en-US" sz="1600" b="1">
                <a:solidFill>
                  <a:srgbClr val="000099"/>
                </a:solidFill>
                <a:ea typeface="ＭＳ Ｐゴシック" panose="020B0600070205080204" pitchFamily="34" charset="-128"/>
              </a:rPr>
              <a:t>Durability requirement</a:t>
            </a:r>
            <a:r>
              <a:rPr lang="en-US" altLang="en-US" sz="1600">
                <a:ea typeface="ＭＳ Ｐゴシック" panose="020B0600070205080204" pitchFamily="34" charset="-128"/>
              </a:rPr>
              <a:t> — once the user has been notified that the transaction has completed (i.e., the transfer of the $50 has taken place), the updates to the database by the transaction must persist even if there are software or hardware failures.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78A53A-7F74-390A-65CC-BA09AA2D6CAE}"/>
                  </a:ext>
                </a:extLst>
              </p14:cNvPr>
              <p14:cNvContentPartPr/>
              <p14:nvPr/>
            </p14:nvContentPartPr>
            <p14:xfrm>
              <a:off x="1741320" y="3866400"/>
              <a:ext cx="5938560" cy="1125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78A53A-7F74-390A-65CC-BA09AA2D6C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1960" y="3857040"/>
                <a:ext cx="5957280" cy="11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323566-6AB8-15B2-8912-51064C221016}"/>
                  </a:ext>
                </a:extLst>
              </p14:cNvPr>
              <p14:cNvContentPartPr/>
              <p14:nvPr/>
            </p14:nvContentPartPr>
            <p14:xfrm>
              <a:off x="2428920" y="5456160"/>
              <a:ext cx="4733280" cy="321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323566-6AB8-15B2-8912-51064C2210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19560" y="5446800"/>
                <a:ext cx="4752000" cy="34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>
            <a:extLst>
              <a:ext uri="{FF2B5EF4-FFF2-40B4-BE49-F238E27FC236}">
                <a16:creationId xmlns:a16="http://schemas.microsoft.com/office/drawing/2014/main" id="{75A8F526-EA84-3897-A9A3-075EE5C20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117475"/>
            <a:ext cx="8375650" cy="6096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Required Properties of a Transaction </a:t>
            </a:r>
            <a:r>
              <a:rPr lang="en-US" sz="2800" dirty="0">
                <a:ea typeface="+mj-ea"/>
              </a:rPr>
              <a:t>(Cont.)</a:t>
            </a:r>
          </a:p>
        </p:txBody>
      </p:sp>
      <p:sp>
        <p:nvSpPr>
          <p:cNvPr id="528387" name="Rectangle 3">
            <a:extLst>
              <a:ext uri="{FF2B5EF4-FFF2-40B4-BE49-F238E27FC236}">
                <a16:creationId xmlns:a16="http://schemas.microsoft.com/office/drawing/2014/main" id="{C82E7061-99B1-2B12-B033-1D36E309B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0" y="862013"/>
            <a:ext cx="5556250" cy="5362575"/>
          </a:xfrm>
        </p:spPr>
        <p:txBody>
          <a:bodyPr/>
          <a:lstStyle/>
          <a:p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Consistency requirement</a:t>
            </a:r>
            <a:r>
              <a:rPr lang="en-US" altLang="en-US" sz="1800">
                <a:ea typeface="ＭＳ Ｐゴシック" panose="020B0600070205080204" pitchFamily="34" charset="-128"/>
              </a:rPr>
              <a:t> in above example: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 </a:t>
            </a:r>
            <a:r>
              <a:rPr lang="en-US" altLang="en-US" sz="1600">
                <a:ea typeface="ＭＳ Ｐゴシック" panose="020B0600070205080204" pitchFamily="34" charset="-128"/>
              </a:rPr>
              <a:t>The sum of A and B is unchanged by the execution of the transaction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In general, consistency requirements include </a:t>
            </a:r>
          </a:p>
          <a:p>
            <a:pPr lvl="2"/>
            <a:r>
              <a:rPr lang="en-US" altLang="en-US" sz="1600">
                <a:ea typeface="ＭＳ Ｐゴシック" panose="020B0600070205080204" pitchFamily="34" charset="-128"/>
              </a:rPr>
              <a:t>Explicitly specified integrity constraints such as primary keys and foreign keys</a:t>
            </a:r>
          </a:p>
          <a:p>
            <a:pPr lvl="2"/>
            <a:r>
              <a:rPr lang="en-US" altLang="en-US" sz="1600">
                <a:ea typeface="ＭＳ Ｐゴシック" panose="020B0600070205080204" pitchFamily="34" charset="-128"/>
              </a:rPr>
              <a:t>Implicit integrity constraints</a:t>
            </a:r>
          </a:p>
          <a:p>
            <a:pPr lvl="3"/>
            <a:r>
              <a:rPr lang="en-US" altLang="en-US" sz="1600">
                <a:ea typeface="ＭＳ Ｐゴシック" panose="020B0600070205080204" pitchFamily="34" charset="-128"/>
              </a:rPr>
              <a:t>e.g., sum of balances of all accounts, minus sum of loan amounts must equal value of cash-in-hand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A transaction, when starting to execute,  must see a consistent database.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During transaction execution the database may be temporarily inconsistent.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When the transaction completes successfully the database must be consistent</a:t>
            </a:r>
          </a:p>
          <a:p>
            <a:pPr lvl="1"/>
            <a:r>
              <a:rPr lang="en-US" altLang="en-US" sz="1600">
                <a:ea typeface="ＭＳ Ｐゴシック" panose="020B0600070205080204" pitchFamily="34" charset="-128"/>
              </a:rPr>
              <a:t>Erroneous transaction logic can lead to inconsistency</a:t>
            </a:r>
          </a:p>
        </p:txBody>
      </p:sp>
      <p:pic>
        <p:nvPicPr>
          <p:cNvPr id="11268" name="Picture 13">
            <a:extLst>
              <a:ext uri="{FF2B5EF4-FFF2-40B4-BE49-F238E27FC236}">
                <a16:creationId xmlns:a16="http://schemas.microsoft.com/office/drawing/2014/main" id="{345BA17D-3E93-1260-E62D-C513D4F21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5" y="1847850"/>
            <a:ext cx="2716213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75CB15-0533-D412-64FD-B127B0307F05}"/>
                  </a:ext>
                </a:extLst>
              </p14:cNvPr>
              <p14:cNvContentPartPr/>
              <p14:nvPr/>
            </p14:nvContentPartPr>
            <p14:xfrm>
              <a:off x="1107360" y="2330640"/>
              <a:ext cx="4134960" cy="3911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75CB15-0533-D412-64FD-B127B0307F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8000" y="2321280"/>
                <a:ext cx="4153680" cy="393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>
            <a:extLst>
              <a:ext uri="{FF2B5EF4-FFF2-40B4-BE49-F238E27FC236}">
                <a16:creationId xmlns:a16="http://schemas.microsoft.com/office/drawing/2014/main" id="{37B96EB3-D3D7-53B9-DED7-A75E50847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Required Properties of a Transaction (Cont.)</a:t>
            </a:r>
            <a:endParaRPr lang="en-US" sz="2800" dirty="0">
              <a:ea typeface="+mj-ea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9627F82-8CF5-8270-CE45-F6A4BCC0C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137400" cy="4884737"/>
          </a:xfrm>
        </p:spPr>
        <p:txBody>
          <a:bodyPr/>
          <a:lstStyle/>
          <a:p>
            <a:r>
              <a:rPr lang="en-US" altLang="en-US" sz="1600" b="1">
                <a:solidFill>
                  <a:srgbClr val="000099"/>
                </a:solidFill>
                <a:ea typeface="ＭＳ Ｐゴシック" panose="020B0600070205080204" pitchFamily="34" charset="-128"/>
              </a:rPr>
              <a:t>Isolation requirement</a:t>
            </a:r>
            <a:r>
              <a:rPr lang="en-US" altLang="en-US" sz="1600">
                <a:ea typeface="ＭＳ Ｐゴシック" panose="020B0600070205080204" pitchFamily="34" charset="-128"/>
              </a:rPr>
              <a:t> — if between steps 3 and 6 (of the fund transfer transaction) , another transaction </a:t>
            </a:r>
            <a:r>
              <a:rPr lang="en-US" altLang="en-US" sz="1600" b="1">
                <a:ea typeface="ＭＳ Ｐゴシック" panose="020B0600070205080204" pitchFamily="34" charset="-128"/>
              </a:rPr>
              <a:t>T2</a:t>
            </a:r>
            <a:r>
              <a:rPr lang="en-US" altLang="en-US" sz="1600">
                <a:ea typeface="ＭＳ Ｐゴシック" panose="020B0600070205080204" pitchFamily="34" charset="-128"/>
              </a:rPr>
              <a:t> is allowed to access the partially updated database, it will see an inconsistent database (the sum  </a:t>
            </a:r>
            <a:r>
              <a:rPr lang="en-US" altLang="en-US" sz="1600" i="1">
                <a:ea typeface="ＭＳ Ｐゴシック" panose="020B0600070205080204" pitchFamily="34" charset="-128"/>
              </a:rPr>
              <a:t>A + B</a:t>
            </a:r>
            <a:r>
              <a:rPr lang="en-US" altLang="en-US" sz="1600">
                <a:ea typeface="ＭＳ Ｐゴシック" panose="020B0600070205080204" pitchFamily="34" charset="-128"/>
              </a:rPr>
              <a:t> will be less than it should be).</a:t>
            </a:r>
            <a:br>
              <a:rPr lang="en-US" altLang="en-US" sz="1600">
                <a:ea typeface="ＭＳ Ｐゴシック" panose="020B0600070205080204" pitchFamily="34" charset="-128"/>
              </a:rPr>
            </a:br>
            <a:endParaRPr lang="en-US" altLang="en-US" sz="1600"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r>
              <a:rPr lang="en-US" altLang="en-US" sz="1600">
                <a:ea typeface="ＭＳ Ｐゴシック" panose="020B0600070205080204" pitchFamily="34" charset="-128"/>
              </a:rPr>
              <a:t>               </a:t>
            </a:r>
            <a:r>
              <a:rPr lang="en-US" altLang="en-US" sz="1600" b="1">
                <a:ea typeface="ＭＳ Ｐゴシック" panose="020B0600070205080204" pitchFamily="34" charset="-128"/>
              </a:rPr>
              <a:t>T1                                        T2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1.	</a:t>
            </a:r>
            <a:r>
              <a:rPr lang="en-US" altLang="en-US" sz="1400" b="1">
                <a:ea typeface="ＭＳ Ｐゴシック" panose="020B0600070205080204" pitchFamily="34" charset="-128"/>
              </a:rPr>
              <a:t>read</a:t>
            </a:r>
            <a:r>
              <a:rPr lang="en-US" altLang="en-US" sz="1400">
                <a:ea typeface="ＭＳ Ｐゴシック" panose="020B0600070205080204" pitchFamily="34" charset="-128"/>
              </a:rPr>
              <a:t>(</a:t>
            </a:r>
            <a:r>
              <a:rPr lang="en-US" altLang="en-US" sz="1400" i="1">
                <a:ea typeface="ＭＳ Ｐゴシック" panose="020B0600070205080204" pitchFamily="34" charset="-128"/>
              </a:rPr>
              <a:t>A</a:t>
            </a:r>
            <a:r>
              <a:rPr lang="en-US" altLang="en-US" sz="1400">
                <a:ea typeface="ＭＳ Ｐゴシック" panose="020B0600070205080204" pitchFamily="34" charset="-128"/>
              </a:rPr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2.	</a:t>
            </a:r>
            <a:r>
              <a:rPr lang="en-US" altLang="en-US" sz="1400" i="1">
                <a:ea typeface="ＭＳ Ｐゴシック" panose="020B0600070205080204" pitchFamily="34" charset="-128"/>
              </a:rPr>
              <a:t>A</a:t>
            </a:r>
            <a:r>
              <a:rPr lang="en-US" altLang="en-US" sz="1400">
                <a:ea typeface="ＭＳ Ｐゴシック" panose="020B0600070205080204" pitchFamily="34" charset="-128"/>
              </a:rPr>
              <a:t> := </a:t>
            </a:r>
            <a:r>
              <a:rPr lang="en-US" altLang="en-US" sz="1400" i="1">
                <a:ea typeface="ＭＳ Ｐゴシック" panose="020B0600070205080204" pitchFamily="34" charset="-128"/>
              </a:rPr>
              <a:t>A – </a:t>
            </a:r>
            <a:r>
              <a:rPr lang="en-US" altLang="en-US" sz="1400">
                <a:ea typeface="ＭＳ Ｐゴシック" panose="020B0600070205080204" pitchFamily="34" charset="-128"/>
              </a:rPr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3.	</a:t>
            </a:r>
            <a:r>
              <a:rPr lang="en-US" altLang="en-US" sz="1400" b="1">
                <a:ea typeface="ＭＳ Ｐゴシック" panose="020B0600070205080204" pitchFamily="34" charset="-128"/>
              </a:rPr>
              <a:t>write</a:t>
            </a:r>
            <a:r>
              <a:rPr lang="en-US" altLang="en-US" sz="1400">
                <a:ea typeface="ＭＳ Ｐゴシック" panose="020B0600070205080204" pitchFamily="34" charset="-128"/>
              </a:rPr>
              <a:t>(</a:t>
            </a:r>
            <a:r>
              <a:rPr lang="en-US" altLang="en-US" sz="1400" i="1">
                <a:ea typeface="ＭＳ Ｐゴシック" panose="020B0600070205080204" pitchFamily="34" charset="-128"/>
              </a:rPr>
              <a:t>A</a:t>
            </a:r>
            <a:r>
              <a:rPr lang="en-US" altLang="en-US" sz="1400">
                <a:ea typeface="ＭＳ Ｐゴシック" panose="020B0600070205080204" pitchFamily="34" charset="-128"/>
              </a:rPr>
              <a:t>)</a:t>
            </a:r>
            <a:br>
              <a:rPr lang="en-US" altLang="en-US" sz="1400">
                <a:ea typeface="ＭＳ Ｐゴシック" panose="020B0600070205080204" pitchFamily="34" charset="-128"/>
              </a:rPr>
            </a:br>
            <a:r>
              <a:rPr lang="en-US" altLang="en-US" sz="1400">
                <a:ea typeface="ＭＳ Ｐゴシック" panose="020B0600070205080204" pitchFamily="34" charset="-128"/>
              </a:rPr>
              <a:t>                                      read(A), read(B), print(A+B)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4.	</a:t>
            </a:r>
            <a:r>
              <a:rPr lang="en-US" altLang="en-US" sz="1400" b="1">
                <a:ea typeface="ＭＳ Ｐゴシック" panose="020B0600070205080204" pitchFamily="34" charset="-128"/>
              </a:rPr>
              <a:t>read</a:t>
            </a:r>
            <a:r>
              <a:rPr lang="en-US" altLang="en-US" sz="1400">
                <a:ea typeface="ＭＳ Ｐゴシック" panose="020B0600070205080204" pitchFamily="34" charset="-128"/>
              </a:rPr>
              <a:t>(</a:t>
            </a:r>
            <a:r>
              <a:rPr lang="en-US" altLang="en-US" sz="1400" i="1">
                <a:ea typeface="ＭＳ Ｐゴシック" panose="020B0600070205080204" pitchFamily="34" charset="-128"/>
              </a:rPr>
              <a:t>B</a:t>
            </a:r>
            <a:r>
              <a:rPr lang="en-US" altLang="en-US" sz="1400">
                <a:ea typeface="ＭＳ Ｐゴシック" panose="020B0600070205080204" pitchFamily="34" charset="-128"/>
              </a:rPr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5.	</a:t>
            </a:r>
            <a:r>
              <a:rPr lang="en-US" altLang="en-US" sz="1400" i="1">
                <a:ea typeface="ＭＳ Ｐゴシック" panose="020B0600070205080204" pitchFamily="34" charset="-128"/>
              </a:rPr>
              <a:t>B</a:t>
            </a:r>
            <a:r>
              <a:rPr lang="en-US" altLang="en-US" sz="1400">
                <a:ea typeface="ＭＳ Ｐゴシック" panose="020B0600070205080204" pitchFamily="34" charset="-128"/>
              </a:rPr>
              <a:t> := </a:t>
            </a:r>
            <a:r>
              <a:rPr lang="en-US" altLang="en-US" sz="1400" i="1">
                <a:ea typeface="ＭＳ Ｐゴシック" panose="020B0600070205080204" pitchFamily="34" charset="-128"/>
              </a:rPr>
              <a:t>B + </a:t>
            </a:r>
            <a:r>
              <a:rPr lang="en-US" altLang="en-US" sz="1400">
                <a:ea typeface="ＭＳ Ｐゴシック" panose="020B0600070205080204" pitchFamily="34" charset="-128"/>
              </a:rPr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400">
                <a:ea typeface="ＭＳ Ｐゴシック" panose="020B0600070205080204" pitchFamily="34" charset="-128"/>
              </a:rPr>
              <a:t>6.	</a:t>
            </a:r>
            <a:r>
              <a:rPr lang="en-US" altLang="en-US" sz="1400" b="1">
                <a:ea typeface="ＭＳ Ｐゴシック" panose="020B0600070205080204" pitchFamily="34" charset="-128"/>
              </a:rPr>
              <a:t>write</a:t>
            </a:r>
            <a:r>
              <a:rPr lang="en-US" altLang="en-US" sz="1400">
                <a:ea typeface="ＭＳ Ｐゴシック" panose="020B0600070205080204" pitchFamily="34" charset="-128"/>
              </a:rPr>
              <a:t>(</a:t>
            </a:r>
            <a:r>
              <a:rPr lang="en-US" altLang="en-US" sz="1400" i="1">
                <a:ea typeface="ＭＳ Ｐゴシック" panose="020B0600070205080204" pitchFamily="34" charset="-128"/>
              </a:rPr>
              <a:t>B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r>
              <a:rPr lang="en-US" altLang="en-US" sz="1600">
                <a:ea typeface="ＭＳ Ｐゴシック" panose="020B0600070205080204" pitchFamily="34" charset="-128"/>
              </a:rPr>
              <a:t>Isolation can be ensured trivially by running transactions </a:t>
            </a:r>
            <a:r>
              <a:rPr lang="en-US" altLang="en-US" sz="1600" b="1">
                <a:solidFill>
                  <a:srgbClr val="000099"/>
                </a:solidFill>
                <a:ea typeface="ＭＳ Ｐゴシック" panose="020B0600070205080204" pitchFamily="34" charset="-128"/>
              </a:rPr>
              <a:t>serially</a:t>
            </a:r>
          </a:p>
          <a:p>
            <a:pPr lvl="1"/>
            <a:r>
              <a:rPr lang="en-US" altLang="en-US" sz="1600">
                <a:ea typeface="ＭＳ Ｐゴシック" panose="020B0600070205080204" pitchFamily="34" charset="-128"/>
              </a:rPr>
              <a:t> That is, one after the other.   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However, executing multiple transactions concurrently has significant benefits, as we will see later.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24B1A6-E8E9-5B72-6547-ED782EC83E79}"/>
                  </a:ext>
                </a:extLst>
              </p14:cNvPr>
              <p14:cNvContentPartPr/>
              <p14:nvPr/>
            </p14:nvContentPartPr>
            <p14:xfrm>
              <a:off x="3116520" y="4339800"/>
              <a:ext cx="4652640" cy="71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24B1A6-E8E9-5B72-6547-ED782EC83E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7160" y="4330440"/>
                <a:ext cx="4671360" cy="73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>
            <a:extLst>
              <a:ext uri="{FF2B5EF4-FFF2-40B4-BE49-F238E27FC236}">
                <a16:creationId xmlns:a16="http://schemas.microsoft.com/office/drawing/2014/main" id="{226E6EB5-ADFA-63A7-6395-2237D59C85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ACID Properties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8345666-8EBE-08FD-6942-E9FBDF621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081213"/>
            <a:ext cx="7872413" cy="4776787"/>
          </a:xfrm>
        </p:spPr>
        <p:txBody>
          <a:bodyPr/>
          <a:lstStyle/>
          <a:p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Atomicity</a:t>
            </a:r>
            <a:r>
              <a:rPr lang="en-US" altLang="en-US" sz="1800" b="1">
                <a:ea typeface="ＭＳ Ｐゴシック" panose="020B0600070205080204" pitchFamily="34" charset="-128"/>
              </a:rPr>
              <a:t>. </a:t>
            </a:r>
            <a:r>
              <a:rPr lang="en-US" altLang="en-US" sz="1800">
                <a:ea typeface="ＭＳ Ｐゴシック" panose="020B0600070205080204" pitchFamily="34" charset="-128"/>
              </a:rPr>
              <a:t> Either all operations of the transaction are properly reflected in the database or none are.</a:t>
            </a:r>
          </a:p>
          <a:p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Consistency</a:t>
            </a:r>
            <a:r>
              <a:rPr lang="en-US" altLang="en-US" sz="1800" b="1">
                <a:ea typeface="ＭＳ Ｐゴシック" panose="020B0600070205080204" pitchFamily="34" charset="-128"/>
              </a:rPr>
              <a:t>.</a:t>
            </a:r>
            <a:r>
              <a:rPr lang="en-US" altLang="en-US" sz="1800">
                <a:ea typeface="ＭＳ Ｐゴシック" panose="020B0600070205080204" pitchFamily="34" charset="-128"/>
              </a:rPr>
              <a:t>  Execution of a transaction in isolation preserves the consistency of the database.</a:t>
            </a:r>
          </a:p>
          <a:p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Isolation</a:t>
            </a:r>
            <a:r>
              <a:rPr lang="en-US" altLang="en-US" sz="1800" b="1">
                <a:ea typeface="ＭＳ Ｐゴシック" panose="020B0600070205080204" pitchFamily="34" charset="-128"/>
              </a:rPr>
              <a:t>.</a:t>
            </a:r>
            <a:r>
              <a:rPr lang="en-US" altLang="en-US" sz="1800">
                <a:ea typeface="ＭＳ Ｐゴシック" panose="020B0600070205080204" pitchFamily="34" charset="-128"/>
              </a:rPr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That is, for every pair of transactions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and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 i="1">
                <a:ea typeface="ＭＳ Ｐゴシック" panose="020B0600070205080204" pitchFamily="34" charset="-128"/>
              </a:rPr>
              <a:t>, </a:t>
            </a:r>
            <a:r>
              <a:rPr lang="en-US" altLang="en-US" sz="1800">
                <a:ea typeface="ＭＳ Ｐゴシック" panose="020B0600070205080204" pitchFamily="34" charset="-128"/>
              </a:rPr>
              <a:t>it appears to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that either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 i="1">
                <a:ea typeface="ＭＳ Ｐゴシック" panose="020B0600070205080204" pitchFamily="34" charset="-128"/>
              </a:rPr>
              <a:t>, </a:t>
            </a:r>
            <a:r>
              <a:rPr lang="en-US" altLang="en-US" sz="1800">
                <a:ea typeface="ＭＳ Ｐゴシック" panose="020B0600070205080204" pitchFamily="34" charset="-128"/>
              </a:rPr>
              <a:t>finished execution before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started, or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 started execution after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finished.</a:t>
            </a:r>
          </a:p>
          <a:p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Durability</a:t>
            </a:r>
            <a:r>
              <a:rPr lang="en-US" altLang="en-US" sz="1800" b="1">
                <a:ea typeface="ＭＳ Ｐゴシック" panose="020B0600070205080204" pitchFamily="34" charset="-128"/>
              </a:rPr>
              <a:t>.  </a:t>
            </a:r>
            <a:r>
              <a:rPr lang="en-US" altLang="en-US" sz="1800">
                <a:ea typeface="ＭＳ Ｐゴシック" panose="020B0600070205080204" pitchFamily="34" charset="-128"/>
              </a:rPr>
              <a:t>After a transaction completes successfully, the changes it has made to the database persist, even if there are system failures. </a:t>
            </a:r>
            <a:endParaRPr lang="en-US" altLang="en-US" sz="1800" i="1">
              <a:ea typeface="ＭＳ Ｐゴシック" panose="020B0600070205080204" pitchFamily="34" charset="-128"/>
            </a:endParaRP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FAF0EA36-63D7-EF2F-EDC4-0B1CCABD9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1106488"/>
            <a:ext cx="82423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/>
              <a:t>A  </a:t>
            </a:r>
            <a:r>
              <a:rPr lang="en-US" altLang="en-US" sz="1800" b="1">
                <a:solidFill>
                  <a:srgbClr val="000099"/>
                </a:solidFill>
              </a:rPr>
              <a:t>transaction</a:t>
            </a:r>
            <a:r>
              <a:rPr kumimoji="0" lang="en-US" altLang="en-US" sz="1800"/>
              <a:t>  is a unit of program execution that accesses and possibly updates various data items. To preserve the integrity of data the database system must ensure: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34BA6F0-F7FA-8B91-C489-BFC0303B76BA}"/>
                  </a:ext>
                </a:extLst>
              </p14:cNvPr>
              <p14:cNvContentPartPr/>
              <p14:nvPr/>
            </p14:nvContentPartPr>
            <p14:xfrm>
              <a:off x="3866760" y="3053880"/>
              <a:ext cx="2455920" cy="3036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34BA6F0-F7FA-8B91-C489-BFC0303B76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7400" y="3044520"/>
                <a:ext cx="2474640" cy="30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34D690-0686-6F80-8D45-F5DAFA674333}"/>
                  </a:ext>
                </a:extLst>
              </p14:cNvPr>
              <p14:cNvContentPartPr/>
              <p14:nvPr/>
            </p14:nvContentPartPr>
            <p14:xfrm>
              <a:off x="3366720" y="3830760"/>
              <a:ext cx="2991600" cy="89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34D690-0686-6F80-8D45-F5DAFA6743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50880" y="3767400"/>
                <a:ext cx="3022920" cy="216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>
            <a:extLst>
              <a:ext uri="{FF2B5EF4-FFF2-40B4-BE49-F238E27FC236}">
                <a16:creationId xmlns:a16="http://schemas.microsoft.com/office/drawing/2014/main" id="{FF90E6E0-1FE6-6BB6-8D51-1111BB67E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Transaction State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A6EC571-868F-6093-51C0-DE62387D96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6063" y="1038225"/>
            <a:ext cx="5567362" cy="5072063"/>
          </a:xfrm>
        </p:spPr>
        <p:txBody>
          <a:bodyPr/>
          <a:lstStyle/>
          <a:p>
            <a:r>
              <a:rPr lang="en-US" altLang="en-US" sz="1800" b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Active</a:t>
            </a:r>
            <a:r>
              <a:rPr lang="en-US" altLang="en-US" sz="1800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800" dirty="0">
                <a:ea typeface="ＭＳ Ｐゴシック" panose="020B0600070205080204" pitchFamily="34" charset="-128"/>
              </a:rPr>
              <a:t>–</a:t>
            </a:r>
            <a:r>
              <a:rPr lang="en-US" altLang="en-US" sz="1800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800" dirty="0">
                <a:ea typeface="ＭＳ Ｐゴシック" panose="020B0600070205080204" pitchFamily="34" charset="-128"/>
              </a:rPr>
              <a:t>the initial state; the transaction stays in this state while it is executing</a:t>
            </a:r>
          </a:p>
          <a:p>
            <a:r>
              <a:rPr lang="en-US" altLang="en-US" sz="1800" b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Partially committed</a:t>
            </a:r>
            <a:r>
              <a:rPr lang="en-US" altLang="en-US" sz="1800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800" dirty="0">
                <a:ea typeface="ＭＳ Ｐゴシック" panose="020B0600070205080204" pitchFamily="34" charset="-128"/>
              </a:rPr>
              <a:t>–</a:t>
            </a:r>
            <a:r>
              <a:rPr lang="en-US" altLang="en-US" sz="1800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800" dirty="0">
                <a:ea typeface="ＭＳ Ｐゴシック" panose="020B0600070205080204" pitchFamily="34" charset="-128"/>
              </a:rPr>
              <a:t>after the final statement has been executed. </a:t>
            </a:r>
            <a:r>
              <a:rPr lang="en-US" altLang="en-US" sz="1800" dirty="0">
                <a:highlight>
                  <a:srgbClr val="FFFF00"/>
                </a:highlight>
                <a:ea typeface="ＭＳ Ｐゴシック" panose="020B0600070205080204" pitchFamily="34" charset="-128"/>
              </a:rPr>
              <a:t>[just before “commit” –NT]</a:t>
            </a:r>
          </a:p>
          <a:p>
            <a:r>
              <a:rPr lang="en-US" altLang="en-US" sz="1800" b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Failed</a:t>
            </a:r>
            <a:r>
              <a:rPr lang="en-US" altLang="en-US" sz="1800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600" b="1" dirty="0">
                <a:ea typeface="ＭＳ Ｐゴシック" panose="020B0600070205080204" pitchFamily="34" charset="-128"/>
              </a:rPr>
              <a:t>-- </a:t>
            </a:r>
            <a:r>
              <a:rPr lang="en-US" altLang="en-US" sz="1800" dirty="0">
                <a:ea typeface="ＭＳ Ｐゴシック" panose="020B0600070205080204" pitchFamily="34" charset="-128"/>
              </a:rPr>
              <a:t>after the discovery that normal execution can no longer proceed.</a:t>
            </a:r>
          </a:p>
          <a:p>
            <a:r>
              <a:rPr lang="en-US" altLang="en-US" sz="1800" b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Aborted</a:t>
            </a:r>
            <a:r>
              <a:rPr lang="en-US" altLang="en-US" sz="1800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800" dirty="0">
                <a:ea typeface="ＭＳ Ｐゴシック" panose="020B0600070205080204" pitchFamily="34" charset="-128"/>
              </a:rPr>
              <a:t>– after the transaction has been rolled back and the database restored to its state prior to the start of the transaction.  Two options after it has been aborted: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Restart the transaction</a:t>
            </a: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 can be done only if no internal logical error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Kill the transaction</a:t>
            </a:r>
          </a:p>
          <a:p>
            <a:r>
              <a:rPr lang="en-US" altLang="en-US" sz="1800" b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Committed</a:t>
            </a:r>
            <a:r>
              <a:rPr lang="en-US" altLang="en-US" sz="1800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800" dirty="0">
                <a:ea typeface="ＭＳ Ｐゴシック" panose="020B0600070205080204" pitchFamily="34" charset="-128"/>
              </a:rPr>
              <a:t>– after successful completion.</a:t>
            </a:r>
          </a:p>
        </p:txBody>
      </p:sp>
      <p:pic>
        <p:nvPicPr>
          <p:cNvPr id="17412" name="Picture 13">
            <a:extLst>
              <a:ext uri="{FF2B5EF4-FFF2-40B4-BE49-F238E27FC236}">
                <a16:creationId xmlns:a16="http://schemas.microsoft.com/office/drawing/2014/main" id="{30AED6D9-51BF-6401-137C-DC75B7589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8" y="1693863"/>
            <a:ext cx="2716212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A4F754-53EA-F96D-5B9E-998AA40B1AB9}"/>
                  </a:ext>
                </a:extLst>
              </p14:cNvPr>
              <p14:cNvContentPartPr/>
              <p14:nvPr/>
            </p14:nvContentPartPr>
            <p14:xfrm>
              <a:off x="1062720" y="2446560"/>
              <a:ext cx="2215080" cy="81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A4F754-53EA-F96D-5B9E-998AA40B1A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6880" y="2383200"/>
                <a:ext cx="22464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BDBB7F-C0CA-781A-0759-21D746F6C361}"/>
                  </a:ext>
                </a:extLst>
              </p14:cNvPr>
              <p14:cNvContentPartPr/>
              <p14:nvPr/>
            </p14:nvContentPartPr>
            <p14:xfrm>
              <a:off x="2777400" y="2473560"/>
              <a:ext cx="651960" cy="98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BDBB7F-C0CA-781A-0759-21D746F6C3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61560" y="2410200"/>
                <a:ext cx="6832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0A4E19-A384-B765-FDF6-F255CE5EF37F}"/>
                  </a:ext>
                </a:extLst>
              </p14:cNvPr>
              <p14:cNvContentPartPr/>
              <p14:nvPr/>
            </p14:nvContentPartPr>
            <p14:xfrm>
              <a:off x="669960" y="3152160"/>
              <a:ext cx="4884840" cy="1741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0A4E19-A384-B765-FDF6-F255CE5EF3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0600" y="3142800"/>
                <a:ext cx="4903560" cy="176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>
            <a:extLst>
              <a:ext uri="{FF2B5EF4-FFF2-40B4-BE49-F238E27FC236}">
                <a16:creationId xmlns:a16="http://schemas.microsoft.com/office/drawing/2014/main" id="{EB2CAFCF-16E8-99BB-2EC6-4C675047A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Transaction State (Cont.)</a:t>
            </a:r>
          </a:p>
        </p:txBody>
      </p:sp>
      <p:pic>
        <p:nvPicPr>
          <p:cNvPr id="19459" name="Picture 10">
            <a:extLst>
              <a:ext uri="{FF2B5EF4-FFF2-40B4-BE49-F238E27FC236}">
                <a16:creationId xmlns:a16="http://schemas.microsoft.com/office/drawing/2014/main" id="{AA82EB62-4DF4-B45A-2321-BD17BFE52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703388"/>
            <a:ext cx="5453063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13">
            <a:extLst>
              <a:ext uri="{FF2B5EF4-FFF2-40B4-BE49-F238E27FC236}">
                <a16:creationId xmlns:a16="http://schemas.microsoft.com/office/drawing/2014/main" id="{52B1B3DF-D513-9D27-2CF9-257E81FAC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9338" y="1881188"/>
            <a:ext cx="2716212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>
            <a:extLst>
              <a:ext uri="{FF2B5EF4-FFF2-40B4-BE49-F238E27FC236}">
                <a16:creationId xmlns:a16="http://schemas.microsoft.com/office/drawing/2014/main" id="{7E5A190C-17CE-D20C-3BFE-9E6CE3BE9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Concurrent Executions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3ED0EBB-0F54-60E8-F0AD-BC8F31211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001713"/>
            <a:ext cx="6910388" cy="5099050"/>
          </a:xfrm>
        </p:spPr>
        <p:txBody>
          <a:bodyPr/>
          <a:lstStyle/>
          <a:p>
            <a:r>
              <a:rPr lang="en-US" altLang="en-US" sz="1800">
                <a:ea typeface="ＭＳ Ｐゴシック" panose="020B0600070205080204" pitchFamily="34" charset="-128"/>
              </a:rPr>
              <a:t>Multiple transactions are allowed to run concurrently in the system.  Advantages are:</a:t>
            </a:r>
          </a:p>
          <a:p>
            <a:pPr lvl="1"/>
            <a:r>
              <a:rPr lang="en-US" altLang="en-US" sz="1800" b="1">
                <a:ea typeface="ＭＳ Ｐゴシック" panose="020B0600070205080204" pitchFamily="34" charset="-128"/>
              </a:rPr>
              <a:t>Increased processor and disk utilization</a:t>
            </a:r>
            <a:r>
              <a:rPr lang="en-US" altLang="en-US" sz="1800">
                <a:ea typeface="ＭＳ Ｐゴシック" panose="020B0600070205080204" pitchFamily="34" charset="-128"/>
              </a:rPr>
              <a:t>, leading to better transaction </a:t>
            </a:r>
            <a:r>
              <a:rPr lang="en-US" altLang="en-US" sz="1800" i="1">
                <a:ea typeface="ＭＳ Ｐゴシック" panose="020B0600070205080204" pitchFamily="34" charset="-128"/>
              </a:rPr>
              <a:t>throughput</a:t>
            </a:r>
          </a:p>
          <a:p>
            <a:pPr lvl="2"/>
            <a:r>
              <a:rPr lang="en-US" altLang="en-US" sz="1800">
                <a:ea typeface="ＭＳ Ｐゴシック" panose="020B0600070205080204" pitchFamily="34" charset="-128"/>
              </a:rPr>
              <a:t>E.g. one transaction can be using the CPU while another is reading from or writing to the disk</a:t>
            </a:r>
          </a:p>
          <a:p>
            <a:pPr lvl="1"/>
            <a:r>
              <a:rPr lang="en-US" altLang="en-US" sz="1800" b="1">
                <a:ea typeface="ＭＳ Ｐゴシック" panose="020B0600070205080204" pitchFamily="34" charset="-128"/>
              </a:rPr>
              <a:t>Reduced average response time</a:t>
            </a:r>
            <a:r>
              <a:rPr lang="en-US" altLang="en-US" sz="1800">
                <a:ea typeface="ＭＳ Ｐゴシック" panose="020B0600070205080204" pitchFamily="34" charset="-128"/>
              </a:rPr>
              <a:t> for transactions: short transactions need not wait behind long ones.</a:t>
            </a:r>
          </a:p>
          <a:p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Concurrency control schemes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– mechanisms  to achieve isolation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That is, to control the interaction among the concurrent transactions in order to prevent them from destroying the consistency of the database</a:t>
            </a:r>
          </a:p>
          <a:p>
            <a:pPr lvl="2"/>
            <a:r>
              <a:rPr lang="en-US" altLang="en-US" sz="1800">
                <a:ea typeface="ＭＳ Ｐゴシック" panose="020B0600070205080204" pitchFamily="34" charset="-128"/>
              </a:rPr>
              <a:t>Will study in Chapter 15, after studying notion of correctness of concurrent executions.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5987A6-4568-5DC7-4A51-481C8D6C3384}"/>
                  </a:ext>
                </a:extLst>
              </p14:cNvPr>
              <p14:cNvContentPartPr/>
              <p14:nvPr/>
            </p14:nvContentPartPr>
            <p14:xfrm>
              <a:off x="3536280" y="2295000"/>
              <a:ext cx="1464840" cy="9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65987A6-4568-5DC7-4A51-481C8D6C33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6920" y="2285640"/>
                <a:ext cx="14835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4F6E75-4B9C-E927-6609-8E419909C4FE}"/>
                  </a:ext>
                </a:extLst>
              </p14:cNvPr>
              <p14:cNvContentPartPr/>
              <p14:nvPr/>
            </p14:nvContentPartPr>
            <p14:xfrm>
              <a:off x="2036160" y="4491720"/>
              <a:ext cx="5108040" cy="63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4F6E75-4B9C-E927-6609-8E419909C4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26800" y="4482360"/>
                <a:ext cx="5126760" cy="65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F9497A7D-1587-D4B4-AAE3-291C82D41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Schedules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4C37FC8-22FB-98D9-60FB-E8F256426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963" y="1106488"/>
            <a:ext cx="7275512" cy="4981575"/>
          </a:xfrm>
        </p:spPr>
        <p:txBody>
          <a:bodyPr/>
          <a:lstStyle/>
          <a:p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Schedule</a:t>
            </a:r>
            <a:r>
              <a:rPr lang="en-US" altLang="en-US" sz="1800" b="1">
                <a:solidFill>
                  <a:schemeClr val="tx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– a sequences of instructions that specify the chronological order in which instructions of concurrent transactions are executed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A schedule for a set of transactions must consist of all instructions of those transactions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Must preserve the order in which the instructions appear in each individual transaction.</a:t>
            </a:r>
          </a:p>
          <a:p>
            <a:r>
              <a:rPr lang="en-US" altLang="en-US" sz="1800">
                <a:ea typeface="ＭＳ Ｐゴシック" panose="020B0600070205080204" pitchFamily="34" charset="-128"/>
              </a:rPr>
              <a:t>A transaction that successfully completes its execution will have a </a:t>
            </a:r>
            <a:r>
              <a:rPr lang="en-US" altLang="en-US" sz="1800" b="1">
                <a:ea typeface="ＭＳ Ｐゴシック" panose="020B0600070205080204" pitchFamily="34" charset="-128"/>
              </a:rPr>
              <a:t>commit</a:t>
            </a:r>
            <a:r>
              <a:rPr lang="en-US" altLang="en-US" sz="1800">
                <a:ea typeface="ＭＳ Ｐゴシック" panose="020B0600070205080204" pitchFamily="34" charset="-128"/>
              </a:rPr>
              <a:t> instructions as the last statement 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By default transaction assumed to execute commit instruction as its last step</a:t>
            </a:r>
          </a:p>
          <a:p>
            <a:r>
              <a:rPr lang="en-US" altLang="en-US" sz="1800">
                <a:ea typeface="ＭＳ Ｐゴシック" panose="020B0600070205080204" pitchFamily="34" charset="-128"/>
              </a:rPr>
              <a:t>A transaction that fails to successfully complete its execution will have an </a:t>
            </a:r>
            <a:r>
              <a:rPr lang="en-US" altLang="en-US" sz="1800" b="1">
                <a:ea typeface="ＭＳ Ｐゴシック" panose="020B0600070205080204" pitchFamily="34" charset="-128"/>
              </a:rPr>
              <a:t>abort</a:t>
            </a:r>
            <a:r>
              <a:rPr lang="en-US" altLang="en-US" sz="1800">
                <a:ea typeface="ＭＳ Ｐゴシック" panose="020B0600070205080204" pitchFamily="34" charset="-128"/>
              </a:rPr>
              <a:t> instruction as the last statement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51A938-41A6-3D4D-72EF-DABFB8C6498F}"/>
                  </a:ext>
                </a:extLst>
              </p14:cNvPr>
              <p14:cNvContentPartPr/>
              <p14:nvPr/>
            </p14:nvContentPartPr>
            <p14:xfrm>
              <a:off x="3000600" y="973440"/>
              <a:ext cx="5170680" cy="333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51A938-41A6-3D4D-72EF-DABFB8C649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1240" y="964080"/>
                <a:ext cx="5189400" cy="334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921EAD-38F6-A0CB-C935-1FD0C56FF810}"/>
                  </a:ext>
                </a:extLst>
              </p14:cNvPr>
              <p14:cNvContentPartPr/>
              <p14:nvPr/>
            </p14:nvContentPartPr>
            <p14:xfrm>
              <a:off x="3884400" y="1696680"/>
              <a:ext cx="2652480" cy="125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921EAD-38F6-A0CB-C935-1FD0C56FF8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5040" y="1687320"/>
                <a:ext cx="2671200" cy="14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>
            <a:extLst>
              <a:ext uri="{FF2B5EF4-FFF2-40B4-BE49-F238E27FC236}">
                <a16:creationId xmlns:a16="http://schemas.microsoft.com/office/drawing/2014/main" id="{7D2294C0-EA9E-CD68-1596-37A5B5813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Schedule 1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BB8C4D7-C84B-CC97-2474-D194FCA886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945437" cy="1184275"/>
          </a:xfrm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600">
                <a:ea typeface="ＭＳ Ｐゴシック" panose="020B0600070205080204" pitchFamily="34" charset="-128"/>
              </a:rPr>
              <a:t>Let </a:t>
            </a:r>
            <a:r>
              <a:rPr lang="en-US" altLang="en-US" sz="1600" i="1">
                <a:ea typeface="ＭＳ Ｐゴシック" panose="020B0600070205080204" pitchFamily="34" charset="-128"/>
              </a:rPr>
              <a:t>T</a:t>
            </a:r>
            <a:r>
              <a:rPr lang="en-US" altLang="en-US" sz="1600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1600">
                <a:ea typeface="ＭＳ Ｐゴシック" panose="020B0600070205080204" pitchFamily="34" charset="-128"/>
              </a:rPr>
              <a:t> transfer $50 from </a:t>
            </a:r>
            <a:r>
              <a:rPr lang="en-US" altLang="en-US" sz="1600" i="1">
                <a:ea typeface="ＭＳ Ｐゴシック" panose="020B0600070205080204" pitchFamily="34" charset="-128"/>
              </a:rPr>
              <a:t>A </a:t>
            </a:r>
            <a:r>
              <a:rPr lang="en-US" altLang="en-US" sz="1600">
                <a:ea typeface="ＭＳ Ｐゴシック" panose="020B0600070205080204" pitchFamily="34" charset="-128"/>
              </a:rPr>
              <a:t>to </a:t>
            </a:r>
            <a:r>
              <a:rPr lang="en-US" altLang="en-US" sz="1600" i="1">
                <a:ea typeface="ＭＳ Ｐゴシック" panose="020B0600070205080204" pitchFamily="34" charset="-128"/>
              </a:rPr>
              <a:t>B</a:t>
            </a:r>
            <a:r>
              <a:rPr lang="en-US" altLang="en-US" sz="1600">
                <a:ea typeface="ＭＳ Ｐゴシック" panose="020B0600070205080204" pitchFamily="34" charset="-128"/>
              </a:rPr>
              <a:t>, and </a:t>
            </a:r>
            <a:r>
              <a:rPr lang="en-US" altLang="en-US" sz="1600" i="1">
                <a:ea typeface="ＭＳ Ｐゴシック" panose="020B0600070205080204" pitchFamily="34" charset="-128"/>
              </a:rPr>
              <a:t>T</a:t>
            </a:r>
            <a:r>
              <a:rPr lang="en-US" altLang="en-US" sz="1600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1600">
                <a:ea typeface="ＭＳ Ｐゴシック" panose="020B0600070205080204" pitchFamily="34" charset="-128"/>
              </a:rPr>
              <a:t> transfer 10% of the balance from </a:t>
            </a:r>
            <a:r>
              <a:rPr lang="en-US" altLang="en-US" sz="1600" i="1">
                <a:ea typeface="ＭＳ Ｐゴシック" panose="020B0600070205080204" pitchFamily="34" charset="-128"/>
              </a:rPr>
              <a:t>A </a:t>
            </a:r>
            <a:r>
              <a:rPr lang="en-US" altLang="en-US" sz="1600">
                <a:ea typeface="ＭＳ Ｐゴシック" panose="020B0600070205080204" pitchFamily="34" charset="-128"/>
              </a:rPr>
              <a:t>to </a:t>
            </a:r>
            <a:r>
              <a:rPr lang="en-US" altLang="en-US" sz="1600" i="1">
                <a:ea typeface="ＭＳ Ｐゴシック" panose="020B0600070205080204" pitchFamily="34" charset="-128"/>
              </a:rPr>
              <a:t>B.</a:t>
            </a:r>
            <a:r>
              <a:rPr lang="en-US" altLang="en-US" sz="1600">
                <a:ea typeface="ＭＳ Ｐゴシック" panose="020B0600070205080204" pitchFamily="34" charset="-128"/>
              </a:rPr>
              <a:t>  </a:t>
            </a:r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600">
                <a:ea typeface="ＭＳ Ｐゴシック" panose="020B0600070205080204" pitchFamily="34" charset="-128"/>
              </a:rPr>
              <a:t>An example of a  </a:t>
            </a:r>
            <a:r>
              <a:rPr lang="en-US" altLang="en-US" sz="1600" b="1">
                <a:solidFill>
                  <a:srgbClr val="000099"/>
                </a:solidFill>
                <a:ea typeface="ＭＳ Ｐゴシック" panose="020B0600070205080204" pitchFamily="34" charset="-128"/>
              </a:rPr>
              <a:t>serial </a:t>
            </a:r>
            <a:r>
              <a:rPr lang="en-US" altLang="en-US" sz="1600">
                <a:ea typeface="ＭＳ Ｐゴシック" panose="020B0600070205080204" pitchFamily="34" charset="-128"/>
              </a:rPr>
              <a:t>schedule in which </a:t>
            </a:r>
            <a:r>
              <a:rPr lang="en-US" altLang="en-US" sz="1600" i="1">
                <a:ea typeface="ＭＳ Ｐゴシック" panose="020B0600070205080204" pitchFamily="34" charset="-128"/>
              </a:rPr>
              <a:t>T</a:t>
            </a:r>
            <a:r>
              <a:rPr lang="en-US" altLang="en-US" sz="1600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1600">
                <a:ea typeface="ＭＳ Ｐゴシック" panose="020B0600070205080204" pitchFamily="34" charset="-128"/>
              </a:rPr>
              <a:t> is followed by </a:t>
            </a:r>
            <a:r>
              <a:rPr lang="en-US" altLang="en-US" sz="1600" i="1">
                <a:ea typeface="ＭＳ Ｐゴシック" panose="020B0600070205080204" pitchFamily="34" charset="-128"/>
              </a:rPr>
              <a:t>T</a:t>
            </a:r>
            <a:r>
              <a:rPr lang="en-US" altLang="en-US" sz="1600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1600">
                <a:ea typeface="ＭＳ Ｐゴシック" panose="020B0600070205080204" pitchFamily="34" charset="-128"/>
              </a:rPr>
              <a:t> :</a:t>
            </a:r>
          </a:p>
          <a:p>
            <a:pPr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400">
                <a:ea typeface="ＭＳ Ｐゴシック" panose="020B0600070205080204" pitchFamily="34" charset="-128"/>
              </a:rPr>
              <a:t>		</a:t>
            </a:r>
          </a:p>
        </p:txBody>
      </p:sp>
      <p:pic>
        <p:nvPicPr>
          <p:cNvPr id="25604" name="Picture 13">
            <a:extLst>
              <a:ext uri="{FF2B5EF4-FFF2-40B4-BE49-F238E27FC236}">
                <a16:creationId xmlns:a16="http://schemas.microsoft.com/office/drawing/2014/main" id="{3B21471B-F9A2-BBA2-D578-E09D91C2A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63" y="2063750"/>
            <a:ext cx="2932112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7">
            <a:extLst>
              <a:ext uri="{FF2B5EF4-FFF2-40B4-BE49-F238E27FC236}">
                <a16:creationId xmlns:a16="http://schemas.microsoft.com/office/drawing/2014/main" id="{9492DB46-ED1C-AB43-4132-BCA0E5C62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5765800"/>
            <a:ext cx="67246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SzTx/>
              <a:buFont typeface="Monotype Sorts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A =100, B=100, .In schedules 1, the sum “A + B” is preserved</a:t>
            </a:r>
            <a:r>
              <a:rPr lang="en-US" altLang="en-US" sz="180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>
            <a:extLst>
              <a:ext uri="{FF2B5EF4-FFF2-40B4-BE49-F238E27FC236}">
                <a16:creationId xmlns:a16="http://schemas.microsoft.com/office/drawing/2014/main" id="{AA852151-9C0B-3D7B-6E71-C4F3434A2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Schedule 2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82C9E30-7947-2026-6F38-7D4B4409AD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945437" cy="1184275"/>
          </a:xfrm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600">
                <a:ea typeface="ＭＳ Ｐゴシック" panose="020B0600070205080204" pitchFamily="34" charset="-128"/>
              </a:rPr>
              <a:t>A </a:t>
            </a:r>
            <a:r>
              <a:rPr lang="en-US" altLang="en-US" sz="1600" b="1">
                <a:solidFill>
                  <a:srgbClr val="000099"/>
                </a:solidFill>
                <a:ea typeface="ＭＳ Ｐゴシック" panose="020B0600070205080204" pitchFamily="34" charset="-128"/>
              </a:rPr>
              <a:t>serial</a:t>
            </a:r>
            <a:r>
              <a:rPr lang="en-US" altLang="en-US" sz="1600">
                <a:solidFill>
                  <a:srgbClr val="000099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600">
                <a:ea typeface="ＭＳ Ｐゴシック" panose="020B0600070205080204" pitchFamily="34" charset="-128"/>
              </a:rPr>
              <a:t>schedule in which </a:t>
            </a:r>
            <a:r>
              <a:rPr lang="en-US" altLang="en-US" sz="1600" i="1">
                <a:ea typeface="ＭＳ Ｐゴシック" panose="020B0600070205080204" pitchFamily="34" charset="-128"/>
              </a:rPr>
              <a:t>T</a:t>
            </a:r>
            <a:r>
              <a:rPr lang="en-US" altLang="en-US" sz="1600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1600">
                <a:ea typeface="ＭＳ Ｐゴシック" panose="020B0600070205080204" pitchFamily="34" charset="-128"/>
              </a:rPr>
              <a:t> is followed by </a:t>
            </a:r>
            <a:r>
              <a:rPr lang="en-US" altLang="en-US" sz="1600" i="1">
                <a:ea typeface="ＭＳ Ｐゴシック" panose="020B0600070205080204" pitchFamily="34" charset="-128"/>
              </a:rPr>
              <a:t>T</a:t>
            </a:r>
            <a:r>
              <a:rPr lang="en-US" altLang="en-US" sz="1600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1600">
                <a:ea typeface="ＭＳ Ｐゴシック" panose="020B0600070205080204" pitchFamily="34" charset="-128"/>
              </a:rPr>
              <a:t> :</a:t>
            </a:r>
          </a:p>
          <a:p>
            <a:pPr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400">
                <a:ea typeface="ＭＳ Ｐゴシック" panose="020B0600070205080204" pitchFamily="34" charset="-128"/>
              </a:rPr>
              <a:t>		</a:t>
            </a:r>
          </a:p>
        </p:txBody>
      </p:sp>
      <p:pic>
        <p:nvPicPr>
          <p:cNvPr id="27652" name="Picture 11">
            <a:extLst>
              <a:ext uri="{FF2B5EF4-FFF2-40B4-BE49-F238E27FC236}">
                <a16:creationId xmlns:a16="http://schemas.microsoft.com/office/drawing/2014/main" id="{40E8C520-ECCD-8EB3-3352-B95E84014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1763713"/>
            <a:ext cx="2678112" cy="333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Rectangle 7">
            <a:extLst>
              <a:ext uri="{FF2B5EF4-FFF2-40B4-BE49-F238E27FC236}">
                <a16:creationId xmlns:a16="http://schemas.microsoft.com/office/drawing/2014/main" id="{98EB917E-8F91-8226-5FF0-CB0B44D9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5765800"/>
            <a:ext cx="67246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1947863" algn="l"/>
                <a:tab pos="2684463" algn="l"/>
                <a:tab pos="3594100" algn="l"/>
                <a:tab pos="4286250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SzTx/>
              <a:buFont typeface="Monotype Sorts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A =100, B=100, .In schedules 2, the sum “A + B” is preserved</a:t>
            </a:r>
            <a:r>
              <a:rPr lang="en-US" altLang="en-US" sz="180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>
            <a:extLst>
              <a:ext uri="{FF2B5EF4-FFF2-40B4-BE49-F238E27FC236}">
                <a16:creationId xmlns:a16="http://schemas.microsoft.com/office/drawing/2014/main" id="{9EA9828B-9706-B850-216C-992A78048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Schedule 3</a:t>
            </a:r>
          </a:p>
        </p:txBody>
      </p:sp>
      <p:sp>
        <p:nvSpPr>
          <p:cNvPr id="29699" name="Rectangle 4">
            <a:extLst>
              <a:ext uri="{FF2B5EF4-FFF2-40B4-BE49-F238E27FC236}">
                <a16:creationId xmlns:a16="http://schemas.microsoft.com/office/drawing/2014/main" id="{FA68181B-6103-C809-C08E-18144F5B6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6765925" cy="1054100"/>
          </a:xfrm>
          <a:noFill/>
        </p:spPr>
        <p:txBody>
          <a:bodyPr/>
          <a:lstStyle/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600">
                <a:ea typeface="ＭＳ Ｐゴシック" panose="020B0600070205080204" pitchFamily="34" charset="-128"/>
              </a:rPr>
              <a:t>Let </a:t>
            </a:r>
            <a:r>
              <a:rPr lang="en-US" altLang="en-US" sz="1600" i="1">
                <a:ea typeface="ＭＳ Ｐゴシック" panose="020B0600070205080204" pitchFamily="34" charset="-128"/>
              </a:rPr>
              <a:t>T</a:t>
            </a:r>
            <a:r>
              <a:rPr lang="en-US" altLang="en-US" sz="1600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1600">
                <a:ea typeface="ＭＳ Ｐゴシック" panose="020B0600070205080204" pitchFamily="34" charset="-128"/>
              </a:rPr>
              <a:t> and </a:t>
            </a:r>
            <a:r>
              <a:rPr lang="en-US" altLang="en-US" sz="1600" i="1">
                <a:ea typeface="ＭＳ Ｐゴシック" panose="020B0600070205080204" pitchFamily="34" charset="-128"/>
              </a:rPr>
              <a:t>T</a:t>
            </a:r>
            <a:r>
              <a:rPr lang="en-US" altLang="en-US" sz="1600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1600">
                <a:ea typeface="ＭＳ Ｐゴシック" panose="020B0600070205080204" pitchFamily="34" charset="-128"/>
              </a:rPr>
              <a:t> be the transactions defined previously</a:t>
            </a:r>
            <a:r>
              <a:rPr lang="en-US" altLang="en-US" sz="1600" i="1">
                <a:ea typeface="ＭＳ Ｐゴシック" panose="020B0600070205080204" pitchFamily="34" charset="-128"/>
              </a:rPr>
              <a:t>.</a:t>
            </a:r>
            <a:r>
              <a:rPr lang="en-US" altLang="en-US" sz="1600">
                <a:ea typeface="ＭＳ Ｐゴシック" panose="020B0600070205080204" pitchFamily="34" charset="-128"/>
              </a:rPr>
              <a:t>  The following schedule is not a serial schedule, but it is </a:t>
            </a:r>
            <a:r>
              <a:rPr lang="en-US" altLang="en-US" sz="1600" b="1">
                <a:solidFill>
                  <a:srgbClr val="000099"/>
                </a:solidFill>
                <a:ea typeface="ＭＳ Ｐゴシック" panose="020B0600070205080204" pitchFamily="34" charset="-128"/>
              </a:rPr>
              <a:t>equivalent</a:t>
            </a:r>
            <a:r>
              <a:rPr lang="en-US" altLang="en-US" sz="1600">
                <a:solidFill>
                  <a:srgbClr val="000099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600">
                <a:ea typeface="ＭＳ Ｐゴシック" panose="020B0600070205080204" pitchFamily="34" charset="-128"/>
              </a:rPr>
              <a:t>to Schedule 1.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800">
                <a:ea typeface="ＭＳ Ｐゴシック" panose="020B0600070205080204" pitchFamily="34" charset="-128"/>
              </a:rPr>
              <a:t>		</a:t>
            </a:r>
            <a:endParaRPr lang="en-US" altLang="en-US" sz="1800" i="1">
              <a:ea typeface="ＭＳ Ｐゴシック" panose="020B0600070205080204" pitchFamily="34" charset="-128"/>
            </a:endParaRPr>
          </a:p>
        </p:txBody>
      </p:sp>
      <p:pic>
        <p:nvPicPr>
          <p:cNvPr id="29700" name="Picture 13">
            <a:extLst>
              <a:ext uri="{FF2B5EF4-FFF2-40B4-BE49-F238E27FC236}">
                <a16:creationId xmlns:a16="http://schemas.microsoft.com/office/drawing/2014/main" id="{EF0AFA15-28B2-22D0-518A-A64E0CE48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488" y="1803400"/>
            <a:ext cx="2716212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Box 5">
            <a:extLst>
              <a:ext uri="{FF2B5EF4-FFF2-40B4-BE49-F238E27FC236}">
                <a16:creationId xmlns:a16="http://schemas.microsoft.com/office/drawing/2014/main" id="{51445975-E885-9291-E7D3-1C5B560B7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862638"/>
            <a:ext cx="68913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>
                <a:solidFill>
                  <a:srgbClr val="FF0000"/>
                </a:solidFill>
              </a:rPr>
              <a:t>Question</a:t>
            </a:r>
            <a:r>
              <a:rPr kumimoji="0" lang="en-US" altLang="en-US" sz="1800"/>
              <a:t> Given A = 100 and B= 100. Prove that the above concurrent schedule preserve database consistency.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B1E3A7A4-3AFA-9403-AD28-D0516C2B4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Schedule 4</a:t>
            </a:r>
          </a:p>
        </p:txBody>
      </p:sp>
      <p:sp>
        <p:nvSpPr>
          <p:cNvPr id="31747" name="Rectangle 4">
            <a:extLst>
              <a:ext uri="{FF2B5EF4-FFF2-40B4-BE49-F238E27FC236}">
                <a16:creationId xmlns:a16="http://schemas.microsoft.com/office/drawing/2014/main" id="{3F4D4590-C9A9-578E-228B-7D8858903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903288"/>
            <a:ext cx="6213475" cy="1184275"/>
          </a:xfrm>
          <a:noFill/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600">
                <a:ea typeface="ＭＳ Ｐゴシック" panose="020B0600070205080204" pitchFamily="34" charset="-128"/>
              </a:rPr>
              <a:t>The following concurrent schedule does not preserve the sum  of  “</a:t>
            </a:r>
            <a:r>
              <a:rPr lang="en-US" altLang="en-US" sz="1600" i="1">
                <a:ea typeface="ＭＳ Ｐゴシック" panose="020B0600070205080204" pitchFamily="34" charset="-128"/>
              </a:rPr>
              <a:t>A </a:t>
            </a:r>
            <a:r>
              <a:rPr lang="en-US" altLang="en-US" sz="1600">
                <a:ea typeface="ＭＳ Ｐゴシック" panose="020B0600070205080204" pitchFamily="34" charset="-128"/>
              </a:rPr>
              <a:t>+ </a:t>
            </a:r>
            <a:r>
              <a:rPr lang="en-US" altLang="en-US" sz="1600" i="1">
                <a:ea typeface="ＭＳ Ｐゴシック" panose="020B0600070205080204" pitchFamily="34" charset="-128"/>
              </a:rPr>
              <a:t>B</a:t>
            </a:r>
            <a:r>
              <a:rPr lang="en-US" altLang="en-US" sz="1600">
                <a:ea typeface="ＭＳ Ｐゴシック" panose="020B0600070205080204" pitchFamily="34" charset="-128"/>
              </a:rPr>
              <a:t>”</a:t>
            </a:r>
            <a:r>
              <a:rPr lang="en-US" altLang="en-US" sz="1800">
                <a:ea typeface="ＭＳ Ｐゴシック" panose="020B0600070205080204" pitchFamily="34" charset="-128"/>
              </a:rPr>
              <a:t>			</a:t>
            </a:r>
            <a:endParaRPr lang="en-US" altLang="en-US" sz="1800" i="1">
              <a:ea typeface="ＭＳ Ｐゴシック" panose="020B0600070205080204" pitchFamily="34" charset="-128"/>
            </a:endParaRPr>
          </a:p>
        </p:txBody>
      </p:sp>
      <p:pic>
        <p:nvPicPr>
          <p:cNvPr id="31748" name="Picture 15">
            <a:extLst>
              <a:ext uri="{FF2B5EF4-FFF2-40B4-BE49-F238E27FC236}">
                <a16:creationId xmlns:a16="http://schemas.microsoft.com/office/drawing/2014/main" id="{D8FC5F65-8065-C167-5358-9C4205F0E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063" y="1495425"/>
            <a:ext cx="2901950" cy="36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TextBox 1">
            <a:extLst>
              <a:ext uri="{FF2B5EF4-FFF2-40B4-BE49-F238E27FC236}">
                <a16:creationId xmlns:a16="http://schemas.microsoft.com/office/drawing/2014/main" id="{6870B63A-CCFB-7BBE-49D0-8A522B855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349875"/>
            <a:ext cx="68913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>
                <a:solidFill>
                  <a:srgbClr val="FF0000"/>
                </a:solidFill>
              </a:rPr>
              <a:t>Question</a:t>
            </a:r>
            <a:r>
              <a:rPr kumimoji="0" lang="en-US" altLang="en-US" sz="1800"/>
              <a:t> Given A = 100 and B= 100. Prove that the above concurrent schedule does not preserve database consistency.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A6A5B86C-F444-8570-D292-EB31FAB53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Serializability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DC89F2B-DE2A-0B80-E0E3-1E6008369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03338" y="1157288"/>
            <a:ext cx="6915150" cy="4927600"/>
          </a:xfrm>
        </p:spPr>
        <p:txBody>
          <a:bodyPr/>
          <a:lstStyle/>
          <a:p>
            <a:r>
              <a:rPr lang="en-US" altLang="en-US" sz="1800" b="1">
                <a:ea typeface="ＭＳ Ｐゴシック" panose="020B0600070205080204" pitchFamily="34" charset="-128"/>
              </a:rPr>
              <a:t>Basic Assumption</a:t>
            </a:r>
            <a:r>
              <a:rPr lang="en-US" altLang="en-US" sz="1800">
                <a:ea typeface="ＭＳ Ｐゴシック" panose="020B0600070205080204" pitchFamily="34" charset="-128"/>
              </a:rPr>
              <a:t> – Each transaction preserves database consistency.</a:t>
            </a:r>
          </a:p>
          <a:p>
            <a:r>
              <a:rPr lang="en-US" altLang="en-US" sz="1800">
                <a:ea typeface="ＭＳ Ｐゴシック" panose="020B0600070205080204" pitchFamily="34" charset="-128"/>
              </a:rPr>
              <a:t>Thus, serial execution of a set of transactions preserves database consistency.</a:t>
            </a:r>
          </a:p>
          <a:p>
            <a:r>
              <a:rPr lang="en-US" altLang="en-US" sz="1800">
                <a:ea typeface="ＭＳ Ｐゴシック" panose="020B0600070205080204" pitchFamily="34" charset="-128"/>
              </a:rPr>
              <a:t>A (possibly concurrent) schedule is serializable if it is equivalent to a serial schedule.  Different forms of schedule equivalence give rise to the notions of:</a:t>
            </a:r>
          </a:p>
          <a:p>
            <a:pPr lvl="1">
              <a:buFont typeface="Monotype Sorts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1.	</a:t>
            </a:r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conflict serializability</a:t>
            </a:r>
          </a:p>
          <a:p>
            <a:pPr lvl="1">
              <a:buFont typeface="Monotype Sorts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2.	</a:t>
            </a:r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view serializability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>
            <a:extLst>
              <a:ext uri="{FF2B5EF4-FFF2-40B4-BE49-F238E27FC236}">
                <a16:creationId xmlns:a16="http://schemas.microsoft.com/office/drawing/2014/main" id="{3FC37DC3-0359-5718-87EB-68F9D58670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Simplified view of transactions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A69016A-4C21-AFC8-99F7-0AD8A8BCF2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5363" y="844550"/>
            <a:ext cx="6761162" cy="4956175"/>
          </a:xfrm>
        </p:spPr>
        <p:txBody>
          <a:bodyPr/>
          <a:lstStyle/>
          <a:p>
            <a:pPr>
              <a:buFont typeface="Monotype Sorts" charset="2"/>
              <a:buNone/>
            </a:pPr>
            <a:endParaRPr lang="en-US" altLang="en-US" sz="1800" i="1">
              <a:ea typeface="ＭＳ Ｐゴシック" panose="020B0600070205080204" pitchFamily="34" charset="-128"/>
            </a:endParaRPr>
          </a:p>
          <a:p>
            <a:r>
              <a:rPr lang="en-US" altLang="en-US" sz="1800">
                <a:ea typeface="ＭＳ Ｐゴシック" panose="020B0600070205080204" pitchFamily="34" charset="-128"/>
              </a:rPr>
              <a:t>We ignore operations other than </a:t>
            </a:r>
            <a:r>
              <a:rPr lang="en-US" altLang="en-US" sz="1800" b="1">
                <a:ea typeface="ＭＳ Ｐゴシック" panose="020B0600070205080204" pitchFamily="34" charset="-128"/>
              </a:rPr>
              <a:t>read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b="1">
                <a:ea typeface="ＭＳ Ｐゴシック" panose="020B0600070205080204" pitchFamily="34" charset="-128"/>
              </a:rPr>
              <a:t>write</a:t>
            </a:r>
            <a:r>
              <a:rPr lang="en-US" altLang="en-US" sz="1800">
                <a:ea typeface="ＭＳ Ｐゴシック" panose="020B0600070205080204" pitchFamily="34" charset="-128"/>
              </a:rPr>
              <a:t> instructions</a:t>
            </a:r>
          </a:p>
          <a:p>
            <a:r>
              <a:rPr lang="en-US" altLang="en-US" sz="1800">
                <a:ea typeface="ＭＳ Ｐゴシック" panose="020B0600070205080204" pitchFamily="34" charset="-128"/>
              </a:rPr>
              <a:t>We assume that transactions may perform arbitrary computations on data in local buffers in between reads and writes.  </a:t>
            </a:r>
          </a:p>
          <a:p>
            <a:r>
              <a:rPr lang="en-US" altLang="en-US" sz="1800">
                <a:ea typeface="ＭＳ Ｐゴシック" panose="020B0600070205080204" pitchFamily="34" charset="-128"/>
              </a:rPr>
              <a:t>Our simplified schedules consist of only </a:t>
            </a:r>
            <a:r>
              <a:rPr lang="en-US" altLang="en-US" sz="1800" b="1">
                <a:ea typeface="ＭＳ Ｐゴシック" panose="020B0600070205080204" pitchFamily="34" charset="-128"/>
              </a:rPr>
              <a:t>read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b="1">
                <a:ea typeface="ＭＳ Ｐゴシック" panose="020B0600070205080204" pitchFamily="34" charset="-128"/>
              </a:rPr>
              <a:t>write </a:t>
            </a:r>
            <a:r>
              <a:rPr lang="en-US" altLang="en-US" sz="1800">
                <a:ea typeface="ＭＳ Ｐゴシック" panose="020B0600070205080204" pitchFamily="34" charset="-128"/>
              </a:rPr>
              <a:t>instructions.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>
            <a:extLst>
              <a:ext uri="{FF2B5EF4-FFF2-40B4-BE49-F238E27FC236}">
                <a16:creationId xmlns:a16="http://schemas.microsoft.com/office/drawing/2014/main" id="{2B2B72D3-8E9D-7C18-A212-730F8AE09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Conflicting Instructions 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E580F2E-2AFC-B398-D7EA-7E38591F31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06488"/>
            <a:ext cx="7146925" cy="5091112"/>
          </a:xfrm>
        </p:spPr>
        <p:txBody>
          <a:bodyPr/>
          <a:lstStyle/>
          <a:p>
            <a:r>
              <a:rPr lang="en-US" altLang="en-US" sz="1800">
                <a:ea typeface="ＭＳ Ｐゴシック" panose="020B0600070205080204" pitchFamily="34" charset="-128"/>
              </a:rPr>
              <a:t>Let</a:t>
            </a:r>
            <a:r>
              <a:rPr lang="en-US" altLang="en-US" sz="1800" i="1">
                <a:ea typeface="ＭＳ Ｐゴシック" panose="020B0600070205080204" pitchFamily="34" charset="-128"/>
              </a:rPr>
              <a:t> 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  be two Instructions of transactions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 respectively.  Instructions</a:t>
            </a:r>
            <a:r>
              <a:rPr lang="en-US" altLang="en-US" sz="1800" i="1">
                <a:ea typeface="ＭＳ Ｐゴシック" panose="020B0600070205080204" pitchFamily="34" charset="-128"/>
              </a:rPr>
              <a:t> 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 </a:t>
            </a:r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conflict</a:t>
            </a:r>
            <a:r>
              <a:rPr lang="en-US" altLang="en-US" sz="1800">
                <a:ea typeface="ＭＳ Ｐゴシック" panose="020B0600070205080204" pitchFamily="34" charset="-128"/>
              </a:rPr>
              <a:t> if and only if there exists some item </a:t>
            </a:r>
            <a:r>
              <a:rPr lang="en-US" altLang="en-US" sz="1800" i="1">
                <a:ea typeface="ＭＳ Ｐゴシック" panose="020B0600070205080204" pitchFamily="34" charset="-128"/>
              </a:rPr>
              <a:t>Q</a:t>
            </a:r>
            <a:r>
              <a:rPr lang="en-US" altLang="en-US" sz="1800">
                <a:ea typeface="ＭＳ Ｐゴシック" panose="020B0600070205080204" pitchFamily="34" charset="-128"/>
              </a:rPr>
              <a:t> accessed by both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, and at least one of these instructions wrote </a:t>
            </a:r>
            <a:r>
              <a:rPr lang="en-US" altLang="en-US" sz="1800" i="1">
                <a:ea typeface="ＭＳ Ｐゴシック" panose="020B0600070205080204" pitchFamily="34" charset="-128"/>
              </a:rPr>
              <a:t>Q.</a:t>
            </a:r>
            <a:endParaRPr lang="en-US" altLang="en-US" sz="1800"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	   1.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= </a:t>
            </a:r>
            <a:r>
              <a:rPr lang="en-US" altLang="en-US" sz="1800" b="1">
                <a:ea typeface="ＭＳ Ｐゴシック" panose="020B0600070205080204" pitchFamily="34" charset="-128"/>
              </a:rPr>
              <a:t>read</a:t>
            </a:r>
            <a:r>
              <a:rPr lang="en-US" altLang="en-US" sz="1800">
                <a:ea typeface="ＭＳ Ｐゴシック" panose="020B0600070205080204" pitchFamily="34" charset="-128"/>
              </a:rPr>
              <a:t>(</a:t>
            </a:r>
            <a:r>
              <a:rPr lang="en-US" altLang="en-US" sz="1800" i="1">
                <a:ea typeface="ＭＳ Ｐゴシック" panose="020B0600070205080204" pitchFamily="34" charset="-128"/>
              </a:rPr>
              <a:t>Q), 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 i="1">
                <a:ea typeface="ＭＳ Ｐゴシック" panose="020B0600070205080204" pitchFamily="34" charset="-128"/>
              </a:rPr>
              <a:t> = </a:t>
            </a:r>
            <a:r>
              <a:rPr lang="en-US" altLang="en-US" sz="1800" b="1">
                <a:ea typeface="ＭＳ Ｐゴシック" panose="020B0600070205080204" pitchFamily="34" charset="-128"/>
              </a:rPr>
              <a:t>read</a:t>
            </a:r>
            <a:r>
              <a:rPr lang="en-US" altLang="en-US" sz="1800">
                <a:ea typeface="ＭＳ Ｐゴシック" panose="020B0600070205080204" pitchFamily="34" charset="-128"/>
              </a:rPr>
              <a:t>(</a:t>
            </a:r>
            <a:r>
              <a:rPr lang="en-US" altLang="en-US" sz="1800" i="1">
                <a:ea typeface="ＭＳ Ｐゴシック" panose="020B0600070205080204" pitchFamily="34" charset="-128"/>
              </a:rPr>
              <a:t>Q</a:t>
            </a:r>
            <a:r>
              <a:rPr lang="en-US" altLang="en-US" sz="1800">
                <a:ea typeface="ＭＳ Ｐゴシック" panose="020B0600070205080204" pitchFamily="34" charset="-128"/>
              </a:rPr>
              <a:t>).  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don’t conflict.</a:t>
            </a:r>
            <a:br>
              <a:rPr lang="en-US" altLang="en-US" sz="1800">
                <a:ea typeface="ＭＳ Ｐゴシック" panose="020B0600070205080204" pitchFamily="34" charset="-128"/>
              </a:rPr>
            </a:br>
            <a:r>
              <a:rPr lang="en-US" altLang="en-US" sz="1800">
                <a:ea typeface="ＭＳ Ｐゴシック" panose="020B0600070205080204" pitchFamily="34" charset="-128"/>
              </a:rPr>
              <a:t>   2.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= </a:t>
            </a:r>
            <a:r>
              <a:rPr lang="en-US" altLang="en-US" sz="1800" b="1">
                <a:ea typeface="ＭＳ Ｐゴシック" panose="020B0600070205080204" pitchFamily="34" charset="-128"/>
              </a:rPr>
              <a:t>read</a:t>
            </a:r>
            <a:r>
              <a:rPr lang="en-US" altLang="en-US" sz="1800">
                <a:ea typeface="ＭＳ Ｐゴシック" panose="020B0600070205080204" pitchFamily="34" charset="-128"/>
              </a:rPr>
              <a:t>(</a:t>
            </a:r>
            <a:r>
              <a:rPr lang="en-US" altLang="en-US" sz="1800" i="1">
                <a:ea typeface="ＭＳ Ｐゴシック" panose="020B0600070205080204" pitchFamily="34" charset="-128"/>
              </a:rPr>
              <a:t>Q),  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 i="1">
                <a:ea typeface="ＭＳ Ｐゴシック" panose="020B0600070205080204" pitchFamily="34" charset="-128"/>
              </a:rPr>
              <a:t> = </a:t>
            </a:r>
            <a:r>
              <a:rPr lang="en-US" altLang="en-US" sz="1800" b="1">
                <a:ea typeface="ＭＳ Ｐゴシック" panose="020B0600070205080204" pitchFamily="34" charset="-128"/>
              </a:rPr>
              <a:t>write</a:t>
            </a:r>
            <a:r>
              <a:rPr lang="en-US" altLang="en-US" sz="1800">
                <a:ea typeface="ＭＳ Ｐゴシック" panose="020B0600070205080204" pitchFamily="34" charset="-128"/>
              </a:rPr>
              <a:t>(</a:t>
            </a:r>
            <a:r>
              <a:rPr lang="en-US" altLang="en-US" sz="1800" i="1">
                <a:ea typeface="ＭＳ Ｐゴシック" panose="020B0600070205080204" pitchFamily="34" charset="-128"/>
              </a:rPr>
              <a:t>Q</a:t>
            </a:r>
            <a:r>
              <a:rPr lang="en-US" altLang="en-US" sz="1800">
                <a:ea typeface="ＭＳ Ｐゴシック" panose="020B0600070205080204" pitchFamily="34" charset="-128"/>
              </a:rPr>
              <a:t>).  They conflict.</a:t>
            </a:r>
            <a:br>
              <a:rPr lang="en-US" altLang="en-US" sz="1800">
                <a:ea typeface="ＭＳ Ｐゴシック" panose="020B0600070205080204" pitchFamily="34" charset="-128"/>
              </a:rPr>
            </a:br>
            <a:r>
              <a:rPr lang="en-US" altLang="en-US" sz="1800">
                <a:ea typeface="ＭＳ Ｐゴシック" panose="020B0600070205080204" pitchFamily="34" charset="-128"/>
              </a:rPr>
              <a:t>   3.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= </a:t>
            </a:r>
            <a:r>
              <a:rPr lang="en-US" altLang="en-US" sz="1800" b="1">
                <a:ea typeface="ＭＳ Ｐゴシック" panose="020B0600070205080204" pitchFamily="34" charset="-128"/>
              </a:rPr>
              <a:t>write</a:t>
            </a:r>
            <a:r>
              <a:rPr lang="en-US" altLang="en-US" sz="1800">
                <a:ea typeface="ＭＳ Ｐゴシック" panose="020B0600070205080204" pitchFamily="34" charset="-128"/>
              </a:rPr>
              <a:t>(</a:t>
            </a:r>
            <a:r>
              <a:rPr lang="en-US" altLang="en-US" sz="1800" i="1">
                <a:ea typeface="ＭＳ Ｐゴシック" panose="020B0600070205080204" pitchFamily="34" charset="-128"/>
              </a:rPr>
              <a:t>Q), 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 i="1">
                <a:ea typeface="ＭＳ Ｐゴシック" panose="020B0600070205080204" pitchFamily="34" charset="-128"/>
              </a:rPr>
              <a:t> = </a:t>
            </a:r>
            <a:r>
              <a:rPr lang="en-US" altLang="en-US" sz="1800" b="1">
                <a:ea typeface="ＭＳ Ｐゴシック" panose="020B0600070205080204" pitchFamily="34" charset="-128"/>
              </a:rPr>
              <a:t>read</a:t>
            </a:r>
            <a:r>
              <a:rPr lang="en-US" altLang="en-US" sz="1800">
                <a:ea typeface="ＭＳ Ｐゴシック" panose="020B0600070205080204" pitchFamily="34" charset="-128"/>
              </a:rPr>
              <a:t>(</a:t>
            </a:r>
            <a:r>
              <a:rPr lang="en-US" altLang="en-US" sz="1800" i="1">
                <a:ea typeface="ＭＳ Ｐゴシック" panose="020B0600070205080204" pitchFamily="34" charset="-128"/>
              </a:rPr>
              <a:t>Q</a:t>
            </a:r>
            <a:r>
              <a:rPr lang="en-US" altLang="en-US" sz="1800">
                <a:ea typeface="ＭＳ Ｐゴシック" panose="020B0600070205080204" pitchFamily="34" charset="-128"/>
              </a:rPr>
              <a:t>).   They conflict</a:t>
            </a:r>
            <a:br>
              <a:rPr lang="en-US" altLang="en-US" sz="1800">
                <a:ea typeface="ＭＳ Ｐゴシック" panose="020B0600070205080204" pitchFamily="34" charset="-128"/>
              </a:rPr>
            </a:br>
            <a:r>
              <a:rPr lang="en-US" altLang="en-US" sz="1800">
                <a:ea typeface="ＭＳ Ｐゴシック" panose="020B0600070205080204" pitchFamily="34" charset="-128"/>
              </a:rPr>
              <a:t>   4.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= </a:t>
            </a:r>
            <a:r>
              <a:rPr lang="en-US" altLang="en-US" sz="1800" b="1">
                <a:ea typeface="ＭＳ Ｐゴシック" panose="020B0600070205080204" pitchFamily="34" charset="-128"/>
              </a:rPr>
              <a:t>write</a:t>
            </a:r>
            <a:r>
              <a:rPr lang="en-US" altLang="en-US" sz="1800">
                <a:ea typeface="ＭＳ Ｐゴシック" panose="020B0600070205080204" pitchFamily="34" charset="-128"/>
              </a:rPr>
              <a:t>(</a:t>
            </a:r>
            <a:r>
              <a:rPr lang="en-US" altLang="en-US" sz="1800" i="1">
                <a:ea typeface="ＭＳ Ｐゴシック" panose="020B0600070205080204" pitchFamily="34" charset="-128"/>
              </a:rPr>
              <a:t>Q), 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 i="1">
                <a:ea typeface="ＭＳ Ｐゴシック" panose="020B0600070205080204" pitchFamily="34" charset="-128"/>
              </a:rPr>
              <a:t> = </a:t>
            </a:r>
            <a:r>
              <a:rPr lang="en-US" altLang="en-US" sz="1800" b="1">
                <a:ea typeface="ＭＳ Ｐゴシック" panose="020B0600070205080204" pitchFamily="34" charset="-128"/>
              </a:rPr>
              <a:t>write</a:t>
            </a:r>
            <a:r>
              <a:rPr lang="en-US" altLang="en-US" sz="1800">
                <a:ea typeface="ＭＳ Ｐゴシック" panose="020B0600070205080204" pitchFamily="34" charset="-128"/>
              </a:rPr>
              <a:t>(</a:t>
            </a:r>
            <a:r>
              <a:rPr lang="en-US" altLang="en-US" sz="1800" i="1">
                <a:ea typeface="ＭＳ Ｐゴシック" panose="020B0600070205080204" pitchFamily="34" charset="-128"/>
              </a:rPr>
              <a:t>Q</a:t>
            </a:r>
            <a:r>
              <a:rPr lang="en-US" altLang="en-US" sz="1800">
                <a:ea typeface="ＭＳ Ｐゴシック" panose="020B0600070205080204" pitchFamily="34" charset="-128"/>
              </a:rPr>
              <a:t>).  They conflict</a:t>
            </a:r>
          </a:p>
          <a:p>
            <a:r>
              <a:rPr lang="en-US" altLang="en-US" sz="1800">
                <a:ea typeface="ＭＳ Ｐゴシック" panose="020B0600070205080204" pitchFamily="34" charset="-128"/>
              </a:rPr>
              <a:t>Intuitively, a conflict between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and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 forces a (logical) temporal order between them.  </a:t>
            </a:r>
          </a:p>
          <a:p>
            <a:pPr lvl="1"/>
            <a:r>
              <a:rPr lang="en-US" altLang="en-US" sz="1800">
                <a:ea typeface="ＭＳ Ｐゴシック" panose="020B0600070205080204" pitchFamily="34" charset="-128"/>
              </a:rPr>
              <a:t>If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i="1">
                <a:ea typeface="ＭＳ Ｐゴシック" panose="020B0600070205080204" pitchFamily="34" charset="-128"/>
              </a:rPr>
              <a:t>l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 are consecutive in a schedule and they do not conflict, their results would remain the same even if they had been interchanged in the schedule.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15D8DB-739D-DEE4-6DAF-F67BDD9790F6}"/>
                  </a:ext>
                </a:extLst>
              </p14:cNvPr>
              <p14:cNvContentPartPr/>
              <p14:nvPr/>
            </p14:nvContentPartPr>
            <p14:xfrm>
              <a:off x="1321560" y="3187800"/>
              <a:ext cx="7153200" cy="902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15D8DB-739D-DEE4-6DAF-F67BDD9790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2200" y="3178440"/>
                <a:ext cx="7171920" cy="921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>
            <a:extLst>
              <a:ext uri="{FF2B5EF4-FFF2-40B4-BE49-F238E27FC236}">
                <a16:creationId xmlns:a16="http://schemas.microsoft.com/office/drawing/2014/main" id="{2004B2DA-BDB4-3AB2-485C-1CB25438A8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Conflict Serializability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F6F3E9C-C71C-A3F0-C31D-D5AA6E06F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0" y="1179513"/>
            <a:ext cx="6365875" cy="4275137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sz="1800">
                <a:ea typeface="ＭＳ Ｐゴシック" panose="020B0600070205080204" pitchFamily="34" charset="-128"/>
              </a:rPr>
              <a:t>If a schedule </a:t>
            </a:r>
            <a:r>
              <a:rPr lang="en-US" altLang="en-US" sz="1800" i="1">
                <a:ea typeface="ＭＳ Ｐゴシック" panose="020B0600070205080204" pitchFamily="34" charset="-128"/>
              </a:rPr>
              <a:t>S</a:t>
            </a:r>
            <a:r>
              <a:rPr lang="en-US" altLang="en-US" sz="1800">
                <a:ea typeface="ＭＳ Ｐゴシック" panose="020B0600070205080204" pitchFamily="34" charset="-128"/>
              </a:rPr>
              <a:t> can be transformed into a schedule </a:t>
            </a:r>
            <a:r>
              <a:rPr lang="en-US" altLang="en-US" sz="1800" i="1">
                <a:ea typeface="ＭＳ Ｐゴシック" panose="020B0600070205080204" pitchFamily="34" charset="-128"/>
              </a:rPr>
              <a:t>S´  </a:t>
            </a:r>
            <a:r>
              <a:rPr lang="en-US" altLang="en-US" sz="1800">
                <a:ea typeface="ＭＳ Ｐゴシック" panose="020B0600070205080204" pitchFamily="34" charset="-128"/>
              </a:rPr>
              <a:t>by a series of swaps of non-conflicting instructions, we say that </a:t>
            </a:r>
            <a:r>
              <a:rPr lang="en-US" altLang="en-US" sz="1800" i="1">
                <a:ea typeface="ＭＳ Ｐゴシック" panose="020B0600070205080204" pitchFamily="34" charset="-128"/>
              </a:rPr>
              <a:t>S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i="1">
                <a:ea typeface="ＭＳ Ｐゴシック" panose="020B0600070205080204" pitchFamily="34" charset="-128"/>
              </a:rPr>
              <a:t>S´ </a:t>
            </a:r>
            <a:r>
              <a:rPr lang="en-US" altLang="en-US" sz="1800">
                <a:ea typeface="ＭＳ Ｐゴシック" panose="020B0600070205080204" pitchFamily="34" charset="-128"/>
              </a:rPr>
              <a:t>are </a:t>
            </a:r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conflict equivalent</a:t>
            </a:r>
            <a:r>
              <a:rPr lang="en-US" altLang="en-US" sz="1800" i="1">
                <a:ea typeface="ＭＳ Ｐゴシック" panose="020B0600070205080204" pitchFamily="34" charset="-128"/>
              </a:rPr>
              <a:t>.</a:t>
            </a:r>
            <a:endParaRPr lang="en-US" altLang="en-US" sz="1800">
              <a:ea typeface="ＭＳ Ｐゴシック" panose="020B0600070205080204" pitchFamily="34" charset="-128"/>
            </a:endParaRPr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sz="1800">
                <a:ea typeface="ＭＳ Ｐゴシック" panose="020B0600070205080204" pitchFamily="34" charset="-128"/>
              </a:rPr>
              <a:t>We say that a schedule </a:t>
            </a:r>
            <a:r>
              <a:rPr lang="en-US" altLang="en-US" sz="1800" i="1">
                <a:ea typeface="ＭＳ Ｐゴシック" panose="020B0600070205080204" pitchFamily="34" charset="-128"/>
              </a:rPr>
              <a:t>S</a:t>
            </a:r>
            <a:r>
              <a:rPr lang="en-US" altLang="en-US" sz="1800">
                <a:ea typeface="ＭＳ Ｐゴシック" panose="020B0600070205080204" pitchFamily="34" charset="-128"/>
              </a:rPr>
              <a:t> is </a:t>
            </a:r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conflict serializable</a:t>
            </a:r>
            <a:r>
              <a:rPr lang="en-US" altLang="en-US" sz="1800">
                <a:ea typeface="ＭＳ Ｐゴシック" panose="020B0600070205080204" pitchFamily="34" charset="-128"/>
              </a:rPr>
              <a:t> if it is conflict equivalent to a serial schedule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>
            <a:extLst>
              <a:ext uri="{FF2B5EF4-FFF2-40B4-BE49-F238E27FC236}">
                <a16:creationId xmlns:a16="http://schemas.microsoft.com/office/drawing/2014/main" id="{AB5DAE28-F7F5-86A4-36F2-5E7C0C270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Conflict Serializability (Cont.)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F737043-F76F-9B8E-B1F8-B6283B348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189787" cy="4068762"/>
          </a:xfrm>
        </p:spPr>
        <p:txBody>
          <a:bodyPr/>
          <a:lstStyle/>
          <a:p>
            <a:pPr>
              <a:tabLst>
                <a:tab pos="2063750" algn="l"/>
                <a:tab pos="2511425" algn="l"/>
                <a:tab pos="3262313" algn="l"/>
                <a:tab pos="3881438" algn="l"/>
              </a:tabLst>
            </a:pPr>
            <a:r>
              <a:rPr lang="en-US" altLang="en-US" sz="1600">
                <a:ea typeface="ＭＳ Ｐゴシック" panose="020B0600070205080204" pitchFamily="34" charset="-128"/>
              </a:rPr>
              <a:t>Schedule 3 can be transformed into Schedule 6 -- a serial schedule where </a:t>
            </a:r>
            <a:r>
              <a:rPr lang="en-US" altLang="en-US" sz="1600" i="1">
                <a:ea typeface="ＭＳ Ｐゴシック" panose="020B0600070205080204" pitchFamily="34" charset="-128"/>
              </a:rPr>
              <a:t>T</a:t>
            </a:r>
            <a:r>
              <a:rPr lang="en-US" altLang="en-US" sz="1600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1600">
                <a:ea typeface="ＭＳ Ｐゴシック" panose="020B0600070205080204" pitchFamily="34" charset="-128"/>
              </a:rPr>
              <a:t> follows </a:t>
            </a:r>
            <a:r>
              <a:rPr lang="en-US" altLang="en-US" sz="1600" i="1">
                <a:ea typeface="ＭＳ Ｐゴシック" panose="020B0600070205080204" pitchFamily="34" charset="-128"/>
              </a:rPr>
              <a:t>T</a:t>
            </a:r>
            <a:r>
              <a:rPr lang="en-US" altLang="en-US" sz="1600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1600">
                <a:ea typeface="ＭＳ Ｐゴシック" panose="020B0600070205080204" pitchFamily="34" charset="-128"/>
              </a:rPr>
              <a:t>, by a series of swaps of non-conflicting instructions.  Therefore, Schedule 3 is conflict serializable.</a:t>
            </a:r>
          </a:p>
        </p:txBody>
      </p:sp>
      <p:sp>
        <p:nvSpPr>
          <p:cNvPr id="41988" name="Text Box 11">
            <a:extLst>
              <a:ext uri="{FF2B5EF4-FFF2-40B4-BE49-F238E27FC236}">
                <a16:creationId xmlns:a16="http://schemas.microsoft.com/office/drawing/2014/main" id="{974FE211-7DBB-84A7-F57C-802587A1C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800" y="5059363"/>
            <a:ext cx="1455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/>
              <a:t>Schedule 3</a:t>
            </a:r>
          </a:p>
        </p:txBody>
      </p:sp>
      <p:sp>
        <p:nvSpPr>
          <p:cNvPr id="41989" name="Text Box 12">
            <a:extLst>
              <a:ext uri="{FF2B5EF4-FFF2-40B4-BE49-F238E27FC236}">
                <a16:creationId xmlns:a16="http://schemas.microsoft.com/office/drawing/2014/main" id="{A1C4E756-2440-6299-D094-19913DC58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463" y="5078413"/>
            <a:ext cx="1455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/>
              <a:t>Schedule 6</a:t>
            </a:r>
          </a:p>
        </p:txBody>
      </p:sp>
      <p:pic>
        <p:nvPicPr>
          <p:cNvPr id="41990" name="Picture 17">
            <a:extLst>
              <a:ext uri="{FF2B5EF4-FFF2-40B4-BE49-F238E27FC236}">
                <a16:creationId xmlns:a16="http://schemas.microsoft.com/office/drawing/2014/main" id="{B75D3005-0B20-5C4C-F830-94A3ED6EB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2181225"/>
            <a:ext cx="30924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Picture 18">
            <a:extLst>
              <a:ext uri="{FF2B5EF4-FFF2-40B4-BE49-F238E27FC236}">
                <a16:creationId xmlns:a16="http://schemas.microsoft.com/office/drawing/2014/main" id="{B4C79588-3E69-A462-A920-A98556F54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5" y="2182813"/>
            <a:ext cx="3319463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>
            <a:extLst>
              <a:ext uri="{FF2B5EF4-FFF2-40B4-BE49-F238E27FC236}">
                <a16:creationId xmlns:a16="http://schemas.microsoft.com/office/drawing/2014/main" id="{0173B41A-5E4E-C22D-A0EF-15824CED7C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Conflict Serializability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BA4D62B-AA80-7CA0-56E0-8A9D74505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727075"/>
            <a:ext cx="6997700" cy="4565650"/>
          </a:xfrm>
        </p:spPr>
        <p:txBody>
          <a:bodyPr/>
          <a:lstStyle/>
          <a:p>
            <a:pPr>
              <a:buFont typeface="Monotype Sorts" charset="2"/>
              <a:buNone/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endParaRPr lang="en-US" altLang="en-US" sz="1800">
              <a:ea typeface="ＭＳ Ｐゴシック" panose="020B0600070205080204" pitchFamily="34" charset="-128"/>
            </a:endParaRPr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sz="1800">
                <a:ea typeface="ＭＳ Ｐゴシック" panose="020B0600070205080204" pitchFamily="34" charset="-128"/>
              </a:rPr>
              <a:t>Example of a schedule that is not conflict serializable:</a:t>
            </a:r>
            <a:br>
              <a:rPr lang="en-US" altLang="en-US" sz="1800">
                <a:ea typeface="ＭＳ Ｐゴシック" panose="020B0600070205080204" pitchFamily="34" charset="-128"/>
              </a:rPr>
            </a:br>
            <a:br>
              <a:rPr lang="en-US" altLang="en-US" sz="1800">
                <a:ea typeface="ＭＳ Ｐゴシック" panose="020B0600070205080204" pitchFamily="34" charset="-128"/>
              </a:rPr>
            </a:br>
            <a:br>
              <a:rPr lang="en-US" altLang="en-US" sz="1800">
                <a:ea typeface="ＭＳ Ｐゴシック" panose="020B0600070205080204" pitchFamily="34" charset="-128"/>
              </a:rPr>
            </a:br>
            <a:br>
              <a:rPr lang="en-US" altLang="en-US" sz="1800">
                <a:ea typeface="ＭＳ Ｐゴシック" panose="020B0600070205080204" pitchFamily="34" charset="-128"/>
              </a:rPr>
            </a:br>
            <a:br>
              <a:rPr lang="en-US" altLang="en-US" sz="1800">
                <a:ea typeface="ＭＳ Ｐゴシック" panose="020B0600070205080204" pitchFamily="34" charset="-128"/>
              </a:rPr>
            </a:br>
            <a:br>
              <a:rPr lang="en-US" altLang="en-US" sz="1800">
                <a:ea typeface="ＭＳ Ｐゴシック" panose="020B0600070205080204" pitchFamily="34" charset="-128"/>
              </a:rPr>
            </a:br>
            <a:br>
              <a:rPr lang="en-US" altLang="en-US" sz="1800">
                <a:ea typeface="ＭＳ Ｐゴシック" panose="020B0600070205080204" pitchFamily="34" charset="-128"/>
              </a:rPr>
            </a:br>
            <a:endParaRPr lang="en-US" altLang="en-US" sz="1800">
              <a:ea typeface="ＭＳ Ｐゴシック" panose="020B0600070205080204" pitchFamily="34" charset="-128"/>
            </a:endParaRPr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sz="1800">
                <a:ea typeface="ＭＳ Ｐゴシック" panose="020B0600070205080204" pitchFamily="34" charset="-128"/>
              </a:rPr>
              <a:t>We are unable to swap instructions in the above schedule to obtain either the serial schedule &lt;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baseline="-25000">
                <a:ea typeface="ＭＳ Ｐゴシック" panose="020B0600070205080204" pitchFamily="34" charset="-128"/>
              </a:rPr>
              <a:t>3</a:t>
            </a:r>
            <a:r>
              <a:rPr lang="en-US" altLang="en-US" sz="1800">
                <a:ea typeface="ＭＳ Ｐゴシック" panose="020B0600070205080204" pitchFamily="34" charset="-128"/>
              </a:rPr>
              <a:t>,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baseline="-25000">
                <a:ea typeface="ＭＳ Ｐゴシック" panose="020B0600070205080204" pitchFamily="34" charset="-128"/>
              </a:rPr>
              <a:t>4</a:t>
            </a:r>
            <a:r>
              <a:rPr lang="en-US" altLang="en-US" sz="1800">
                <a:ea typeface="ＭＳ Ｐゴシック" panose="020B0600070205080204" pitchFamily="34" charset="-128"/>
              </a:rPr>
              <a:t> &gt;, or the serial schedule &lt;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baseline="-25000">
                <a:ea typeface="ＭＳ Ｐゴシック" panose="020B0600070205080204" pitchFamily="34" charset="-128"/>
              </a:rPr>
              <a:t>4</a:t>
            </a:r>
            <a:r>
              <a:rPr lang="en-US" altLang="en-US" sz="1800">
                <a:ea typeface="ＭＳ Ｐゴシック" panose="020B0600070205080204" pitchFamily="34" charset="-128"/>
              </a:rPr>
              <a:t>,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baseline="-25000">
                <a:ea typeface="ＭＳ Ｐゴシック" panose="020B0600070205080204" pitchFamily="34" charset="-128"/>
              </a:rPr>
              <a:t>3</a:t>
            </a:r>
            <a:r>
              <a:rPr lang="en-US" altLang="en-US" sz="1800">
                <a:ea typeface="ＭＳ Ｐゴシック" panose="020B0600070205080204" pitchFamily="34" charset="-128"/>
              </a:rPr>
              <a:t> &gt;.</a:t>
            </a:r>
          </a:p>
        </p:txBody>
      </p:sp>
      <p:pic>
        <p:nvPicPr>
          <p:cNvPr id="44036" name="Picture 8">
            <a:extLst>
              <a:ext uri="{FF2B5EF4-FFF2-40B4-BE49-F238E27FC236}">
                <a16:creationId xmlns:a16="http://schemas.microsoft.com/office/drawing/2014/main" id="{4C9083CB-05CC-D99A-569D-AB361917D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275" y="1604963"/>
            <a:ext cx="3916363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>
            <a:extLst>
              <a:ext uri="{FF2B5EF4-FFF2-40B4-BE49-F238E27FC236}">
                <a16:creationId xmlns:a16="http://schemas.microsoft.com/office/drawing/2014/main" id="{EEE4998C-C393-3A0A-05F9-A8E5DC5C6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Precedence Graph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144776C-01E5-241D-1B3F-A992D3F54D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1763" y="1093788"/>
            <a:ext cx="6796087" cy="3219450"/>
          </a:xfrm>
        </p:spPr>
        <p:txBody>
          <a:bodyPr/>
          <a:lstStyle/>
          <a:p>
            <a:r>
              <a:rPr lang="en-US" altLang="en-US" sz="1800">
                <a:ea typeface="ＭＳ Ｐゴシック" panose="020B0600070205080204" pitchFamily="34" charset="-128"/>
              </a:rPr>
              <a:t>Consider some schedule of a set of transactions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1800">
                <a:ea typeface="ＭＳ Ｐゴシック" panose="020B0600070205080204" pitchFamily="34" charset="-128"/>
              </a:rPr>
              <a:t>,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1800">
                <a:ea typeface="ＭＳ Ｐゴシック" panose="020B0600070205080204" pitchFamily="34" charset="-128"/>
              </a:rPr>
              <a:t>, ...,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n</a:t>
            </a:r>
            <a:endParaRPr lang="en-US" altLang="en-US" sz="1800">
              <a:ea typeface="ＭＳ Ｐゴシック" panose="020B0600070205080204" pitchFamily="34" charset="-128"/>
            </a:endParaRPr>
          </a:p>
          <a:p>
            <a:r>
              <a:rPr lang="en-US" altLang="en-US" sz="1800" b="1">
                <a:solidFill>
                  <a:srgbClr val="000099"/>
                </a:solidFill>
                <a:ea typeface="ＭＳ Ｐゴシック" panose="020B0600070205080204" pitchFamily="34" charset="-128"/>
              </a:rPr>
              <a:t>Precedence graph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— a direct graph where the vertices are the transactions (names).</a:t>
            </a:r>
          </a:p>
          <a:p>
            <a:r>
              <a:rPr lang="en-US" altLang="en-US" sz="1800">
                <a:ea typeface="ＭＳ Ｐゴシック" panose="020B0600070205080204" pitchFamily="34" charset="-128"/>
              </a:rPr>
              <a:t>We draw an arc from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to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if the two transaction conflict, and </a:t>
            </a:r>
            <a:r>
              <a:rPr lang="en-US" altLang="en-US" sz="1800" i="1">
                <a:ea typeface="ＭＳ Ｐゴシック" panose="020B0600070205080204" pitchFamily="34" charset="-128"/>
              </a:rPr>
              <a:t>T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accessed the data item on which the conflict arose earlier.</a:t>
            </a:r>
          </a:p>
          <a:p>
            <a:r>
              <a:rPr lang="en-US" altLang="en-US" sz="1800">
                <a:ea typeface="ＭＳ Ｐゴシック" panose="020B0600070205080204" pitchFamily="34" charset="-128"/>
              </a:rPr>
              <a:t>We may label the arc by the item that was accessed.</a:t>
            </a:r>
          </a:p>
          <a:p>
            <a:r>
              <a:rPr lang="en-US" altLang="en-US" sz="1800" b="1">
                <a:ea typeface="ＭＳ Ｐゴシック" panose="020B0600070205080204" pitchFamily="34" charset="-128"/>
              </a:rPr>
              <a:t>Example</a:t>
            </a:r>
            <a:endParaRPr lang="en-US" altLang="en-US" sz="1800">
              <a:ea typeface="ＭＳ Ｐゴシック" panose="020B0600070205080204" pitchFamily="34" charset="-128"/>
            </a:endParaRPr>
          </a:p>
        </p:txBody>
      </p:sp>
      <p:pic>
        <p:nvPicPr>
          <p:cNvPr id="46084" name="Picture 11">
            <a:extLst>
              <a:ext uri="{FF2B5EF4-FFF2-40B4-BE49-F238E27FC236}">
                <a16:creationId xmlns:a16="http://schemas.microsoft.com/office/drawing/2014/main" id="{D47AD98A-0250-A70F-875D-934FC4622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75" y="4000500"/>
            <a:ext cx="2589213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7B181A-C40F-D1E1-73F2-F42245A7BA9F}"/>
                  </a:ext>
                </a:extLst>
              </p14:cNvPr>
              <p14:cNvContentPartPr/>
              <p14:nvPr/>
            </p14:nvContentPartPr>
            <p14:xfrm>
              <a:off x="3973680" y="2428920"/>
              <a:ext cx="1018440" cy="54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7B181A-C40F-D1E1-73F2-F42245A7BA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64320" y="2419560"/>
                <a:ext cx="1037160" cy="72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>
            <a:extLst>
              <a:ext uri="{FF2B5EF4-FFF2-40B4-BE49-F238E27FC236}">
                <a16:creationId xmlns:a16="http://schemas.microsoft.com/office/drawing/2014/main" id="{256A046C-3208-0C75-29C9-76A266571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2963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Testing for Conflict Serializability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593EB9E-F433-FFA5-A238-3AE39C228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4063" y="1106488"/>
            <a:ext cx="5097462" cy="5248275"/>
          </a:xfrm>
        </p:spPr>
        <p:txBody>
          <a:bodyPr/>
          <a:lstStyle/>
          <a:p>
            <a:r>
              <a:rPr lang="en-US" altLang="en-US" sz="1600">
                <a:ea typeface="ＭＳ Ｐゴシック" panose="020B0600070205080204" pitchFamily="34" charset="-128"/>
              </a:rPr>
              <a:t>A schedule is conflict serializable if and only if its precedence graph is acyclic.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Cycle-detection algorithms exist which take order </a:t>
            </a:r>
            <a:r>
              <a:rPr lang="en-US" altLang="en-US" sz="1600" i="1">
                <a:ea typeface="ＭＳ Ｐゴシック" panose="020B0600070205080204" pitchFamily="34" charset="-128"/>
              </a:rPr>
              <a:t>n</a:t>
            </a:r>
            <a:r>
              <a:rPr lang="en-US" altLang="en-US" sz="1600" baseline="30000">
                <a:ea typeface="ＭＳ Ｐゴシック" panose="020B0600070205080204" pitchFamily="34" charset="-128"/>
              </a:rPr>
              <a:t>2</a:t>
            </a:r>
            <a:r>
              <a:rPr lang="en-US" altLang="en-US" sz="1600">
                <a:ea typeface="ＭＳ Ｐゴシック" panose="020B0600070205080204" pitchFamily="34" charset="-128"/>
              </a:rPr>
              <a:t> time, where </a:t>
            </a:r>
            <a:r>
              <a:rPr lang="en-US" altLang="en-US" sz="1600" i="1">
                <a:ea typeface="ＭＳ Ｐゴシック" panose="020B0600070205080204" pitchFamily="34" charset="-128"/>
              </a:rPr>
              <a:t>n </a:t>
            </a:r>
            <a:r>
              <a:rPr lang="en-US" altLang="en-US" sz="1600">
                <a:ea typeface="ＭＳ Ｐゴシック" panose="020B0600070205080204" pitchFamily="34" charset="-128"/>
              </a:rPr>
              <a:t>is the number of vertices in the graph.  </a:t>
            </a:r>
          </a:p>
          <a:p>
            <a:pPr lvl="1"/>
            <a:r>
              <a:rPr lang="en-US" altLang="en-US" sz="1600">
                <a:ea typeface="ＭＳ Ｐゴシック" panose="020B0600070205080204" pitchFamily="34" charset="-128"/>
              </a:rPr>
              <a:t>(Better algorithms take order </a:t>
            </a:r>
            <a:r>
              <a:rPr lang="en-US" altLang="en-US" sz="1600" i="1">
                <a:ea typeface="ＭＳ Ｐゴシック" panose="020B0600070205080204" pitchFamily="34" charset="-128"/>
              </a:rPr>
              <a:t>n</a:t>
            </a:r>
            <a:r>
              <a:rPr lang="en-US" altLang="en-US" sz="1600">
                <a:ea typeface="ＭＳ Ｐゴシック" panose="020B0600070205080204" pitchFamily="34" charset="-128"/>
              </a:rPr>
              <a:t> + </a:t>
            </a:r>
            <a:r>
              <a:rPr lang="en-US" altLang="en-US" sz="1600" i="1">
                <a:ea typeface="ＭＳ Ｐゴシック" panose="020B0600070205080204" pitchFamily="34" charset="-128"/>
              </a:rPr>
              <a:t>e</a:t>
            </a:r>
            <a:r>
              <a:rPr lang="en-US" altLang="en-US" sz="1600">
                <a:ea typeface="ＭＳ Ｐゴシック" panose="020B0600070205080204" pitchFamily="34" charset="-128"/>
              </a:rPr>
              <a:t> where </a:t>
            </a:r>
            <a:r>
              <a:rPr lang="en-US" altLang="en-US" sz="1600" i="1">
                <a:ea typeface="ＭＳ Ｐゴシック" panose="020B0600070205080204" pitchFamily="34" charset="-128"/>
              </a:rPr>
              <a:t>e</a:t>
            </a:r>
            <a:r>
              <a:rPr lang="en-US" altLang="en-US" sz="1600">
                <a:ea typeface="ＭＳ Ｐゴシック" panose="020B0600070205080204" pitchFamily="34" charset="-128"/>
              </a:rPr>
              <a:t> is the number of edges.)</a:t>
            </a:r>
          </a:p>
          <a:p>
            <a:r>
              <a:rPr lang="en-US" altLang="en-US" sz="1600">
                <a:ea typeface="ＭＳ Ｐゴシック" panose="020B0600070205080204" pitchFamily="34" charset="-128"/>
              </a:rPr>
              <a:t>If precedence graph is acyclic, the serializability order can be obtained by a </a:t>
            </a:r>
            <a:r>
              <a:rPr lang="en-US" altLang="en-US" sz="1600" i="1">
                <a:solidFill>
                  <a:srgbClr val="000099"/>
                </a:solidFill>
                <a:ea typeface="ＭＳ Ｐゴシック" panose="020B0600070205080204" pitchFamily="34" charset="-128"/>
              </a:rPr>
              <a:t>topological sorting</a:t>
            </a:r>
            <a:r>
              <a:rPr lang="en-US" altLang="en-US" sz="1600">
                <a:ea typeface="ＭＳ Ｐゴシック" panose="020B0600070205080204" pitchFamily="34" charset="-128"/>
              </a:rPr>
              <a:t> of the graph. </a:t>
            </a:r>
          </a:p>
          <a:p>
            <a:pPr lvl="1"/>
            <a:r>
              <a:rPr lang="en-US" altLang="en-US" sz="1600">
                <a:ea typeface="ＭＳ Ｐゴシック" panose="020B0600070205080204" pitchFamily="34" charset="-128"/>
              </a:rPr>
              <a:t>That is, a linear order consistent with the partial order of the graph.</a:t>
            </a:r>
          </a:p>
          <a:p>
            <a:pPr lvl="1"/>
            <a:r>
              <a:rPr lang="en-US" altLang="en-US" sz="1600">
                <a:ea typeface="ＭＳ Ｐゴシック" panose="020B0600070205080204" pitchFamily="34" charset="-128"/>
              </a:rPr>
              <a:t>For example, a serializability order for the schedule (a)  would be one of either (b) or (c)</a:t>
            </a:r>
            <a:br>
              <a:rPr lang="en-US" altLang="en-US" sz="1600">
                <a:ea typeface="ＭＳ Ｐゴシック" panose="020B0600070205080204" pitchFamily="34" charset="-128"/>
              </a:rPr>
            </a:br>
            <a:endParaRPr lang="en-US" altLang="en-US" sz="1600">
              <a:ea typeface="ＭＳ Ｐゴシック" panose="020B0600070205080204" pitchFamily="34" charset="-128"/>
              <a:sym typeface="Monotype Sorts" charset="2"/>
            </a:endParaRPr>
          </a:p>
        </p:txBody>
      </p:sp>
      <p:pic>
        <p:nvPicPr>
          <p:cNvPr id="48132" name="Picture 7">
            <a:extLst>
              <a:ext uri="{FF2B5EF4-FFF2-40B4-BE49-F238E27FC236}">
                <a16:creationId xmlns:a16="http://schemas.microsoft.com/office/drawing/2014/main" id="{0F7A25DF-3B1A-8F2A-7AD0-EB4BB2C4E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3" y="1209675"/>
            <a:ext cx="2630487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A29474-6CBB-13EF-8F23-C889717AAE4A}"/>
                  </a:ext>
                </a:extLst>
              </p14:cNvPr>
              <p14:cNvContentPartPr/>
              <p14:nvPr/>
            </p14:nvContentPartPr>
            <p14:xfrm>
              <a:off x="1071720" y="2178720"/>
              <a:ext cx="4188240" cy="1768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A29474-6CBB-13EF-8F23-C889717AAE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2360" y="2169360"/>
                <a:ext cx="4206960" cy="178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52929</TotalTime>
  <Words>1865</Words>
  <Application>Microsoft Office PowerPoint</Application>
  <PresentationFormat>On-screen Show (4:3)</PresentationFormat>
  <Paragraphs>162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Helvetica</vt:lpstr>
      <vt:lpstr>Monotype Sorts</vt:lpstr>
      <vt:lpstr>Times New Roman</vt:lpstr>
      <vt:lpstr>Webdings</vt:lpstr>
      <vt:lpstr>2_db-5-grey</vt:lpstr>
      <vt:lpstr>Transaction Manager</vt:lpstr>
      <vt:lpstr>Transaction Concept</vt:lpstr>
      <vt:lpstr>Required  Properties of a Transaction</vt:lpstr>
      <vt:lpstr>Required Properties of a Transaction (Cont.)</vt:lpstr>
      <vt:lpstr>Required Properties of a Transaction (Cont.)</vt:lpstr>
      <vt:lpstr>ACID Properties</vt:lpstr>
      <vt:lpstr>Transaction State</vt:lpstr>
      <vt:lpstr>Transaction State (Cont.)</vt:lpstr>
      <vt:lpstr>Concurrent Executions</vt:lpstr>
      <vt:lpstr>Schedules</vt:lpstr>
      <vt:lpstr>Schedule 1</vt:lpstr>
      <vt:lpstr>Schedule 2</vt:lpstr>
      <vt:lpstr>Schedule 3</vt:lpstr>
      <vt:lpstr>Schedule 4</vt:lpstr>
      <vt:lpstr>Serializability</vt:lpstr>
      <vt:lpstr>Simplified view of transactions</vt:lpstr>
      <vt:lpstr>Conflicting Instructions </vt:lpstr>
      <vt:lpstr>Conflict Serializability</vt:lpstr>
      <vt:lpstr>Conflict Serializability (Cont.)</vt:lpstr>
      <vt:lpstr>Conflict Serializability (Cont.)</vt:lpstr>
      <vt:lpstr>Precedence Graph</vt:lpstr>
      <vt:lpstr>Testing for Conflict Serializability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User</cp:lastModifiedBy>
  <cp:revision>609</cp:revision>
  <cp:lastPrinted>1999-06-28T19:27:31Z</cp:lastPrinted>
  <dcterms:created xsi:type="dcterms:W3CDTF">2009-12-21T15:40:23Z</dcterms:created>
  <dcterms:modified xsi:type="dcterms:W3CDTF">2022-10-19T05:48:05Z</dcterms:modified>
</cp:coreProperties>
</file>