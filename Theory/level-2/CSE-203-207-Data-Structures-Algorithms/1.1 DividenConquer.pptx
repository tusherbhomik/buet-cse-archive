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563" r:id="rId8"/>
    <p:sldId id="574" r:id="rId9"/>
    <p:sldId id="577" r:id="rId10"/>
    <p:sldId id="578" r:id="rId11"/>
    <p:sldId id="579" r:id="rId12"/>
    <p:sldId id="580" r:id="rId13"/>
    <p:sldId id="581" r:id="rId14"/>
    <p:sldId id="582" r:id="rId15"/>
    <p:sldId id="583" r:id="rId16"/>
    <p:sldId id="584" r:id="rId17"/>
    <p:sldId id="585" r:id="rId18"/>
    <p:sldId id="586" r:id="rId19"/>
    <p:sldId id="587" r:id="rId20"/>
    <p:sldId id="588" r:id="rId21"/>
    <p:sldId id="595" r:id="rId22"/>
    <p:sldId id="600" r:id="rId23"/>
    <p:sldId id="594" r:id="rId24"/>
    <p:sldId id="593" r:id="rId25"/>
    <p:sldId id="598" r:id="rId26"/>
    <p:sldId id="599" r:id="rId27"/>
    <p:sldId id="602" r:id="rId28"/>
    <p:sldId id="601" r:id="rId29"/>
    <p:sldId id="604" r:id="rId30"/>
    <p:sldId id="603" r:id="rId31"/>
    <p:sldId id="605" r:id="rId32"/>
    <p:sldId id="606" r:id="rId33"/>
    <p:sldId id="607" r:id="rId34"/>
    <p:sldId id="608" r:id="rId35"/>
    <p:sldId id="609" r:id="rId36"/>
    <p:sldId id="610" r:id="rId37"/>
    <p:sldId id="611" r:id="rId38"/>
    <p:sldId id="612" r:id="rId39"/>
    <p:sldId id="613" r:id="rId40"/>
    <p:sldId id="614" r:id="rId41"/>
    <p:sldId id="615" r:id="rId42"/>
    <p:sldId id="616" r:id="rId43"/>
    <p:sldId id="617" r:id="rId44"/>
    <p:sldId id="622" r:id="rId45"/>
    <p:sldId id="618" r:id="rId46"/>
    <p:sldId id="619" r:id="rId47"/>
    <p:sldId id="620" r:id="rId48"/>
    <p:sldId id="621" r:id="rId49"/>
    <p:sldId id="623" r:id="rId50"/>
    <p:sldId id="624" r:id="rId51"/>
    <p:sldId id="625" r:id="rId52"/>
    <p:sldId id="626" r:id="rId53"/>
    <p:sldId id="627" r:id="rId54"/>
    <p:sldId id="628" r:id="rId55"/>
    <p:sldId id="629" r:id="rId56"/>
    <p:sldId id="630" r:id="rId57"/>
    <p:sldId id="631" r:id="rId58"/>
    <p:sldId id="632" r:id="rId59"/>
    <p:sldId id="634" r:id="rId60"/>
    <p:sldId id="635" r:id="rId61"/>
    <p:sldId id="636" r:id="rId62"/>
    <p:sldId id="637" r:id="rId63"/>
    <p:sldId id="638" r:id="rId64"/>
    <p:sldId id="639" r:id="rId65"/>
    <p:sldId id="640" r:id="rId66"/>
    <p:sldId id="642" r:id="rId67"/>
    <p:sldId id="641" r:id="rId68"/>
    <p:sldId id="643" r:id="rId69"/>
    <p:sldId id="644" r:id="rId70"/>
    <p:sldId id="645" r:id="rId71"/>
    <p:sldId id="647" r:id="rId72"/>
    <p:sldId id="646" r:id="rId73"/>
    <p:sldId id="649" r:id="rId74"/>
    <p:sldId id="648" r:id="rId75"/>
    <p:sldId id="650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1/17/22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1/17/22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1/17/22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1/17/22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1/17/22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1/17/22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1/17/22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1/17/22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18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19.png"/><Relationship Id="rId9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18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15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19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18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15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19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18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15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19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18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15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9.png"/><Relationship Id="rId4" Type="http://schemas.openxmlformats.org/officeDocument/2006/relationships/image" Target="../media/image19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2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9.png"/><Relationship Id="rId4" Type="http://schemas.openxmlformats.org/officeDocument/2006/relationships/image" Target="../media/image45.png"/><Relationship Id="rId9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62.png"/><Relationship Id="rId4" Type="http://schemas.openxmlformats.org/officeDocument/2006/relationships/image" Target="../media/image45.png"/><Relationship Id="rId9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62.png"/><Relationship Id="rId4" Type="http://schemas.openxmlformats.org/officeDocument/2006/relationships/image" Target="../media/image45.png"/><Relationship Id="rId9" Type="http://schemas.openxmlformats.org/officeDocument/2006/relationships/image" Target="../media/image6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6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6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44.png"/><Relationship Id="rId7" Type="http://schemas.openxmlformats.org/officeDocument/2006/relationships/image" Target="../media/image5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69.png"/><Relationship Id="rId7" Type="http://schemas.openxmlformats.org/officeDocument/2006/relationships/image" Target="../media/image7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9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9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91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9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4.png"/><Relationship Id="rId7" Type="http://schemas.openxmlformats.org/officeDocument/2006/relationships/image" Target="../media/image10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95.png"/><Relationship Id="rId9" Type="http://schemas.openxmlformats.org/officeDocument/2006/relationships/image" Target="../media/image10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18" Type="http://schemas.openxmlformats.org/officeDocument/2006/relationships/image" Target="../media/image12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image" Target="../media/image105.png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19" Type="http://schemas.openxmlformats.org/officeDocument/2006/relationships/image" Target="../media/image122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10" Type="http://schemas.openxmlformats.org/officeDocument/2006/relationships/image" Target="../media/image101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124.png"/><Relationship Id="rId7" Type="http://schemas.openxmlformats.org/officeDocument/2006/relationships/image" Target="../media/image130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25.png"/><Relationship Id="rId9" Type="http://schemas.openxmlformats.org/officeDocument/2006/relationships/image" Target="../media/image133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8.png"/><Relationship Id="rId2" Type="http://schemas.openxmlformats.org/officeDocument/2006/relationships/image" Target="../media/image134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5" Type="http://schemas.openxmlformats.org/officeDocument/2006/relationships/image" Target="../media/image146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17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8.png"/><Relationship Id="rId3" Type="http://schemas.openxmlformats.org/officeDocument/2006/relationships/image" Target="../media/image135.png"/><Relationship Id="rId7" Type="http://schemas.openxmlformats.org/officeDocument/2006/relationships/image" Target="../media/image149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image" Target="../media/image134.png"/><Relationship Id="rId16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5" Type="http://schemas.openxmlformats.org/officeDocument/2006/relationships/image" Target="../media/image117.png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4" Type="http://schemas.openxmlformats.org/officeDocument/2006/relationships/image" Target="../media/image136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3" Type="http://schemas.openxmlformats.org/officeDocument/2006/relationships/image" Target="../media/image152.png"/><Relationship Id="rId7" Type="http://schemas.openxmlformats.org/officeDocument/2006/relationships/image" Target="../media/image82.png"/><Relationship Id="rId12" Type="http://schemas.openxmlformats.org/officeDocument/2006/relationships/image" Target="../media/image16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11" Type="http://schemas.openxmlformats.org/officeDocument/2006/relationships/image" Target="../media/image159.png"/><Relationship Id="rId5" Type="http://schemas.openxmlformats.org/officeDocument/2006/relationships/image" Target="../media/image154.png"/><Relationship Id="rId10" Type="http://schemas.openxmlformats.org/officeDocument/2006/relationships/image" Target="../media/image158.png"/><Relationship Id="rId4" Type="http://schemas.openxmlformats.org/officeDocument/2006/relationships/image" Target="../media/image153.png"/><Relationship Id="rId9" Type="http://schemas.openxmlformats.org/officeDocument/2006/relationships/image" Target="../media/image157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A9CA-B21C-C247-A4C1-99BC01F37D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E5DC5-C5A3-644D-AD2E-346A381B5D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14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5291-91F0-0D4A-B9C5-3943EBC7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618962-6CE0-A640-8B67-E1E6F8ADA1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Solve a problem with the help of another problem</a:t>
                </a:r>
              </a:p>
              <a:p>
                <a:r>
                  <a:rPr lang="en-US" dirty="0"/>
                  <a:t>Problem A is reduced to Problem B</a:t>
                </a:r>
              </a:p>
              <a:p>
                <a:r>
                  <a:rPr lang="en-US" dirty="0"/>
                  <a:t>Problem A </a:t>
                </a:r>
                <a:r>
                  <a:rPr lang="en-US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𝑝𝑒𝑟𝑚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en-US" i="1" dirty="0">
                  <a:latin typeface="Cambria" panose="02040503050406030204" pitchFamily="18" charset="0"/>
                  <a:sym typeface="Wingdings" pitchFamily="2" charset="2"/>
                </a:endParaRPr>
              </a:p>
              <a:p>
                <a:r>
                  <a:rPr lang="en-US" dirty="0">
                    <a:sym typeface="Wingdings" pitchFamily="2" charset="2"/>
                  </a:rPr>
                  <a:t>Problem B 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𝑓𝑎𝑐𝑡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en-US" i="1" dirty="0">
                  <a:latin typeface="Cambria" panose="02040503050406030204" pitchFamily="18" charset="0"/>
                  <a:sym typeface="Wingdings" pitchFamily="2" charset="2"/>
                </a:endParaRPr>
              </a:p>
              <a:p>
                <a:r>
                  <a:rPr lang="en-US" dirty="0">
                    <a:sym typeface="Wingdings" pitchFamily="2" charset="2"/>
                  </a:rPr>
                  <a:t>Reduce Problem A into Problem B 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𝑝𝑒𝑟𝑚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itchFamily="2" charset="2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) </m:t>
                    </m:r>
                  </m:oMath>
                </a14:m>
                <a:r>
                  <a:rPr lang="en-US" i="1" dirty="0">
                    <a:latin typeface="Cambria" panose="02040503050406030204" pitchFamily="18" charset="0"/>
                    <a:sym typeface="Wingdings" pitchFamily="2" charset="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𝑓𝑎𝑐𝑡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𝑓𝑎𝑐𝑡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)</m:t>
                        </m:r>
                      </m:den>
                    </m:f>
                  </m:oMath>
                </a14:m>
                <a:endParaRPr lang="en-US" i="1" dirty="0">
                  <a:latin typeface="Cambria" panose="02040503050406030204" pitchFamily="18" charset="0"/>
                  <a:sym typeface="Wingdings" pitchFamily="2" charset="2"/>
                </a:endParaRPr>
              </a:p>
              <a:p>
                <a:r>
                  <a:rPr lang="en-US" dirty="0">
                    <a:sym typeface="Wingdings" pitchFamily="2" charset="2"/>
                  </a:rPr>
                  <a:t>If Problem B is solvable, Problem A is solvable </a:t>
                </a:r>
              </a:p>
              <a:p>
                <a:r>
                  <a:rPr lang="en-US" dirty="0">
                    <a:sym typeface="Wingdings" pitchFamily="2" charset="2"/>
                  </a:rPr>
                  <a:t>If Problem B is not solvable, Problem A is not solvable  can’t say that </a:t>
                </a:r>
              </a:p>
              <a:p>
                <a:r>
                  <a:rPr lang="en-US" dirty="0">
                    <a:sym typeface="Wingdings" pitchFamily="2" charset="2"/>
                  </a:rPr>
                  <a:t>Divide and Conquer is a general algorithm design paradigm which reduce the main problem in terms of itself (smaller instances)  </a:t>
                </a:r>
              </a:p>
              <a:p>
                <a:endParaRPr lang="en-US" dirty="0">
                  <a:sym typeface="Wingdings" pitchFamily="2" charset="2"/>
                </a:endParaRPr>
              </a:p>
              <a:p>
                <a:endParaRPr lang="en-US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dirty="0">
                  <a:sym typeface="Wingdings" pitchFamily="2" charset="2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618962-6CE0-A640-8B67-E1E6F8ADA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8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86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51A36-FAFE-3F4A-B62E-B0D5538C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FB5E-22B3-C24E-A673-5A6F1C49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Divide</a:t>
            </a:r>
          </a:p>
          <a:p>
            <a:pPr marL="274320" lvl="1" indent="0">
              <a:buNone/>
            </a:pPr>
            <a:r>
              <a:rPr lang="en-US" dirty="0"/>
              <a:t>Divide the problem into number of sub-problems that are smaller instances of the same problem</a:t>
            </a:r>
            <a:endParaRPr lang="en-US" b="1" dirty="0"/>
          </a:p>
          <a:p>
            <a:r>
              <a:rPr lang="en-US" b="1" dirty="0"/>
              <a:t>Conquer</a:t>
            </a:r>
          </a:p>
          <a:p>
            <a:pPr marL="274320" lvl="1" indent="0">
              <a:buNone/>
            </a:pPr>
            <a:r>
              <a:rPr lang="en-US" dirty="0"/>
              <a:t>Conquer the sub-problems by solving them recursively</a:t>
            </a:r>
            <a:endParaRPr lang="en-US" b="1" dirty="0"/>
          </a:p>
          <a:p>
            <a:r>
              <a:rPr lang="en-US" b="1" dirty="0"/>
              <a:t>Combine</a:t>
            </a:r>
          </a:p>
          <a:p>
            <a:pPr marL="274320" lvl="1" indent="0">
              <a:buNone/>
            </a:pPr>
            <a:r>
              <a:rPr lang="en-US" dirty="0"/>
              <a:t>Combine the solutions to the sub-problems into the solution for the original problem</a:t>
            </a:r>
          </a:p>
          <a:p>
            <a:pPr marL="274320" lvl="1" indent="0">
              <a:buNone/>
            </a:pPr>
            <a:endParaRPr lang="en-US" b="1" dirty="0"/>
          </a:p>
          <a:p>
            <a:r>
              <a:rPr lang="en-US" dirty="0"/>
              <a:t>The base case for the recursion are sub-problems of constant size</a:t>
            </a:r>
          </a:p>
          <a:p>
            <a:r>
              <a:rPr lang="en-US" dirty="0"/>
              <a:t>Analysis can be done using </a:t>
            </a:r>
            <a:r>
              <a:rPr lang="en-US" b="1" dirty="0"/>
              <a:t>recurrence equations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76334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93DE-32C3-8440-81CD-1AB259FF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Maximum of an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676F9-08F7-3D49-93DF-2EF9B6A994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Input</a:t>
                </a:r>
                <a:r>
                  <a:rPr lang="en-US" dirty="0"/>
                  <a:t>: </a:t>
                </a:r>
                <a:r>
                  <a:rPr lang="en-US" altLang="zh-TW" dirty="0">
                    <a:solidFill>
                      <a:sysClr val="windowText" lastClr="000000"/>
                    </a:solidFill>
                    <a:ea typeface="新細明體"/>
                  </a:rPr>
                  <a:t>an array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新細明體"/>
                      </a:rPr>
                      <m:t>𝐴</m:t>
                    </m:r>
                    <m:r>
                      <a:rPr lang="en-US" altLang="zh-TW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新細明體"/>
                      </a:rPr>
                      <m:t>[1..</m:t>
                    </m:r>
                    <m:r>
                      <a:rPr lang="en-US" altLang="zh-TW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新細明體"/>
                      </a:rPr>
                      <m:t>𝑛</m:t>
                    </m:r>
                    <m:r>
                      <a:rPr lang="en-US" altLang="zh-TW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新細明體"/>
                      </a:rPr>
                      <m:t>] </m:t>
                    </m:r>
                  </m:oMath>
                </a14:m>
                <a:r>
                  <a:rPr lang="en-US" altLang="zh-TW" dirty="0">
                    <a:solidFill>
                      <a:sysClr val="windowText" lastClr="000000"/>
                    </a:solidFill>
                    <a:ea typeface="新細明體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新細明體"/>
                      </a:rPr>
                      <m:t>𝑛</m:t>
                    </m:r>
                  </m:oMath>
                </a14:m>
                <a:r>
                  <a:rPr lang="en-US" altLang="zh-TW" dirty="0">
                    <a:solidFill>
                      <a:sysClr val="windowText" lastClr="000000"/>
                    </a:solidFill>
                    <a:ea typeface="新細明體"/>
                  </a:rPr>
                  <a:t> numbers</a:t>
                </a:r>
                <a:endParaRPr lang="en-US" dirty="0"/>
              </a:p>
              <a:p>
                <a:r>
                  <a:rPr lang="en-US" b="1" dirty="0"/>
                  <a:t>Output</a:t>
                </a:r>
                <a:r>
                  <a:rPr lang="en-US" dirty="0"/>
                  <a:t>: the maximum number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676F9-08F7-3D49-93DF-2EF9B6A994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8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DFC134D4-03AF-584E-A51D-059076D38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888613"/>
              </p:ext>
            </p:extLst>
          </p:nvPr>
        </p:nvGraphicFramePr>
        <p:xfrm>
          <a:off x="1998041" y="3429000"/>
          <a:ext cx="7921625" cy="371475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13</a:t>
                      </a: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-13</a:t>
                      </a: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-25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20</a:t>
                      </a: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-3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-16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-23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18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20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-7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12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-5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-22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15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-4</a:t>
                      </a: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新細明體" pitchFamily="18" charset="-120"/>
                        </a:rPr>
                        <a:t>7</a:t>
                      </a: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文字方塊 5">
            <a:extLst>
              <a:ext uri="{FF2B5EF4-FFF2-40B4-BE49-F238E27FC236}">
                <a16:creationId xmlns:a16="http://schemas.microsoft.com/office/drawing/2014/main" id="{C450BA99-8547-8B44-A658-FE541384A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6711" y="3068240"/>
            <a:ext cx="78919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zh-TW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1        2        3       4        5        6        7        8       9       10      11      12      13     14      15     16</a:t>
            </a:r>
            <a:endParaRPr kumimoji="0" lang="zh-TW" alt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38B533CC-0274-4446-AA06-1F8F41DB9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8236" y="3370127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</a:t>
            </a:r>
            <a:endParaRPr kumimoji="0" lang="zh-TW" altLang="en-US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B7D6440-19B5-D140-A74B-917A771112DC}"/>
              </a:ext>
            </a:extLst>
          </p:cNvPr>
          <p:cNvGrpSpPr/>
          <p:nvPr/>
        </p:nvGrpSpPr>
        <p:grpSpPr>
          <a:xfrm>
            <a:off x="2537791" y="3917056"/>
            <a:ext cx="6356350" cy="2141181"/>
            <a:chOff x="838200" y="3457351"/>
            <a:chExt cx="6356350" cy="2141181"/>
          </a:xfrm>
        </p:grpSpPr>
        <p:sp>
          <p:nvSpPr>
            <p:cNvPr id="8" name="Text Box 1026">
              <a:extLst>
                <a:ext uri="{FF2B5EF4-FFF2-40B4-BE49-F238E27FC236}">
                  <a16:creationId xmlns:a16="http://schemas.microsoft.com/office/drawing/2014/main" id="{FAE41D3D-4453-1D47-8CBE-2D79460DC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9200" y="3838351"/>
              <a:ext cx="5975350" cy="854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solidFill>
                    <a:schemeClr val="accent2">
                      <a:lumMod val="75000"/>
                    </a:schemeClr>
                  </a:solidFill>
                </a:rPr>
                <a:t>List</a:t>
              </a:r>
              <a:r>
                <a:rPr lang="en-US" altLang="en-US" dirty="0"/>
                <a:t>			 </a:t>
              </a:r>
              <a:r>
                <a:rPr lang="en-US" altLang="en-US" dirty="0">
                  <a:solidFill>
                    <a:schemeClr val="accent2">
                      <a:lumMod val="75000"/>
                    </a:schemeClr>
                  </a:solidFill>
                </a:rPr>
                <a:t>List 1</a:t>
              </a:r>
              <a:r>
                <a:rPr lang="en-US" altLang="en-US" dirty="0"/>
                <a:t>	 </a:t>
              </a:r>
              <a:r>
                <a:rPr lang="en-US" altLang="en-US" dirty="0">
                  <a:solidFill>
                    <a:schemeClr val="accent2">
                      <a:lumMod val="75000"/>
                    </a:schemeClr>
                  </a:solidFill>
                </a:rPr>
                <a:t>List 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FF"/>
                  </a:solidFill>
                </a:rPr>
                <a:t>n elements</a:t>
              </a:r>
              <a:r>
                <a:rPr lang="en-US" altLang="en-US" sz="1800" dirty="0"/>
                <a:t>		</a:t>
              </a:r>
              <a:r>
                <a:rPr lang="en-US" altLang="en-US" sz="1800" dirty="0">
                  <a:solidFill>
                    <a:srgbClr val="0000FF"/>
                  </a:solidFill>
                </a:rPr>
                <a:t>n/2 elements</a:t>
              </a:r>
              <a:r>
                <a:rPr lang="en-US" altLang="en-US" sz="1800" dirty="0"/>
                <a:t>	 </a:t>
              </a:r>
              <a:r>
                <a:rPr lang="en-US" altLang="en-US" sz="1800" dirty="0">
                  <a:solidFill>
                    <a:srgbClr val="0000FF"/>
                  </a:solidFill>
                </a:rPr>
                <a:t>n/2 elements</a:t>
              </a:r>
            </a:p>
          </p:txBody>
        </p:sp>
        <p:sp>
          <p:nvSpPr>
            <p:cNvPr id="9" name="Oval 1027">
              <a:extLst>
                <a:ext uri="{FF2B5EF4-FFF2-40B4-BE49-F238E27FC236}">
                  <a16:creationId xmlns:a16="http://schemas.microsoft.com/office/drawing/2014/main" id="{222EED5C-7B5C-9C4B-9861-2F72FD7A7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3457351"/>
              <a:ext cx="1828800" cy="17526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Oval 1028">
              <a:extLst>
                <a:ext uri="{FF2B5EF4-FFF2-40B4-BE49-F238E27FC236}">
                  <a16:creationId xmlns:a16="http://schemas.microsoft.com/office/drawing/2014/main" id="{D5C9BD79-AEBD-7C48-9E1E-95971C202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3685951"/>
              <a:ext cx="1477888" cy="1447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1" name="Oval 1029">
              <a:extLst>
                <a:ext uri="{FF2B5EF4-FFF2-40B4-BE49-F238E27FC236}">
                  <a16:creationId xmlns:a16="http://schemas.microsoft.com/office/drawing/2014/main" id="{468DF4FB-34F9-8642-A597-36E43011A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3685951"/>
              <a:ext cx="1371600" cy="13716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2" name="Line 1030">
              <a:extLst>
                <a:ext uri="{FF2B5EF4-FFF2-40B4-BE49-F238E27FC236}">
                  <a16:creationId xmlns:a16="http://schemas.microsoft.com/office/drawing/2014/main" id="{3E6A3AF0-AB6B-F54C-BDC6-1389FC730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4371751"/>
              <a:ext cx="99060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031">
              <a:extLst>
                <a:ext uri="{FF2B5EF4-FFF2-40B4-BE49-F238E27FC236}">
                  <a16:creationId xmlns:a16="http://schemas.microsoft.com/office/drawing/2014/main" id="{4599A925-0E0E-FD41-B0C7-310CF49F4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5229200"/>
              <a:ext cx="560281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chemeClr val="tx2">
                      <a:lumMod val="50000"/>
                    </a:schemeClr>
                  </a:solidFill>
                </a:rPr>
                <a:t>   max 			     max1 		     max2</a:t>
              </a:r>
            </a:p>
          </p:txBody>
        </p:sp>
      </p:grpSp>
      <p:sp>
        <p:nvSpPr>
          <p:cNvPr id="14" name="Text Box 1032">
            <a:extLst>
              <a:ext uri="{FF2B5EF4-FFF2-40B4-BE49-F238E27FC236}">
                <a16:creationId xmlns:a16="http://schemas.microsoft.com/office/drawing/2014/main" id="{6093381C-959A-C34E-8B99-F51BBDC37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486" y="6190158"/>
            <a:ext cx="39934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/>
              <a:t>max  =  MAX ( max1, max2 )</a:t>
            </a:r>
          </a:p>
        </p:txBody>
      </p:sp>
    </p:spTree>
    <p:extLst>
      <p:ext uri="{BB962C8B-B14F-4D97-AF65-F5344CB8AC3E}">
        <p14:creationId xmlns:p14="http://schemas.microsoft.com/office/powerpoint/2010/main" val="156125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93DE-32C3-8440-81CD-1AB259FF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Maximum of an array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676F9-08F7-3D49-93DF-2EF9B6A994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Recurrence relation of worst-case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b="0" dirty="0"/>
                  <a:t>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800" b="0" dirty="0"/>
                  <a:t> 			</a:t>
                </a: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= 1 </m:t>
                    </m:r>
                  </m:oMath>
                </a14:m>
                <a:r>
                  <a:rPr lang="en-US" b="0" dirty="0"/>
                  <a:t>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		otherwise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Equivalently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800" dirty="0"/>
                  <a:t> 			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1 </m:t>
                    </m:r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		otherwise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Solving the recurrence relation yields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  = </m:t>
                    </m:r>
                    <m:r>
                      <a:rPr lang="en-US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7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7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676F9-08F7-3D49-93DF-2EF9B6A994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2188"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451945-9D37-004E-8211-FF3A717026D9}"/>
                  </a:ext>
                </a:extLst>
              </p:cNvPr>
              <p:cNvSpPr txBox="1"/>
              <p:nvPr/>
            </p:nvSpPr>
            <p:spPr>
              <a:xfrm>
                <a:off x="1069848" y="2940939"/>
                <a:ext cx="10602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451945-9D37-004E-8211-FF3A71702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40939"/>
                <a:ext cx="106022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9">
            <a:extLst>
              <a:ext uri="{FF2B5EF4-FFF2-40B4-BE49-F238E27FC236}">
                <a16:creationId xmlns:a16="http://schemas.microsoft.com/office/drawing/2014/main" id="{862E3B09-A8BD-DB42-919F-7347D51240C3}"/>
              </a:ext>
            </a:extLst>
          </p:cNvPr>
          <p:cNvSpPr>
            <a:spLocks/>
          </p:cNvSpPr>
          <p:nvPr/>
        </p:nvSpPr>
        <p:spPr bwMode="auto">
          <a:xfrm>
            <a:off x="2084349" y="2746416"/>
            <a:ext cx="45719" cy="836642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4844F2-AFD5-D74A-8E3D-BE0F7DD30192}"/>
                  </a:ext>
                </a:extLst>
              </p:cNvPr>
              <p:cNvSpPr txBox="1"/>
              <p:nvPr/>
            </p:nvSpPr>
            <p:spPr>
              <a:xfrm>
                <a:off x="1063752" y="4670539"/>
                <a:ext cx="10602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4844F2-AFD5-D74A-8E3D-BE0F7DD30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752" y="4670539"/>
                <a:ext cx="106022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utoShape 9">
            <a:extLst>
              <a:ext uri="{FF2B5EF4-FFF2-40B4-BE49-F238E27FC236}">
                <a16:creationId xmlns:a16="http://schemas.microsoft.com/office/drawing/2014/main" id="{4BCF6B66-5F7A-8543-9542-5EA51FDA89DC}"/>
              </a:ext>
            </a:extLst>
          </p:cNvPr>
          <p:cNvSpPr>
            <a:spLocks/>
          </p:cNvSpPr>
          <p:nvPr/>
        </p:nvSpPr>
        <p:spPr bwMode="auto">
          <a:xfrm>
            <a:off x="2078253" y="4476016"/>
            <a:ext cx="45719" cy="836642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1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AB11-89DD-6E48-9AC4-91F1C160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D3AF1-C7FA-C24A-9BBC-613F9593C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step is trivial – just split the list into two equal parts</a:t>
            </a:r>
          </a:p>
          <a:p>
            <a:r>
              <a:rPr lang="en-US" dirty="0"/>
              <a:t>Work is carried out in the conquer step by merging two sorted lists</a:t>
            </a:r>
          </a:p>
          <a:p>
            <a:endParaRPr lang="en-US" dirty="0"/>
          </a:p>
        </p:txBody>
      </p:sp>
      <p:pic>
        <p:nvPicPr>
          <p:cNvPr id="4" name="Picture 5" descr="merge_sort_2">
            <a:extLst>
              <a:ext uri="{FF2B5EF4-FFF2-40B4-BE49-F238E27FC236}">
                <a16:creationId xmlns:a16="http://schemas.microsoft.com/office/drawing/2014/main" id="{FC7DF441-A988-B241-8B8E-9BD9C47FB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48918" y="3440468"/>
            <a:ext cx="5873085" cy="2731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D13EE5F-D587-E44E-9F82-BE0EC01768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4459712"/>
              </p:ext>
            </p:extLst>
          </p:nvPr>
        </p:nvGraphicFramePr>
        <p:xfrm>
          <a:off x="6384206" y="3440468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q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i="1" dirty="0"/>
                        <a:t>q</a:t>
                      </a:r>
                      <a:r>
                        <a:rPr lang="en-US" dirty="0"/>
                        <a:t>+1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684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7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7</a:t>
              </a: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2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2</a:t>
              </a: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9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4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3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8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6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1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dirty="0"/>
              <a:t>Divide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381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7  2  9  4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7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7</a:t>
              </a: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2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2</a:t>
              </a: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9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4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3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8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6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1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FBE26D8E-F786-2845-B65E-250D934EB1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67894" y="3166270"/>
            <a:ext cx="104577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409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dirty="0"/>
              <a:t>Recursive call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Divide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7  2  9  4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381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7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7</a:t>
              </a: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2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2</a:t>
              </a: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9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4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3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8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6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1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FBE26D8E-F786-2845-B65E-250D934EB1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6524" y="4140041"/>
            <a:ext cx="775569" cy="42703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97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dirty="0"/>
              <a:t>Recursive call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Divide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7  2  9  4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2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2</a:t>
              </a: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9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4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3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8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6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1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FBE26D8E-F786-2845-B65E-250D934EB1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949" y="5156201"/>
            <a:ext cx="375086" cy="42703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03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dirty="0"/>
              <a:t>Base Case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7  2  9  4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7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2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2</a:t>
              </a: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9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4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3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8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6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1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FBE26D8E-F786-2845-B65E-250D934EB1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949" y="5156201"/>
            <a:ext cx="375086" cy="427036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17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1676400"/>
            <a:ext cx="7772400" cy="685800"/>
          </a:xfrm>
        </p:spPr>
        <p:txBody>
          <a:bodyPr/>
          <a:lstStyle/>
          <a:p>
            <a:r>
              <a:rPr lang="en-US" dirty="0"/>
              <a:t>Recursive call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Divide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7  2  9  4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7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2</a:t>
              </a:r>
              <a:endParaRPr lang="en-US" b="1" dirty="0">
                <a:solidFill>
                  <a:schemeClr val="folHlink"/>
                </a:solidFill>
              </a:endParaRP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9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4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3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8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6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1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FBE26D8E-F786-2845-B65E-250D934EB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3585" y="5156199"/>
            <a:ext cx="350839" cy="42703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73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1676400"/>
            <a:ext cx="7772400" cy="685800"/>
          </a:xfrm>
        </p:spPr>
        <p:txBody>
          <a:bodyPr/>
          <a:lstStyle/>
          <a:p>
            <a:r>
              <a:rPr lang="en-US" dirty="0"/>
              <a:t>Base Case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7  2  9  4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7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2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9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4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3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8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6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1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FBE26D8E-F786-2845-B65E-250D934EB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3585" y="5156199"/>
            <a:ext cx="350839" cy="42703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50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1676400"/>
            <a:ext cx="7772400" cy="685800"/>
          </a:xfrm>
        </p:spPr>
        <p:txBody>
          <a:bodyPr/>
          <a:lstStyle/>
          <a:p>
            <a:r>
              <a:rPr lang="en-US" dirty="0"/>
              <a:t>Merge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7  2  9  4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381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  7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7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2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9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4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3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8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6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1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B221AF29-165F-0441-A1B2-4663B6C3A5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6950" y="5179220"/>
            <a:ext cx="381000" cy="3810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35">
            <a:extLst>
              <a:ext uri="{FF2B5EF4-FFF2-40B4-BE49-F238E27FC236}">
                <a16:creationId xmlns:a16="http://schemas.microsoft.com/office/drawing/2014/main" id="{884FD112-529F-5D4F-BFEE-4E387E03A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7550" y="5179220"/>
            <a:ext cx="381000" cy="3810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59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1676400"/>
            <a:ext cx="7772400" cy="685800"/>
          </a:xfrm>
        </p:spPr>
        <p:txBody>
          <a:bodyPr/>
          <a:lstStyle/>
          <a:p>
            <a:r>
              <a:rPr lang="en-US" dirty="0"/>
              <a:t>…, Merge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7  2  9  4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  7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381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9  4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4  9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7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2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9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9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solidFill>
                    <a:srgbClr val="000000"/>
                  </a:solidFill>
                  <a:sym typeface="Symbol" pitchFamily="-110" charset="2"/>
                </a:rPr>
                <a:t>4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4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3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8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6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1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  <p:sp>
        <p:nvSpPr>
          <p:cNvPr id="41" name="Line 34">
            <a:extLst>
              <a:ext uri="{FF2B5EF4-FFF2-40B4-BE49-F238E27FC236}">
                <a16:creationId xmlns:a16="http://schemas.microsoft.com/office/drawing/2014/main" id="{8CEA4690-5B73-944F-9021-089AE470E5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1" y="5179220"/>
            <a:ext cx="381000" cy="3810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Line 35">
            <a:extLst>
              <a:ext uri="{FF2B5EF4-FFF2-40B4-BE49-F238E27FC236}">
                <a16:creationId xmlns:a16="http://schemas.microsoft.com/office/drawing/2014/main" id="{A3B931D2-8292-7741-B97A-D2EE2223D8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1" y="5179220"/>
            <a:ext cx="381000" cy="3810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3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1676400"/>
            <a:ext cx="7772400" cy="685800"/>
          </a:xfrm>
        </p:spPr>
        <p:txBody>
          <a:bodyPr/>
          <a:lstStyle/>
          <a:p>
            <a:r>
              <a:rPr lang="en-US" dirty="0"/>
              <a:t>Merge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381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7  2  9  4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  4  7  9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  7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9  4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4  9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7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2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9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9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solidFill>
                    <a:srgbClr val="000000"/>
                  </a:solidFill>
                  <a:sym typeface="Symbol" pitchFamily="-110" charset="2"/>
                </a:rPr>
                <a:t>4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4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3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8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6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>
                  <a:solidFill>
                    <a:schemeClr val="folHlink"/>
                  </a:solidFill>
                </a:rPr>
                <a:t>1 </a:t>
              </a:r>
              <a:r>
                <a:rPr lang="en-US" b="1">
                  <a:solidFill>
                    <a:schemeClr val="folHlink"/>
                  </a:solidFill>
                  <a:sym typeface="Symbol" pitchFamily="-110" charset="2"/>
                </a:rPr>
                <a:t></a:t>
              </a:r>
              <a:r>
                <a:rPr lang="en-US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B221AF29-165F-0441-A1B2-4663B6C3A5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7964" y="4153697"/>
            <a:ext cx="635000" cy="390524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35">
            <a:extLst>
              <a:ext uri="{FF2B5EF4-FFF2-40B4-BE49-F238E27FC236}">
                <a16:creationId xmlns:a16="http://schemas.microsoft.com/office/drawing/2014/main" id="{884FD112-529F-5D4F-BFEE-4E387E03A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6451" y="4153695"/>
            <a:ext cx="639761" cy="390525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10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1676400"/>
            <a:ext cx="7772400" cy="685800"/>
          </a:xfrm>
        </p:spPr>
        <p:txBody>
          <a:bodyPr/>
          <a:lstStyle/>
          <a:p>
            <a:r>
              <a:rPr lang="en-US" dirty="0"/>
              <a:t>Merge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7  2  9  4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  4  7  9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381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3  8  6  1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  1  3  6  8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  7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9  4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4  9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3  8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  3  8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6  1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  1  6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7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2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9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9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solidFill>
                    <a:srgbClr val="000000"/>
                  </a:solidFill>
                  <a:sym typeface="Symbol" pitchFamily="-110" charset="2"/>
                </a:rPr>
                <a:t>4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4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3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3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8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8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6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6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1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1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B221AF29-165F-0441-A1B2-4663B6C3A5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7565" y="4148934"/>
            <a:ext cx="635000" cy="390524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35">
            <a:extLst>
              <a:ext uri="{FF2B5EF4-FFF2-40B4-BE49-F238E27FC236}">
                <a16:creationId xmlns:a16="http://schemas.microsoft.com/office/drawing/2014/main" id="{884FD112-529F-5D4F-BFEE-4E387E03A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6052" y="4148932"/>
            <a:ext cx="639761" cy="390525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52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1676400"/>
            <a:ext cx="7772400" cy="685800"/>
          </a:xfrm>
        </p:spPr>
        <p:txBody>
          <a:bodyPr/>
          <a:lstStyle/>
          <a:p>
            <a:r>
              <a:rPr lang="en-US" dirty="0"/>
              <a:t>Merge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29606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4029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24939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46164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2960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50958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2747964" y="3617914"/>
            <a:ext cx="6981825" cy="427037"/>
            <a:chOff x="771" y="2764"/>
            <a:chExt cx="4398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7  2  9  4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  4  7  9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3  8  6  1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  1  3  6  8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2266950" y="4643439"/>
            <a:ext cx="7996238" cy="427037"/>
            <a:chOff x="468" y="3168"/>
            <a:chExt cx="5037" cy="269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7  2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  7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9  4 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4  9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3  8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  3  8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grpFill/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6  1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  1  6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2133600" y="5668964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7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7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2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2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9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9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solidFill>
                    <a:srgbClr val="000000"/>
                  </a:solidFill>
                  <a:sym typeface="Symbol" pitchFamily="-110" charset="2"/>
                </a:rPr>
                <a:t>4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4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3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3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8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8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6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6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/>
                <a:t>1</a:t>
              </a:r>
              <a:r>
                <a:rPr lang="en-US" b="1" dirty="0">
                  <a:solidFill>
                    <a:srgbClr val="000000"/>
                  </a:solidFill>
                  <a:sym typeface="Symbol" pitchFamily="-110" charset="2"/>
                </a:rPr>
                <a:t> 1</a:t>
              </a:r>
              <a:endParaRPr lang="en-US" dirty="0">
                <a:solidFill>
                  <a:schemeClr val="folHlink"/>
                </a:solidFill>
              </a:endParaRP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7380289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8448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6913564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9036051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7380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9515476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3810000" y="2590801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7  2  9  4  3  8  6  1</a:t>
            </a:r>
            <a:r>
              <a:rPr lang="en-US" b="1" dirty="0">
                <a:solidFill>
                  <a:srgbClr val="000000"/>
                </a:solidFill>
                <a:sym typeface="Symbol" pitchFamily="-110" charset="2"/>
              </a:rPr>
              <a:t>  1  2  3  4  6  7  8  9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4029076" y="3040064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6248401" y="3040064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A3DCC3ED-6294-DF4F-ACBA-3237B0579BC0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B221AF29-165F-0441-A1B2-4663B6C3A5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4425" y="3152778"/>
            <a:ext cx="1151297" cy="30321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35">
            <a:extLst>
              <a:ext uri="{FF2B5EF4-FFF2-40B4-BE49-F238E27FC236}">
                <a16:creationId xmlns:a16="http://schemas.microsoft.com/office/drawing/2014/main" id="{884FD112-529F-5D4F-BFEE-4E387E03A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4288" y="3135725"/>
            <a:ext cx="1068388" cy="300037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19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merge_sort">
            <a:extLst>
              <a:ext uri="{FF2B5EF4-FFF2-40B4-BE49-F238E27FC236}">
                <a16:creationId xmlns:a16="http://schemas.microsoft.com/office/drawing/2014/main" id="{BCC138BC-08AA-5E46-B437-9CD95561D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090" y="1211919"/>
            <a:ext cx="5581650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B8FBE646-3409-5F42-AC74-BF1AA15DD8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7932639"/>
              </p:ext>
            </p:extLst>
          </p:nvPr>
        </p:nvGraphicFramePr>
        <p:xfrm>
          <a:off x="7116801" y="2841496"/>
          <a:ext cx="3657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q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i="1" dirty="0"/>
                        <a:t>q</a:t>
                      </a:r>
                      <a:r>
                        <a:rPr lang="en-US" dirty="0"/>
                        <a:t>+1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1B5953-899C-4C42-9D71-2315FB4D1D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0302440"/>
              </p:ext>
            </p:extLst>
          </p:nvPr>
        </p:nvGraphicFramePr>
        <p:xfrm>
          <a:off x="6309905" y="3993624"/>
          <a:ext cx="21945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i="1" dirty="0"/>
                        <a:t>n</a:t>
                      </a:r>
                      <a:r>
                        <a:rPr lang="en-US" i="0" baseline="-25000" dirty="0"/>
                        <a:t>1</a:t>
                      </a:r>
                      <a:r>
                        <a:rPr lang="en-US" dirty="0"/>
                        <a:t>+1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0D82BD-2161-6749-AB77-EC235D202C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9041914"/>
              </p:ext>
            </p:extLst>
          </p:nvPr>
        </p:nvGraphicFramePr>
        <p:xfrm>
          <a:off x="8830185" y="3993624"/>
          <a:ext cx="21945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i="0" dirty="0"/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i="1" dirty="0"/>
                        <a:t>n</a:t>
                      </a:r>
                      <a:r>
                        <a:rPr lang="en-US" i="0" baseline="-25000" dirty="0"/>
                        <a:t>2</a:t>
                      </a:r>
                      <a:r>
                        <a:rPr lang="en-US" dirty="0"/>
                        <a:t>+1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1F03BF1A-0A2D-B54C-BCC1-2BCCC7B17EFC}"/>
              </a:ext>
            </a:extLst>
          </p:cNvPr>
          <p:cNvSpPr txBox="1">
            <a:spLocks/>
          </p:cNvSpPr>
          <p:nvPr/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Merge sort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774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93DE-32C3-8440-81CD-1AB259FF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676F9-08F7-3D49-93DF-2EF9B6A994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058400" cy="39781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Recurrence relation of worst-case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800" dirty="0"/>
              </a:p>
              <a:p>
                <a:pPr marL="0" indent="0">
                  <a:buNone/>
                </a:pPr>
                <a:r>
                  <a:rPr lang="en-US" b="0" dirty="0"/>
                  <a:t>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800" b="0" dirty="0"/>
                  <a:t> 						</a:t>
                </a: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= 1 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𝑐𝑒𝑖𝑙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𝑓𝑙𝑜𝑜𝑟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	otherwise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Equivalently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800" dirty="0"/>
                  <a:t> 				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1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𝑏𝑛</m:t>
                    </m:r>
                  </m:oMath>
                </a14:m>
                <a:r>
                  <a:rPr lang="en-US" dirty="0"/>
                  <a:t> 		otherwise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676F9-08F7-3D49-93DF-2EF9B6A994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058400" cy="3978177"/>
              </a:xfrm>
              <a:blipFill>
                <a:blip r:embed="rId2"/>
                <a:stretch>
                  <a:fillRect l="-631" t="-1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451945-9D37-004E-8211-FF3A717026D9}"/>
                  </a:ext>
                </a:extLst>
              </p:cNvPr>
              <p:cNvSpPr txBox="1"/>
              <p:nvPr/>
            </p:nvSpPr>
            <p:spPr>
              <a:xfrm>
                <a:off x="1069848" y="2940939"/>
                <a:ext cx="10602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451945-9D37-004E-8211-FF3A71702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40939"/>
                <a:ext cx="106022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utoShape 9">
            <a:extLst>
              <a:ext uri="{FF2B5EF4-FFF2-40B4-BE49-F238E27FC236}">
                <a16:creationId xmlns:a16="http://schemas.microsoft.com/office/drawing/2014/main" id="{862E3B09-A8BD-DB42-919F-7347D51240C3}"/>
              </a:ext>
            </a:extLst>
          </p:cNvPr>
          <p:cNvSpPr>
            <a:spLocks/>
          </p:cNvSpPr>
          <p:nvPr/>
        </p:nvSpPr>
        <p:spPr bwMode="auto">
          <a:xfrm>
            <a:off x="2084349" y="2746416"/>
            <a:ext cx="45719" cy="836642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4844F2-AFD5-D74A-8E3D-BE0F7DD30192}"/>
                  </a:ext>
                </a:extLst>
              </p:cNvPr>
              <p:cNvSpPr txBox="1"/>
              <p:nvPr/>
            </p:nvSpPr>
            <p:spPr>
              <a:xfrm>
                <a:off x="1063752" y="4896451"/>
                <a:ext cx="10602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4844F2-AFD5-D74A-8E3D-BE0F7DD30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752" y="4896451"/>
                <a:ext cx="106022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utoShape 9">
            <a:extLst>
              <a:ext uri="{FF2B5EF4-FFF2-40B4-BE49-F238E27FC236}">
                <a16:creationId xmlns:a16="http://schemas.microsoft.com/office/drawing/2014/main" id="{4BCF6B66-5F7A-8543-9542-5EA51FDA89DC}"/>
              </a:ext>
            </a:extLst>
          </p:cNvPr>
          <p:cNvSpPr>
            <a:spLocks/>
          </p:cNvSpPr>
          <p:nvPr/>
        </p:nvSpPr>
        <p:spPr bwMode="auto">
          <a:xfrm>
            <a:off x="2078253" y="4701928"/>
            <a:ext cx="45719" cy="836642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07B9D077-1A9E-8646-AA0D-F1EBCF5880A2}"/>
              </a:ext>
            </a:extLst>
          </p:cNvPr>
          <p:cNvSpPr/>
          <p:nvPr/>
        </p:nvSpPr>
        <p:spPr>
          <a:xfrm rot="16200000">
            <a:off x="2721495" y="3174461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C7E72B2-A1E7-8F4A-A80A-526485E05584}"/>
              </a:ext>
            </a:extLst>
          </p:cNvPr>
          <p:cNvSpPr/>
          <p:nvPr/>
        </p:nvSpPr>
        <p:spPr>
          <a:xfrm rot="16200000">
            <a:off x="4315420" y="3174461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A0C0E30B-B27D-E542-989A-C7DBB0591ADE}"/>
              </a:ext>
            </a:extLst>
          </p:cNvPr>
          <p:cNvSpPr/>
          <p:nvPr/>
        </p:nvSpPr>
        <p:spPr>
          <a:xfrm rot="16200000">
            <a:off x="5567124" y="3516683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C3C61731-280B-A04E-94E9-805FF7DF8228}"/>
              </a:ext>
            </a:extLst>
          </p:cNvPr>
          <p:cNvSpPr/>
          <p:nvPr/>
        </p:nvSpPr>
        <p:spPr>
          <a:xfrm rot="16200000">
            <a:off x="6398968" y="3516681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23F5F-8A05-3F47-A8A6-436BCD500E52}"/>
              </a:ext>
            </a:extLst>
          </p:cNvPr>
          <p:cNvSpPr txBox="1"/>
          <p:nvPr/>
        </p:nvSpPr>
        <p:spPr>
          <a:xfrm>
            <a:off x="2216076" y="3836225"/>
            <a:ext cx="1273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left half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E1DE9D-16BD-614B-AC91-820A19C4273A}"/>
              </a:ext>
            </a:extLst>
          </p:cNvPr>
          <p:cNvSpPr txBox="1"/>
          <p:nvPr/>
        </p:nvSpPr>
        <p:spPr>
          <a:xfrm>
            <a:off x="3722541" y="3836225"/>
            <a:ext cx="1411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right half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9CA356-E7AB-4446-AAA8-8A1C3F9EC11E}"/>
              </a:ext>
            </a:extLst>
          </p:cNvPr>
          <p:cNvSpPr txBox="1"/>
          <p:nvPr/>
        </p:nvSpPr>
        <p:spPr>
          <a:xfrm>
            <a:off x="5246601" y="3836225"/>
            <a:ext cx="8767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dividing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91C200-7464-F847-A428-2F3E21C4D8AD}"/>
              </a:ext>
            </a:extLst>
          </p:cNvPr>
          <p:cNvSpPr txBox="1"/>
          <p:nvPr/>
        </p:nvSpPr>
        <p:spPr>
          <a:xfrm>
            <a:off x="6065583" y="3836225"/>
            <a:ext cx="892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merging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6E5963A2-E105-054D-8868-1C148010283C}"/>
              </a:ext>
            </a:extLst>
          </p:cNvPr>
          <p:cNvSpPr/>
          <p:nvPr/>
        </p:nvSpPr>
        <p:spPr>
          <a:xfrm rot="16200000">
            <a:off x="2581512" y="5075434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E63DA8-06AA-F84B-B94F-2FD0F6915116}"/>
              </a:ext>
            </a:extLst>
          </p:cNvPr>
          <p:cNvSpPr txBox="1"/>
          <p:nvPr/>
        </p:nvSpPr>
        <p:spPr>
          <a:xfrm>
            <a:off x="1813552" y="5737198"/>
            <a:ext cx="176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sorting both halves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EC91651-C8E5-4C4C-824D-EBC0AEF3152D}"/>
              </a:ext>
            </a:extLst>
          </p:cNvPr>
          <p:cNvSpPr/>
          <p:nvPr/>
        </p:nvSpPr>
        <p:spPr>
          <a:xfrm rot="16200000">
            <a:off x="4466062" y="5417656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9471D7-EF51-624C-8D66-C74822F24523}"/>
              </a:ext>
            </a:extLst>
          </p:cNvPr>
          <p:cNvSpPr txBox="1"/>
          <p:nvPr/>
        </p:nvSpPr>
        <p:spPr>
          <a:xfrm>
            <a:off x="3682956" y="5737198"/>
            <a:ext cx="1814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Dividing + merging</a:t>
            </a:r>
          </a:p>
        </p:txBody>
      </p:sp>
    </p:spTree>
    <p:extLst>
      <p:ext uri="{BB962C8B-B14F-4D97-AF65-F5344CB8AC3E}">
        <p14:creationId xmlns:p14="http://schemas.microsoft.com/office/powerpoint/2010/main" val="863258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DA38-576E-6143-8E9C-CC35DF9B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				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524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DA38-576E-6143-8E9C-CC35DF9B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				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3EAD8-4D17-724C-9FAB-FC39806CA3B1}"/>
              </a:ext>
            </a:extLst>
          </p:cNvPr>
          <p:cNvCxnSpPr>
            <a:cxnSpLocks/>
          </p:cNvCxnSpPr>
          <p:nvPr/>
        </p:nvCxnSpPr>
        <p:spPr>
          <a:xfrm flipH="1">
            <a:off x="4005436" y="2528047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02B87E-476F-214D-B1C3-D4D7EAD8AE6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286914" y="2528047"/>
            <a:ext cx="984797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/>
              <p:nvPr/>
            </p:nvSpPr>
            <p:spPr>
              <a:xfrm>
                <a:off x="3752079" y="3076834"/>
                <a:ext cx="714683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079" y="3076834"/>
                <a:ext cx="714683" cy="564898"/>
              </a:xfrm>
              <a:prstGeom prst="rect">
                <a:avLst/>
              </a:prstGeom>
              <a:blipFill>
                <a:blip r:embed="rId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/>
              <p:nvPr/>
            </p:nvSpPr>
            <p:spPr>
              <a:xfrm>
                <a:off x="5914369" y="3076834"/>
                <a:ext cx="714683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369" y="3076834"/>
                <a:ext cx="714683" cy="564898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622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DA38-576E-6143-8E9C-CC35DF9B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				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3EAD8-4D17-724C-9FAB-FC39806CA3B1}"/>
              </a:ext>
            </a:extLst>
          </p:cNvPr>
          <p:cNvCxnSpPr>
            <a:cxnSpLocks/>
          </p:cNvCxnSpPr>
          <p:nvPr/>
        </p:nvCxnSpPr>
        <p:spPr>
          <a:xfrm flipH="1">
            <a:off x="4005436" y="2528047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02B87E-476F-214D-B1C3-D4D7EAD8AE6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286914" y="2528047"/>
            <a:ext cx="879671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/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/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18DD81-20B4-C14B-B2DC-7B0FE60864FD}"/>
              </a:ext>
            </a:extLst>
          </p:cNvPr>
          <p:cNvCxnSpPr>
            <a:cxnSpLocks/>
          </p:cNvCxnSpPr>
          <p:nvPr/>
        </p:nvCxnSpPr>
        <p:spPr>
          <a:xfrm flipH="1">
            <a:off x="3303762" y="3641732"/>
            <a:ext cx="568988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DA2615-F9BE-334E-AE1A-5CDD6A424E60}"/>
              </a:ext>
            </a:extLst>
          </p:cNvPr>
          <p:cNvCxnSpPr>
            <a:cxnSpLocks/>
          </p:cNvCxnSpPr>
          <p:nvPr/>
        </p:nvCxnSpPr>
        <p:spPr>
          <a:xfrm>
            <a:off x="4103335" y="3645497"/>
            <a:ext cx="548646" cy="58306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55D445-3FD5-D444-9A52-F0CAA4FFD1C9}"/>
              </a:ext>
            </a:extLst>
          </p:cNvPr>
          <p:cNvCxnSpPr>
            <a:cxnSpLocks/>
          </p:cNvCxnSpPr>
          <p:nvPr/>
        </p:nvCxnSpPr>
        <p:spPr>
          <a:xfrm flipH="1">
            <a:off x="5503240" y="3641732"/>
            <a:ext cx="505611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12ABEE-79E6-2746-B803-FD69B5B3D0F5}"/>
              </a:ext>
            </a:extLst>
          </p:cNvPr>
          <p:cNvCxnSpPr>
            <a:cxnSpLocks/>
          </p:cNvCxnSpPr>
          <p:nvPr/>
        </p:nvCxnSpPr>
        <p:spPr>
          <a:xfrm>
            <a:off x="6282469" y="3641732"/>
            <a:ext cx="567664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/>
              <p:nvPr/>
            </p:nvSpPr>
            <p:spPr>
              <a:xfrm>
                <a:off x="2995066" y="4250469"/>
                <a:ext cx="714683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066" y="4250469"/>
                <a:ext cx="714683" cy="564898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/>
              <p:nvPr/>
            </p:nvSpPr>
            <p:spPr>
              <a:xfrm>
                <a:off x="4377658" y="4255702"/>
                <a:ext cx="714683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658" y="4255702"/>
                <a:ext cx="714683" cy="564898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/>
              <p:nvPr/>
            </p:nvSpPr>
            <p:spPr>
              <a:xfrm>
                <a:off x="5233138" y="4295457"/>
                <a:ext cx="714683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138" y="4295457"/>
                <a:ext cx="714683" cy="564898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/>
              <p:nvPr/>
            </p:nvSpPr>
            <p:spPr>
              <a:xfrm>
                <a:off x="6649851" y="4295457"/>
                <a:ext cx="714683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51" y="4295457"/>
                <a:ext cx="714683" cy="564898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DA38-576E-6143-8E9C-CC35DF9B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				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3EAD8-4D17-724C-9FAB-FC39806CA3B1}"/>
              </a:ext>
            </a:extLst>
          </p:cNvPr>
          <p:cNvCxnSpPr>
            <a:cxnSpLocks/>
          </p:cNvCxnSpPr>
          <p:nvPr/>
        </p:nvCxnSpPr>
        <p:spPr>
          <a:xfrm flipH="1">
            <a:off x="4005436" y="2528047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02B87E-476F-214D-B1C3-D4D7EAD8AE6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286914" y="2528047"/>
            <a:ext cx="879671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/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/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18DD81-20B4-C14B-B2DC-7B0FE60864FD}"/>
              </a:ext>
            </a:extLst>
          </p:cNvPr>
          <p:cNvCxnSpPr>
            <a:cxnSpLocks/>
          </p:cNvCxnSpPr>
          <p:nvPr/>
        </p:nvCxnSpPr>
        <p:spPr>
          <a:xfrm flipH="1">
            <a:off x="3303762" y="3641732"/>
            <a:ext cx="568988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DA2615-F9BE-334E-AE1A-5CDD6A424E60}"/>
              </a:ext>
            </a:extLst>
          </p:cNvPr>
          <p:cNvCxnSpPr>
            <a:cxnSpLocks/>
          </p:cNvCxnSpPr>
          <p:nvPr/>
        </p:nvCxnSpPr>
        <p:spPr>
          <a:xfrm>
            <a:off x="4103335" y="3645497"/>
            <a:ext cx="548646" cy="58306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55D445-3FD5-D444-9A52-F0CAA4FFD1C9}"/>
              </a:ext>
            </a:extLst>
          </p:cNvPr>
          <p:cNvCxnSpPr>
            <a:cxnSpLocks/>
          </p:cNvCxnSpPr>
          <p:nvPr/>
        </p:nvCxnSpPr>
        <p:spPr>
          <a:xfrm flipH="1">
            <a:off x="5503240" y="3641732"/>
            <a:ext cx="505611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12ABEE-79E6-2746-B803-FD69B5B3D0F5}"/>
              </a:ext>
            </a:extLst>
          </p:cNvPr>
          <p:cNvCxnSpPr>
            <a:cxnSpLocks/>
          </p:cNvCxnSpPr>
          <p:nvPr/>
        </p:nvCxnSpPr>
        <p:spPr>
          <a:xfrm>
            <a:off x="6282469" y="3641732"/>
            <a:ext cx="567664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/>
              <p:nvPr/>
            </p:nvSpPr>
            <p:spPr>
              <a:xfrm>
                <a:off x="2995066" y="4250469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066" y="4250469"/>
                <a:ext cx="504432" cy="616451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/>
              <p:nvPr/>
            </p:nvSpPr>
            <p:spPr>
              <a:xfrm>
                <a:off x="4377658" y="4255702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658" y="4255702"/>
                <a:ext cx="504432" cy="616451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/>
              <p:nvPr/>
            </p:nvSpPr>
            <p:spPr>
              <a:xfrm>
                <a:off x="5233138" y="4295457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138" y="4295457"/>
                <a:ext cx="504432" cy="616451"/>
              </a:xfrm>
              <a:prstGeom prst="rect">
                <a:avLst/>
              </a:prstGeom>
              <a:blipFill>
                <a:blip r:embed="rId7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/>
              <p:nvPr/>
            </p:nvSpPr>
            <p:spPr>
              <a:xfrm>
                <a:off x="6649851" y="4295457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51" y="4295457"/>
                <a:ext cx="504432" cy="616451"/>
              </a:xfrm>
              <a:prstGeom prst="rect">
                <a:avLst/>
              </a:prstGeom>
              <a:blipFill>
                <a:blip r:embed="rId8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F276D0-39ED-D143-AC34-41C11552D5EC}"/>
              </a:ext>
            </a:extLst>
          </p:cNvPr>
          <p:cNvCxnSpPr>
            <a:cxnSpLocks/>
          </p:cNvCxnSpPr>
          <p:nvPr/>
        </p:nvCxnSpPr>
        <p:spPr>
          <a:xfrm flipH="1">
            <a:off x="2995066" y="4906966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05DE16-637B-0144-BE1A-C12F3A294683}"/>
              </a:ext>
            </a:extLst>
          </p:cNvPr>
          <p:cNvCxnSpPr>
            <a:cxnSpLocks/>
          </p:cNvCxnSpPr>
          <p:nvPr/>
        </p:nvCxnSpPr>
        <p:spPr>
          <a:xfrm>
            <a:off x="3298304" y="4910731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4B4D27-C0C0-FD4A-8DCC-40BA48100DFC}"/>
              </a:ext>
            </a:extLst>
          </p:cNvPr>
          <p:cNvCxnSpPr/>
          <p:nvPr/>
        </p:nvCxnSpPr>
        <p:spPr>
          <a:xfrm>
            <a:off x="2984308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B9917E-83B1-6E43-9B9C-CF3F1B32A21B}"/>
              </a:ext>
            </a:extLst>
          </p:cNvPr>
          <p:cNvCxnSpPr/>
          <p:nvPr/>
        </p:nvCxnSpPr>
        <p:spPr>
          <a:xfrm>
            <a:off x="3480263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7052B2-918F-A140-BD69-71D1E17C475C}"/>
              </a:ext>
            </a:extLst>
          </p:cNvPr>
          <p:cNvCxnSpPr>
            <a:cxnSpLocks/>
          </p:cNvCxnSpPr>
          <p:nvPr/>
        </p:nvCxnSpPr>
        <p:spPr>
          <a:xfrm flipH="1">
            <a:off x="4377657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224229-6562-454B-862B-4396B404EDFA}"/>
              </a:ext>
            </a:extLst>
          </p:cNvPr>
          <p:cNvCxnSpPr>
            <a:cxnSpLocks/>
          </p:cNvCxnSpPr>
          <p:nvPr/>
        </p:nvCxnSpPr>
        <p:spPr>
          <a:xfrm>
            <a:off x="4680895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7F5919-C780-974D-975B-BB515C0202C7}"/>
              </a:ext>
            </a:extLst>
          </p:cNvPr>
          <p:cNvCxnSpPr/>
          <p:nvPr/>
        </p:nvCxnSpPr>
        <p:spPr>
          <a:xfrm>
            <a:off x="4366899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7F56EDD-E4E5-A44F-AC28-5D92F07354E7}"/>
              </a:ext>
            </a:extLst>
          </p:cNvPr>
          <p:cNvCxnSpPr/>
          <p:nvPr/>
        </p:nvCxnSpPr>
        <p:spPr>
          <a:xfrm>
            <a:off x="4862854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EB86AD-F592-4C45-8EE6-615BE9801EE6}"/>
              </a:ext>
            </a:extLst>
          </p:cNvPr>
          <p:cNvCxnSpPr>
            <a:cxnSpLocks/>
          </p:cNvCxnSpPr>
          <p:nvPr/>
        </p:nvCxnSpPr>
        <p:spPr>
          <a:xfrm flipH="1">
            <a:off x="5254710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D3A35A-C4D1-584A-B0EE-EA1F6B129FFE}"/>
              </a:ext>
            </a:extLst>
          </p:cNvPr>
          <p:cNvCxnSpPr>
            <a:cxnSpLocks/>
          </p:cNvCxnSpPr>
          <p:nvPr/>
        </p:nvCxnSpPr>
        <p:spPr>
          <a:xfrm>
            <a:off x="5557948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82337E-99E8-6D4A-95F3-155AAE702C83}"/>
              </a:ext>
            </a:extLst>
          </p:cNvPr>
          <p:cNvCxnSpPr/>
          <p:nvPr/>
        </p:nvCxnSpPr>
        <p:spPr>
          <a:xfrm>
            <a:off x="5243952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F2C055E-20A6-8447-8B3E-755B0D0EEEF8}"/>
              </a:ext>
            </a:extLst>
          </p:cNvPr>
          <p:cNvCxnSpPr>
            <a:cxnSpLocks/>
          </p:cNvCxnSpPr>
          <p:nvPr/>
        </p:nvCxnSpPr>
        <p:spPr>
          <a:xfrm flipH="1" flipV="1">
            <a:off x="5739907" y="5998251"/>
            <a:ext cx="542562" cy="4516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ECCB7F-FAAA-ED4B-BA87-61A5A5D54871}"/>
              </a:ext>
            </a:extLst>
          </p:cNvPr>
          <p:cNvCxnSpPr>
            <a:cxnSpLocks/>
          </p:cNvCxnSpPr>
          <p:nvPr/>
        </p:nvCxnSpPr>
        <p:spPr>
          <a:xfrm flipH="1">
            <a:off x="6660609" y="4897609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AE340EA-20E3-DE49-90EC-09DAB6456EE7}"/>
              </a:ext>
            </a:extLst>
          </p:cNvPr>
          <p:cNvCxnSpPr>
            <a:cxnSpLocks/>
          </p:cNvCxnSpPr>
          <p:nvPr/>
        </p:nvCxnSpPr>
        <p:spPr>
          <a:xfrm>
            <a:off x="6963847" y="4901374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FFB3A01-C5DD-304B-8979-A964A96CF929}"/>
              </a:ext>
            </a:extLst>
          </p:cNvPr>
          <p:cNvCxnSpPr/>
          <p:nvPr/>
        </p:nvCxnSpPr>
        <p:spPr>
          <a:xfrm>
            <a:off x="6649851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6201B17-E8DD-0B4B-92D4-7FAED73E3B0B}"/>
              </a:ext>
            </a:extLst>
          </p:cNvPr>
          <p:cNvCxnSpPr/>
          <p:nvPr/>
        </p:nvCxnSpPr>
        <p:spPr>
          <a:xfrm>
            <a:off x="7145806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7CF7EF-441C-0E42-B357-2BA5EE9F49FC}"/>
                  </a:ext>
                </a:extLst>
              </p:cNvPr>
              <p:cNvSpPr txBox="1"/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7CF7EF-441C-0E42-B357-2BA5EE9F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043B11-B35A-204A-88BD-E4ECB8A3F574}"/>
                  </a:ext>
                </a:extLst>
              </p:cNvPr>
              <p:cNvSpPr txBox="1"/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043B11-B35A-204A-88BD-E4ECB8A3F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007D3E-2611-B34B-978E-3B6B7359CD59}"/>
                  </a:ext>
                </a:extLst>
              </p:cNvPr>
              <p:cNvSpPr txBox="1"/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007D3E-2611-B34B-978E-3B6B7359C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5C97CE-4A52-8741-B3A3-02165DCD09DD}"/>
                  </a:ext>
                </a:extLst>
              </p:cNvPr>
              <p:cNvSpPr txBox="1"/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5C97CE-4A52-8741-B3A3-02165DCD0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99A0BE-D882-F94C-83FD-D7A392C219BB}"/>
                  </a:ext>
                </a:extLst>
              </p:cNvPr>
              <p:cNvSpPr txBox="1"/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99A0BE-D882-F94C-83FD-D7A392C21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8C650F-C55B-0B45-BD1D-AC6B02FDCDE5}"/>
                  </a:ext>
                </a:extLst>
              </p:cNvPr>
              <p:cNvSpPr txBox="1"/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8C650F-C55B-0B45-BD1D-AC6B02FDC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12461B6-D297-4E4C-9969-A330D6727C6A}"/>
                  </a:ext>
                </a:extLst>
              </p:cNvPr>
              <p:cNvSpPr txBox="1"/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12461B6-D297-4E4C-9969-A330D6727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453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DA38-576E-6143-8E9C-CC35DF9B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				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3EAD8-4D17-724C-9FAB-FC39806CA3B1}"/>
              </a:ext>
            </a:extLst>
          </p:cNvPr>
          <p:cNvCxnSpPr>
            <a:cxnSpLocks/>
          </p:cNvCxnSpPr>
          <p:nvPr/>
        </p:nvCxnSpPr>
        <p:spPr>
          <a:xfrm flipH="1">
            <a:off x="4005436" y="2528047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02B87E-476F-214D-B1C3-D4D7EAD8AE6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286914" y="2528047"/>
            <a:ext cx="879671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/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/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18DD81-20B4-C14B-B2DC-7B0FE60864FD}"/>
              </a:ext>
            </a:extLst>
          </p:cNvPr>
          <p:cNvCxnSpPr>
            <a:cxnSpLocks/>
          </p:cNvCxnSpPr>
          <p:nvPr/>
        </p:nvCxnSpPr>
        <p:spPr>
          <a:xfrm flipH="1">
            <a:off x="3303762" y="3641732"/>
            <a:ext cx="568988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DA2615-F9BE-334E-AE1A-5CDD6A424E60}"/>
              </a:ext>
            </a:extLst>
          </p:cNvPr>
          <p:cNvCxnSpPr>
            <a:cxnSpLocks/>
          </p:cNvCxnSpPr>
          <p:nvPr/>
        </p:nvCxnSpPr>
        <p:spPr>
          <a:xfrm>
            <a:off x="4103335" y="3645497"/>
            <a:ext cx="548646" cy="58306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55D445-3FD5-D444-9A52-F0CAA4FFD1C9}"/>
              </a:ext>
            </a:extLst>
          </p:cNvPr>
          <p:cNvCxnSpPr>
            <a:cxnSpLocks/>
          </p:cNvCxnSpPr>
          <p:nvPr/>
        </p:nvCxnSpPr>
        <p:spPr>
          <a:xfrm flipH="1">
            <a:off x="5503240" y="3641732"/>
            <a:ext cx="505611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12ABEE-79E6-2746-B803-FD69B5B3D0F5}"/>
              </a:ext>
            </a:extLst>
          </p:cNvPr>
          <p:cNvCxnSpPr>
            <a:cxnSpLocks/>
          </p:cNvCxnSpPr>
          <p:nvPr/>
        </p:nvCxnSpPr>
        <p:spPr>
          <a:xfrm>
            <a:off x="6282469" y="3641732"/>
            <a:ext cx="567664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/>
              <p:nvPr/>
            </p:nvSpPr>
            <p:spPr>
              <a:xfrm>
                <a:off x="2995066" y="4250469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066" y="4250469"/>
                <a:ext cx="504432" cy="616451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/>
              <p:nvPr/>
            </p:nvSpPr>
            <p:spPr>
              <a:xfrm>
                <a:off x="4377658" y="4255702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658" y="4255702"/>
                <a:ext cx="504432" cy="616451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/>
              <p:nvPr/>
            </p:nvSpPr>
            <p:spPr>
              <a:xfrm>
                <a:off x="5233138" y="4295457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138" y="4295457"/>
                <a:ext cx="504432" cy="616451"/>
              </a:xfrm>
              <a:prstGeom prst="rect">
                <a:avLst/>
              </a:prstGeom>
              <a:blipFill>
                <a:blip r:embed="rId7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/>
              <p:nvPr/>
            </p:nvSpPr>
            <p:spPr>
              <a:xfrm>
                <a:off x="6649851" y="4295457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51" y="4295457"/>
                <a:ext cx="504432" cy="616451"/>
              </a:xfrm>
              <a:prstGeom prst="rect">
                <a:avLst/>
              </a:prstGeom>
              <a:blipFill>
                <a:blip r:embed="rId8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F276D0-39ED-D143-AC34-41C11552D5EC}"/>
              </a:ext>
            </a:extLst>
          </p:cNvPr>
          <p:cNvCxnSpPr>
            <a:cxnSpLocks/>
          </p:cNvCxnSpPr>
          <p:nvPr/>
        </p:nvCxnSpPr>
        <p:spPr>
          <a:xfrm flipH="1">
            <a:off x="2995066" y="4906966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05DE16-637B-0144-BE1A-C12F3A294683}"/>
              </a:ext>
            </a:extLst>
          </p:cNvPr>
          <p:cNvCxnSpPr>
            <a:cxnSpLocks/>
          </p:cNvCxnSpPr>
          <p:nvPr/>
        </p:nvCxnSpPr>
        <p:spPr>
          <a:xfrm>
            <a:off x="3298304" y="4910731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4B4D27-C0C0-FD4A-8DCC-40BA48100DFC}"/>
              </a:ext>
            </a:extLst>
          </p:cNvPr>
          <p:cNvCxnSpPr/>
          <p:nvPr/>
        </p:nvCxnSpPr>
        <p:spPr>
          <a:xfrm>
            <a:off x="2984308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B9917E-83B1-6E43-9B9C-CF3F1B32A21B}"/>
              </a:ext>
            </a:extLst>
          </p:cNvPr>
          <p:cNvCxnSpPr/>
          <p:nvPr/>
        </p:nvCxnSpPr>
        <p:spPr>
          <a:xfrm>
            <a:off x="3480263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7052B2-918F-A140-BD69-71D1E17C475C}"/>
              </a:ext>
            </a:extLst>
          </p:cNvPr>
          <p:cNvCxnSpPr>
            <a:cxnSpLocks/>
          </p:cNvCxnSpPr>
          <p:nvPr/>
        </p:nvCxnSpPr>
        <p:spPr>
          <a:xfrm flipH="1">
            <a:off x="4377657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224229-6562-454B-862B-4396B404EDFA}"/>
              </a:ext>
            </a:extLst>
          </p:cNvPr>
          <p:cNvCxnSpPr>
            <a:cxnSpLocks/>
          </p:cNvCxnSpPr>
          <p:nvPr/>
        </p:nvCxnSpPr>
        <p:spPr>
          <a:xfrm>
            <a:off x="4680895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7F5919-C780-974D-975B-BB515C0202C7}"/>
              </a:ext>
            </a:extLst>
          </p:cNvPr>
          <p:cNvCxnSpPr/>
          <p:nvPr/>
        </p:nvCxnSpPr>
        <p:spPr>
          <a:xfrm>
            <a:off x="4366899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7F56EDD-E4E5-A44F-AC28-5D92F07354E7}"/>
              </a:ext>
            </a:extLst>
          </p:cNvPr>
          <p:cNvCxnSpPr/>
          <p:nvPr/>
        </p:nvCxnSpPr>
        <p:spPr>
          <a:xfrm>
            <a:off x="4862854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EB86AD-F592-4C45-8EE6-615BE9801EE6}"/>
              </a:ext>
            </a:extLst>
          </p:cNvPr>
          <p:cNvCxnSpPr>
            <a:cxnSpLocks/>
          </p:cNvCxnSpPr>
          <p:nvPr/>
        </p:nvCxnSpPr>
        <p:spPr>
          <a:xfrm flipH="1">
            <a:off x="5254710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D3A35A-C4D1-584A-B0EE-EA1F6B129FFE}"/>
              </a:ext>
            </a:extLst>
          </p:cNvPr>
          <p:cNvCxnSpPr>
            <a:cxnSpLocks/>
          </p:cNvCxnSpPr>
          <p:nvPr/>
        </p:nvCxnSpPr>
        <p:spPr>
          <a:xfrm>
            <a:off x="5557948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82337E-99E8-6D4A-95F3-155AAE702C83}"/>
              </a:ext>
            </a:extLst>
          </p:cNvPr>
          <p:cNvCxnSpPr/>
          <p:nvPr/>
        </p:nvCxnSpPr>
        <p:spPr>
          <a:xfrm>
            <a:off x="5243952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F2C055E-20A6-8447-8B3E-755B0D0EEEF8}"/>
              </a:ext>
            </a:extLst>
          </p:cNvPr>
          <p:cNvCxnSpPr>
            <a:cxnSpLocks/>
          </p:cNvCxnSpPr>
          <p:nvPr/>
        </p:nvCxnSpPr>
        <p:spPr>
          <a:xfrm flipH="1" flipV="1">
            <a:off x="5739907" y="5998251"/>
            <a:ext cx="542562" cy="4516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ECCB7F-FAAA-ED4B-BA87-61A5A5D54871}"/>
              </a:ext>
            </a:extLst>
          </p:cNvPr>
          <p:cNvCxnSpPr>
            <a:cxnSpLocks/>
          </p:cNvCxnSpPr>
          <p:nvPr/>
        </p:nvCxnSpPr>
        <p:spPr>
          <a:xfrm flipH="1">
            <a:off x="6660609" y="4897609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AE340EA-20E3-DE49-90EC-09DAB6456EE7}"/>
              </a:ext>
            </a:extLst>
          </p:cNvPr>
          <p:cNvCxnSpPr>
            <a:cxnSpLocks/>
          </p:cNvCxnSpPr>
          <p:nvPr/>
        </p:nvCxnSpPr>
        <p:spPr>
          <a:xfrm>
            <a:off x="6963847" y="4901374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FFB3A01-C5DD-304B-8979-A964A96CF929}"/>
              </a:ext>
            </a:extLst>
          </p:cNvPr>
          <p:cNvCxnSpPr/>
          <p:nvPr/>
        </p:nvCxnSpPr>
        <p:spPr>
          <a:xfrm>
            <a:off x="6649851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6201B17-E8DD-0B4B-92D4-7FAED73E3B0B}"/>
              </a:ext>
            </a:extLst>
          </p:cNvPr>
          <p:cNvCxnSpPr/>
          <p:nvPr/>
        </p:nvCxnSpPr>
        <p:spPr>
          <a:xfrm>
            <a:off x="7145806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7CF7EF-441C-0E42-B357-2BA5EE9F49FC}"/>
                  </a:ext>
                </a:extLst>
              </p:cNvPr>
              <p:cNvSpPr txBox="1"/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7CF7EF-441C-0E42-B357-2BA5EE9F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043B11-B35A-204A-88BD-E4ECB8A3F574}"/>
                  </a:ext>
                </a:extLst>
              </p:cNvPr>
              <p:cNvSpPr txBox="1"/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043B11-B35A-204A-88BD-E4ECB8A3F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007D3E-2611-B34B-978E-3B6B7359CD59}"/>
                  </a:ext>
                </a:extLst>
              </p:cNvPr>
              <p:cNvSpPr txBox="1"/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007D3E-2611-B34B-978E-3B6B7359C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5C97CE-4A52-8741-B3A3-02165DCD09DD}"/>
                  </a:ext>
                </a:extLst>
              </p:cNvPr>
              <p:cNvSpPr txBox="1"/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5C97CE-4A52-8741-B3A3-02165DCD0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99A0BE-D882-F94C-83FD-D7A392C219BB}"/>
                  </a:ext>
                </a:extLst>
              </p:cNvPr>
              <p:cNvSpPr txBox="1"/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99A0BE-D882-F94C-83FD-D7A392C21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8C650F-C55B-0B45-BD1D-AC6B02FDCDE5}"/>
                  </a:ext>
                </a:extLst>
              </p:cNvPr>
              <p:cNvSpPr txBox="1"/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8C650F-C55B-0B45-BD1D-AC6B02FDC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12461B6-D297-4E4C-9969-A330D6727C6A}"/>
                  </a:ext>
                </a:extLst>
              </p:cNvPr>
              <p:cNvSpPr txBox="1"/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12461B6-D297-4E4C-9969-A330D6727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Arrow 44">
            <a:extLst>
              <a:ext uri="{FF2B5EF4-FFF2-40B4-BE49-F238E27FC236}">
                <a16:creationId xmlns:a16="http://schemas.microsoft.com/office/drawing/2014/main" id="{E7BD859A-2CEA-D242-8D36-E2806F54E395}"/>
              </a:ext>
            </a:extLst>
          </p:cNvPr>
          <p:cNvSpPr/>
          <p:nvPr/>
        </p:nvSpPr>
        <p:spPr>
          <a:xfrm>
            <a:off x="6056916" y="2235380"/>
            <a:ext cx="2177779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9E54BBC6-88F0-3045-8359-1BC8B52CE796}"/>
              </a:ext>
            </a:extLst>
          </p:cNvPr>
          <p:cNvSpPr/>
          <p:nvPr/>
        </p:nvSpPr>
        <p:spPr>
          <a:xfrm>
            <a:off x="6507725" y="3269793"/>
            <a:ext cx="1726970" cy="12827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47A9159B-5988-CA4D-AD2E-75E96FC4D05F}"/>
              </a:ext>
            </a:extLst>
          </p:cNvPr>
          <p:cNvSpPr/>
          <p:nvPr/>
        </p:nvSpPr>
        <p:spPr>
          <a:xfrm>
            <a:off x="7172298" y="4482771"/>
            <a:ext cx="1062398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F7C8D13C-825B-0943-BFAF-35C99F8128B1}"/>
              </a:ext>
            </a:extLst>
          </p:cNvPr>
          <p:cNvSpPr/>
          <p:nvPr/>
        </p:nvSpPr>
        <p:spPr>
          <a:xfrm>
            <a:off x="7382308" y="6199632"/>
            <a:ext cx="852387" cy="13716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9F4A92D-C068-CA45-ACA2-1597E1D063D2}"/>
                  </a:ext>
                </a:extLst>
              </p:cNvPr>
              <p:cNvSpPr txBox="1"/>
              <p:nvPr/>
            </p:nvSpPr>
            <p:spPr>
              <a:xfrm>
                <a:off x="8234695" y="2108755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9F4A92D-C068-CA45-ACA2-1597E1D06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2108755"/>
                <a:ext cx="50443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82C7673-038F-1243-A31B-F9A9564BC01E}"/>
                  </a:ext>
                </a:extLst>
              </p:cNvPr>
              <p:cNvSpPr txBox="1"/>
              <p:nvPr/>
            </p:nvSpPr>
            <p:spPr>
              <a:xfrm>
                <a:off x="8234695" y="3124076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82C7673-038F-1243-A31B-F9A9564BC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3124076"/>
                <a:ext cx="50443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D06DE79-27B3-2143-BE78-C211B084E852}"/>
                  </a:ext>
                </a:extLst>
              </p:cNvPr>
              <p:cNvSpPr txBox="1"/>
              <p:nvPr/>
            </p:nvSpPr>
            <p:spPr>
              <a:xfrm>
                <a:off x="8235114" y="4355914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D06DE79-27B3-2143-BE78-C211B084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14" y="4355914"/>
                <a:ext cx="50443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32DB7E5-E23D-D640-9DEA-DA1F4E716B26}"/>
                  </a:ext>
                </a:extLst>
              </p:cNvPr>
              <p:cNvSpPr txBox="1"/>
              <p:nvPr/>
            </p:nvSpPr>
            <p:spPr>
              <a:xfrm>
                <a:off x="8234695" y="6048883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32DB7E5-E23D-D640-9DEA-DA1F4E716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6048883"/>
                <a:ext cx="50443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589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DA38-576E-6143-8E9C-CC35DF9B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				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3EAD8-4D17-724C-9FAB-FC39806CA3B1}"/>
              </a:ext>
            </a:extLst>
          </p:cNvPr>
          <p:cNvCxnSpPr>
            <a:cxnSpLocks/>
          </p:cNvCxnSpPr>
          <p:nvPr/>
        </p:nvCxnSpPr>
        <p:spPr>
          <a:xfrm flipH="1">
            <a:off x="4005436" y="2528047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02B87E-476F-214D-B1C3-D4D7EAD8AE6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286914" y="2528047"/>
            <a:ext cx="879671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/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/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18DD81-20B4-C14B-B2DC-7B0FE60864FD}"/>
              </a:ext>
            </a:extLst>
          </p:cNvPr>
          <p:cNvCxnSpPr>
            <a:cxnSpLocks/>
          </p:cNvCxnSpPr>
          <p:nvPr/>
        </p:nvCxnSpPr>
        <p:spPr>
          <a:xfrm flipH="1">
            <a:off x="3303762" y="3641732"/>
            <a:ext cx="568988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DA2615-F9BE-334E-AE1A-5CDD6A424E60}"/>
              </a:ext>
            </a:extLst>
          </p:cNvPr>
          <p:cNvCxnSpPr>
            <a:cxnSpLocks/>
          </p:cNvCxnSpPr>
          <p:nvPr/>
        </p:nvCxnSpPr>
        <p:spPr>
          <a:xfrm>
            <a:off x="4103335" y="3645497"/>
            <a:ext cx="548646" cy="58306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55D445-3FD5-D444-9A52-F0CAA4FFD1C9}"/>
              </a:ext>
            </a:extLst>
          </p:cNvPr>
          <p:cNvCxnSpPr>
            <a:cxnSpLocks/>
          </p:cNvCxnSpPr>
          <p:nvPr/>
        </p:nvCxnSpPr>
        <p:spPr>
          <a:xfrm flipH="1">
            <a:off x="5503240" y="3641732"/>
            <a:ext cx="505611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12ABEE-79E6-2746-B803-FD69B5B3D0F5}"/>
              </a:ext>
            </a:extLst>
          </p:cNvPr>
          <p:cNvCxnSpPr>
            <a:cxnSpLocks/>
          </p:cNvCxnSpPr>
          <p:nvPr/>
        </p:nvCxnSpPr>
        <p:spPr>
          <a:xfrm>
            <a:off x="6282469" y="3641732"/>
            <a:ext cx="567664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/>
              <p:nvPr/>
            </p:nvSpPr>
            <p:spPr>
              <a:xfrm>
                <a:off x="2995066" y="4250469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066" y="4250469"/>
                <a:ext cx="504432" cy="616451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/>
              <p:nvPr/>
            </p:nvSpPr>
            <p:spPr>
              <a:xfrm>
                <a:off x="4377658" y="4255702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658" y="4255702"/>
                <a:ext cx="504432" cy="616451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/>
              <p:nvPr/>
            </p:nvSpPr>
            <p:spPr>
              <a:xfrm>
                <a:off x="5233138" y="4295457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138" y="4295457"/>
                <a:ext cx="504432" cy="616451"/>
              </a:xfrm>
              <a:prstGeom prst="rect">
                <a:avLst/>
              </a:prstGeom>
              <a:blipFill>
                <a:blip r:embed="rId7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/>
              <p:nvPr/>
            </p:nvSpPr>
            <p:spPr>
              <a:xfrm>
                <a:off x="6649851" y="4295457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51" y="4295457"/>
                <a:ext cx="504432" cy="616451"/>
              </a:xfrm>
              <a:prstGeom prst="rect">
                <a:avLst/>
              </a:prstGeom>
              <a:blipFill>
                <a:blip r:embed="rId8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F276D0-39ED-D143-AC34-41C11552D5EC}"/>
              </a:ext>
            </a:extLst>
          </p:cNvPr>
          <p:cNvCxnSpPr>
            <a:cxnSpLocks/>
          </p:cNvCxnSpPr>
          <p:nvPr/>
        </p:nvCxnSpPr>
        <p:spPr>
          <a:xfrm flipH="1">
            <a:off x="2995066" y="4906966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05DE16-637B-0144-BE1A-C12F3A294683}"/>
              </a:ext>
            </a:extLst>
          </p:cNvPr>
          <p:cNvCxnSpPr>
            <a:cxnSpLocks/>
          </p:cNvCxnSpPr>
          <p:nvPr/>
        </p:nvCxnSpPr>
        <p:spPr>
          <a:xfrm>
            <a:off x="3298304" y="4910731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4B4D27-C0C0-FD4A-8DCC-40BA48100DFC}"/>
              </a:ext>
            </a:extLst>
          </p:cNvPr>
          <p:cNvCxnSpPr/>
          <p:nvPr/>
        </p:nvCxnSpPr>
        <p:spPr>
          <a:xfrm>
            <a:off x="2984308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B9917E-83B1-6E43-9B9C-CF3F1B32A21B}"/>
              </a:ext>
            </a:extLst>
          </p:cNvPr>
          <p:cNvCxnSpPr/>
          <p:nvPr/>
        </p:nvCxnSpPr>
        <p:spPr>
          <a:xfrm>
            <a:off x="3480263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7052B2-918F-A140-BD69-71D1E17C475C}"/>
              </a:ext>
            </a:extLst>
          </p:cNvPr>
          <p:cNvCxnSpPr>
            <a:cxnSpLocks/>
          </p:cNvCxnSpPr>
          <p:nvPr/>
        </p:nvCxnSpPr>
        <p:spPr>
          <a:xfrm flipH="1">
            <a:off x="4377657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224229-6562-454B-862B-4396B404EDFA}"/>
              </a:ext>
            </a:extLst>
          </p:cNvPr>
          <p:cNvCxnSpPr>
            <a:cxnSpLocks/>
          </p:cNvCxnSpPr>
          <p:nvPr/>
        </p:nvCxnSpPr>
        <p:spPr>
          <a:xfrm>
            <a:off x="4680895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7F5919-C780-974D-975B-BB515C0202C7}"/>
              </a:ext>
            </a:extLst>
          </p:cNvPr>
          <p:cNvCxnSpPr/>
          <p:nvPr/>
        </p:nvCxnSpPr>
        <p:spPr>
          <a:xfrm>
            <a:off x="4366899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7F56EDD-E4E5-A44F-AC28-5D92F07354E7}"/>
              </a:ext>
            </a:extLst>
          </p:cNvPr>
          <p:cNvCxnSpPr/>
          <p:nvPr/>
        </p:nvCxnSpPr>
        <p:spPr>
          <a:xfrm>
            <a:off x="4862854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EB86AD-F592-4C45-8EE6-615BE9801EE6}"/>
              </a:ext>
            </a:extLst>
          </p:cNvPr>
          <p:cNvCxnSpPr>
            <a:cxnSpLocks/>
          </p:cNvCxnSpPr>
          <p:nvPr/>
        </p:nvCxnSpPr>
        <p:spPr>
          <a:xfrm flipH="1">
            <a:off x="5254710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D3A35A-C4D1-584A-B0EE-EA1F6B129FFE}"/>
              </a:ext>
            </a:extLst>
          </p:cNvPr>
          <p:cNvCxnSpPr>
            <a:cxnSpLocks/>
          </p:cNvCxnSpPr>
          <p:nvPr/>
        </p:nvCxnSpPr>
        <p:spPr>
          <a:xfrm>
            <a:off x="5557948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82337E-99E8-6D4A-95F3-155AAE702C83}"/>
              </a:ext>
            </a:extLst>
          </p:cNvPr>
          <p:cNvCxnSpPr/>
          <p:nvPr/>
        </p:nvCxnSpPr>
        <p:spPr>
          <a:xfrm>
            <a:off x="5243952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F2C055E-20A6-8447-8B3E-755B0D0EEEF8}"/>
              </a:ext>
            </a:extLst>
          </p:cNvPr>
          <p:cNvCxnSpPr>
            <a:cxnSpLocks/>
          </p:cNvCxnSpPr>
          <p:nvPr/>
        </p:nvCxnSpPr>
        <p:spPr>
          <a:xfrm flipH="1" flipV="1">
            <a:off x="5739907" y="5998251"/>
            <a:ext cx="542562" cy="4516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ECCB7F-FAAA-ED4B-BA87-61A5A5D54871}"/>
              </a:ext>
            </a:extLst>
          </p:cNvPr>
          <p:cNvCxnSpPr>
            <a:cxnSpLocks/>
          </p:cNvCxnSpPr>
          <p:nvPr/>
        </p:nvCxnSpPr>
        <p:spPr>
          <a:xfrm flipH="1">
            <a:off x="6660609" y="4897609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AE340EA-20E3-DE49-90EC-09DAB6456EE7}"/>
              </a:ext>
            </a:extLst>
          </p:cNvPr>
          <p:cNvCxnSpPr>
            <a:cxnSpLocks/>
          </p:cNvCxnSpPr>
          <p:nvPr/>
        </p:nvCxnSpPr>
        <p:spPr>
          <a:xfrm>
            <a:off x="6963847" y="4901374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FFB3A01-C5DD-304B-8979-A964A96CF929}"/>
              </a:ext>
            </a:extLst>
          </p:cNvPr>
          <p:cNvCxnSpPr/>
          <p:nvPr/>
        </p:nvCxnSpPr>
        <p:spPr>
          <a:xfrm>
            <a:off x="6649851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6201B17-E8DD-0B4B-92D4-7FAED73E3B0B}"/>
              </a:ext>
            </a:extLst>
          </p:cNvPr>
          <p:cNvCxnSpPr/>
          <p:nvPr/>
        </p:nvCxnSpPr>
        <p:spPr>
          <a:xfrm>
            <a:off x="7145806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7CF7EF-441C-0E42-B357-2BA5EE9F49FC}"/>
                  </a:ext>
                </a:extLst>
              </p:cNvPr>
              <p:cNvSpPr txBox="1"/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7CF7EF-441C-0E42-B357-2BA5EE9F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043B11-B35A-204A-88BD-E4ECB8A3F574}"/>
                  </a:ext>
                </a:extLst>
              </p:cNvPr>
              <p:cNvSpPr txBox="1"/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043B11-B35A-204A-88BD-E4ECB8A3F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007D3E-2611-B34B-978E-3B6B7359CD59}"/>
                  </a:ext>
                </a:extLst>
              </p:cNvPr>
              <p:cNvSpPr txBox="1"/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007D3E-2611-B34B-978E-3B6B7359C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5C97CE-4A52-8741-B3A3-02165DCD09DD}"/>
                  </a:ext>
                </a:extLst>
              </p:cNvPr>
              <p:cNvSpPr txBox="1"/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5C97CE-4A52-8741-B3A3-02165DCD0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99A0BE-D882-F94C-83FD-D7A392C219BB}"/>
                  </a:ext>
                </a:extLst>
              </p:cNvPr>
              <p:cNvSpPr txBox="1"/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99A0BE-D882-F94C-83FD-D7A392C21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8C650F-C55B-0B45-BD1D-AC6B02FDCDE5}"/>
                  </a:ext>
                </a:extLst>
              </p:cNvPr>
              <p:cNvSpPr txBox="1"/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8C650F-C55B-0B45-BD1D-AC6B02FDC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12461B6-D297-4E4C-9969-A330D6727C6A}"/>
                  </a:ext>
                </a:extLst>
              </p:cNvPr>
              <p:cNvSpPr txBox="1"/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12461B6-D297-4E4C-9969-A330D6727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Arrow 44">
            <a:extLst>
              <a:ext uri="{FF2B5EF4-FFF2-40B4-BE49-F238E27FC236}">
                <a16:creationId xmlns:a16="http://schemas.microsoft.com/office/drawing/2014/main" id="{E7BD859A-2CEA-D242-8D36-E2806F54E395}"/>
              </a:ext>
            </a:extLst>
          </p:cNvPr>
          <p:cNvSpPr/>
          <p:nvPr/>
        </p:nvSpPr>
        <p:spPr>
          <a:xfrm>
            <a:off x="6056916" y="2235380"/>
            <a:ext cx="2177779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9E54BBC6-88F0-3045-8359-1BC8B52CE796}"/>
              </a:ext>
            </a:extLst>
          </p:cNvPr>
          <p:cNvSpPr/>
          <p:nvPr/>
        </p:nvSpPr>
        <p:spPr>
          <a:xfrm>
            <a:off x="6507725" y="3269793"/>
            <a:ext cx="1726970" cy="12827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47A9159B-5988-CA4D-AD2E-75E96FC4D05F}"/>
              </a:ext>
            </a:extLst>
          </p:cNvPr>
          <p:cNvSpPr/>
          <p:nvPr/>
        </p:nvSpPr>
        <p:spPr>
          <a:xfrm>
            <a:off x="7172298" y="4482771"/>
            <a:ext cx="1062398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F7C8D13C-825B-0943-BFAF-35C99F8128B1}"/>
              </a:ext>
            </a:extLst>
          </p:cNvPr>
          <p:cNvSpPr/>
          <p:nvPr/>
        </p:nvSpPr>
        <p:spPr>
          <a:xfrm>
            <a:off x="7382308" y="6199632"/>
            <a:ext cx="852387" cy="13716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9F4A92D-C068-CA45-ACA2-1597E1D063D2}"/>
                  </a:ext>
                </a:extLst>
              </p:cNvPr>
              <p:cNvSpPr txBox="1"/>
              <p:nvPr/>
            </p:nvSpPr>
            <p:spPr>
              <a:xfrm>
                <a:off x="8234695" y="2108755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9F4A92D-C068-CA45-ACA2-1597E1D06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2108755"/>
                <a:ext cx="50443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82C7673-038F-1243-A31B-F9A9564BC01E}"/>
                  </a:ext>
                </a:extLst>
              </p:cNvPr>
              <p:cNvSpPr txBox="1"/>
              <p:nvPr/>
            </p:nvSpPr>
            <p:spPr>
              <a:xfrm>
                <a:off x="8234695" y="3124076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82C7673-038F-1243-A31B-F9A9564BC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3124076"/>
                <a:ext cx="50443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D06DE79-27B3-2143-BE78-C211B084E852}"/>
                  </a:ext>
                </a:extLst>
              </p:cNvPr>
              <p:cNvSpPr txBox="1"/>
              <p:nvPr/>
            </p:nvSpPr>
            <p:spPr>
              <a:xfrm>
                <a:off x="8235114" y="4355914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D06DE79-27B3-2143-BE78-C211B084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14" y="4355914"/>
                <a:ext cx="50443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32DB7E5-E23D-D640-9DEA-DA1F4E716B26}"/>
                  </a:ext>
                </a:extLst>
              </p:cNvPr>
              <p:cNvSpPr txBox="1"/>
              <p:nvPr/>
            </p:nvSpPr>
            <p:spPr>
              <a:xfrm>
                <a:off x="8234695" y="6048883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32DB7E5-E23D-D640-9DEA-DA1F4E716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6048883"/>
                <a:ext cx="50443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E9DA4FC-045B-554C-9DA6-90E75926C5C9}"/>
              </a:ext>
            </a:extLst>
          </p:cNvPr>
          <p:cNvCxnSpPr>
            <a:cxnSpLocks/>
          </p:cNvCxnSpPr>
          <p:nvPr/>
        </p:nvCxnSpPr>
        <p:spPr>
          <a:xfrm>
            <a:off x="2334409" y="4355914"/>
            <a:ext cx="0" cy="20552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FC5B34-A190-B04D-87E3-8E77502C1C19}"/>
              </a:ext>
            </a:extLst>
          </p:cNvPr>
          <p:cNvCxnSpPr>
            <a:cxnSpLocks/>
          </p:cNvCxnSpPr>
          <p:nvPr/>
        </p:nvCxnSpPr>
        <p:spPr>
          <a:xfrm flipV="1">
            <a:off x="2332894" y="2106629"/>
            <a:ext cx="0" cy="18285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AA5FF34-7722-2148-B5F8-077F101EB5E0}"/>
                  </a:ext>
                </a:extLst>
              </p:cNvPr>
              <p:cNvSpPr txBox="1"/>
              <p:nvPr/>
            </p:nvSpPr>
            <p:spPr>
              <a:xfrm>
                <a:off x="1916690" y="3919364"/>
                <a:ext cx="8324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AA5FF34-7722-2148-B5F8-077F101EB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6690" y="3919364"/>
                <a:ext cx="832407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934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DA38-576E-6143-8E9C-CC35DF9B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				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3EAD8-4D17-724C-9FAB-FC39806CA3B1}"/>
              </a:ext>
            </a:extLst>
          </p:cNvPr>
          <p:cNvCxnSpPr>
            <a:cxnSpLocks/>
          </p:cNvCxnSpPr>
          <p:nvPr/>
        </p:nvCxnSpPr>
        <p:spPr>
          <a:xfrm flipH="1">
            <a:off x="4005436" y="2528047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02B87E-476F-214D-B1C3-D4D7EAD8AE6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286914" y="2528047"/>
            <a:ext cx="879671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/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/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18DD81-20B4-C14B-B2DC-7B0FE60864FD}"/>
              </a:ext>
            </a:extLst>
          </p:cNvPr>
          <p:cNvCxnSpPr>
            <a:cxnSpLocks/>
          </p:cNvCxnSpPr>
          <p:nvPr/>
        </p:nvCxnSpPr>
        <p:spPr>
          <a:xfrm flipH="1">
            <a:off x="3303762" y="3641732"/>
            <a:ext cx="568988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DA2615-F9BE-334E-AE1A-5CDD6A424E60}"/>
              </a:ext>
            </a:extLst>
          </p:cNvPr>
          <p:cNvCxnSpPr>
            <a:cxnSpLocks/>
          </p:cNvCxnSpPr>
          <p:nvPr/>
        </p:nvCxnSpPr>
        <p:spPr>
          <a:xfrm>
            <a:off x="4103335" y="3645497"/>
            <a:ext cx="548646" cy="58306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55D445-3FD5-D444-9A52-F0CAA4FFD1C9}"/>
              </a:ext>
            </a:extLst>
          </p:cNvPr>
          <p:cNvCxnSpPr>
            <a:cxnSpLocks/>
          </p:cNvCxnSpPr>
          <p:nvPr/>
        </p:nvCxnSpPr>
        <p:spPr>
          <a:xfrm flipH="1">
            <a:off x="5503240" y="3641732"/>
            <a:ext cx="505611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12ABEE-79E6-2746-B803-FD69B5B3D0F5}"/>
              </a:ext>
            </a:extLst>
          </p:cNvPr>
          <p:cNvCxnSpPr>
            <a:cxnSpLocks/>
          </p:cNvCxnSpPr>
          <p:nvPr/>
        </p:nvCxnSpPr>
        <p:spPr>
          <a:xfrm>
            <a:off x="6282469" y="3641732"/>
            <a:ext cx="567664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/>
              <p:nvPr/>
            </p:nvSpPr>
            <p:spPr>
              <a:xfrm>
                <a:off x="2995066" y="4250469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066" y="4250469"/>
                <a:ext cx="504432" cy="616451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/>
              <p:nvPr/>
            </p:nvSpPr>
            <p:spPr>
              <a:xfrm>
                <a:off x="4377658" y="4255702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658" y="4255702"/>
                <a:ext cx="504432" cy="616451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/>
              <p:nvPr/>
            </p:nvSpPr>
            <p:spPr>
              <a:xfrm>
                <a:off x="5233138" y="4295457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138" y="4295457"/>
                <a:ext cx="504432" cy="616451"/>
              </a:xfrm>
              <a:prstGeom prst="rect">
                <a:avLst/>
              </a:prstGeom>
              <a:blipFill>
                <a:blip r:embed="rId7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/>
              <p:nvPr/>
            </p:nvSpPr>
            <p:spPr>
              <a:xfrm>
                <a:off x="6649851" y="4295457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51" y="4295457"/>
                <a:ext cx="504432" cy="616451"/>
              </a:xfrm>
              <a:prstGeom prst="rect">
                <a:avLst/>
              </a:prstGeom>
              <a:blipFill>
                <a:blip r:embed="rId8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F276D0-39ED-D143-AC34-41C11552D5EC}"/>
              </a:ext>
            </a:extLst>
          </p:cNvPr>
          <p:cNvCxnSpPr>
            <a:cxnSpLocks/>
          </p:cNvCxnSpPr>
          <p:nvPr/>
        </p:nvCxnSpPr>
        <p:spPr>
          <a:xfrm flipH="1">
            <a:off x="2995066" y="4906966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05DE16-637B-0144-BE1A-C12F3A294683}"/>
              </a:ext>
            </a:extLst>
          </p:cNvPr>
          <p:cNvCxnSpPr>
            <a:cxnSpLocks/>
          </p:cNvCxnSpPr>
          <p:nvPr/>
        </p:nvCxnSpPr>
        <p:spPr>
          <a:xfrm>
            <a:off x="3298304" y="4910731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4B4D27-C0C0-FD4A-8DCC-40BA48100DFC}"/>
              </a:ext>
            </a:extLst>
          </p:cNvPr>
          <p:cNvCxnSpPr/>
          <p:nvPr/>
        </p:nvCxnSpPr>
        <p:spPr>
          <a:xfrm>
            <a:off x="2984308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B9917E-83B1-6E43-9B9C-CF3F1B32A21B}"/>
              </a:ext>
            </a:extLst>
          </p:cNvPr>
          <p:cNvCxnSpPr/>
          <p:nvPr/>
        </p:nvCxnSpPr>
        <p:spPr>
          <a:xfrm>
            <a:off x="3480263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7052B2-918F-A140-BD69-71D1E17C475C}"/>
              </a:ext>
            </a:extLst>
          </p:cNvPr>
          <p:cNvCxnSpPr>
            <a:cxnSpLocks/>
          </p:cNvCxnSpPr>
          <p:nvPr/>
        </p:nvCxnSpPr>
        <p:spPr>
          <a:xfrm flipH="1">
            <a:off x="4377657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224229-6562-454B-862B-4396B404EDFA}"/>
              </a:ext>
            </a:extLst>
          </p:cNvPr>
          <p:cNvCxnSpPr>
            <a:cxnSpLocks/>
          </p:cNvCxnSpPr>
          <p:nvPr/>
        </p:nvCxnSpPr>
        <p:spPr>
          <a:xfrm>
            <a:off x="4680895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7F5919-C780-974D-975B-BB515C0202C7}"/>
              </a:ext>
            </a:extLst>
          </p:cNvPr>
          <p:cNvCxnSpPr/>
          <p:nvPr/>
        </p:nvCxnSpPr>
        <p:spPr>
          <a:xfrm>
            <a:off x="4366899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7F56EDD-E4E5-A44F-AC28-5D92F07354E7}"/>
              </a:ext>
            </a:extLst>
          </p:cNvPr>
          <p:cNvCxnSpPr/>
          <p:nvPr/>
        </p:nvCxnSpPr>
        <p:spPr>
          <a:xfrm>
            <a:off x="4862854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EB86AD-F592-4C45-8EE6-615BE9801EE6}"/>
              </a:ext>
            </a:extLst>
          </p:cNvPr>
          <p:cNvCxnSpPr>
            <a:cxnSpLocks/>
          </p:cNvCxnSpPr>
          <p:nvPr/>
        </p:nvCxnSpPr>
        <p:spPr>
          <a:xfrm flipH="1">
            <a:off x="5254710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D3A35A-C4D1-584A-B0EE-EA1F6B129FFE}"/>
              </a:ext>
            </a:extLst>
          </p:cNvPr>
          <p:cNvCxnSpPr>
            <a:cxnSpLocks/>
          </p:cNvCxnSpPr>
          <p:nvPr/>
        </p:nvCxnSpPr>
        <p:spPr>
          <a:xfrm>
            <a:off x="5557948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82337E-99E8-6D4A-95F3-155AAE702C83}"/>
              </a:ext>
            </a:extLst>
          </p:cNvPr>
          <p:cNvCxnSpPr/>
          <p:nvPr/>
        </p:nvCxnSpPr>
        <p:spPr>
          <a:xfrm>
            <a:off x="5243952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F2C055E-20A6-8447-8B3E-755B0D0EEEF8}"/>
              </a:ext>
            </a:extLst>
          </p:cNvPr>
          <p:cNvCxnSpPr>
            <a:cxnSpLocks/>
          </p:cNvCxnSpPr>
          <p:nvPr/>
        </p:nvCxnSpPr>
        <p:spPr>
          <a:xfrm flipH="1" flipV="1">
            <a:off x="5739907" y="5998251"/>
            <a:ext cx="542562" cy="4516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ECCB7F-FAAA-ED4B-BA87-61A5A5D54871}"/>
              </a:ext>
            </a:extLst>
          </p:cNvPr>
          <p:cNvCxnSpPr>
            <a:cxnSpLocks/>
          </p:cNvCxnSpPr>
          <p:nvPr/>
        </p:nvCxnSpPr>
        <p:spPr>
          <a:xfrm flipH="1">
            <a:off x="6660609" y="4897609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AE340EA-20E3-DE49-90EC-09DAB6456EE7}"/>
              </a:ext>
            </a:extLst>
          </p:cNvPr>
          <p:cNvCxnSpPr>
            <a:cxnSpLocks/>
          </p:cNvCxnSpPr>
          <p:nvPr/>
        </p:nvCxnSpPr>
        <p:spPr>
          <a:xfrm>
            <a:off x="6963847" y="4901374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FFB3A01-C5DD-304B-8979-A964A96CF929}"/>
              </a:ext>
            </a:extLst>
          </p:cNvPr>
          <p:cNvCxnSpPr/>
          <p:nvPr/>
        </p:nvCxnSpPr>
        <p:spPr>
          <a:xfrm>
            <a:off x="6649851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6201B17-E8DD-0B4B-92D4-7FAED73E3B0B}"/>
              </a:ext>
            </a:extLst>
          </p:cNvPr>
          <p:cNvCxnSpPr/>
          <p:nvPr/>
        </p:nvCxnSpPr>
        <p:spPr>
          <a:xfrm>
            <a:off x="7145806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7CF7EF-441C-0E42-B357-2BA5EE9F49FC}"/>
                  </a:ext>
                </a:extLst>
              </p:cNvPr>
              <p:cNvSpPr txBox="1"/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7CF7EF-441C-0E42-B357-2BA5EE9F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043B11-B35A-204A-88BD-E4ECB8A3F574}"/>
                  </a:ext>
                </a:extLst>
              </p:cNvPr>
              <p:cNvSpPr txBox="1"/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043B11-B35A-204A-88BD-E4ECB8A3F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007D3E-2611-B34B-978E-3B6B7359CD59}"/>
                  </a:ext>
                </a:extLst>
              </p:cNvPr>
              <p:cNvSpPr txBox="1"/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007D3E-2611-B34B-978E-3B6B7359C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5C97CE-4A52-8741-B3A3-02165DCD09DD}"/>
                  </a:ext>
                </a:extLst>
              </p:cNvPr>
              <p:cNvSpPr txBox="1"/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5C97CE-4A52-8741-B3A3-02165DCD0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99A0BE-D882-F94C-83FD-D7A392C219BB}"/>
                  </a:ext>
                </a:extLst>
              </p:cNvPr>
              <p:cNvSpPr txBox="1"/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99A0BE-D882-F94C-83FD-D7A392C21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8C650F-C55B-0B45-BD1D-AC6B02FDCDE5}"/>
                  </a:ext>
                </a:extLst>
              </p:cNvPr>
              <p:cNvSpPr txBox="1"/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8C650F-C55B-0B45-BD1D-AC6B02FDC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12461B6-D297-4E4C-9969-A330D6727C6A}"/>
                  </a:ext>
                </a:extLst>
              </p:cNvPr>
              <p:cNvSpPr txBox="1"/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12461B6-D297-4E4C-9969-A330D6727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Arrow 44">
            <a:extLst>
              <a:ext uri="{FF2B5EF4-FFF2-40B4-BE49-F238E27FC236}">
                <a16:creationId xmlns:a16="http://schemas.microsoft.com/office/drawing/2014/main" id="{E7BD859A-2CEA-D242-8D36-E2806F54E395}"/>
              </a:ext>
            </a:extLst>
          </p:cNvPr>
          <p:cNvSpPr/>
          <p:nvPr/>
        </p:nvSpPr>
        <p:spPr>
          <a:xfrm>
            <a:off x="6056916" y="2235380"/>
            <a:ext cx="2177779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9E54BBC6-88F0-3045-8359-1BC8B52CE796}"/>
              </a:ext>
            </a:extLst>
          </p:cNvPr>
          <p:cNvSpPr/>
          <p:nvPr/>
        </p:nvSpPr>
        <p:spPr>
          <a:xfrm>
            <a:off x="6507725" y="3269793"/>
            <a:ext cx="1726970" cy="12827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47A9159B-5988-CA4D-AD2E-75E96FC4D05F}"/>
              </a:ext>
            </a:extLst>
          </p:cNvPr>
          <p:cNvSpPr/>
          <p:nvPr/>
        </p:nvSpPr>
        <p:spPr>
          <a:xfrm>
            <a:off x="7172298" y="4482771"/>
            <a:ext cx="1062398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F7C8D13C-825B-0943-BFAF-35C99F8128B1}"/>
              </a:ext>
            </a:extLst>
          </p:cNvPr>
          <p:cNvSpPr/>
          <p:nvPr/>
        </p:nvSpPr>
        <p:spPr>
          <a:xfrm>
            <a:off x="7382308" y="6199632"/>
            <a:ext cx="852387" cy="13716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9F4A92D-C068-CA45-ACA2-1597E1D063D2}"/>
                  </a:ext>
                </a:extLst>
              </p:cNvPr>
              <p:cNvSpPr txBox="1"/>
              <p:nvPr/>
            </p:nvSpPr>
            <p:spPr>
              <a:xfrm>
                <a:off x="8234695" y="2108755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9F4A92D-C068-CA45-ACA2-1597E1D06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2108755"/>
                <a:ext cx="50443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82C7673-038F-1243-A31B-F9A9564BC01E}"/>
                  </a:ext>
                </a:extLst>
              </p:cNvPr>
              <p:cNvSpPr txBox="1"/>
              <p:nvPr/>
            </p:nvSpPr>
            <p:spPr>
              <a:xfrm>
                <a:off x="8234695" y="3124076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82C7673-038F-1243-A31B-F9A9564BC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3124076"/>
                <a:ext cx="50443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D06DE79-27B3-2143-BE78-C211B084E852}"/>
                  </a:ext>
                </a:extLst>
              </p:cNvPr>
              <p:cNvSpPr txBox="1"/>
              <p:nvPr/>
            </p:nvSpPr>
            <p:spPr>
              <a:xfrm>
                <a:off x="8235114" y="4355914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D06DE79-27B3-2143-BE78-C211B084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14" y="4355914"/>
                <a:ext cx="50443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32DB7E5-E23D-D640-9DEA-DA1F4E716B26}"/>
                  </a:ext>
                </a:extLst>
              </p:cNvPr>
              <p:cNvSpPr txBox="1"/>
              <p:nvPr/>
            </p:nvSpPr>
            <p:spPr>
              <a:xfrm>
                <a:off x="8234695" y="6048883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32DB7E5-E23D-D640-9DEA-DA1F4E716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6048883"/>
                <a:ext cx="50443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E9DA4FC-045B-554C-9DA6-90E75926C5C9}"/>
              </a:ext>
            </a:extLst>
          </p:cNvPr>
          <p:cNvCxnSpPr>
            <a:cxnSpLocks/>
          </p:cNvCxnSpPr>
          <p:nvPr/>
        </p:nvCxnSpPr>
        <p:spPr>
          <a:xfrm>
            <a:off x="2334409" y="4355914"/>
            <a:ext cx="0" cy="20552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FC5B34-A190-B04D-87E3-8E77502C1C19}"/>
              </a:ext>
            </a:extLst>
          </p:cNvPr>
          <p:cNvCxnSpPr>
            <a:cxnSpLocks/>
          </p:cNvCxnSpPr>
          <p:nvPr/>
        </p:nvCxnSpPr>
        <p:spPr>
          <a:xfrm flipV="1">
            <a:off x="2332894" y="2106629"/>
            <a:ext cx="0" cy="18285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AA5FF34-7722-2148-B5F8-077F101EB5E0}"/>
                  </a:ext>
                </a:extLst>
              </p:cNvPr>
              <p:cNvSpPr txBox="1"/>
              <p:nvPr/>
            </p:nvSpPr>
            <p:spPr>
              <a:xfrm>
                <a:off x="1916690" y="3919364"/>
                <a:ext cx="8324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AA5FF34-7722-2148-B5F8-077F101EB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6690" y="3919364"/>
                <a:ext cx="832407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0749B4-9167-A644-942C-6D943EB56F7E}"/>
                  </a:ext>
                </a:extLst>
              </p:cNvPr>
              <p:cNvSpPr txBox="1"/>
              <p:nvPr/>
            </p:nvSpPr>
            <p:spPr>
              <a:xfrm>
                <a:off x="9079454" y="2915322"/>
                <a:ext cx="27539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 Total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𝑏𝑛𝑙𝑜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0749B4-9167-A644-942C-6D943EB56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454" y="2915322"/>
                <a:ext cx="2753958" cy="646331"/>
              </a:xfrm>
              <a:prstGeom prst="rect">
                <a:avLst/>
              </a:prstGeom>
              <a:blipFill>
                <a:blip r:embed="rId19"/>
                <a:stretch>
                  <a:fillRect t="-3846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415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DA38-576E-6143-8E9C-CC35DF9B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				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32E8E6-6176-8748-AC48-C8E67FADB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3EAD8-4D17-724C-9FAB-FC39806CA3B1}"/>
              </a:ext>
            </a:extLst>
          </p:cNvPr>
          <p:cNvCxnSpPr>
            <a:cxnSpLocks/>
          </p:cNvCxnSpPr>
          <p:nvPr/>
        </p:nvCxnSpPr>
        <p:spPr>
          <a:xfrm flipH="1">
            <a:off x="4005436" y="2528047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02B87E-476F-214D-B1C3-D4D7EAD8AE6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286914" y="2528047"/>
            <a:ext cx="879671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/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63A2E7-3BA2-9A4E-9841-CA6E2036C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079" y="3076834"/>
                <a:ext cx="504432" cy="616451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/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E0E645-9899-964D-8F66-F9D56A2F7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369" y="3076834"/>
                <a:ext cx="504432" cy="616451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18DD81-20B4-C14B-B2DC-7B0FE60864FD}"/>
              </a:ext>
            </a:extLst>
          </p:cNvPr>
          <p:cNvCxnSpPr>
            <a:cxnSpLocks/>
          </p:cNvCxnSpPr>
          <p:nvPr/>
        </p:nvCxnSpPr>
        <p:spPr>
          <a:xfrm flipH="1">
            <a:off x="3303762" y="3641732"/>
            <a:ext cx="568988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DA2615-F9BE-334E-AE1A-5CDD6A424E60}"/>
              </a:ext>
            </a:extLst>
          </p:cNvPr>
          <p:cNvCxnSpPr>
            <a:cxnSpLocks/>
          </p:cNvCxnSpPr>
          <p:nvPr/>
        </p:nvCxnSpPr>
        <p:spPr>
          <a:xfrm>
            <a:off x="4103335" y="3645497"/>
            <a:ext cx="548646" cy="58306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55D445-3FD5-D444-9A52-F0CAA4FFD1C9}"/>
              </a:ext>
            </a:extLst>
          </p:cNvPr>
          <p:cNvCxnSpPr>
            <a:cxnSpLocks/>
          </p:cNvCxnSpPr>
          <p:nvPr/>
        </p:nvCxnSpPr>
        <p:spPr>
          <a:xfrm flipH="1">
            <a:off x="5503240" y="3641732"/>
            <a:ext cx="505611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12ABEE-79E6-2746-B803-FD69B5B3D0F5}"/>
              </a:ext>
            </a:extLst>
          </p:cNvPr>
          <p:cNvCxnSpPr>
            <a:cxnSpLocks/>
          </p:cNvCxnSpPr>
          <p:nvPr/>
        </p:nvCxnSpPr>
        <p:spPr>
          <a:xfrm>
            <a:off x="6282469" y="3641732"/>
            <a:ext cx="567664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/>
              <p:nvPr/>
            </p:nvSpPr>
            <p:spPr>
              <a:xfrm>
                <a:off x="2995066" y="4250469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D2707-B094-A64B-91EC-6219F09F4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066" y="4250469"/>
                <a:ext cx="504432" cy="616451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/>
              <p:nvPr/>
            </p:nvSpPr>
            <p:spPr>
              <a:xfrm>
                <a:off x="4377658" y="4255702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B8E2EDC-42D1-524B-AC7D-C1265D089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658" y="4255702"/>
                <a:ext cx="504432" cy="616451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/>
              <p:nvPr/>
            </p:nvSpPr>
            <p:spPr>
              <a:xfrm>
                <a:off x="5233138" y="4295457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2AFCC3C-82FE-CE4B-91BC-29EF9994A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138" y="4295457"/>
                <a:ext cx="504432" cy="616451"/>
              </a:xfrm>
              <a:prstGeom prst="rect">
                <a:avLst/>
              </a:prstGeom>
              <a:blipFill>
                <a:blip r:embed="rId7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/>
              <p:nvPr/>
            </p:nvSpPr>
            <p:spPr>
              <a:xfrm>
                <a:off x="6649851" y="4295457"/>
                <a:ext cx="504432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9520B8-980A-E84D-8903-527867A0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51" y="4295457"/>
                <a:ext cx="504432" cy="616451"/>
              </a:xfrm>
              <a:prstGeom prst="rect">
                <a:avLst/>
              </a:prstGeom>
              <a:blipFill>
                <a:blip r:embed="rId8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F276D0-39ED-D143-AC34-41C11552D5EC}"/>
              </a:ext>
            </a:extLst>
          </p:cNvPr>
          <p:cNvCxnSpPr>
            <a:cxnSpLocks/>
          </p:cNvCxnSpPr>
          <p:nvPr/>
        </p:nvCxnSpPr>
        <p:spPr>
          <a:xfrm flipH="1">
            <a:off x="2995066" y="4906966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05DE16-637B-0144-BE1A-C12F3A294683}"/>
              </a:ext>
            </a:extLst>
          </p:cNvPr>
          <p:cNvCxnSpPr>
            <a:cxnSpLocks/>
          </p:cNvCxnSpPr>
          <p:nvPr/>
        </p:nvCxnSpPr>
        <p:spPr>
          <a:xfrm>
            <a:off x="3298304" y="4910731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4B4D27-C0C0-FD4A-8DCC-40BA48100DFC}"/>
              </a:ext>
            </a:extLst>
          </p:cNvPr>
          <p:cNvCxnSpPr/>
          <p:nvPr/>
        </p:nvCxnSpPr>
        <p:spPr>
          <a:xfrm>
            <a:off x="2984308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CB9917E-83B1-6E43-9B9C-CF3F1B32A21B}"/>
              </a:ext>
            </a:extLst>
          </p:cNvPr>
          <p:cNvCxnSpPr/>
          <p:nvPr/>
        </p:nvCxnSpPr>
        <p:spPr>
          <a:xfrm>
            <a:off x="3480263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7052B2-918F-A140-BD69-71D1E17C475C}"/>
              </a:ext>
            </a:extLst>
          </p:cNvPr>
          <p:cNvCxnSpPr>
            <a:cxnSpLocks/>
          </p:cNvCxnSpPr>
          <p:nvPr/>
        </p:nvCxnSpPr>
        <p:spPr>
          <a:xfrm flipH="1">
            <a:off x="4377657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224229-6562-454B-862B-4396B404EDFA}"/>
              </a:ext>
            </a:extLst>
          </p:cNvPr>
          <p:cNvCxnSpPr>
            <a:cxnSpLocks/>
          </p:cNvCxnSpPr>
          <p:nvPr/>
        </p:nvCxnSpPr>
        <p:spPr>
          <a:xfrm>
            <a:off x="4680895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7F5919-C780-974D-975B-BB515C0202C7}"/>
              </a:ext>
            </a:extLst>
          </p:cNvPr>
          <p:cNvCxnSpPr/>
          <p:nvPr/>
        </p:nvCxnSpPr>
        <p:spPr>
          <a:xfrm>
            <a:off x="4366899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7F56EDD-E4E5-A44F-AC28-5D92F07354E7}"/>
              </a:ext>
            </a:extLst>
          </p:cNvPr>
          <p:cNvCxnSpPr/>
          <p:nvPr/>
        </p:nvCxnSpPr>
        <p:spPr>
          <a:xfrm>
            <a:off x="4862854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EB86AD-F592-4C45-8EE6-615BE9801EE6}"/>
              </a:ext>
            </a:extLst>
          </p:cNvPr>
          <p:cNvCxnSpPr>
            <a:cxnSpLocks/>
          </p:cNvCxnSpPr>
          <p:nvPr/>
        </p:nvCxnSpPr>
        <p:spPr>
          <a:xfrm flipH="1">
            <a:off x="5254710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D3A35A-C4D1-584A-B0EE-EA1F6B129FFE}"/>
              </a:ext>
            </a:extLst>
          </p:cNvPr>
          <p:cNvCxnSpPr>
            <a:cxnSpLocks/>
          </p:cNvCxnSpPr>
          <p:nvPr/>
        </p:nvCxnSpPr>
        <p:spPr>
          <a:xfrm>
            <a:off x="5557948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82337E-99E8-6D4A-95F3-155AAE702C83}"/>
              </a:ext>
            </a:extLst>
          </p:cNvPr>
          <p:cNvCxnSpPr/>
          <p:nvPr/>
        </p:nvCxnSpPr>
        <p:spPr>
          <a:xfrm>
            <a:off x="5243952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F2C055E-20A6-8447-8B3E-755B0D0EEEF8}"/>
              </a:ext>
            </a:extLst>
          </p:cNvPr>
          <p:cNvCxnSpPr>
            <a:cxnSpLocks/>
          </p:cNvCxnSpPr>
          <p:nvPr/>
        </p:nvCxnSpPr>
        <p:spPr>
          <a:xfrm flipH="1" flipV="1">
            <a:off x="5739907" y="5998251"/>
            <a:ext cx="542562" cy="4516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4ECCB7F-FAAA-ED4B-BA87-61A5A5D54871}"/>
              </a:ext>
            </a:extLst>
          </p:cNvPr>
          <p:cNvCxnSpPr>
            <a:cxnSpLocks/>
          </p:cNvCxnSpPr>
          <p:nvPr/>
        </p:nvCxnSpPr>
        <p:spPr>
          <a:xfrm flipH="1">
            <a:off x="6660609" y="4897609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AE340EA-20E3-DE49-90EC-09DAB6456EE7}"/>
              </a:ext>
            </a:extLst>
          </p:cNvPr>
          <p:cNvCxnSpPr>
            <a:cxnSpLocks/>
          </p:cNvCxnSpPr>
          <p:nvPr/>
        </p:nvCxnSpPr>
        <p:spPr>
          <a:xfrm>
            <a:off x="6963847" y="4901374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FFB3A01-C5DD-304B-8979-A964A96CF929}"/>
              </a:ext>
            </a:extLst>
          </p:cNvPr>
          <p:cNvCxnSpPr/>
          <p:nvPr/>
        </p:nvCxnSpPr>
        <p:spPr>
          <a:xfrm>
            <a:off x="6649851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6201B17-E8DD-0B4B-92D4-7FAED73E3B0B}"/>
              </a:ext>
            </a:extLst>
          </p:cNvPr>
          <p:cNvCxnSpPr/>
          <p:nvPr/>
        </p:nvCxnSpPr>
        <p:spPr>
          <a:xfrm>
            <a:off x="7145806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7CF7EF-441C-0E42-B357-2BA5EE9F49FC}"/>
                  </a:ext>
                </a:extLst>
              </p:cNvPr>
              <p:cNvSpPr txBox="1"/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7CF7EF-441C-0E42-B357-2BA5EE9F4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043B11-B35A-204A-88BD-E4ECB8A3F574}"/>
                  </a:ext>
                </a:extLst>
              </p:cNvPr>
              <p:cNvSpPr txBox="1"/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9043B11-B35A-204A-88BD-E4ECB8A3F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007D3E-2611-B34B-978E-3B6B7359CD59}"/>
                  </a:ext>
                </a:extLst>
              </p:cNvPr>
              <p:cNvSpPr txBox="1"/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8007D3E-2611-B34B-978E-3B6B7359C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5C97CE-4A52-8741-B3A3-02165DCD09DD}"/>
                  </a:ext>
                </a:extLst>
              </p:cNvPr>
              <p:cNvSpPr txBox="1"/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5C97CE-4A52-8741-B3A3-02165DCD0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99A0BE-D882-F94C-83FD-D7A392C219BB}"/>
                  </a:ext>
                </a:extLst>
              </p:cNvPr>
              <p:cNvSpPr txBox="1"/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199A0BE-D882-F94C-83FD-D7A392C21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8C650F-C55B-0B45-BD1D-AC6B02FDCDE5}"/>
                  </a:ext>
                </a:extLst>
              </p:cNvPr>
              <p:cNvSpPr txBox="1"/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8C650F-C55B-0B45-BD1D-AC6B02FDC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12461B6-D297-4E4C-9969-A330D6727C6A}"/>
                  </a:ext>
                </a:extLst>
              </p:cNvPr>
              <p:cNvSpPr txBox="1"/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12461B6-D297-4E4C-9969-A330D6727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ight Arrow 44">
            <a:extLst>
              <a:ext uri="{FF2B5EF4-FFF2-40B4-BE49-F238E27FC236}">
                <a16:creationId xmlns:a16="http://schemas.microsoft.com/office/drawing/2014/main" id="{E7BD859A-2CEA-D242-8D36-E2806F54E395}"/>
              </a:ext>
            </a:extLst>
          </p:cNvPr>
          <p:cNvSpPr/>
          <p:nvPr/>
        </p:nvSpPr>
        <p:spPr>
          <a:xfrm>
            <a:off x="6056916" y="2235380"/>
            <a:ext cx="2177779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9E54BBC6-88F0-3045-8359-1BC8B52CE796}"/>
              </a:ext>
            </a:extLst>
          </p:cNvPr>
          <p:cNvSpPr/>
          <p:nvPr/>
        </p:nvSpPr>
        <p:spPr>
          <a:xfrm>
            <a:off x="6507725" y="3269793"/>
            <a:ext cx="1726970" cy="12827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47A9159B-5988-CA4D-AD2E-75E96FC4D05F}"/>
              </a:ext>
            </a:extLst>
          </p:cNvPr>
          <p:cNvSpPr/>
          <p:nvPr/>
        </p:nvSpPr>
        <p:spPr>
          <a:xfrm>
            <a:off x="7172298" y="4482771"/>
            <a:ext cx="1062398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F7C8D13C-825B-0943-BFAF-35C99F8128B1}"/>
              </a:ext>
            </a:extLst>
          </p:cNvPr>
          <p:cNvSpPr/>
          <p:nvPr/>
        </p:nvSpPr>
        <p:spPr>
          <a:xfrm>
            <a:off x="7382308" y="6199632"/>
            <a:ext cx="852387" cy="13716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9F4A92D-C068-CA45-ACA2-1597E1D063D2}"/>
                  </a:ext>
                </a:extLst>
              </p:cNvPr>
              <p:cNvSpPr txBox="1"/>
              <p:nvPr/>
            </p:nvSpPr>
            <p:spPr>
              <a:xfrm>
                <a:off x="8234695" y="2108755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9F4A92D-C068-CA45-ACA2-1597E1D06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2108755"/>
                <a:ext cx="50443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82C7673-038F-1243-A31B-F9A9564BC01E}"/>
                  </a:ext>
                </a:extLst>
              </p:cNvPr>
              <p:cNvSpPr txBox="1"/>
              <p:nvPr/>
            </p:nvSpPr>
            <p:spPr>
              <a:xfrm>
                <a:off x="8234695" y="3124076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82C7673-038F-1243-A31B-F9A9564BC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3124076"/>
                <a:ext cx="50443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D06DE79-27B3-2143-BE78-C211B084E852}"/>
                  </a:ext>
                </a:extLst>
              </p:cNvPr>
              <p:cNvSpPr txBox="1"/>
              <p:nvPr/>
            </p:nvSpPr>
            <p:spPr>
              <a:xfrm>
                <a:off x="8235114" y="4355914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D06DE79-27B3-2143-BE78-C211B084E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114" y="4355914"/>
                <a:ext cx="50443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32DB7E5-E23D-D640-9DEA-DA1F4E716B26}"/>
                  </a:ext>
                </a:extLst>
              </p:cNvPr>
              <p:cNvSpPr txBox="1"/>
              <p:nvPr/>
            </p:nvSpPr>
            <p:spPr>
              <a:xfrm>
                <a:off x="8234695" y="6048883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32DB7E5-E23D-D640-9DEA-DA1F4E716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695" y="6048883"/>
                <a:ext cx="50443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E9DA4FC-045B-554C-9DA6-90E75926C5C9}"/>
              </a:ext>
            </a:extLst>
          </p:cNvPr>
          <p:cNvCxnSpPr>
            <a:cxnSpLocks/>
          </p:cNvCxnSpPr>
          <p:nvPr/>
        </p:nvCxnSpPr>
        <p:spPr>
          <a:xfrm>
            <a:off x="2334409" y="4355914"/>
            <a:ext cx="0" cy="20552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5FC5B34-A190-B04D-87E3-8E77502C1C19}"/>
              </a:ext>
            </a:extLst>
          </p:cNvPr>
          <p:cNvCxnSpPr>
            <a:cxnSpLocks/>
          </p:cNvCxnSpPr>
          <p:nvPr/>
        </p:nvCxnSpPr>
        <p:spPr>
          <a:xfrm flipV="1">
            <a:off x="2332894" y="2106629"/>
            <a:ext cx="0" cy="18285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AA5FF34-7722-2148-B5F8-077F101EB5E0}"/>
                  </a:ext>
                </a:extLst>
              </p:cNvPr>
              <p:cNvSpPr txBox="1"/>
              <p:nvPr/>
            </p:nvSpPr>
            <p:spPr>
              <a:xfrm>
                <a:off x="1916690" y="3919364"/>
                <a:ext cx="8324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AA5FF34-7722-2148-B5F8-077F101EB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6690" y="3919364"/>
                <a:ext cx="832407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0749B4-9167-A644-942C-6D943EB56F7E}"/>
                  </a:ext>
                </a:extLst>
              </p:cNvPr>
              <p:cNvSpPr txBox="1"/>
              <p:nvPr/>
            </p:nvSpPr>
            <p:spPr>
              <a:xfrm>
                <a:off x="9079454" y="2915322"/>
                <a:ext cx="27539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Overall Running Time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0749B4-9167-A644-942C-6D943EB56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454" y="2915322"/>
                <a:ext cx="2753958" cy="646331"/>
              </a:xfrm>
              <a:prstGeom prst="rect">
                <a:avLst/>
              </a:prstGeom>
              <a:blipFill>
                <a:blip r:embed="rId19"/>
                <a:stretch>
                  <a:fillRect l="-1835" t="-3846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790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10E5C-412A-194C-9C38-115CB8053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300" dirty="0"/>
              <a:t>Correctness of Merge Sort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57CF39-F704-1F41-ACEA-F431CB88D6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Base case: </a:t>
                </a:r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dirty="0"/>
                  <a:t>, then it is trivial. </a:t>
                </a:r>
              </a:p>
              <a:p>
                <a:r>
                  <a:rPr lang="en-US" b="1" dirty="0"/>
                  <a:t>Induction Step: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	Let,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𝑀𝑒𝑟𝑔𝑒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𝑆𝑜𝑟𝑡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correctly sorts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− 1</m:t>
                    </m:r>
                  </m:oMath>
                </a14:m>
                <a:r>
                  <a:rPr lang="en-US" dirty="0"/>
                  <a:t> inputs. Now,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inputs,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𝑀𝑒𝑟𝑔𝑒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𝑆𝑜𝑟𝑡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divides the original array into two sub-arrays and perform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𝑀𝑒𝑟𝑔𝑒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𝑆𝑜𝑟𝑡</m:t>
                    </m:r>
                  </m:oMath>
                </a14:m>
                <a:r>
                  <a:rPr lang="en-US" dirty="0"/>
                  <a:t> into 	these two sub-arrays. Since, both these sub-arrays contain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	inputs, they are correctly sorted according to induction hypothesis. Since, 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𝑀𝑒𝑟𝑔𝑒</m:t>
                    </m:r>
                  </m:oMath>
                </a14:m>
                <a:r>
                  <a:rPr lang="en-US" dirty="0"/>
                  <a:t> operation correctly merges two sorted sub-arrays, we can say that 	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𝑀𝑒𝑟𝑔𝑒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𝑆𝑜𝑟𝑡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correctly sorts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inputs. [Proved]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57CF39-F704-1F41-ACEA-F431CB88D6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8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643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AB11-89DD-6E48-9AC4-91F1C160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D3AF1-C7FA-C24A-9BBC-613F9593C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step is complex</a:t>
            </a:r>
          </a:p>
          <a:p>
            <a:pPr lvl="1"/>
            <a:r>
              <a:rPr lang="en-US" dirty="0"/>
              <a:t>find a pivot element and partition the array into three parts: </a:t>
            </a:r>
          </a:p>
          <a:p>
            <a:pPr lvl="2"/>
            <a:r>
              <a:rPr lang="en-US" sz="1700" dirty="0"/>
              <a:t>left part contains all elements smaller than pivot </a:t>
            </a:r>
          </a:p>
          <a:p>
            <a:pPr lvl="2"/>
            <a:r>
              <a:rPr lang="en-US" sz="1700" dirty="0"/>
              <a:t>the pivot itself, and </a:t>
            </a:r>
          </a:p>
          <a:p>
            <a:pPr lvl="2"/>
            <a:r>
              <a:rPr lang="en-US" sz="1700" dirty="0"/>
              <a:t>right part containing all elements larger than pivot.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Recursively perform quicksort on the left and right part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0F010-DFE8-3446-B3BE-A1342BFF80C1}"/>
              </a:ext>
            </a:extLst>
          </p:cNvPr>
          <p:cNvSpPr txBox="1"/>
          <p:nvPr/>
        </p:nvSpPr>
        <p:spPr>
          <a:xfrm>
            <a:off x="10714616" y="50023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86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AB11-89DD-6E48-9AC4-91F1C160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0F010-DFE8-3446-B3BE-A1342BFF80C1}"/>
              </a:ext>
            </a:extLst>
          </p:cNvPr>
          <p:cNvSpPr txBox="1"/>
          <p:nvPr/>
        </p:nvSpPr>
        <p:spPr>
          <a:xfrm>
            <a:off x="10714616" y="50023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4" descr="quicksort">
            <a:extLst>
              <a:ext uri="{FF2B5EF4-FFF2-40B4-BE49-F238E27FC236}">
                <a16:creationId xmlns:a16="http://schemas.microsoft.com/office/drawing/2014/main" id="{A11A8D5F-1B98-9443-AAD8-3F5F478EF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2526" y="2415381"/>
            <a:ext cx="4983163" cy="202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7" descr="partition">
            <a:extLst>
              <a:ext uri="{FF2B5EF4-FFF2-40B4-BE49-F238E27FC236}">
                <a16:creationId xmlns:a16="http://schemas.microsoft.com/office/drawing/2014/main" id="{5DDEE894-05BB-0343-9002-A081A801A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2888158"/>
            <a:ext cx="5343525" cy="334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Untitled.jpg">
            <a:extLst>
              <a:ext uri="{FF2B5EF4-FFF2-40B4-BE49-F238E27FC236}">
                <a16:creationId xmlns:a16="http://schemas.microsoft.com/office/drawing/2014/main" id="{0847CDE8-7023-B742-B00A-A5D12D35817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03064" y="5002306"/>
            <a:ext cx="4192314" cy="108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57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D15FEE-A906-7C49-A740-77FC1C19C431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1D03F-C35F-C541-8B80-7B4E72EED3A3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19913-721F-D741-8A91-CA2EF9AD955D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B7F07F-4C78-CA4F-9AE7-61B2936EDC85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CED6C1-E8EC-B441-9B13-D7DEDDE30FFB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6A4AAC-AE06-2C43-A6BB-C248317B217A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C1C899-EA96-E84C-9A95-7809FB5A6E98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0A5AE9-2808-484D-AC1B-B95F18106448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A031B1-86AA-CB4C-9D19-4B9FC14B6550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5A031B1-86AA-CB4C-9D19-4B9FC14B6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F29E77-0FFA-A84B-930F-F7C805B3CB0E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F29E77-0FFA-A84B-930F-F7C805B3C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48528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85355" y="2961955"/>
            <a:ext cx="1161826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0F8832-742B-2C48-86EE-1E7437462EF6}"/>
              </a:ext>
            </a:extLst>
          </p:cNvPr>
          <p:cNvCxnSpPr/>
          <p:nvPr/>
        </p:nvCxnSpPr>
        <p:spPr>
          <a:xfrm>
            <a:off x="930535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3936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85355" y="3263171"/>
            <a:ext cx="1161826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526954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54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10B2CF-83DF-2949-B1BF-3AE0D5FCDE01}"/>
              </a:ext>
            </a:extLst>
          </p:cNvPr>
          <p:cNvCxnSpPr/>
          <p:nvPr/>
        </p:nvCxnSpPr>
        <p:spPr>
          <a:xfrm>
            <a:off x="930535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024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526954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54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1067698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698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CFB85D-05F5-7248-A8EF-0F3E01517E14}"/>
              </a:ext>
            </a:extLst>
          </p:cNvPr>
          <p:cNvCxnSpPr/>
          <p:nvPr/>
        </p:nvCxnSpPr>
        <p:spPr>
          <a:xfrm>
            <a:off x="930535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2897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526954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54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1067698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698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16C5D0-3E1A-CF43-9DD3-49E61DC694E5}"/>
              </a:ext>
            </a:extLst>
          </p:cNvPr>
          <p:cNvCxnSpPr/>
          <p:nvPr/>
        </p:nvCxnSpPr>
        <p:spPr>
          <a:xfrm>
            <a:off x="7110805" y="4032935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F596A2-7F21-F84C-8D12-CE29B13E5F8A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F596A2-7F21-F84C-8D12-CE29B13E5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D5C774A-74E9-A74F-A1F9-644AD82B4614}"/>
              </a:ext>
            </a:extLst>
          </p:cNvPr>
          <p:cNvCxnSpPr/>
          <p:nvPr/>
        </p:nvCxnSpPr>
        <p:spPr>
          <a:xfrm>
            <a:off x="930535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813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957265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265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1153761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761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16C5D0-3E1A-CF43-9DD3-49E61DC694E5}"/>
              </a:ext>
            </a:extLst>
          </p:cNvPr>
          <p:cNvCxnSpPr/>
          <p:nvPr/>
        </p:nvCxnSpPr>
        <p:spPr>
          <a:xfrm>
            <a:off x="7110805" y="4334152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F596A2-7F21-F84C-8D12-CE29B13E5F8A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F596A2-7F21-F84C-8D12-CE29B13E5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4DD564C-AEE8-A140-B688-9DB96C9416D0}"/>
              </a:ext>
            </a:extLst>
          </p:cNvPr>
          <p:cNvCxnSpPr/>
          <p:nvPr/>
        </p:nvCxnSpPr>
        <p:spPr>
          <a:xfrm>
            <a:off x="930535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AA309A6-7206-DD4F-A4BC-D73998069C42}"/>
              </a:ext>
            </a:extLst>
          </p:cNvPr>
          <p:cNvCxnSpPr/>
          <p:nvPr/>
        </p:nvCxnSpPr>
        <p:spPr>
          <a:xfrm>
            <a:off x="1577787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0173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957265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265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1153761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761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F596A2-7F21-F84C-8D12-CE29B13E5F8A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2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F596A2-7F21-F84C-8D12-CE29B13E5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BCDC3C9-61E2-9D44-A106-E42CFF043152}"/>
              </a:ext>
            </a:extLst>
          </p:cNvPr>
          <p:cNvCxnSpPr/>
          <p:nvPr/>
        </p:nvCxnSpPr>
        <p:spPr>
          <a:xfrm>
            <a:off x="7123355" y="4637163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8949B8-A274-DC4A-B857-97E150485E6B}"/>
                  </a:ext>
                </a:extLst>
              </p:cNvPr>
              <p:cNvSpPr txBox="1"/>
              <p:nvPr/>
            </p:nvSpPr>
            <p:spPr>
              <a:xfrm>
                <a:off x="792306" y="5881209"/>
                <a:ext cx="1896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exchange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latin typeface="Times" pitchFamily="2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8949B8-A274-DC4A-B857-97E150485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881209"/>
                <a:ext cx="1896673" cy="369332"/>
              </a:xfrm>
              <a:prstGeom prst="rect">
                <a:avLst/>
              </a:prstGeom>
              <a:blipFill>
                <a:blip r:embed="rId10"/>
                <a:stretch>
                  <a:fillRect l="-2667" t="-10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ACD731-FD8E-4A44-88CB-DECE577B4F67}"/>
              </a:ext>
            </a:extLst>
          </p:cNvPr>
          <p:cNvCxnSpPr/>
          <p:nvPr/>
        </p:nvCxnSpPr>
        <p:spPr>
          <a:xfrm>
            <a:off x="930535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6E706C-60E6-AB4C-8ED1-A5A24FB1F207}"/>
              </a:ext>
            </a:extLst>
          </p:cNvPr>
          <p:cNvCxnSpPr/>
          <p:nvPr/>
        </p:nvCxnSpPr>
        <p:spPr>
          <a:xfrm>
            <a:off x="1577787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0202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1064842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42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1710015" y="4110633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015" y="4110633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1577787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544615B-78AC-9744-A6CD-255A4ED8CE08}"/>
              </a:ext>
            </a:extLst>
          </p:cNvPr>
          <p:cNvCxnSpPr/>
          <p:nvPr/>
        </p:nvCxnSpPr>
        <p:spPr>
          <a:xfrm>
            <a:off x="932328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5957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1064842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42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1710015" y="4110633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015" y="4110633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1577787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9B126-CED2-B94D-9D20-2F6BA0840347}"/>
              </a:ext>
            </a:extLst>
          </p:cNvPr>
          <p:cNvCxnSpPr/>
          <p:nvPr/>
        </p:nvCxnSpPr>
        <p:spPr>
          <a:xfrm>
            <a:off x="7110805" y="4032935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A9C8B80-A53A-2446-A225-EA1233239CCE}"/>
              </a:ext>
            </a:extLst>
          </p:cNvPr>
          <p:cNvCxnSpPr/>
          <p:nvPr/>
        </p:nvCxnSpPr>
        <p:spPr>
          <a:xfrm>
            <a:off x="932328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5163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1064842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42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2353682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682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1577787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7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9B126-CED2-B94D-9D20-2F6BA0840347}"/>
              </a:ext>
            </a:extLst>
          </p:cNvPr>
          <p:cNvCxnSpPr/>
          <p:nvPr/>
        </p:nvCxnSpPr>
        <p:spPr>
          <a:xfrm>
            <a:off x="7110805" y="4032935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C823B6-0CF3-D042-99D9-7C9AC61C669A}"/>
              </a:ext>
            </a:extLst>
          </p:cNvPr>
          <p:cNvCxnSpPr/>
          <p:nvPr/>
        </p:nvCxnSpPr>
        <p:spPr>
          <a:xfrm>
            <a:off x="2216072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9773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1064842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42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3008521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521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1577787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9B126-CED2-B94D-9D20-2F6BA0840347}"/>
              </a:ext>
            </a:extLst>
          </p:cNvPr>
          <p:cNvCxnSpPr/>
          <p:nvPr/>
        </p:nvCxnSpPr>
        <p:spPr>
          <a:xfrm>
            <a:off x="7110805" y="4032935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C823B6-0CF3-D042-99D9-7C9AC61C669A}"/>
              </a:ext>
            </a:extLst>
          </p:cNvPr>
          <p:cNvCxnSpPr/>
          <p:nvPr/>
        </p:nvCxnSpPr>
        <p:spPr>
          <a:xfrm>
            <a:off x="2854360" y="3385077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980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1731816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816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3008521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521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212490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9B126-CED2-B94D-9D20-2F6BA0840347}"/>
              </a:ext>
            </a:extLst>
          </p:cNvPr>
          <p:cNvCxnSpPr/>
          <p:nvPr/>
        </p:nvCxnSpPr>
        <p:spPr>
          <a:xfrm>
            <a:off x="7110805" y="4312636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C823B6-0CF3-D042-99D9-7C9AC61C669A}"/>
              </a:ext>
            </a:extLst>
          </p:cNvPr>
          <p:cNvCxnSpPr/>
          <p:nvPr/>
        </p:nvCxnSpPr>
        <p:spPr>
          <a:xfrm>
            <a:off x="2854360" y="3385077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3826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1731816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816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3008521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521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212490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9B126-CED2-B94D-9D20-2F6BA0840347}"/>
              </a:ext>
            </a:extLst>
          </p:cNvPr>
          <p:cNvCxnSpPr/>
          <p:nvPr/>
        </p:nvCxnSpPr>
        <p:spPr>
          <a:xfrm>
            <a:off x="7110805" y="4592336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C823B6-0CF3-D042-99D9-7C9AC61C669A}"/>
              </a:ext>
            </a:extLst>
          </p:cNvPr>
          <p:cNvCxnSpPr/>
          <p:nvPr/>
        </p:nvCxnSpPr>
        <p:spPr>
          <a:xfrm>
            <a:off x="2854360" y="3385077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3165AA7-61F2-FF44-8E81-67D633664BB7}"/>
                  </a:ext>
                </a:extLst>
              </p:cNvPr>
              <p:cNvSpPr txBox="1"/>
              <p:nvPr/>
            </p:nvSpPr>
            <p:spPr>
              <a:xfrm>
                <a:off x="792306" y="5881209"/>
                <a:ext cx="1896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exchange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>
                    <a:latin typeface="Times" pitchFamily="2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3165AA7-61F2-FF44-8E81-67D633664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881209"/>
                <a:ext cx="1896673" cy="369332"/>
              </a:xfrm>
              <a:prstGeom prst="rect">
                <a:avLst/>
              </a:prstGeom>
              <a:blipFill>
                <a:blip r:embed="rId10"/>
                <a:stretch>
                  <a:fillRect l="-2667" t="-10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464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173181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817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3008521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521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212490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9B126-CED2-B94D-9D20-2F6BA0840347}"/>
              </a:ext>
            </a:extLst>
          </p:cNvPr>
          <p:cNvCxnSpPr/>
          <p:nvPr/>
        </p:nvCxnSpPr>
        <p:spPr>
          <a:xfrm>
            <a:off x="7110805" y="4592339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C823B6-0CF3-D042-99D9-7C9AC61C669A}"/>
              </a:ext>
            </a:extLst>
          </p:cNvPr>
          <p:cNvCxnSpPr/>
          <p:nvPr/>
        </p:nvCxnSpPr>
        <p:spPr>
          <a:xfrm>
            <a:off x="2854360" y="3385077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3F9C28-0B08-3E43-A9C2-DCFD61C8EB29}"/>
                  </a:ext>
                </a:extLst>
              </p:cNvPr>
              <p:cNvSpPr txBox="1"/>
              <p:nvPr/>
            </p:nvSpPr>
            <p:spPr>
              <a:xfrm>
                <a:off x="792306" y="5881209"/>
                <a:ext cx="1896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exchange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Times" pitchFamily="2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63F9C28-0B08-3E43-A9C2-DCFD61C8E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881209"/>
                <a:ext cx="1896673" cy="369332"/>
              </a:xfrm>
              <a:prstGeom prst="rect">
                <a:avLst/>
              </a:prstGeom>
              <a:blipFill>
                <a:blip r:embed="rId10"/>
                <a:stretch>
                  <a:fillRect l="-2667" t="-10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5348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173181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817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3675496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496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212490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9B126-CED2-B94D-9D20-2F6BA0840347}"/>
              </a:ext>
            </a:extLst>
          </p:cNvPr>
          <p:cNvCxnSpPr/>
          <p:nvPr/>
        </p:nvCxnSpPr>
        <p:spPr>
          <a:xfrm>
            <a:off x="7110805" y="4022178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C823B6-0CF3-D042-99D9-7C9AC61C669A}"/>
              </a:ext>
            </a:extLst>
          </p:cNvPr>
          <p:cNvCxnSpPr/>
          <p:nvPr/>
        </p:nvCxnSpPr>
        <p:spPr>
          <a:xfrm>
            <a:off x="3510579" y="3385077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04476F-C2F9-9D43-8337-BDE1793794A7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3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04476F-C2F9-9D43-8337-BDE179379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8689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3675500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00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86871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3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9B126-CED2-B94D-9D20-2F6BA0840347}"/>
              </a:ext>
            </a:extLst>
          </p:cNvPr>
          <p:cNvCxnSpPr/>
          <p:nvPr/>
        </p:nvCxnSpPr>
        <p:spPr>
          <a:xfrm>
            <a:off x="7110805" y="4312636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C823B6-0CF3-D042-99D9-7C9AC61C669A}"/>
              </a:ext>
            </a:extLst>
          </p:cNvPr>
          <p:cNvCxnSpPr/>
          <p:nvPr/>
        </p:nvCxnSpPr>
        <p:spPr>
          <a:xfrm>
            <a:off x="3510581" y="3385077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4269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3675500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00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86871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3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9B126-CED2-B94D-9D20-2F6BA0840347}"/>
              </a:ext>
            </a:extLst>
          </p:cNvPr>
          <p:cNvCxnSpPr/>
          <p:nvPr/>
        </p:nvCxnSpPr>
        <p:spPr>
          <a:xfrm>
            <a:off x="7110805" y="4592337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C823B6-0CF3-D042-99D9-7C9AC61C669A}"/>
              </a:ext>
            </a:extLst>
          </p:cNvPr>
          <p:cNvCxnSpPr/>
          <p:nvPr/>
        </p:nvCxnSpPr>
        <p:spPr>
          <a:xfrm>
            <a:off x="3510581" y="3385077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0600C36-B7BC-F24A-BAB2-3DF40ECD2C26}"/>
                  </a:ext>
                </a:extLst>
              </p:cNvPr>
              <p:cNvSpPr txBox="1"/>
              <p:nvPr/>
            </p:nvSpPr>
            <p:spPr>
              <a:xfrm>
                <a:off x="792306" y="5881209"/>
                <a:ext cx="1896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exchange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>
                    <a:latin typeface="Times" pitchFamily="2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0600C36-B7BC-F24A-BAB2-3DF40ECD2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881209"/>
                <a:ext cx="1896673" cy="369332"/>
              </a:xfrm>
              <a:prstGeom prst="rect">
                <a:avLst/>
              </a:prstGeom>
              <a:blipFill>
                <a:blip r:embed="rId10"/>
                <a:stretch>
                  <a:fillRect l="-2667" t="-10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05488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3675500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00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86871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3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9B126-CED2-B94D-9D20-2F6BA0840347}"/>
              </a:ext>
            </a:extLst>
          </p:cNvPr>
          <p:cNvCxnSpPr/>
          <p:nvPr/>
        </p:nvCxnSpPr>
        <p:spPr>
          <a:xfrm>
            <a:off x="7110805" y="4592337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C823B6-0CF3-D042-99D9-7C9AC61C669A}"/>
              </a:ext>
            </a:extLst>
          </p:cNvPr>
          <p:cNvCxnSpPr/>
          <p:nvPr/>
        </p:nvCxnSpPr>
        <p:spPr>
          <a:xfrm>
            <a:off x="3510581" y="3385077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0600C36-B7BC-F24A-BAB2-3DF40ECD2C26}"/>
                  </a:ext>
                </a:extLst>
              </p:cNvPr>
              <p:cNvSpPr txBox="1"/>
              <p:nvPr/>
            </p:nvSpPr>
            <p:spPr>
              <a:xfrm>
                <a:off x="792306" y="5881209"/>
                <a:ext cx="1896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exchange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>
                    <a:latin typeface="Times" pitchFamily="2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0600C36-B7BC-F24A-BAB2-3DF40ECD2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881209"/>
                <a:ext cx="1896673" cy="369332"/>
              </a:xfrm>
              <a:prstGeom prst="rect">
                <a:avLst/>
              </a:prstGeom>
              <a:blipFill>
                <a:blip r:embed="rId10"/>
                <a:stretch>
                  <a:fillRect l="-2667" t="-10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3177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4331717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717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86871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19B126-CED2-B94D-9D20-2F6BA0840347}"/>
              </a:ext>
            </a:extLst>
          </p:cNvPr>
          <p:cNvCxnSpPr/>
          <p:nvPr/>
        </p:nvCxnSpPr>
        <p:spPr>
          <a:xfrm>
            <a:off x="7110805" y="4592337"/>
            <a:ext cx="118334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C823B6-0CF3-D042-99D9-7C9AC61C669A}"/>
              </a:ext>
            </a:extLst>
          </p:cNvPr>
          <p:cNvCxnSpPr/>
          <p:nvPr/>
        </p:nvCxnSpPr>
        <p:spPr>
          <a:xfrm>
            <a:off x="4166798" y="3385077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1400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/>
              <p:nvPr/>
            </p:nvSpPr>
            <p:spPr>
              <a:xfrm>
                <a:off x="4966421" y="4129757"/>
                <a:ext cx="38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FF3CE4-2D26-3E41-9345-35996C45D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421" y="4129757"/>
                <a:ext cx="381002" cy="369332"/>
              </a:xfrm>
              <a:prstGeom prst="rect">
                <a:avLst/>
              </a:prstGeom>
              <a:blipFill>
                <a:blip r:embed="rId8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86871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/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&lt;= 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50E9D0-E42A-754E-99D5-8C7BDB59C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444963"/>
                <a:ext cx="1075936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DC823B6-0CF3-D042-99D9-7C9AC61C669A}"/>
              </a:ext>
            </a:extLst>
          </p:cNvPr>
          <p:cNvCxnSpPr/>
          <p:nvPr/>
        </p:nvCxnSpPr>
        <p:spPr>
          <a:xfrm>
            <a:off x="4801502" y="3385077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59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3599646"/>
            <a:ext cx="3915120" cy="1188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86871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7874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4761477"/>
            <a:ext cx="3915120" cy="283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86871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093347-4449-2842-9F7F-627DF9063D84}"/>
                  </a:ext>
                </a:extLst>
              </p:cNvPr>
              <p:cNvSpPr txBox="1"/>
              <p:nvPr/>
            </p:nvSpPr>
            <p:spPr>
              <a:xfrm>
                <a:off x="792306" y="5881209"/>
                <a:ext cx="2576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exchange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>
                    <a:latin typeface="Times" pitchFamily="2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4 </m:t>
                    </m:r>
                  </m:oMath>
                </a14:m>
                <a:r>
                  <a:rPr lang="en-US" dirty="0">
                    <a:latin typeface="Times" pitchFamily="2" charset="0"/>
                  </a:rPr>
                  <a:t>(pivot)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093347-4449-2842-9F7F-627DF9063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881209"/>
                <a:ext cx="2576346" cy="369332"/>
              </a:xfrm>
              <a:prstGeom prst="rect">
                <a:avLst/>
              </a:prstGeom>
              <a:blipFill>
                <a:blip r:embed="rId8"/>
                <a:stretch>
                  <a:fillRect l="-1961" t="-10000" r="-98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52240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4761477"/>
            <a:ext cx="3915120" cy="283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545054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86871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093347-4449-2842-9F7F-627DF9063D84}"/>
                  </a:ext>
                </a:extLst>
              </p:cNvPr>
              <p:cNvSpPr txBox="1"/>
              <p:nvPr/>
            </p:nvSpPr>
            <p:spPr>
              <a:xfrm>
                <a:off x="792306" y="5881209"/>
                <a:ext cx="2576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exchange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>
                    <a:latin typeface="Times" pitchFamily="2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4 </m:t>
                    </m:r>
                  </m:oMath>
                </a14:m>
                <a:r>
                  <a:rPr lang="en-US" dirty="0">
                    <a:latin typeface="Times" pitchFamily="2" charset="0"/>
                  </a:rPr>
                  <a:t>(pivot)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093347-4449-2842-9F7F-627DF9063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881209"/>
                <a:ext cx="2576346" cy="369332"/>
              </a:xfrm>
              <a:prstGeom prst="rect">
                <a:avLst/>
              </a:prstGeom>
              <a:blipFill>
                <a:blip r:embed="rId8"/>
                <a:stretch>
                  <a:fillRect l="-1961" t="-10000" r="-98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755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7B1C876-13F9-5047-AEB1-F1E1BA342B71}"/>
              </a:ext>
            </a:extLst>
          </p:cNvPr>
          <p:cNvSpPr/>
          <p:nvPr/>
        </p:nvSpPr>
        <p:spPr>
          <a:xfrm>
            <a:off x="7899984" y="4761477"/>
            <a:ext cx="3915120" cy="283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/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Pivot,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6D1E6B-35F4-FB4B-A84D-C166A6A0F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547" y="4747436"/>
                <a:ext cx="1468479" cy="369332"/>
              </a:xfrm>
              <a:prstGeom prst="rect">
                <a:avLst/>
              </a:prstGeom>
              <a:blipFill>
                <a:blip r:embed="rId6"/>
                <a:stretch>
                  <a:fillRect l="-3448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6085244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86871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093347-4449-2842-9F7F-627DF9063D84}"/>
                  </a:ext>
                </a:extLst>
              </p:cNvPr>
              <p:cNvSpPr txBox="1"/>
              <p:nvPr/>
            </p:nvSpPr>
            <p:spPr>
              <a:xfrm>
                <a:off x="792306" y="5881209"/>
                <a:ext cx="25763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" pitchFamily="2" charset="0"/>
                  </a:rPr>
                  <a:t>exchange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>
                    <a:latin typeface="Times" pitchFamily="2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4 </m:t>
                    </m:r>
                  </m:oMath>
                </a14:m>
                <a:r>
                  <a:rPr lang="en-US" dirty="0">
                    <a:latin typeface="Times" pitchFamily="2" charset="0"/>
                  </a:rPr>
                  <a:t>(pivot)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093347-4449-2842-9F7F-627DF9063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06" y="5881209"/>
                <a:ext cx="2576346" cy="369332"/>
              </a:xfrm>
              <a:prstGeom prst="rect">
                <a:avLst/>
              </a:prstGeom>
              <a:blipFill>
                <a:blip r:embed="rId8"/>
                <a:stretch>
                  <a:fillRect l="-1961" t="-10000" r="-98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99096E-A1D8-6549-9231-3B281F8D0DEE}"/>
              </a:ext>
            </a:extLst>
          </p:cNvPr>
          <p:cNvCxnSpPr/>
          <p:nvPr/>
        </p:nvCxnSpPr>
        <p:spPr>
          <a:xfrm>
            <a:off x="3514164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5627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71CA-5F1B-BB46-A806-47E64380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</a:t>
            </a:r>
          </a:p>
        </p:txBody>
      </p:sp>
      <p:pic>
        <p:nvPicPr>
          <p:cNvPr id="4" name="Picture 7" descr="partition">
            <a:extLst>
              <a:ext uri="{FF2B5EF4-FFF2-40B4-BE49-F238E27FC236}">
                <a16:creationId xmlns:a16="http://schemas.microsoft.com/office/drawing/2014/main" id="{510CC8BC-CF2C-D44B-A27E-D57AB042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4822" y="2558807"/>
            <a:ext cx="4606355" cy="288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/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Array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FFA0A-4141-F54A-8631-7566622E4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16" y="2398955"/>
                <a:ext cx="989502" cy="369332"/>
              </a:xfrm>
              <a:prstGeom prst="rect">
                <a:avLst/>
              </a:prstGeom>
              <a:blipFill>
                <a:blip r:embed="rId3"/>
                <a:stretch>
                  <a:fillRect l="-5063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D8A2F36A-7BB2-D64C-BA14-C4E5803996F8}"/>
              </a:ext>
            </a:extLst>
          </p:cNvPr>
          <p:cNvSpPr/>
          <p:nvPr/>
        </p:nvSpPr>
        <p:spPr>
          <a:xfrm>
            <a:off x="932328" y="3428998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0" dirty="0">
                <a:solidFill>
                  <a:schemeClr val="tx1"/>
                </a:solidFill>
                <a:latin typeface="Times" pitchFamily="2" charset="0"/>
              </a:rPr>
              <a:t>2</a:t>
            </a:r>
            <a:endParaRPr lang="en-US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59E5F1-6362-7248-B83D-DEAA5D863EDF}"/>
              </a:ext>
            </a:extLst>
          </p:cNvPr>
          <p:cNvSpPr/>
          <p:nvPr/>
        </p:nvSpPr>
        <p:spPr>
          <a:xfrm>
            <a:off x="1577787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DC562-72C8-B04F-A8BE-D656BA5F3CDE}"/>
              </a:ext>
            </a:extLst>
          </p:cNvPr>
          <p:cNvSpPr/>
          <p:nvPr/>
        </p:nvSpPr>
        <p:spPr>
          <a:xfrm>
            <a:off x="2223246" y="3428997"/>
            <a:ext cx="645459" cy="6577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8FC8BE-EC6F-6442-AE19-192138ABEED2}"/>
              </a:ext>
            </a:extLst>
          </p:cNvPr>
          <p:cNvSpPr/>
          <p:nvPr/>
        </p:nvSpPr>
        <p:spPr>
          <a:xfrm>
            <a:off x="2868705" y="3428996"/>
            <a:ext cx="645459" cy="6577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DEDDFD-9A79-1E43-9091-406751E2D1A4}"/>
              </a:ext>
            </a:extLst>
          </p:cNvPr>
          <p:cNvSpPr/>
          <p:nvPr/>
        </p:nvSpPr>
        <p:spPr>
          <a:xfrm>
            <a:off x="3514164" y="3429000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6421A-8F1A-9642-9419-231E41259E2B}"/>
              </a:ext>
            </a:extLst>
          </p:cNvPr>
          <p:cNvSpPr/>
          <p:nvPr/>
        </p:nvSpPr>
        <p:spPr>
          <a:xfrm>
            <a:off x="4159623" y="3428999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D53-BC9D-9948-8219-2A4B9F260C4D}"/>
              </a:ext>
            </a:extLst>
          </p:cNvPr>
          <p:cNvSpPr/>
          <p:nvPr/>
        </p:nvSpPr>
        <p:spPr>
          <a:xfrm>
            <a:off x="4805082" y="3428999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D7CAA-B1E5-A140-BC78-679020994F95}"/>
              </a:ext>
            </a:extLst>
          </p:cNvPr>
          <p:cNvSpPr/>
          <p:nvPr/>
        </p:nvSpPr>
        <p:spPr>
          <a:xfrm>
            <a:off x="5450541" y="3428998"/>
            <a:ext cx="645459" cy="657729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/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D5776F-FABE-3445-9878-55FB8CC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2961955"/>
                <a:ext cx="373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/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A2866B-ADFB-D448-A56E-AE6D6E43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40" y="2961955"/>
                <a:ext cx="3564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2C09D-8325-A94C-AA60-F0805A391BCC}"/>
              </a:ext>
            </a:extLst>
          </p:cNvPr>
          <p:cNvCxnSpPr/>
          <p:nvPr/>
        </p:nvCxnSpPr>
        <p:spPr>
          <a:xfrm>
            <a:off x="6085244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/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E9CA316-4432-7040-BAEC-2C2EFF583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037" y="4129757"/>
                <a:ext cx="374718" cy="369332"/>
              </a:xfrm>
              <a:prstGeom prst="rect">
                <a:avLst/>
              </a:prstGeom>
              <a:blipFill>
                <a:blip r:embed="rId6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461E98-F55B-DF45-88B3-D02088D32E1D}"/>
              </a:ext>
            </a:extLst>
          </p:cNvPr>
          <p:cNvCxnSpPr/>
          <p:nvPr/>
        </p:nvCxnSpPr>
        <p:spPr>
          <a:xfrm>
            <a:off x="2868711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99096E-A1D8-6549-9231-3B281F8D0DEE}"/>
              </a:ext>
            </a:extLst>
          </p:cNvPr>
          <p:cNvCxnSpPr/>
          <p:nvPr/>
        </p:nvCxnSpPr>
        <p:spPr>
          <a:xfrm>
            <a:off x="3514164" y="3374319"/>
            <a:ext cx="0" cy="7554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7BE1492-50E1-5149-9616-8D8C3A76666D}"/>
              </a:ext>
            </a:extLst>
          </p:cNvPr>
          <p:cNvSpPr txBox="1"/>
          <p:nvPr/>
        </p:nvSpPr>
        <p:spPr>
          <a:xfrm>
            <a:off x="2811330" y="2489085"/>
            <a:ext cx="1215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" pitchFamily="2" charset="0"/>
              </a:rPr>
              <a:t>sorted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4E7BEA-1B20-4245-8D50-4CA0754EAFA6}"/>
              </a:ext>
            </a:extLst>
          </p:cNvPr>
          <p:cNvCxnSpPr>
            <a:cxnSpLocks/>
          </p:cNvCxnSpPr>
          <p:nvPr/>
        </p:nvCxnSpPr>
        <p:spPr>
          <a:xfrm>
            <a:off x="3191434" y="2815385"/>
            <a:ext cx="1" cy="5705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D2F05EC-2632-7D46-8E22-B554EA450D39}"/>
              </a:ext>
            </a:extLst>
          </p:cNvPr>
          <p:cNvSpPr txBox="1"/>
          <p:nvPr/>
        </p:nvSpPr>
        <p:spPr>
          <a:xfrm>
            <a:off x="1146587" y="4747436"/>
            <a:ext cx="1482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" pitchFamily="2" charset="0"/>
              </a:rPr>
              <a:t>sort left part</a:t>
            </a:r>
          </a:p>
          <a:p>
            <a:pPr algn="ctr"/>
            <a:r>
              <a:rPr lang="en-US" dirty="0">
                <a:latin typeface="Times" pitchFamily="2" charset="0"/>
              </a:rPr>
              <a:t>&lt;=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850918-F5B2-224B-8ADF-2FBD57EE088E}"/>
              </a:ext>
            </a:extLst>
          </p:cNvPr>
          <p:cNvSpPr txBox="1"/>
          <p:nvPr/>
        </p:nvSpPr>
        <p:spPr>
          <a:xfrm>
            <a:off x="4105834" y="4747436"/>
            <a:ext cx="1482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" pitchFamily="2" charset="0"/>
              </a:rPr>
              <a:t>sort right part</a:t>
            </a:r>
          </a:p>
          <a:p>
            <a:pPr algn="ctr"/>
            <a:r>
              <a:rPr lang="en-US" dirty="0">
                <a:latin typeface="Times" pitchFamily="2" charset="0"/>
              </a:rPr>
              <a:t>&gt;=4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410A2747-D423-DC4E-9FE0-3D5B40F74CB8}"/>
              </a:ext>
            </a:extLst>
          </p:cNvPr>
          <p:cNvSpPr/>
          <p:nvPr/>
        </p:nvSpPr>
        <p:spPr>
          <a:xfrm rot="16200000">
            <a:off x="1742291" y="3471464"/>
            <a:ext cx="322729" cy="1930102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027BD1E7-23E1-BC4B-B892-BC98EED9343E}"/>
              </a:ext>
            </a:extLst>
          </p:cNvPr>
          <p:cNvSpPr/>
          <p:nvPr/>
        </p:nvSpPr>
        <p:spPr>
          <a:xfrm rot="16200000">
            <a:off x="4642025" y="3153918"/>
            <a:ext cx="322729" cy="2563711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249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6E13-DC46-2340-88E8-7649426B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algorithm: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620B67-FEC9-4B4B-AEBA-EA742863D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Performance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𝑄𝑢𝑖𝑐𝑘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𝑆𝑜𝑟𝑡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Algorithm</a:t>
                </a:r>
              </a:p>
              <a:p>
                <a:pPr lvl="1"/>
                <a:r>
                  <a:rPr lang="en-US" dirty="0"/>
                  <a:t>Largely depends on the selection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𝑝𝑖𝑣𝑜𝑡</m:t>
                    </m:r>
                  </m:oMath>
                </a14:m>
                <a:r>
                  <a:rPr lang="en-US" dirty="0"/>
                  <a:t> element</a:t>
                </a:r>
              </a:p>
              <a:p>
                <a:r>
                  <a:rPr lang="en-US" dirty="0"/>
                  <a:t>Worst case scenario</a:t>
                </a:r>
              </a:p>
              <a:p>
                <a:pPr lvl="1"/>
                <a:r>
                  <a:rPr lang="en-US" dirty="0"/>
                  <a:t>Partition is always unbalanced</a:t>
                </a:r>
              </a:p>
              <a:p>
                <a:r>
                  <a:rPr lang="en-US" dirty="0"/>
                  <a:t>Best case scenario</a:t>
                </a:r>
              </a:p>
              <a:p>
                <a:pPr lvl="1"/>
                <a:r>
                  <a:rPr lang="en-US" dirty="0"/>
                  <a:t>Partition is always balanced</a:t>
                </a:r>
              </a:p>
              <a:p>
                <a:r>
                  <a:rPr lang="en-US" dirty="0"/>
                  <a:t>Most like scenario</a:t>
                </a:r>
              </a:p>
              <a:p>
                <a:pPr lvl="1"/>
                <a:r>
                  <a:rPr lang="en-US" dirty="0"/>
                  <a:t>Partition is mostly balanced</a:t>
                </a:r>
              </a:p>
              <a:p>
                <a:r>
                  <a:rPr lang="en-US" dirty="0"/>
                  <a:t>Worst case input ? </a:t>
                </a:r>
              </a:p>
              <a:p>
                <a:pPr lvl="1"/>
                <a:r>
                  <a:rPr lang="en-US" dirty="0"/>
                  <a:t>An </a:t>
                </a:r>
                <a:r>
                  <a:rPr lang="en-US"/>
                  <a:t>array already sorted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620B67-FEC9-4B4B-AEBA-EA742863D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8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7580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Worst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One sub-problem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r>
                  <a:rPr lang="en-US" dirty="0"/>
                  <a:t>Another sub-problem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r>
                  <a:rPr lang="en-US" dirty="0"/>
                  <a:t>Such unbalanced partition arises at every recursive call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8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70B95B-9BC8-B04B-B831-9ABF9AEFE5DF}"/>
                  </a:ext>
                </a:extLst>
              </p:cNvPr>
              <p:cNvSpPr txBox="1"/>
              <p:nvPr/>
            </p:nvSpPr>
            <p:spPr>
              <a:xfrm>
                <a:off x="1288509" y="4242965"/>
                <a:ext cx="10602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70B95B-9BC8-B04B-B831-9ABF9AEFE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509" y="4242965"/>
                <a:ext cx="106022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9">
            <a:extLst>
              <a:ext uri="{FF2B5EF4-FFF2-40B4-BE49-F238E27FC236}">
                <a16:creationId xmlns:a16="http://schemas.microsoft.com/office/drawing/2014/main" id="{04E8F5B1-7BF5-AA4F-8078-DB6B983B92C0}"/>
              </a:ext>
            </a:extLst>
          </p:cNvPr>
          <p:cNvSpPr>
            <a:spLocks/>
          </p:cNvSpPr>
          <p:nvPr/>
        </p:nvSpPr>
        <p:spPr bwMode="auto">
          <a:xfrm>
            <a:off x="2303010" y="4048442"/>
            <a:ext cx="45719" cy="836642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76B8572-B00F-F246-9FE7-FA07C14AA3FA}"/>
              </a:ext>
            </a:extLst>
          </p:cNvPr>
          <p:cNvSpPr/>
          <p:nvPr/>
        </p:nvSpPr>
        <p:spPr>
          <a:xfrm rot="16200000">
            <a:off x="2940156" y="4476487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4445CACA-B5A4-A942-B0D9-B3BE871906DC}"/>
              </a:ext>
            </a:extLst>
          </p:cNvPr>
          <p:cNvSpPr/>
          <p:nvPr/>
        </p:nvSpPr>
        <p:spPr>
          <a:xfrm rot="16200000">
            <a:off x="4534081" y="4476487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0215C0FC-E12D-1D41-B93D-9717F314F074}"/>
              </a:ext>
            </a:extLst>
          </p:cNvPr>
          <p:cNvSpPr/>
          <p:nvPr/>
        </p:nvSpPr>
        <p:spPr>
          <a:xfrm rot="16200000">
            <a:off x="5785785" y="4818709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C68883A-2984-584E-BAAB-D16DE03A0324}"/>
              </a:ext>
            </a:extLst>
          </p:cNvPr>
          <p:cNvSpPr/>
          <p:nvPr/>
        </p:nvSpPr>
        <p:spPr>
          <a:xfrm rot="16200000">
            <a:off x="6617629" y="4818707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3E2A4-4ACD-154D-A0E9-60C7B043C8D6}"/>
              </a:ext>
            </a:extLst>
          </p:cNvPr>
          <p:cNvSpPr txBox="1"/>
          <p:nvPr/>
        </p:nvSpPr>
        <p:spPr>
          <a:xfrm>
            <a:off x="2434737" y="5138251"/>
            <a:ext cx="1273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left half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4DD9B-226E-0B4E-9A92-674816138FE6}"/>
              </a:ext>
            </a:extLst>
          </p:cNvPr>
          <p:cNvSpPr txBox="1"/>
          <p:nvPr/>
        </p:nvSpPr>
        <p:spPr>
          <a:xfrm>
            <a:off x="3941202" y="5138251"/>
            <a:ext cx="1411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right half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DFB6D9-11ED-DD40-A7D2-324D9B0D3B74}"/>
              </a:ext>
            </a:extLst>
          </p:cNvPr>
          <p:cNvSpPr txBox="1"/>
          <p:nvPr/>
        </p:nvSpPr>
        <p:spPr>
          <a:xfrm>
            <a:off x="5465262" y="5138251"/>
            <a:ext cx="8767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dividing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10D87-2640-7241-A661-A489B48ACC03}"/>
              </a:ext>
            </a:extLst>
          </p:cNvPr>
          <p:cNvSpPr txBox="1"/>
          <p:nvPr/>
        </p:nvSpPr>
        <p:spPr>
          <a:xfrm>
            <a:off x="6284244" y="5138251"/>
            <a:ext cx="892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merging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B4410B-EFE3-7D41-B177-D86776DFBC7F}"/>
                  </a:ext>
                </a:extLst>
              </p:cNvPr>
              <p:cNvSpPr txBox="1"/>
              <p:nvPr/>
            </p:nvSpPr>
            <p:spPr>
              <a:xfrm>
                <a:off x="2487875" y="4543640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B4410B-EFE3-7D41-B177-D86776DFB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875" y="4543640"/>
                <a:ext cx="133984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5F3FB8-9B8D-E140-9C3D-79F73D5BEECE}"/>
                  </a:ext>
                </a:extLst>
              </p:cNvPr>
              <p:cNvSpPr txBox="1"/>
              <p:nvPr/>
            </p:nvSpPr>
            <p:spPr>
              <a:xfrm>
                <a:off x="2477648" y="4090611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5F3FB8-9B8D-E140-9C3D-79F73D5BE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648" y="4090611"/>
                <a:ext cx="133984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5E3B6D-5891-B546-8E2D-5147ACCC5739}"/>
                  </a:ext>
                </a:extLst>
              </p:cNvPr>
              <p:cNvSpPr txBox="1"/>
              <p:nvPr/>
            </p:nvSpPr>
            <p:spPr>
              <a:xfrm>
                <a:off x="3671486" y="4543640"/>
                <a:ext cx="20223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+     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000" dirty="0"/>
                  <a:t>    +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5E3B6D-5891-B546-8E2D-5147ACCC5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86" y="4543640"/>
                <a:ext cx="2022372" cy="400110"/>
              </a:xfrm>
              <a:prstGeom prst="rect">
                <a:avLst/>
              </a:prstGeom>
              <a:blipFill>
                <a:blip r:embed="rId6"/>
                <a:stretch>
                  <a:fillRect l="-1242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897C3E-3EB7-C040-ADFA-4CD9B633AAA0}"/>
                  </a:ext>
                </a:extLst>
              </p:cNvPr>
              <p:cNvSpPr txBox="1"/>
              <p:nvPr/>
            </p:nvSpPr>
            <p:spPr>
              <a:xfrm>
                <a:off x="5550231" y="4543640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+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897C3E-3EB7-C040-ADFA-4CD9B633A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231" y="4543640"/>
                <a:ext cx="1339844" cy="400110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E3CAFC-812F-8745-AE83-60F214031D88}"/>
                  </a:ext>
                </a:extLst>
              </p:cNvPr>
              <p:cNvSpPr txBox="1"/>
              <p:nvPr/>
            </p:nvSpPr>
            <p:spPr>
              <a:xfrm>
                <a:off x="6547839" y="4554362"/>
                <a:ext cx="5298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E3CAFC-812F-8745-AE83-60F214031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839" y="4554362"/>
                <a:ext cx="52989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EEB45-FDC7-B44F-9B8A-3B535925F4E2}"/>
                  </a:ext>
                </a:extLst>
              </p:cNvPr>
              <p:cNvSpPr txBox="1"/>
              <p:nvPr/>
            </p:nvSpPr>
            <p:spPr>
              <a:xfrm>
                <a:off x="7202916" y="4534484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𝑜𝑡h𝑒𝑟𝑖𝑠𝑒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EEB45-FDC7-B44F-9B8A-3B535925F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916" y="4534484"/>
                <a:ext cx="1211062" cy="400110"/>
              </a:xfrm>
              <a:prstGeom prst="rect">
                <a:avLst/>
              </a:prstGeom>
              <a:blipFill>
                <a:blip r:embed="rId9"/>
                <a:stretch>
                  <a:fillRect l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0D29460-2382-0547-AFF2-2F5F766F7917}"/>
                  </a:ext>
                </a:extLst>
              </p:cNvPr>
              <p:cNvSpPr txBox="1"/>
              <p:nvPr/>
            </p:nvSpPr>
            <p:spPr>
              <a:xfrm>
                <a:off x="7202916" y="4089463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0D29460-2382-0547-AFF2-2F5F766F7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916" y="4089463"/>
                <a:ext cx="1211062" cy="400110"/>
              </a:xfrm>
              <a:prstGeom prst="rect">
                <a:avLst/>
              </a:prstGeom>
              <a:blipFill>
                <a:blip r:embed="rId10"/>
                <a:stretch>
                  <a:fillRect l="-3125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1096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Worst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One sub-problem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r>
                  <a:rPr lang="en-US" dirty="0"/>
                  <a:t>Another sub-problem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r>
                  <a:rPr lang="en-US" dirty="0"/>
                  <a:t>Such unbalanced partition arises at every recursive call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8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70B95B-9BC8-B04B-B831-9ABF9AEFE5DF}"/>
                  </a:ext>
                </a:extLst>
              </p:cNvPr>
              <p:cNvSpPr txBox="1"/>
              <p:nvPr/>
            </p:nvSpPr>
            <p:spPr>
              <a:xfrm>
                <a:off x="1288509" y="4242965"/>
                <a:ext cx="10602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70B95B-9BC8-B04B-B831-9ABF9AEFE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509" y="4242965"/>
                <a:ext cx="106022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9">
            <a:extLst>
              <a:ext uri="{FF2B5EF4-FFF2-40B4-BE49-F238E27FC236}">
                <a16:creationId xmlns:a16="http://schemas.microsoft.com/office/drawing/2014/main" id="{04E8F5B1-7BF5-AA4F-8078-DB6B983B92C0}"/>
              </a:ext>
            </a:extLst>
          </p:cNvPr>
          <p:cNvSpPr>
            <a:spLocks/>
          </p:cNvSpPr>
          <p:nvPr/>
        </p:nvSpPr>
        <p:spPr bwMode="auto">
          <a:xfrm>
            <a:off x="2303010" y="4048442"/>
            <a:ext cx="45719" cy="836642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76B8572-B00F-F246-9FE7-FA07C14AA3FA}"/>
              </a:ext>
            </a:extLst>
          </p:cNvPr>
          <p:cNvSpPr/>
          <p:nvPr/>
        </p:nvSpPr>
        <p:spPr>
          <a:xfrm rot="16200000">
            <a:off x="2940156" y="4476487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0215C0FC-E12D-1D41-B93D-9717F314F074}"/>
              </a:ext>
            </a:extLst>
          </p:cNvPr>
          <p:cNvSpPr/>
          <p:nvPr/>
        </p:nvSpPr>
        <p:spPr>
          <a:xfrm rot="16200000">
            <a:off x="4503639" y="4818709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3E2A4-4ACD-154D-A0E9-60C7B043C8D6}"/>
              </a:ext>
            </a:extLst>
          </p:cNvPr>
          <p:cNvSpPr txBox="1"/>
          <p:nvPr/>
        </p:nvSpPr>
        <p:spPr>
          <a:xfrm>
            <a:off x="2434737" y="5138251"/>
            <a:ext cx="1273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left half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DFB6D9-11ED-DD40-A7D2-324D9B0D3B74}"/>
              </a:ext>
            </a:extLst>
          </p:cNvPr>
          <p:cNvSpPr txBox="1"/>
          <p:nvPr/>
        </p:nvSpPr>
        <p:spPr>
          <a:xfrm>
            <a:off x="3742546" y="5138251"/>
            <a:ext cx="1814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Dividing + merging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B4410B-EFE3-7D41-B177-D86776DFBC7F}"/>
                  </a:ext>
                </a:extLst>
              </p:cNvPr>
              <p:cNvSpPr txBox="1"/>
              <p:nvPr/>
            </p:nvSpPr>
            <p:spPr>
              <a:xfrm>
                <a:off x="2487875" y="4543640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B4410B-EFE3-7D41-B177-D86776DFB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875" y="4543640"/>
                <a:ext cx="133984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5F3FB8-9B8D-E140-9C3D-79F73D5BEECE}"/>
                  </a:ext>
                </a:extLst>
              </p:cNvPr>
              <p:cNvSpPr txBox="1"/>
              <p:nvPr/>
            </p:nvSpPr>
            <p:spPr>
              <a:xfrm>
                <a:off x="2477648" y="4090611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5F3FB8-9B8D-E140-9C3D-79F73D5BE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648" y="4090611"/>
                <a:ext cx="133984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897C3E-3EB7-C040-ADFA-4CD9B633AAA0}"/>
                  </a:ext>
                </a:extLst>
              </p:cNvPr>
              <p:cNvSpPr txBox="1"/>
              <p:nvPr/>
            </p:nvSpPr>
            <p:spPr>
              <a:xfrm>
                <a:off x="3827719" y="4543640"/>
                <a:ext cx="19094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      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897C3E-3EB7-C040-ADFA-4CD9B633A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719" y="4543640"/>
                <a:ext cx="1909416" cy="400110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EEB45-FDC7-B44F-9B8A-3B535925F4E2}"/>
                  </a:ext>
                </a:extLst>
              </p:cNvPr>
              <p:cNvSpPr txBox="1"/>
              <p:nvPr/>
            </p:nvSpPr>
            <p:spPr>
              <a:xfrm>
                <a:off x="5244909" y="4534484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𝑜𝑡h𝑒𝑟𝑖𝑠𝑒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EEB45-FDC7-B44F-9B8A-3B535925F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909" y="4534484"/>
                <a:ext cx="121106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0D29460-2382-0547-AFF2-2F5F766F7917}"/>
                  </a:ext>
                </a:extLst>
              </p:cNvPr>
              <p:cNvSpPr txBox="1"/>
              <p:nvPr/>
            </p:nvSpPr>
            <p:spPr>
              <a:xfrm>
                <a:off x="5244909" y="4089463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0D29460-2382-0547-AFF2-2F5F766F7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4909" y="4089463"/>
                <a:ext cx="1211062" cy="400110"/>
              </a:xfrm>
              <a:prstGeom prst="rect">
                <a:avLst/>
              </a:prstGeom>
              <a:blipFill>
                <a:blip r:embed="rId8"/>
                <a:stretch>
                  <a:fillRect l="-2062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0962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Worst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44C0BEF-90BA-C345-B03C-2C9A845E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684086"/>
                <a:ext cx="10058400" cy="40507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                 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44C0BEF-90BA-C345-B03C-2C9A845E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684086"/>
                <a:ext cx="10058400" cy="40507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EBC291-607A-FA46-8C28-F72197917623}"/>
              </a:ext>
            </a:extLst>
          </p:cNvPr>
          <p:cNvCxnSpPr>
            <a:cxnSpLocks/>
          </p:cNvCxnSpPr>
          <p:nvPr/>
        </p:nvCxnSpPr>
        <p:spPr>
          <a:xfrm flipH="1">
            <a:off x="2325723" y="2060910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8B07DA5-26D8-0143-9B10-8D4E2B56E86A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607201" y="2060910"/>
            <a:ext cx="118036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F33216-2C6C-C24C-8C88-B31EA15B1E8E}"/>
                  </a:ext>
                </a:extLst>
              </p:cNvPr>
              <p:cNvSpPr txBox="1"/>
              <p:nvPr/>
            </p:nvSpPr>
            <p:spPr>
              <a:xfrm>
                <a:off x="2072366" y="2609697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F33216-2C6C-C24C-8C88-B31EA15B1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366" y="2609697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45E814-5BDF-CD48-965E-FB67CAD3BA41}"/>
                  </a:ext>
                </a:extLst>
              </p:cNvPr>
              <p:cNvSpPr txBox="1"/>
              <p:nvPr/>
            </p:nvSpPr>
            <p:spPr>
              <a:xfrm>
                <a:off x="4234656" y="2609697"/>
                <a:ext cx="1105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45E814-5BDF-CD48-965E-FB67CAD3B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656" y="2609697"/>
                <a:ext cx="1105816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6C0E1D-DC2A-5B45-8EF3-CCCF1BC232F5}"/>
              </a:ext>
            </a:extLst>
          </p:cNvPr>
          <p:cNvCxnSpPr>
            <a:cxnSpLocks/>
          </p:cNvCxnSpPr>
          <p:nvPr/>
        </p:nvCxnSpPr>
        <p:spPr>
          <a:xfrm flipH="1">
            <a:off x="3773656" y="3174595"/>
            <a:ext cx="555482" cy="3188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A18661-E80E-7949-9FC3-BB6A2B3EF0E3}"/>
              </a:ext>
            </a:extLst>
          </p:cNvPr>
          <p:cNvCxnSpPr>
            <a:cxnSpLocks/>
          </p:cNvCxnSpPr>
          <p:nvPr/>
        </p:nvCxnSpPr>
        <p:spPr>
          <a:xfrm>
            <a:off x="4602756" y="3174595"/>
            <a:ext cx="638760" cy="3361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740C80-00E5-F54C-983A-66728D30BB65}"/>
                  </a:ext>
                </a:extLst>
              </p:cNvPr>
              <p:cNvSpPr txBox="1"/>
              <p:nvPr/>
            </p:nvSpPr>
            <p:spPr>
              <a:xfrm>
                <a:off x="3563364" y="3550028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740C80-00E5-F54C-983A-66728D30B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364" y="3550028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A797D9-EC6E-A74F-8A9A-A0B12651EF6E}"/>
                  </a:ext>
                </a:extLst>
              </p:cNvPr>
              <p:cNvSpPr txBox="1"/>
              <p:nvPr/>
            </p:nvSpPr>
            <p:spPr>
              <a:xfrm>
                <a:off x="4801175" y="3520211"/>
                <a:ext cx="1105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A797D9-EC6E-A74F-8A9A-A0B12651E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175" y="3520211"/>
                <a:ext cx="1105816" cy="369332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B758802-7C8A-9D4C-828F-834DF8807921}"/>
              </a:ext>
            </a:extLst>
          </p:cNvPr>
          <p:cNvCxnSpPr>
            <a:cxnSpLocks/>
          </p:cNvCxnSpPr>
          <p:nvPr/>
        </p:nvCxnSpPr>
        <p:spPr>
          <a:xfrm flipH="1">
            <a:off x="4701209" y="3933930"/>
            <a:ext cx="377651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7B07B6-7F86-2D4B-9838-7C79B5A45811}"/>
              </a:ext>
            </a:extLst>
          </p:cNvPr>
          <p:cNvCxnSpPr>
            <a:cxnSpLocks/>
          </p:cNvCxnSpPr>
          <p:nvPr/>
        </p:nvCxnSpPr>
        <p:spPr>
          <a:xfrm>
            <a:off x="5375112" y="3933930"/>
            <a:ext cx="395888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A976FC-E35C-6544-B2E7-C15428E2BEFA}"/>
                  </a:ext>
                </a:extLst>
              </p:cNvPr>
              <p:cNvSpPr txBox="1"/>
              <p:nvPr/>
            </p:nvSpPr>
            <p:spPr>
              <a:xfrm>
                <a:off x="7486622" y="3471914"/>
                <a:ext cx="46604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         Overall Running Time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………+2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A976FC-E35C-6544-B2E7-C15428E2B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22" y="3471914"/>
                <a:ext cx="4660442" cy="646331"/>
              </a:xfrm>
              <a:prstGeom prst="rect">
                <a:avLst/>
              </a:prstGeom>
              <a:blipFill>
                <a:blip r:embed="rId7"/>
                <a:stretch>
                  <a:fillRect t="-3846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0B6802-13F7-3740-AF5D-1AB0967A791E}"/>
                  </a:ext>
                </a:extLst>
              </p:cNvPr>
              <p:cNvSpPr txBox="1"/>
              <p:nvPr/>
            </p:nvSpPr>
            <p:spPr>
              <a:xfrm>
                <a:off x="4507953" y="4220595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0B6802-13F7-3740-AF5D-1AB0967A7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953" y="4220595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345D50-FEC7-2046-BB1A-773B5CB7B90A}"/>
                  </a:ext>
                </a:extLst>
              </p:cNvPr>
              <p:cNvSpPr txBox="1"/>
              <p:nvPr/>
            </p:nvSpPr>
            <p:spPr>
              <a:xfrm>
                <a:off x="5612355" y="4924556"/>
                <a:ext cx="500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345D50-FEC7-2046-BB1A-773B5CB7B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355" y="4924556"/>
                <a:ext cx="50071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6FA0FB8-10DB-CA49-B3D1-AEDDA45C2F7D}"/>
              </a:ext>
            </a:extLst>
          </p:cNvPr>
          <p:cNvCxnSpPr>
            <a:cxnSpLocks/>
          </p:cNvCxnSpPr>
          <p:nvPr/>
        </p:nvCxnSpPr>
        <p:spPr>
          <a:xfrm flipH="1">
            <a:off x="5303962" y="5318227"/>
            <a:ext cx="377651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D4A14B2-0914-8B4A-B54A-A8D3A0341DBB}"/>
              </a:ext>
            </a:extLst>
          </p:cNvPr>
          <p:cNvCxnSpPr>
            <a:cxnSpLocks/>
          </p:cNvCxnSpPr>
          <p:nvPr/>
        </p:nvCxnSpPr>
        <p:spPr>
          <a:xfrm>
            <a:off x="5908292" y="5318227"/>
            <a:ext cx="395888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0D40C0-3C3F-5244-A942-00E681F06A14}"/>
                  </a:ext>
                </a:extLst>
              </p:cNvPr>
              <p:cNvSpPr txBox="1"/>
              <p:nvPr/>
            </p:nvSpPr>
            <p:spPr>
              <a:xfrm>
                <a:off x="5110706" y="5604892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0D40C0-3C3F-5244-A942-00E681F06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706" y="5604892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AED7820-91CB-284F-AB58-55ECEE65DC3B}"/>
                  </a:ext>
                </a:extLst>
              </p:cNvPr>
              <p:cNvSpPr txBox="1"/>
              <p:nvPr/>
            </p:nvSpPr>
            <p:spPr>
              <a:xfrm>
                <a:off x="6142440" y="5603623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AED7820-91CB-284F-AB58-55ECEE65D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440" y="5603623"/>
                <a:ext cx="372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8AD40B4-D023-2541-A8AD-ACB7ADBE66A7}"/>
              </a:ext>
            </a:extLst>
          </p:cNvPr>
          <p:cNvCxnSpPr>
            <a:cxnSpLocks/>
          </p:cNvCxnSpPr>
          <p:nvPr/>
        </p:nvCxnSpPr>
        <p:spPr>
          <a:xfrm>
            <a:off x="5796970" y="4325841"/>
            <a:ext cx="0" cy="52723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ight Brace 2">
            <a:extLst>
              <a:ext uri="{FF2B5EF4-FFF2-40B4-BE49-F238E27FC236}">
                <a16:creationId xmlns:a16="http://schemas.microsoft.com/office/drawing/2014/main" id="{8489AA44-97BF-4241-9CE5-FC9AA62CBC01}"/>
              </a:ext>
            </a:extLst>
          </p:cNvPr>
          <p:cNvSpPr/>
          <p:nvPr/>
        </p:nvSpPr>
        <p:spPr>
          <a:xfrm>
            <a:off x="6710682" y="1769166"/>
            <a:ext cx="348732" cy="4124277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242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Worst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44C0BEF-90BA-C345-B03C-2C9A845E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684086"/>
                <a:ext cx="10058400" cy="40507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                 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44C0BEF-90BA-C345-B03C-2C9A845E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684086"/>
                <a:ext cx="10058400" cy="40507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EBC291-607A-FA46-8C28-F72197917623}"/>
              </a:ext>
            </a:extLst>
          </p:cNvPr>
          <p:cNvCxnSpPr>
            <a:cxnSpLocks/>
          </p:cNvCxnSpPr>
          <p:nvPr/>
        </p:nvCxnSpPr>
        <p:spPr>
          <a:xfrm flipH="1">
            <a:off x="2325723" y="2060910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8B07DA5-26D8-0143-9B10-8D4E2B56E86A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607201" y="2060910"/>
            <a:ext cx="118036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F33216-2C6C-C24C-8C88-B31EA15B1E8E}"/>
                  </a:ext>
                </a:extLst>
              </p:cNvPr>
              <p:cNvSpPr txBox="1"/>
              <p:nvPr/>
            </p:nvSpPr>
            <p:spPr>
              <a:xfrm>
                <a:off x="2072366" y="2609697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F33216-2C6C-C24C-8C88-B31EA15B1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366" y="2609697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45E814-5BDF-CD48-965E-FB67CAD3BA41}"/>
                  </a:ext>
                </a:extLst>
              </p:cNvPr>
              <p:cNvSpPr txBox="1"/>
              <p:nvPr/>
            </p:nvSpPr>
            <p:spPr>
              <a:xfrm>
                <a:off x="4234656" y="2609697"/>
                <a:ext cx="1105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45E814-5BDF-CD48-965E-FB67CAD3B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656" y="2609697"/>
                <a:ext cx="1105816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6C0E1D-DC2A-5B45-8EF3-CCCF1BC232F5}"/>
              </a:ext>
            </a:extLst>
          </p:cNvPr>
          <p:cNvCxnSpPr>
            <a:cxnSpLocks/>
          </p:cNvCxnSpPr>
          <p:nvPr/>
        </p:nvCxnSpPr>
        <p:spPr>
          <a:xfrm flipH="1">
            <a:off x="3773656" y="3174595"/>
            <a:ext cx="555482" cy="3188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A18661-E80E-7949-9FC3-BB6A2B3EF0E3}"/>
              </a:ext>
            </a:extLst>
          </p:cNvPr>
          <p:cNvCxnSpPr>
            <a:cxnSpLocks/>
          </p:cNvCxnSpPr>
          <p:nvPr/>
        </p:nvCxnSpPr>
        <p:spPr>
          <a:xfrm>
            <a:off x="4602756" y="3174595"/>
            <a:ext cx="638760" cy="3361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740C80-00E5-F54C-983A-66728D30BB65}"/>
                  </a:ext>
                </a:extLst>
              </p:cNvPr>
              <p:cNvSpPr txBox="1"/>
              <p:nvPr/>
            </p:nvSpPr>
            <p:spPr>
              <a:xfrm>
                <a:off x="3563364" y="3550028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740C80-00E5-F54C-983A-66728D30B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364" y="3550028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A797D9-EC6E-A74F-8A9A-A0B12651EF6E}"/>
                  </a:ext>
                </a:extLst>
              </p:cNvPr>
              <p:cNvSpPr txBox="1"/>
              <p:nvPr/>
            </p:nvSpPr>
            <p:spPr>
              <a:xfrm>
                <a:off x="4801175" y="3520211"/>
                <a:ext cx="1105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A797D9-EC6E-A74F-8A9A-A0B12651E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175" y="3520211"/>
                <a:ext cx="1105816" cy="369332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B758802-7C8A-9D4C-828F-834DF8807921}"/>
              </a:ext>
            </a:extLst>
          </p:cNvPr>
          <p:cNvCxnSpPr>
            <a:cxnSpLocks/>
          </p:cNvCxnSpPr>
          <p:nvPr/>
        </p:nvCxnSpPr>
        <p:spPr>
          <a:xfrm flipH="1">
            <a:off x="4701209" y="3933930"/>
            <a:ext cx="377651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7B07B6-7F86-2D4B-9838-7C79B5A45811}"/>
              </a:ext>
            </a:extLst>
          </p:cNvPr>
          <p:cNvCxnSpPr>
            <a:cxnSpLocks/>
          </p:cNvCxnSpPr>
          <p:nvPr/>
        </p:nvCxnSpPr>
        <p:spPr>
          <a:xfrm>
            <a:off x="5375112" y="3933930"/>
            <a:ext cx="395888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A976FC-E35C-6544-B2E7-C15428E2BEFA}"/>
                  </a:ext>
                </a:extLst>
              </p:cNvPr>
              <p:cNvSpPr txBox="1"/>
              <p:nvPr/>
            </p:nvSpPr>
            <p:spPr>
              <a:xfrm>
                <a:off x="7486622" y="3471914"/>
                <a:ext cx="46604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         Overall Running Time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………+2+1]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A976FC-E35C-6544-B2E7-C15428E2B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22" y="3471914"/>
                <a:ext cx="4660442" cy="646331"/>
              </a:xfrm>
              <a:prstGeom prst="rect">
                <a:avLst/>
              </a:prstGeom>
              <a:blipFill>
                <a:blip r:embed="rId7"/>
                <a:stretch>
                  <a:fillRect t="-3846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0B6802-13F7-3740-AF5D-1AB0967A791E}"/>
                  </a:ext>
                </a:extLst>
              </p:cNvPr>
              <p:cNvSpPr txBox="1"/>
              <p:nvPr/>
            </p:nvSpPr>
            <p:spPr>
              <a:xfrm>
                <a:off x="4507953" y="4220595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0B6802-13F7-3740-AF5D-1AB0967A7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953" y="4220595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345D50-FEC7-2046-BB1A-773B5CB7B90A}"/>
                  </a:ext>
                </a:extLst>
              </p:cNvPr>
              <p:cNvSpPr txBox="1"/>
              <p:nvPr/>
            </p:nvSpPr>
            <p:spPr>
              <a:xfrm>
                <a:off x="5612355" y="4924556"/>
                <a:ext cx="500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345D50-FEC7-2046-BB1A-773B5CB7B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355" y="4924556"/>
                <a:ext cx="50071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6FA0FB8-10DB-CA49-B3D1-AEDDA45C2F7D}"/>
              </a:ext>
            </a:extLst>
          </p:cNvPr>
          <p:cNvCxnSpPr>
            <a:cxnSpLocks/>
          </p:cNvCxnSpPr>
          <p:nvPr/>
        </p:nvCxnSpPr>
        <p:spPr>
          <a:xfrm flipH="1">
            <a:off x="5303962" y="5318227"/>
            <a:ext cx="377651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D4A14B2-0914-8B4A-B54A-A8D3A0341DBB}"/>
              </a:ext>
            </a:extLst>
          </p:cNvPr>
          <p:cNvCxnSpPr>
            <a:cxnSpLocks/>
          </p:cNvCxnSpPr>
          <p:nvPr/>
        </p:nvCxnSpPr>
        <p:spPr>
          <a:xfrm>
            <a:off x="5908292" y="5318227"/>
            <a:ext cx="395888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0D40C0-3C3F-5244-A942-00E681F06A14}"/>
                  </a:ext>
                </a:extLst>
              </p:cNvPr>
              <p:cNvSpPr txBox="1"/>
              <p:nvPr/>
            </p:nvSpPr>
            <p:spPr>
              <a:xfrm>
                <a:off x="5110706" y="5604892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0D40C0-3C3F-5244-A942-00E681F06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706" y="5604892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AED7820-91CB-284F-AB58-55ECEE65DC3B}"/>
                  </a:ext>
                </a:extLst>
              </p:cNvPr>
              <p:cNvSpPr txBox="1"/>
              <p:nvPr/>
            </p:nvSpPr>
            <p:spPr>
              <a:xfrm>
                <a:off x="6142440" y="5603623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AED7820-91CB-284F-AB58-55ECEE65D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440" y="5603623"/>
                <a:ext cx="372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8AD40B4-D023-2541-A8AD-ACB7ADBE66A7}"/>
              </a:ext>
            </a:extLst>
          </p:cNvPr>
          <p:cNvCxnSpPr>
            <a:cxnSpLocks/>
          </p:cNvCxnSpPr>
          <p:nvPr/>
        </p:nvCxnSpPr>
        <p:spPr>
          <a:xfrm>
            <a:off x="5796970" y="4325841"/>
            <a:ext cx="0" cy="52723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ight Brace 2">
            <a:extLst>
              <a:ext uri="{FF2B5EF4-FFF2-40B4-BE49-F238E27FC236}">
                <a16:creationId xmlns:a16="http://schemas.microsoft.com/office/drawing/2014/main" id="{8489AA44-97BF-4241-9CE5-FC9AA62CBC01}"/>
              </a:ext>
            </a:extLst>
          </p:cNvPr>
          <p:cNvSpPr/>
          <p:nvPr/>
        </p:nvSpPr>
        <p:spPr>
          <a:xfrm>
            <a:off x="6710682" y="1769166"/>
            <a:ext cx="348732" cy="4124277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346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Worst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44C0BEF-90BA-C345-B03C-2C9A845E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684086"/>
                <a:ext cx="10058400" cy="40507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                 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44C0BEF-90BA-C345-B03C-2C9A845E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684086"/>
                <a:ext cx="10058400" cy="40507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EBC291-607A-FA46-8C28-F72197917623}"/>
              </a:ext>
            </a:extLst>
          </p:cNvPr>
          <p:cNvCxnSpPr>
            <a:cxnSpLocks/>
          </p:cNvCxnSpPr>
          <p:nvPr/>
        </p:nvCxnSpPr>
        <p:spPr>
          <a:xfrm flipH="1">
            <a:off x="2325723" y="2060910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8B07DA5-26D8-0143-9B10-8D4E2B56E86A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607201" y="2060910"/>
            <a:ext cx="118036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F33216-2C6C-C24C-8C88-B31EA15B1E8E}"/>
                  </a:ext>
                </a:extLst>
              </p:cNvPr>
              <p:cNvSpPr txBox="1"/>
              <p:nvPr/>
            </p:nvSpPr>
            <p:spPr>
              <a:xfrm>
                <a:off x="2072366" y="2609697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F33216-2C6C-C24C-8C88-B31EA15B1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366" y="2609697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45E814-5BDF-CD48-965E-FB67CAD3BA41}"/>
                  </a:ext>
                </a:extLst>
              </p:cNvPr>
              <p:cNvSpPr txBox="1"/>
              <p:nvPr/>
            </p:nvSpPr>
            <p:spPr>
              <a:xfrm>
                <a:off x="4234656" y="2609697"/>
                <a:ext cx="1105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45E814-5BDF-CD48-965E-FB67CAD3B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656" y="2609697"/>
                <a:ext cx="1105816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6C0E1D-DC2A-5B45-8EF3-CCCF1BC232F5}"/>
              </a:ext>
            </a:extLst>
          </p:cNvPr>
          <p:cNvCxnSpPr>
            <a:cxnSpLocks/>
          </p:cNvCxnSpPr>
          <p:nvPr/>
        </p:nvCxnSpPr>
        <p:spPr>
          <a:xfrm flipH="1">
            <a:off x="3773656" y="3174595"/>
            <a:ext cx="555482" cy="3188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A18661-E80E-7949-9FC3-BB6A2B3EF0E3}"/>
              </a:ext>
            </a:extLst>
          </p:cNvPr>
          <p:cNvCxnSpPr>
            <a:cxnSpLocks/>
          </p:cNvCxnSpPr>
          <p:nvPr/>
        </p:nvCxnSpPr>
        <p:spPr>
          <a:xfrm>
            <a:off x="4602756" y="3174595"/>
            <a:ext cx="638760" cy="3361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740C80-00E5-F54C-983A-66728D30BB65}"/>
                  </a:ext>
                </a:extLst>
              </p:cNvPr>
              <p:cNvSpPr txBox="1"/>
              <p:nvPr/>
            </p:nvSpPr>
            <p:spPr>
              <a:xfrm>
                <a:off x="3563364" y="3550028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740C80-00E5-F54C-983A-66728D30B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364" y="3550028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A797D9-EC6E-A74F-8A9A-A0B12651EF6E}"/>
                  </a:ext>
                </a:extLst>
              </p:cNvPr>
              <p:cNvSpPr txBox="1"/>
              <p:nvPr/>
            </p:nvSpPr>
            <p:spPr>
              <a:xfrm>
                <a:off x="4801175" y="3520211"/>
                <a:ext cx="1105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A797D9-EC6E-A74F-8A9A-A0B12651E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175" y="3520211"/>
                <a:ext cx="1105816" cy="369332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B758802-7C8A-9D4C-828F-834DF8807921}"/>
              </a:ext>
            </a:extLst>
          </p:cNvPr>
          <p:cNvCxnSpPr>
            <a:cxnSpLocks/>
          </p:cNvCxnSpPr>
          <p:nvPr/>
        </p:nvCxnSpPr>
        <p:spPr>
          <a:xfrm flipH="1">
            <a:off x="4701209" y="3933930"/>
            <a:ext cx="377651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7B07B6-7F86-2D4B-9838-7C79B5A45811}"/>
              </a:ext>
            </a:extLst>
          </p:cNvPr>
          <p:cNvCxnSpPr>
            <a:cxnSpLocks/>
          </p:cNvCxnSpPr>
          <p:nvPr/>
        </p:nvCxnSpPr>
        <p:spPr>
          <a:xfrm>
            <a:off x="5375112" y="3933930"/>
            <a:ext cx="395888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A976FC-E35C-6544-B2E7-C15428E2BEFA}"/>
                  </a:ext>
                </a:extLst>
              </p:cNvPr>
              <p:cNvSpPr txBox="1"/>
              <p:nvPr/>
            </p:nvSpPr>
            <p:spPr>
              <a:xfrm>
                <a:off x="7486622" y="3471914"/>
                <a:ext cx="4660442" cy="895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         Overall Running Time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A976FC-E35C-6544-B2E7-C15428E2B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22" y="3471914"/>
                <a:ext cx="4660442" cy="895117"/>
              </a:xfrm>
              <a:prstGeom prst="rect">
                <a:avLst/>
              </a:prstGeom>
              <a:blipFill>
                <a:blip r:embed="rId7"/>
                <a:stretch>
                  <a:fillRect t="-2817" b="-4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0B6802-13F7-3740-AF5D-1AB0967A791E}"/>
                  </a:ext>
                </a:extLst>
              </p:cNvPr>
              <p:cNvSpPr txBox="1"/>
              <p:nvPr/>
            </p:nvSpPr>
            <p:spPr>
              <a:xfrm>
                <a:off x="4507953" y="4220595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0B6802-13F7-3740-AF5D-1AB0967A7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953" y="4220595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345D50-FEC7-2046-BB1A-773B5CB7B90A}"/>
                  </a:ext>
                </a:extLst>
              </p:cNvPr>
              <p:cNvSpPr txBox="1"/>
              <p:nvPr/>
            </p:nvSpPr>
            <p:spPr>
              <a:xfrm>
                <a:off x="5612355" y="4924556"/>
                <a:ext cx="500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345D50-FEC7-2046-BB1A-773B5CB7B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355" y="4924556"/>
                <a:ext cx="50071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6FA0FB8-10DB-CA49-B3D1-AEDDA45C2F7D}"/>
              </a:ext>
            </a:extLst>
          </p:cNvPr>
          <p:cNvCxnSpPr>
            <a:cxnSpLocks/>
          </p:cNvCxnSpPr>
          <p:nvPr/>
        </p:nvCxnSpPr>
        <p:spPr>
          <a:xfrm flipH="1">
            <a:off x="5303962" y="5318227"/>
            <a:ext cx="377651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D4A14B2-0914-8B4A-B54A-A8D3A0341DBB}"/>
              </a:ext>
            </a:extLst>
          </p:cNvPr>
          <p:cNvCxnSpPr>
            <a:cxnSpLocks/>
          </p:cNvCxnSpPr>
          <p:nvPr/>
        </p:nvCxnSpPr>
        <p:spPr>
          <a:xfrm>
            <a:off x="5908292" y="5318227"/>
            <a:ext cx="395888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0D40C0-3C3F-5244-A942-00E681F06A14}"/>
                  </a:ext>
                </a:extLst>
              </p:cNvPr>
              <p:cNvSpPr txBox="1"/>
              <p:nvPr/>
            </p:nvSpPr>
            <p:spPr>
              <a:xfrm>
                <a:off x="5110706" y="5604892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0D40C0-3C3F-5244-A942-00E681F06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706" y="5604892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AED7820-91CB-284F-AB58-55ECEE65DC3B}"/>
                  </a:ext>
                </a:extLst>
              </p:cNvPr>
              <p:cNvSpPr txBox="1"/>
              <p:nvPr/>
            </p:nvSpPr>
            <p:spPr>
              <a:xfrm>
                <a:off x="6142440" y="5603623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AED7820-91CB-284F-AB58-55ECEE65D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440" y="5603623"/>
                <a:ext cx="372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8AD40B4-D023-2541-A8AD-ACB7ADBE66A7}"/>
              </a:ext>
            </a:extLst>
          </p:cNvPr>
          <p:cNvCxnSpPr>
            <a:cxnSpLocks/>
          </p:cNvCxnSpPr>
          <p:nvPr/>
        </p:nvCxnSpPr>
        <p:spPr>
          <a:xfrm>
            <a:off x="5796970" y="4325841"/>
            <a:ext cx="0" cy="52723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ight Brace 2">
            <a:extLst>
              <a:ext uri="{FF2B5EF4-FFF2-40B4-BE49-F238E27FC236}">
                <a16:creationId xmlns:a16="http://schemas.microsoft.com/office/drawing/2014/main" id="{8489AA44-97BF-4241-9CE5-FC9AA62CBC01}"/>
              </a:ext>
            </a:extLst>
          </p:cNvPr>
          <p:cNvSpPr/>
          <p:nvPr/>
        </p:nvSpPr>
        <p:spPr>
          <a:xfrm>
            <a:off x="6710682" y="1769166"/>
            <a:ext cx="348732" cy="4124277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917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Worst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44C0BEF-90BA-C345-B03C-2C9A845E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684086"/>
                <a:ext cx="10058400" cy="40507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                 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44C0BEF-90BA-C345-B03C-2C9A845E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684086"/>
                <a:ext cx="10058400" cy="40507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EBC291-607A-FA46-8C28-F72197917623}"/>
              </a:ext>
            </a:extLst>
          </p:cNvPr>
          <p:cNvCxnSpPr>
            <a:cxnSpLocks/>
          </p:cNvCxnSpPr>
          <p:nvPr/>
        </p:nvCxnSpPr>
        <p:spPr>
          <a:xfrm flipH="1">
            <a:off x="2325723" y="2060910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8B07DA5-26D8-0143-9B10-8D4E2B56E86A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607201" y="2060910"/>
            <a:ext cx="118036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F33216-2C6C-C24C-8C88-B31EA15B1E8E}"/>
                  </a:ext>
                </a:extLst>
              </p:cNvPr>
              <p:cNvSpPr txBox="1"/>
              <p:nvPr/>
            </p:nvSpPr>
            <p:spPr>
              <a:xfrm>
                <a:off x="2072366" y="2609697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F33216-2C6C-C24C-8C88-B31EA15B1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366" y="2609697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45E814-5BDF-CD48-965E-FB67CAD3BA41}"/>
                  </a:ext>
                </a:extLst>
              </p:cNvPr>
              <p:cNvSpPr txBox="1"/>
              <p:nvPr/>
            </p:nvSpPr>
            <p:spPr>
              <a:xfrm>
                <a:off x="4234656" y="2609697"/>
                <a:ext cx="1105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45E814-5BDF-CD48-965E-FB67CAD3B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656" y="2609697"/>
                <a:ext cx="1105816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6C0E1D-DC2A-5B45-8EF3-CCCF1BC232F5}"/>
              </a:ext>
            </a:extLst>
          </p:cNvPr>
          <p:cNvCxnSpPr>
            <a:cxnSpLocks/>
          </p:cNvCxnSpPr>
          <p:nvPr/>
        </p:nvCxnSpPr>
        <p:spPr>
          <a:xfrm flipH="1">
            <a:off x="3773656" y="3174595"/>
            <a:ext cx="555482" cy="3188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A18661-E80E-7949-9FC3-BB6A2B3EF0E3}"/>
              </a:ext>
            </a:extLst>
          </p:cNvPr>
          <p:cNvCxnSpPr>
            <a:cxnSpLocks/>
          </p:cNvCxnSpPr>
          <p:nvPr/>
        </p:nvCxnSpPr>
        <p:spPr>
          <a:xfrm>
            <a:off x="4602756" y="3174595"/>
            <a:ext cx="638760" cy="3361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740C80-00E5-F54C-983A-66728D30BB65}"/>
                  </a:ext>
                </a:extLst>
              </p:cNvPr>
              <p:cNvSpPr txBox="1"/>
              <p:nvPr/>
            </p:nvSpPr>
            <p:spPr>
              <a:xfrm>
                <a:off x="3563364" y="3550028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740C80-00E5-F54C-983A-66728D30B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364" y="3550028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A797D9-EC6E-A74F-8A9A-A0B12651EF6E}"/>
                  </a:ext>
                </a:extLst>
              </p:cNvPr>
              <p:cNvSpPr txBox="1"/>
              <p:nvPr/>
            </p:nvSpPr>
            <p:spPr>
              <a:xfrm>
                <a:off x="4801175" y="3520211"/>
                <a:ext cx="1105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A797D9-EC6E-A74F-8A9A-A0B12651E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175" y="3520211"/>
                <a:ext cx="1105816" cy="369332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B758802-7C8A-9D4C-828F-834DF8807921}"/>
              </a:ext>
            </a:extLst>
          </p:cNvPr>
          <p:cNvCxnSpPr>
            <a:cxnSpLocks/>
          </p:cNvCxnSpPr>
          <p:nvPr/>
        </p:nvCxnSpPr>
        <p:spPr>
          <a:xfrm flipH="1">
            <a:off x="4701209" y="3933930"/>
            <a:ext cx="377651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7B07B6-7F86-2D4B-9838-7C79B5A45811}"/>
              </a:ext>
            </a:extLst>
          </p:cNvPr>
          <p:cNvCxnSpPr>
            <a:cxnSpLocks/>
          </p:cNvCxnSpPr>
          <p:nvPr/>
        </p:nvCxnSpPr>
        <p:spPr>
          <a:xfrm>
            <a:off x="5375112" y="3933930"/>
            <a:ext cx="395888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A976FC-E35C-6544-B2E7-C15428E2BEFA}"/>
                  </a:ext>
                </a:extLst>
              </p:cNvPr>
              <p:cNvSpPr txBox="1"/>
              <p:nvPr/>
            </p:nvSpPr>
            <p:spPr>
              <a:xfrm>
                <a:off x="7486622" y="3471914"/>
                <a:ext cx="46604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         Overall Running Time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A976FC-E35C-6544-B2E7-C15428E2B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22" y="3471914"/>
                <a:ext cx="4660442" cy="923330"/>
              </a:xfrm>
              <a:prstGeom prst="rect">
                <a:avLst/>
              </a:prstGeom>
              <a:blipFill>
                <a:blip r:embed="rId7"/>
                <a:stretch>
                  <a:fillRect t="-2703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0B6802-13F7-3740-AF5D-1AB0967A791E}"/>
                  </a:ext>
                </a:extLst>
              </p:cNvPr>
              <p:cNvSpPr txBox="1"/>
              <p:nvPr/>
            </p:nvSpPr>
            <p:spPr>
              <a:xfrm>
                <a:off x="4507953" y="4220595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0B6802-13F7-3740-AF5D-1AB0967A7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953" y="4220595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345D50-FEC7-2046-BB1A-773B5CB7B90A}"/>
                  </a:ext>
                </a:extLst>
              </p:cNvPr>
              <p:cNvSpPr txBox="1"/>
              <p:nvPr/>
            </p:nvSpPr>
            <p:spPr>
              <a:xfrm>
                <a:off x="5612355" y="4924556"/>
                <a:ext cx="500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345D50-FEC7-2046-BB1A-773B5CB7B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355" y="4924556"/>
                <a:ext cx="50071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6FA0FB8-10DB-CA49-B3D1-AEDDA45C2F7D}"/>
              </a:ext>
            </a:extLst>
          </p:cNvPr>
          <p:cNvCxnSpPr>
            <a:cxnSpLocks/>
          </p:cNvCxnSpPr>
          <p:nvPr/>
        </p:nvCxnSpPr>
        <p:spPr>
          <a:xfrm flipH="1">
            <a:off x="5303962" y="5318227"/>
            <a:ext cx="377651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D4A14B2-0914-8B4A-B54A-A8D3A0341DBB}"/>
              </a:ext>
            </a:extLst>
          </p:cNvPr>
          <p:cNvCxnSpPr>
            <a:cxnSpLocks/>
          </p:cNvCxnSpPr>
          <p:nvPr/>
        </p:nvCxnSpPr>
        <p:spPr>
          <a:xfrm>
            <a:off x="5908292" y="5318227"/>
            <a:ext cx="395888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0D40C0-3C3F-5244-A942-00E681F06A14}"/>
                  </a:ext>
                </a:extLst>
              </p:cNvPr>
              <p:cNvSpPr txBox="1"/>
              <p:nvPr/>
            </p:nvSpPr>
            <p:spPr>
              <a:xfrm>
                <a:off x="5110706" y="5604892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0D40C0-3C3F-5244-A942-00E681F06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706" y="5604892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AED7820-91CB-284F-AB58-55ECEE65DC3B}"/>
                  </a:ext>
                </a:extLst>
              </p:cNvPr>
              <p:cNvSpPr txBox="1"/>
              <p:nvPr/>
            </p:nvSpPr>
            <p:spPr>
              <a:xfrm>
                <a:off x="6142440" y="5603623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AED7820-91CB-284F-AB58-55ECEE65D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440" y="5603623"/>
                <a:ext cx="372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8AD40B4-D023-2541-A8AD-ACB7ADBE66A7}"/>
              </a:ext>
            </a:extLst>
          </p:cNvPr>
          <p:cNvCxnSpPr>
            <a:cxnSpLocks/>
          </p:cNvCxnSpPr>
          <p:nvPr/>
        </p:nvCxnSpPr>
        <p:spPr>
          <a:xfrm>
            <a:off x="5796970" y="4325841"/>
            <a:ext cx="0" cy="52723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ight Brace 2">
            <a:extLst>
              <a:ext uri="{FF2B5EF4-FFF2-40B4-BE49-F238E27FC236}">
                <a16:creationId xmlns:a16="http://schemas.microsoft.com/office/drawing/2014/main" id="{8489AA44-97BF-4241-9CE5-FC9AA62CBC01}"/>
              </a:ext>
            </a:extLst>
          </p:cNvPr>
          <p:cNvSpPr/>
          <p:nvPr/>
        </p:nvSpPr>
        <p:spPr>
          <a:xfrm>
            <a:off x="6710682" y="1769166"/>
            <a:ext cx="348732" cy="4124277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55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Worst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44C0BEF-90BA-C345-B03C-2C9A845EE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684086"/>
                <a:ext cx="10058400" cy="40507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                    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C44C0BEF-90BA-C345-B03C-2C9A845EE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684086"/>
                <a:ext cx="10058400" cy="40507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EBC291-607A-FA46-8C28-F72197917623}"/>
              </a:ext>
            </a:extLst>
          </p:cNvPr>
          <p:cNvCxnSpPr>
            <a:cxnSpLocks/>
          </p:cNvCxnSpPr>
          <p:nvPr/>
        </p:nvCxnSpPr>
        <p:spPr>
          <a:xfrm flipH="1">
            <a:off x="2325723" y="2060910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8B07DA5-26D8-0143-9B10-8D4E2B56E86A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607201" y="2060910"/>
            <a:ext cx="118036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F33216-2C6C-C24C-8C88-B31EA15B1E8E}"/>
                  </a:ext>
                </a:extLst>
              </p:cNvPr>
              <p:cNvSpPr txBox="1"/>
              <p:nvPr/>
            </p:nvSpPr>
            <p:spPr>
              <a:xfrm>
                <a:off x="2072366" y="2609697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F33216-2C6C-C24C-8C88-B31EA15B1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366" y="2609697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45E814-5BDF-CD48-965E-FB67CAD3BA41}"/>
                  </a:ext>
                </a:extLst>
              </p:cNvPr>
              <p:cNvSpPr txBox="1"/>
              <p:nvPr/>
            </p:nvSpPr>
            <p:spPr>
              <a:xfrm>
                <a:off x="4234656" y="2609697"/>
                <a:ext cx="1105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45E814-5BDF-CD48-965E-FB67CAD3B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656" y="2609697"/>
                <a:ext cx="1105816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6C0E1D-DC2A-5B45-8EF3-CCCF1BC232F5}"/>
              </a:ext>
            </a:extLst>
          </p:cNvPr>
          <p:cNvCxnSpPr>
            <a:cxnSpLocks/>
          </p:cNvCxnSpPr>
          <p:nvPr/>
        </p:nvCxnSpPr>
        <p:spPr>
          <a:xfrm flipH="1">
            <a:off x="3773656" y="3174595"/>
            <a:ext cx="555482" cy="3188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A18661-E80E-7949-9FC3-BB6A2B3EF0E3}"/>
              </a:ext>
            </a:extLst>
          </p:cNvPr>
          <p:cNvCxnSpPr>
            <a:cxnSpLocks/>
          </p:cNvCxnSpPr>
          <p:nvPr/>
        </p:nvCxnSpPr>
        <p:spPr>
          <a:xfrm>
            <a:off x="4602756" y="3174595"/>
            <a:ext cx="638760" cy="33610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740C80-00E5-F54C-983A-66728D30BB65}"/>
                  </a:ext>
                </a:extLst>
              </p:cNvPr>
              <p:cNvSpPr txBox="1"/>
              <p:nvPr/>
            </p:nvSpPr>
            <p:spPr>
              <a:xfrm>
                <a:off x="3563364" y="3550028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A740C80-00E5-F54C-983A-66728D30B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364" y="3550028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A797D9-EC6E-A74F-8A9A-A0B12651EF6E}"/>
                  </a:ext>
                </a:extLst>
              </p:cNvPr>
              <p:cNvSpPr txBox="1"/>
              <p:nvPr/>
            </p:nvSpPr>
            <p:spPr>
              <a:xfrm>
                <a:off x="4801175" y="3520211"/>
                <a:ext cx="1105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A797D9-EC6E-A74F-8A9A-A0B12651E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175" y="3520211"/>
                <a:ext cx="1105816" cy="369332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B758802-7C8A-9D4C-828F-834DF8807921}"/>
              </a:ext>
            </a:extLst>
          </p:cNvPr>
          <p:cNvCxnSpPr>
            <a:cxnSpLocks/>
          </p:cNvCxnSpPr>
          <p:nvPr/>
        </p:nvCxnSpPr>
        <p:spPr>
          <a:xfrm flipH="1">
            <a:off x="4701209" y="3933930"/>
            <a:ext cx="377651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7B07B6-7F86-2D4B-9838-7C79B5A45811}"/>
              </a:ext>
            </a:extLst>
          </p:cNvPr>
          <p:cNvCxnSpPr>
            <a:cxnSpLocks/>
          </p:cNvCxnSpPr>
          <p:nvPr/>
        </p:nvCxnSpPr>
        <p:spPr>
          <a:xfrm>
            <a:off x="5375112" y="3933930"/>
            <a:ext cx="395888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A976FC-E35C-6544-B2E7-C15428E2BEFA}"/>
                  </a:ext>
                </a:extLst>
              </p:cNvPr>
              <p:cNvSpPr txBox="1"/>
              <p:nvPr/>
            </p:nvSpPr>
            <p:spPr>
              <a:xfrm>
                <a:off x="7486622" y="3471914"/>
                <a:ext cx="46604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         Overall Running Time</a:t>
                </a:r>
              </a:p>
              <a:p>
                <a:pPr/>
                <a:r>
                  <a:rPr lang="en-US" b="0" dirty="0"/>
                  <a:t>      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1A976FC-E35C-6544-B2E7-C15428E2B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22" y="3471914"/>
                <a:ext cx="4660442" cy="646331"/>
              </a:xfrm>
              <a:prstGeom prst="rect">
                <a:avLst/>
              </a:prstGeom>
              <a:blipFill>
                <a:blip r:embed="rId7"/>
                <a:stretch>
                  <a:fillRect t="-384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0B6802-13F7-3740-AF5D-1AB0967A791E}"/>
                  </a:ext>
                </a:extLst>
              </p:cNvPr>
              <p:cNvSpPr txBox="1"/>
              <p:nvPr/>
            </p:nvSpPr>
            <p:spPr>
              <a:xfrm>
                <a:off x="4507953" y="4220595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0B6802-13F7-3740-AF5D-1AB0967A7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953" y="4220595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345D50-FEC7-2046-BB1A-773B5CB7B90A}"/>
                  </a:ext>
                </a:extLst>
              </p:cNvPr>
              <p:cNvSpPr txBox="1"/>
              <p:nvPr/>
            </p:nvSpPr>
            <p:spPr>
              <a:xfrm>
                <a:off x="5612355" y="4924556"/>
                <a:ext cx="5007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345D50-FEC7-2046-BB1A-773B5CB7B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2355" y="4924556"/>
                <a:ext cx="50071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6FA0FB8-10DB-CA49-B3D1-AEDDA45C2F7D}"/>
              </a:ext>
            </a:extLst>
          </p:cNvPr>
          <p:cNvCxnSpPr>
            <a:cxnSpLocks/>
          </p:cNvCxnSpPr>
          <p:nvPr/>
        </p:nvCxnSpPr>
        <p:spPr>
          <a:xfrm flipH="1">
            <a:off x="5303962" y="5318227"/>
            <a:ext cx="377651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D4A14B2-0914-8B4A-B54A-A8D3A0341DBB}"/>
              </a:ext>
            </a:extLst>
          </p:cNvPr>
          <p:cNvCxnSpPr>
            <a:cxnSpLocks/>
          </p:cNvCxnSpPr>
          <p:nvPr/>
        </p:nvCxnSpPr>
        <p:spPr>
          <a:xfrm>
            <a:off x="5908292" y="5318227"/>
            <a:ext cx="395888" cy="27402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0D40C0-3C3F-5244-A942-00E681F06A14}"/>
                  </a:ext>
                </a:extLst>
              </p:cNvPr>
              <p:cNvSpPr txBox="1"/>
              <p:nvPr/>
            </p:nvSpPr>
            <p:spPr>
              <a:xfrm>
                <a:off x="5110706" y="5604892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E0D40C0-3C3F-5244-A942-00E681F06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706" y="5604892"/>
                <a:ext cx="37061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AED7820-91CB-284F-AB58-55ECEE65DC3B}"/>
                  </a:ext>
                </a:extLst>
              </p:cNvPr>
              <p:cNvSpPr txBox="1"/>
              <p:nvPr/>
            </p:nvSpPr>
            <p:spPr>
              <a:xfrm>
                <a:off x="6142440" y="5603623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AED7820-91CB-284F-AB58-55ECEE65D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440" y="5603623"/>
                <a:ext cx="372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8AD40B4-D023-2541-A8AD-ACB7ADBE66A7}"/>
              </a:ext>
            </a:extLst>
          </p:cNvPr>
          <p:cNvCxnSpPr>
            <a:cxnSpLocks/>
          </p:cNvCxnSpPr>
          <p:nvPr/>
        </p:nvCxnSpPr>
        <p:spPr>
          <a:xfrm>
            <a:off x="5796970" y="4325841"/>
            <a:ext cx="0" cy="52723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ight Brace 2">
            <a:extLst>
              <a:ext uri="{FF2B5EF4-FFF2-40B4-BE49-F238E27FC236}">
                <a16:creationId xmlns:a16="http://schemas.microsoft.com/office/drawing/2014/main" id="{8489AA44-97BF-4241-9CE5-FC9AA62CBC01}"/>
              </a:ext>
            </a:extLst>
          </p:cNvPr>
          <p:cNvSpPr/>
          <p:nvPr/>
        </p:nvSpPr>
        <p:spPr>
          <a:xfrm>
            <a:off x="6710682" y="1769166"/>
            <a:ext cx="348732" cy="4124277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1729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Best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Case 1: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𝑜𝑑𝑑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Two sub-problem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elements</a:t>
                </a:r>
              </a:p>
              <a:p>
                <a:r>
                  <a:rPr lang="en-US" b="1" dirty="0"/>
                  <a:t>Case 2: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𝑒𝑣𝑒𝑛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Two sub-problem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elements</a:t>
                </a:r>
              </a:p>
              <a:p>
                <a:pPr lvl="1"/>
                <a:r>
                  <a:rPr lang="en-US" dirty="0"/>
                  <a:t>Another sub-problem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r>
                  <a:rPr lang="en-US" dirty="0"/>
                  <a:t>Such balanced partition arises at every recursive call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8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70B95B-9BC8-B04B-B831-9ABF9AEFE5DF}"/>
                  </a:ext>
                </a:extLst>
              </p:cNvPr>
              <p:cNvSpPr txBox="1"/>
              <p:nvPr/>
            </p:nvSpPr>
            <p:spPr>
              <a:xfrm>
                <a:off x="1288509" y="4898949"/>
                <a:ext cx="10602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70B95B-9BC8-B04B-B831-9ABF9AEFE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509" y="4898949"/>
                <a:ext cx="106022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9">
            <a:extLst>
              <a:ext uri="{FF2B5EF4-FFF2-40B4-BE49-F238E27FC236}">
                <a16:creationId xmlns:a16="http://schemas.microsoft.com/office/drawing/2014/main" id="{04E8F5B1-7BF5-AA4F-8078-DB6B983B92C0}"/>
              </a:ext>
            </a:extLst>
          </p:cNvPr>
          <p:cNvSpPr>
            <a:spLocks/>
          </p:cNvSpPr>
          <p:nvPr/>
        </p:nvSpPr>
        <p:spPr bwMode="auto">
          <a:xfrm>
            <a:off x="2303010" y="4704426"/>
            <a:ext cx="45719" cy="836642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76B8572-B00F-F246-9FE7-FA07C14AA3FA}"/>
              </a:ext>
            </a:extLst>
          </p:cNvPr>
          <p:cNvSpPr/>
          <p:nvPr/>
        </p:nvSpPr>
        <p:spPr>
          <a:xfrm rot="16200000">
            <a:off x="2940156" y="5132471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4445CACA-B5A4-A942-B0D9-B3BE871906DC}"/>
              </a:ext>
            </a:extLst>
          </p:cNvPr>
          <p:cNvSpPr/>
          <p:nvPr/>
        </p:nvSpPr>
        <p:spPr>
          <a:xfrm rot="16200000">
            <a:off x="4534081" y="5132471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0215C0FC-E12D-1D41-B93D-9717F314F074}"/>
              </a:ext>
            </a:extLst>
          </p:cNvPr>
          <p:cNvSpPr/>
          <p:nvPr/>
        </p:nvSpPr>
        <p:spPr>
          <a:xfrm rot="16200000">
            <a:off x="5785785" y="5474693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C68883A-2984-584E-BAAB-D16DE03A0324}"/>
              </a:ext>
            </a:extLst>
          </p:cNvPr>
          <p:cNvSpPr/>
          <p:nvPr/>
        </p:nvSpPr>
        <p:spPr>
          <a:xfrm rot="16200000">
            <a:off x="6617629" y="5474691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3E2A4-4ACD-154D-A0E9-60C7B043C8D6}"/>
              </a:ext>
            </a:extLst>
          </p:cNvPr>
          <p:cNvSpPr txBox="1"/>
          <p:nvPr/>
        </p:nvSpPr>
        <p:spPr>
          <a:xfrm>
            <a:off x="2434737" y="5794235"/>
            <a:ext cx="1273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left half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4DD9B-226E-0B4E-9A92-674816138FE6}"/>
              </a:ext>
            </a:extLst>
          </p:cNvPr>
          <p:cNvSpPr txBox="1"/>
          <p:nvPr/>
        </p:nvSpPr>
        <p:spPr>
          <a:xfrm>
            <a:off x="3941202" y="5794235"/>
            <a:ext cx="1411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right half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DFB6D9-11ED-DD40-A7D2-324D9B0D3B74}"/>
              </a:ext>
            </a:extLst>
          </p:cNvPr>
          <p:cNvSpPr txBox="1"/>
          <p:nvPr/>
        </p:nvSpPr>
        <p:spPr>
          <a:xfrm>
            <a:off x="5465262" y="5794235"/>
            <a:ext cx="8767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dividing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10D87-2640-7241-A661-A489B48ACC03}"/>
              </a:ext>
            </a:extLst>
          </p:cNvPr>
          <p:cNvSpPr txBox="1"/>
          <p:nvPr/>
        </p:nvSpPr>
        <p:spPr>
          <a:xfrm>
            <a:off x="6284244" y="5794235"/>
            <a:ext cx="892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merging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B4410B-EFE3-7D41-B177-D86776DFBC7F}"/>
                  </a:ext>
                </a:extLst>
              </p:cNvPr>
              <p:cNvSpPr txBox="1"/>
              <p:nvPr/>
            </p:nvSpPr>
            <p:spPr>
              <a:xfrm>
                <a:off x="2487875" y="5199624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B4410B-EFE3-7D41-B177-D86776DFB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875" y="5199624"/>
                <a:ext cx="1339844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5F3FB8-9B8D-E140-9C3D-79F73D5BEECE}"/>
                  </a:ext>
                </a:extLst>
              </p:cNvPr>
              <p:cNvSpPr txBox="1"/>
              <p:nvPr/>
            </p:nvSpPr>
            <p:spPr>
              <a:xfrm>
                <a:off x="2477648" y="4746595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5F3FB8-9B8D-E140-9C3D-79F73D5BE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648" y="4746595"/>
                <a:ext cx="133984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5E3B6D-5891-B546-8E2D-5147ACCC5739}"/>
                  </a:ext>
                </a:extLst>
              </p:cNvPr>
              <p:cNvSpPr txBox="1"/>
              <p:nvPr/>
            </p:nvSpPr>
            <p:spPr>
              <a:xfrm>
                <a:off x="3671486" y="5199624"/>
                <a:ext cx="20223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+    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sz="2000" dirty="0"/>
                  <a:t>   +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5E3B6D-5891-B546-8E2D-5147ACCC5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86" y="5199624"/>
                <a:ext cx="2022372" cy="400110"/>
              </a:xfrm>
              <a:prstGeom prst="rect">
                <a:avLst/>
              </a:prstGeom>
              <a:blipFill>
                <a:blip r:embed="rId6"/>
                <a:stretch>
                  <a:fillRect l="-1242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897C3E-3EB7-C040-ADFA-4CD9B633AAA0}"/>
                  </a:ext>
                </a:extLst>
              </p:cNvPr>
              <p:cNvSpPr txBox="1"/>
              <p:nvPr/>
            </p:nvSpPr>
            <p:spPr>
              <a:xfrm>
                <a:off x="5550231" y="5199624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+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897C3E-3EB7-C040-ADFA-4CD9B633A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231" y="5199624"/>
                <a:ext cx="1339844" cy="400110"/>
              </a:xfrm>
              <a:prstGeom prst="rect">
                <a:avLst/>
              </a:prstGeom>
              <a:blipFill>
                <a:blip r:embed="rId7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E3CAFC-812F-8745-AE83-60F214031D88}"/>
                  </a:ext>
                </a:extLst>
              </p:cNvPr>
              <p:cNvSpPr txBox="1"/>
              <p:nvPr/>
            </p:nvSpPr>
            <p:spPr>
              <a:xfrm>
                <a:off x="6547839" y="5210346"/>
                <a:ext cx="5298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E3CAFC-812F-8745-AE83-60F214031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839" y="5210346"/>
                <a:ext cx="52989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EEB45-FDC7-B44F-9B8A-3B535925F4E2}"/>
                  </a:ext>
                </a:extLst>
              </p:cNvPr>
              <p:cNvSpPr txBox="1"/>
              <p:nvPr/>
            </p:nvSpPr>
            <p:spPr>
              <a:xfrm>
                <a:off x="7202916" y="5190468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𝑜𝑡h𝑒𝑟𝑖𝑠𝑒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EEB45-FDC7-B44F-9B8A-3B535925F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916" y="5190468"/>
                <a:ext cx="1211062" cy="400110"/>
              </a:xfrm>
              <a:prstGeom prst="rect">
                <a:avLst/>
              </a:prstGeom>
              <a:blipFill>
                <a:blip r:embed="rId9"/>
                <a:stretch>
                  <a:fillRect l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0D29460-2382-0547-AFF2-2F5F766F7917}"/>
                  </a:ext>
                </a:extLst>
              </p:cNvPr>
              <p:cNvSpPr txBox="1"/>
              <p:nvPr/>
            </p:nvSpPr>
            <p:spPr>
              <a:xfrm>
                <a:off x="7202916" y="4745447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0D29460-2382-0547-AFF2-2F5F766F7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916" y="4745447"/>
                <a:ext cx="1211062" cy="400110"/>
              </a:xfrm>
              <a:prstGeom prst="rect">
                <a:avLst/>
              </a:prstGeom>
              <a:blipFill>
                <a:blip r:embed="rId10"/>
                <a:stretch>
                  <a:fillRect l="-312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68327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Best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Case 1: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𝑜𝑑𝑑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Two sub-problem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elements</a:t>
                </a:r>
              </a:p>
              <a:p>
                <a:r>
                  <a:rPr lang="en-US" b="1" dirty="0"/>
                  <a:t>Case 2: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𝑒𝑣𝑒𝑛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Two sub-problem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elements</a:t>
                </a:r>
              </a:p>
              <a:p>
                <a:pPr lvl="1"/>
                <a:r>
                  <a:rPr lang="en-US" dirty="0"/>
                  <a:t>Another sub-problem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elements</a:t>
                </a:r>
              </a:p>
              <a:p>
                <a:r>
                  <a:rPr lang="en-US" dirty="0"/>
                  <a:t>Such balanced partition arises at every recursive call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8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70B95B-9BC8-B04B-B831-9ABF9AEFE5DF}"/>
                  </a:ext>
                </a:extLst>
              </p:cNvPr>
              <p:cNvSpPr txBox="1"/>
              <p:nvPr/>
            </p:nvSpPr>
            <p:spPr>
              <a:xfrm>
                <a:off x="1288509" y="4898949"/>
                <a:ext cx="10602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270B95B-9BC8-B04B-B831-9ABF9AEFE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509" y="4898949"/>
                <a:ext cx="106022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9">
            <a:extLst>
              <a:ext uri="{FF2B5EF4-FFF2-40B4-BE49-F238E27FC236}">
                <a16:creationId xmlns:a16="http://schemas.microsoft.com/office/drawing/2014/main" id="{04E8F5B1-7BF5-AA4F-8078-DB6B983B92C0}"/>
              </a:ext>
            </a:extLst>
          </p:cNvPr>
          <p:cNvSpPr>
            <a:spLocks/>
          </p:cNvSpPr>
          <p:nvPr/>
        </p:nvSpPr>
        <p:spPr bwMode="auto">
          <a:xfrm>
            <a:off x="2303010" y="4704426"/>
            <a:ext cx="45719" cy="836642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76B8572-B00F-F246-9FE7-FA07C14AA3FA}"/>
              </a:ext>
            </a:extLst>
          </p:cNvPr>
          <p:cNvSpPr/>
          <p:nvPr/>
        </p:nvSpPr>
        <p:spPr>
          <a:xfrm rot="16200000">
            <a:off x="2940156" y="5132471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4445CACA-B5A4-A942-B0D9-B3BE871906DC}"/>
              </a:ext>
            </a:extLst>
          </p:cNvPr>
          <p:cNvSpPr/>
          <p:nvPr/>
        </p:nvSpPr>
        <p:spPr>
          <a:xfrm rot="16200000">
            <a:off x="4534081" y="5132471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3E2A4-4ACD-154D-A0E9-60C7B043C8D6}"/>
              </a:ext>
            </a:extLst>
          </p:cNvPr>
          <p:cNvSpPr txBox="1"/>
          <p:nvPr/>
        </p:nvSpPr>
        <p:spPr>
          <a:xfrm>
            <a:off x="2434737" y="5794235"/>
            <a:ext cx="1273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left half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4DD9B-226E-0B4E-9A92-674816138FE6}"/>
              </a:ext>
            </a:extLst>
          </p:cNvPr>
          <p:cNvSpPr txBox="1"/>
          <p:nvPr/>
        </p:nvSpPr>
        <p:spPr>
          <a:xfrm>
            <a:off x="3941202" y="5794235"/>
            <a:ext cx="1411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right half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B4410B-EFE3-7D41-B177-D86776DFBC7F}"/>
                  </a:ext>
                </a:extLst>
              </p:cNvPr>
              <p:cNvSpPr txBox="1"/>
              <p:nvPr/>
            </p:nvSpPr>
            <p:spPr>
              <a:xfrm>
                <a:off x="2487875" y="5199624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B4410B-EFE3-7D41-B177-D86776DFB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875" y="5199624"/>
                <a:ext cx="1339844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5F3FB8-9B8D-E140-9C3D-79F73D5BEECE}"/>
                  </a:ext>
                </a:extLst>
              </p:cNvPr>
              <p:cNvSpPr txBox="1"/>
              <p:nvPr/>
            </p:nvSpPr>
            <p:spPr>
              <a:xfrm>
                <a:off x="2477648" y="4746595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5F3FB8-9B8D-E140-9C3D-79F73D5BE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648" y="4746595"/>
                <a:ext cx="133984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5E3B6D-5891-B546-8E2D-5147ACCC5739}"/>
                  </a:ext>
                </a:extLst>
              </p:cNvPr>
              <p:cNvSpPr txBox="1"/>
              <p:nvPr/>
            </p:nvSpPr>
            <p:spPr>
              <a:xfrm>
                <a:off x="3671486" y="5199624"/>
                <a:ext cx="20223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+    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sz="2000" dirty="0"/>
                  <a:t>     +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5E3B6D-5891-B546-8E2D-5147ACCC5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86" y="5199624"/>
                <a:ext cx="2022372" cy="400110"/>
              </a:xfrm>
              <a:prstGeom prst="rect">
                <a:avLst/>
              </a:prstGeom>
              <a:blipFill>
                <a:blip r:embed="rId6"/>
                <a:stretch>
                  <a:fillRect l="-1242" t="-9091" r="-62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897C3E-3EB7-C040-ADFA-4CD9B633AAA0}"/>
                  </a:ext>
                </a:extLst>
              </p:cNvPr>
              <p:cNvSpPr txBox="1"/>
              <p:nvPr/>
            </p:nvSpPr>
            <p:spPr>
              <a:xfrm>
                <a:off x="5550231" y="5199624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897C3E-3EB7-C040-ADFA-4CD9B633A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231" y="5199624"/>
                <a:ext cx="1339844" cy="400110"/>
              </a:xfrm>
              <a:prstGeom prst="rect">
                <a:avLst/>
              </a:prstGeom>
              <a:blipFill>
                <a:blip r:embed="rId7"/>
                <a:stretch>
                  <a:fillRect l="-2804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EEB45-FDC7-B44F-9B8A-3B535925F4E2}"/>
                  </a:ext>
                </a:extLst>
              </p:cNvPr>
              <p:cNvSpPr txBox="1"/>
              <p:nvPr/>
            </p:nvSpPr>
            <p:spPr>
              <a:xfrm>
                <a:off x="7202916" y="5190468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𝑜𝑡h𝑒𝑟𝑖𝑠𝑒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2EEB45-FDC7-B44F-9B8A-3B535925F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916" y="5190468"/>
                <a:ext cx="1211062" cy="400110"/>
              </a:xfrm>
              <a:prstGeom prst="rect">
                <a:avLst/>
              </a:prstGeom>
              <a:blipFill>
                <a:blip r:embed="rId8"/>
                <a:stretch>
                  <a:fillRect l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0D29460-2382-0547-AFF2-2F5F766F7917}"/>
                  </a:ext>
                </a:extLst>
              </p:cNvPr>
              <p:cNvSpPr txBox="1"/>
              <p:nvPr/>
            </p:nvSpPr>
            <p:spPr>
              <a:xfrm>
                <a:off x="7202916" y="4745447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0D29460-2382-0547-AFF2-2F5F766F7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916" y="4745447"/>
                <a:ext cx="1211062" cy="400110"/>
              </a:xfrm>
              <a:prstGeom prst="rect">
                <a:avLst/>
              </a:prstGeom>
              <a:blipFill>
                <a:blip r:embed="rId9"/>
                <a:stretch>
                  <a:fillRect l="-312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eft Brace 20">
            <a:extLst>
              <a:ext uri="{FF2B5EF4-FFF2-40B4-BE49-F238E27FC236}">
                <a16:creationId xmlns:a16="http://schemas.microsoft.com/office/drawing/2014/main" id="{131865D3-05CF-EB41-ABED-7D968BBE91E0}"/>
              </a:ext>
            </a:extLst>
          </p:cNvPr>
          <p:cNvSpPr/>
          <p:nvPr/>
        </p:nvSpPr>
        <p:spPr>
          <a:xfrm rot="16200000">
            <a:off x="6149986" y="5485786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3CBBF3-67FB-5442-B433-6A4F506E32B7}"/>
              </a:ext>
            </a:extLst>
          </p:cNvPr>
          <p:cNvSpPr txBox="1"/>
          <p:nvPr/>
        </p:nvSpPr>
        <p:spPr>
          <a:xfrm>
            <a:off x="5388893" y="5805328"/>
            <a:ext cx="1814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Dividing + merging</a:t>
            </a:r>
          </a:p>
        </p:txBody>
      </p:sp>
    </p:spTree>
    <p:extLst>
      <p:ext uri="{BB962C8B-B14F-4D97-AF65-F5344CB8AC3E}">
        <p14:creationId xmlns:p14="http://schemas.microsoft.com/office/powerpoint/2010/main" val="34267611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Best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F45CBA2A-F785-2A4D-8982-6843F3369B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058400" cy="405079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				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F45CBA2A-F785-2A4D-8982-6843F3369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058400" cy="405079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01EA2B-8EE8-FC46-BCF4-4FABA8F6EA66}"/>
              </a:ext>
            </a:extLst>
          </p:cNvPr>
          <p:cNvCxnSpPr>
            <a:cxnSpLocks/>
          </p:cNvCxnSpPr>
          <p:nvPr/>
        </p:nvCxnSpPr>
        <p:spPr>
          <a:xfrm flipH="1">
            <a:off x="4005436" y="2528047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2957C8-2288-254D-808E-A3C7B5DA733B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5147768" y="2528047"/>
            <a:ext cx="998294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3B8815-EAAC-A547-AC70-5FF39951DA97}"/>
                  </a:ext>
                </a:extLst>
              </p:cNvPr>
              <p:cNvSpPr txBox="1"/>
              <p:nvPr/>
            </p:nvSpPr>
            <p:spPr>
              <a:xfrm>
                <a:off x="3672567" y="3076834"/>
                <a:ext cx="741678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3B8815-EAAC-A547-AC70-5FF39951D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567" y="3076834"/>
                <a:ext cx="741678" cy="616451"/>
              </a:xfrm>
              <a:prstGeom prst="rect">
                <a:avLst/>
              </a:prstGeom>
              <a:blipFill>
                <a:blip r:embed="rId3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B8CFE0-CC14-A94E-AA65-E2D199AF125C}"/>
                  </a:ext>
                </a:extLst>
              </p:cNvPr>
              <p:cNvSpPr txBox="1"/>
              <p:nvPr/>
            </p:nvSpPr>
            <p:spPr>
              <a:xfrm>
                <a:off x="5775223" y="3076834"/>
                <a:ext cx="741678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B8CFE0-CC14-A94E-AA65-E2D199AF1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223" y="3076834"/>
                <a:ext cx="741678" cy="616451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0048B0F-3E96-FE47-96E6-686F6291916B}"/>
              </a:ext>
            </a:extLst>
          </p:cNvPr>
          <p:cNvCxnSpPr>
            <a:cxnSpLocks/>
          </p:cNvCxnSpPr>
          <p:nvPr/>
        </p:nvCxnSpPr>
        <p:spPr>
          <a:xfrm flipH="1">
            <a:off x="3343518" y="3641732"/>
            <a:ext cx="568988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24F509-F05A-E146-93BB-286E4FB7B162}"/>
              </a:ext>
            </a:extLst>
          </p:cNvPr>
          <p:cNvCxnSpPr>
            <a:cxnSpLocks/>
          </p:cNvCxnSpPr>
          <p:nvPr/>
        </p:nvCxnSpPr>
        <p:spPr>
          <a:xfrm>
            <a:off x="4292176" y="3645497"/>
            <a:ext cx="548646" cy="58306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E4168BA-BE74-D849-A934-689E165A0BDA}"/>
              </a:ext>
            </a:extLst>
          </p:cNvPr>
          <p:cNvCxnSpPr>
            <a:cxnSpLocks/>
          </p:cNvCxnSpPr>
          <p:nvPr/>
        </p:nvCxnSpPr>
        <p:spPr>
          <a:xfrm flipH="1">
            <a:off x="5542996" y="3641732"/>
            <a:ext cx="505611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E9FDF48-A861-274B-AE9A-C40EE2490692}"/>
              </a:ext>
            </a:extLst>
          </p:cNvPr>
          <p:cNvCxnSpPr>
            <a:cxnSpLocks/>
          </p:cNvCxnSpPr>
          <p:nvPr/>
        </p:nvCxnSpPr>
        <p:spPr>
          <a:xfrm>
            <a:off x="6431554" y="3641732"/>
            <a:ext cx="567664" cy="586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001B16-B67F-EE44-BA0E-E3B6C0A89BB6}"/>
                  </a:ext>
                </a:extLst>
              </p:cNvPr>
              <p:cNvSpPr txBox="1"/>
              <p:nvPr/>
            </p:nvSpPr>
            <p:spPr>
              <a:xfrm>
                <a:off x="2915554" y="4250469"/>
                <a:ext cx="741678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0001B16-B67F-EE44-BA0E-E3B6C0A89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554" y="4250469"/>
                <a:ext cx="741678" cy="616451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B5BF587-732B-4848-8F06-EA2234AB4E5C}"/>
                  </a:ext>
                </a:extLst>
              </p:cNvPr>
              <p:cNvSpPr txBox="1"/>
              <p:nvPr/>
            </p:nvSpPr>
            <p:spPr>
              <a:xfrm>
                <a:off x="4278268" y="4255702"/>
                <a:ext cx="741678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B5BF587-732B-4848-8F06-EA2234AB4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268" y="4255702"/>
                <a:ext cx="741678" cy="616451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8E5BA33-9237-3F43-90FC-92A4FFC9A488}"/>
                  </a:ext>
                </a:extLst>
              </p:cNvPr>
              <p:cNvSpPr txBox="1"/>
              <p:nvPr/>
            </p:nvSpPr>
            <p:spPr>
              <a:xfrm>
                <a:off x="5153626" y="4295457"/>
                <a:ext cx="741678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8E5BA33-9237-3F43-90FC-92A4FFC9A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626" y="4295457"/>
                <a:ext cx="741678" cy="616451"/>
              </a:xfrm>
              <a:prstGeom prst="rect">
                <a:avLst/>
              </a:prstGeom>
              <a:blipFill>
                <a:blip r:embed="rId7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8DA85A-1942-334F-B41D-B81D82AEEEF9}"/>
                  </a:ext>
                </a:extLst>
              </p:cNvPr>
              <p:cNvSpPr txBox="1"/>
              <p:nvPr/>
            </p:nvSpPr>
            <p:spPr>
              <a:xfrm>
                <a:off x="6570339" y="4295457"/>
                <a:ext cx="741678" cy="616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8DA85A-1942-334F-B41D-B81D82AEE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339" y="4295457"/>
                <a:ext cx="741678" cy="616451"/>
              </a:xfrm>
              <a:prstGeom prst="rect">
                <a:avLst/>
              </a:prstGeom>
              <a:blipFill>
                <a:blip r:embed="rId8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583050D-7C99-CB4C-8330-330EB2830AEF}"/>
              </a:ext>
            </a:extLst>
          </p:cNvPr>
          <p:cNvCxnSpPr>
            <a:cxnSpLocks/>
          </p:cNvCxnSpPr>
          <p:nvPr/>
        </p:nvCxnSpPr>
        <p:spPr>
          <a:xfrm flipH="1">
            <a:off x="2995066" y="4906966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BD92A7-C22B-BE49-9A8F-B08A517B8A62}"/>
              </a:ext>
            </a:extLst>
          </p:cNvPr>
          <p:cNvCxnSpPr>
            <a:cxnSpLocks/>
          </p:cNvCxnSpPr>
          <p:nvPr/>
        </p:nvCxnSpPr>
        <p:spPr>
          <a:xfrm>
            <a:off x="3298304" y="4910731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FED0475-3A55-BC46-9609-C4F18651F519}"/>
              </a:ext>
            </a:extLst>
          </p:cNvPr>
          <p:cNvCxnSpPr/>
          <p:nvPr/>
        </p:nvCxnSpPr>
        <p:spPr>
          <a:xfrm>
            <a:off x="2984308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1228B5-67AD-DF4C-8524-47E582C922EA}"/>
              </a:ext>
            </a:extLst>
          </p:cNvPr>
          <p:cNvCxnSpPr/>
          <p:nvPr/>
        </p:nvCxnSpPr>
        <p:spPr>
          <a:xfrm>
            <a:off x="3480263" y="5497158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DB28CDC-8A83-764B-ACAE-D4CA71572B1E}"/>
              </a:ext>
            </a:extLst>
          </p:cNvPr>
          <p:cNvCxnSpPr>
            <a:cxnSpLocks/>
          </p:cNvCxnSpPr>
          <p:nvPr/>
        </p:nvCxnSpPr>
        <p:spPr>
          <a:xfrm flipH="1">
            <a:off x="4377657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3F0C2D-60ED-A04A-BDBB-DBE2908D120B}"/>
              </a:ext>
            </a:extLst>
          </p:cNvPr>
          <p:cNvCxnSpPr>
            <a:cxnSpLocks/>
          </p:cNvCxnSpPr>
          <p:nvPr/>
        </p:nvCxnSpPr>
        <p:spPr>
          <a:xfrm>
            <a:off x="4680895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EA3D70E-15F1-BD4C-9EA0-255251689C13}"/>
              </a:ext>
            </a:extLst>
          </p:cNvPr>
          <p:cNvCxnSpPr/>
          <p:nvPr/>
        </p:nvCxnSpPr>
        <p:spPr>
          <a:xfrm>
            <a:off x="4366899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1AB367A-659A-DC44-8DAC-CAF28F40D186}"/>
              </a:ext>
            </a:extLst>
          </p:cNvPr>
          <p:cNvCxnSpPr/>
          <p:nvPr/>
        </p:nvCxnSpPr>
        <p:spPr>
          <a:xfrm>
            <a:off x="4862854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141345-F841-3440-B3A9-F59871E361CF}"/>
              </a:ext>
            </a:extLst>
          </p:cNvPr>
          <p:cNvCxnSpPr>
            <a:cxnSpLocks/>
          </p:cNvCxnSpPr>
          <p:nvPr/>
        </p:nvCxnSpPr>
        <p:spPr>
          <a:xfrm flipH="1">
            <a:off x="5254710" y="4902450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1BDEBB6-2E88-4D4C-A186-A498D86A0D3C}"/>
              </a:ext>
            </a:extLst>
          </p:cNvPr>
          <p:cNvCxnSpPr>
            <a:cxnSpLocks/>
          </p:cNvCxnSpPr>
          <p:nvPr/>
        </p:nvCxnSpPr>
        <p:spPr>
          <a:xfrm>
            <a:off x="5557948" y="4906215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70C9653-628B-BD44-B5C7-6E643B51EA40}"/>
              </a:ext>
            </a:extLst>
          </p:cNvPr>
          <p:cNvCxnSpPr/>
          <p:nvPr/>
        </p:nvCxnSpPr>
        <p:spPr>
          <a:xfrm>
            <a:off x="5243952" y="5492642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CF6E23-CCE3-6D4D-A5AB-58EFCD13E33C}"/>
              </a:ext>
            </a:extLst>
          </p:cNvPr>
          <p:cNvCxnSpPr>
            <a:cxnSpLocks/>
          </p:cNvCxnSpPr>
          <p:nvPr/>
        </p:nvCxnSpPr>
        <p:spPr>
          <a:xfrm flipH="1" flipV="1">
            <a:off x="5739907" y="5998251"/>
            <a:ext cx="542562" cy="4516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6765BC4-012B-D045-826D-14619D9A0954}"/>
              </a:ext>
            </a:extLst>
          </p:cNvPr>
          <p:cNvCxnSpPr>
            <a:cxnSpLocks/>
          </p:cNvCxnSpPr>
          <p:nvPr/>
        </p:nvCxnSpPr>
        <p:spPr>
          <a:xfrm flipH="1">
            <a:off x="6660609" y="4897609"/>
            <a:ext cx="147959" cy="37503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A5AAFC-99AB-5E4C-9C57-923E82D39035}"/>
              </a:ext>
            </a:extLst>
          </p:cNvPr>
          <p:cNvCxnSpPr>
            <a:cxnSpLocks/>
          </p:cNvCxnSpPr>
          <p:nvPr/>
        </p:nvCxnSpPr>
        <p:spPr>
          <a:xfrm>
            <a:off x="6963847" y="4901374"/>
            <a:ext cx="181959" cy="37127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A62C99D-DB30-1942-B156-51FB879C6012}"/>
              </a:ext>
            </a:extLst>
          </p:cNvPr>
          <p:cNvCxnSpPr/>
          <p:nvPr/>
        </p:nvCxnSpPr>
        <p:spPr>
          <a:xfrm>
            <a:off x="6649851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F0D849B-14A7-4F45-8086-82F423C7F55A}"/>
              </a:ext>
            </a:extLst>
          </p:cNvPr>
          <p:cNvCxnSpPr/>
          <p:nvPr/>
        </p:nvCxnSpPr>
        <p:spPr>
          <a:xfrm>
            <a:off x="7145806" y="5487801"/>
            <a:ext cx="0" cy="505609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2BE4AE1-588D-8044-9DA4-0FB0F2D71D39}"/>
                  </a:ext>
                </a:extLst>
              </p:cNvPr>
              <p:cNvSpPr txBox="1"/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2BE4AE1-588D-8044-9DA4-0FB0F2D71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962" y="6052399"/>
                <a:ext cx="372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68872EF-1FB6-C846-B170-37CAE80ACC00}"/>
                  </a:ext>
                </a:extLst>
              </p:cNvPr>
              <p:cNvSpPr txBox="1"/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68872EF-1FB6-C846-B170-37CAE80AC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304" y="6054752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3C3C0AB-B401-F94C-BCFA-D48005777B43}"/>
                  </a:ext>
                </a:extLst>
              </p:cNvPr>
              <p:cNvSpPr txBox="1"/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3C3C0AB-B401-F94C-BCFA-D48005777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906" y="6046530"/>
                <a:ext cx="37247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962DAD-2C09-CA47-A091-3D9A5F24B7BE}"/>
                  </a:ext>
                </a:extLst>
              </p:cNvPr>
              <p:cNvSpPr txBox="1"/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962DAD-2C09-CA47-A091-3D9A5F24B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248" y="6048883"/>
                <a:ext cx="3724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8BC5628-7A69-F542-9746-562BCA6403B6}"/>
                  </a:ext>
                </a:extLst>
              </p:cNvPr>
              <p:cNvSpPr txBox="1"/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8BC5628-7A69-F542-9746-562BCA640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00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A2B4384-F7BB-A64D-A916-0C56C32FFB5F}"/>
                  </a:ext>
                </a:extLst>
              </p:cNvPr>
              <p:cNvSpPr txBox="1"/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A2B4384-F7BB-A64D-A916-0C56C32FF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214" y="6041824"/>
                <a:ext cx="37247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9ACBEAB-D67A-AA4D-8AB7-02F5D9BDD043}"/>
                  </a:ext>
                </a:extLst>
              </p:cNvPr>
              <p:cNvSpPr txBox="1"/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9ACBEAB-D67A-AA4D-8AB7-02F5D9BDD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556" y="6044177"/>
                <a:ext cx="37247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ight Arrow 54">
            <a:extLst>
              <a:ext uri="{FF2B5EF4-FFF2-40B4-BE49-F238E27FC236}">
                <a16:creationId xmlns:a16="http://schemas.microsoft.com/office/drawing/2014/main" id="{95A42FF7-50CE-2A48-A779-ABC3849D54AF}"/>
              </a:ext>
            </a:extLst>
          </p:cNvPr>
          <p:cNvSpPr/>
          <p:nvPr/>
        </p:nvSpPr>
        <p:spPr>
          <a:xfrm>
            <a:off x="6335210" y="2235380"/>
            <a:ext cx="2177779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E5086728-F065-5E47-98DE-C1D267AFDED6}"/>
              </a:ext>
            </a:extLst>
          </p:cNvPr>
          <p:cNvSpPr/>
          <p:nvPr/>
        </p:nvSpPr>
        <p:spPr>
          <a:xfrm>
            <a:off x="6786019" y="3269793"/>
            <a:ext cx="1726970" cy="12827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08BD9FE0-FA79-5C43-96EE-0EC0ADDAC1A1}"/>
              </a:ext>
            </a:extLst>
          </p:cNvPr>
          <p:cNvSpPr/>
          <p:nvPr/>
        </p:nvSpPr>
        <p:spPr>
          <a:xfrm>
            <a:off x="7450592" y="4482771"/>
            <a:ext cx="1062398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86BF9121-286A-CE4F-86E5-03641E628A95}"/>
              </a:ext>
            </a:extLst>
          </p:cNvPr>
          <p:cNvSpPr/>
          <p:nvPr/>
        </p:nvSpPr>
        <p:spPr>
          <a:xfrm>
            <a:off x="7660602" y="6199632"/>
            <a:ext cx="852387" cy="13716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4FDF567-8131-8246-8FD1-219FD58C24E2}"/>
                  </a:ext>
                </a:extLst>
              </p:cNvPr>
              <p:cNvSpPr txBox="1"/>
              <p:nvPr/>
            </p:nvSpPr>
            <p:spPr>
              <a:xfrm>
                <a:off x="8512989" y="2108755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4FDF567-8131-8246-8FD1-219FD58C2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989" y="2108755"/>
                <a:ext cx="50443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7BD40BA-F813-0549-9560-F1460D60E252}"/>
                  </a:ext>
                </a:extLst>
              </p:cNvPr>
              <p:cNvSpPr txBox="1"/>
              <p:nvPr/>
            </p:nvSpPr>
            <p:spPr>
              <a:xfrm>
                <a:off x="8512989" y="3124076"/>
                <a:ext cx="7416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7BD40BA-F813-0549-9560-F1460D60E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989" y="3124076"/>
                <a:ext cx="74167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1123D6F-83D3-334E-9BD1-026AF55EE6A7}"/>
                  </a:ext>
                </a:extLst>
              </p:cNvPr>
              <p:cNvSpPr txBox="1"/>
              <p:nvPr/>
            </p:nvSpPr>
            <p:spPr>
              <a:xfrm>
                <a:off x="8513408" y="4355914"/>
                <a:ext cx="7416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1123D6F-83D3-334E-9BD1-026AF55EE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408" y="4355914"/>
                <a:ext cx="74167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2FBC6CC-6330-9C48-B85C-03E453F9EE60}"/>
                  </a:ext>
                </a:extLst>
              </p:cNvPr>
              <p:cNvSpPr txBox="1"/>
              <p:nvPr/>
            </p:nvSpPr>
            <p:spPr>
              <a:xfrm>
                <a:off x="8512989" y="6048883"/>
                <a:ext cx="50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2FBC6CC-6330-9C48-B85C-03E453F9E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989" y="6048883"/>
                <a:ext cx="50443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D28AB64-F2B8-6B4A-ADA4-E7986B86FE78}"/>
              </a:ext>
            </a:extLst>
          </p:cNvPr>
          <p:cNvCxnSpPr>
            <a:cxnSpLocks/>
          </p:cNvCxnSpPr>
          <p:nvPr/>
        </p:nvCxnSpPr>
        <p:spPr>
          <a:xfrm>
            <a:off x="2334409" y="4355914"/>
            <a:ext cx="0" cy="20552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071407C-6FF8-2E4D-B6CC-4899B90A8661}"/>
              </a:ext>
            </a:extLst>
          </p:cNvPr>
          <p:cNvCxnSpPr>
            <a:cxnSpLocks/>
          </p:cNvCxnSpPr>
          <p:nvPr/>
        </p:nvCxnSpPr>
        <p:spPr>
          <a:xfrm flipV="1">
            <a:off x="2332894" y="2106629"/>
            <a:ext cx="0" cy="182851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B96E81D-3E28-724D-8D77-030AE5DCDD1E}"/>
                  </a:ext>
                </a:extLst>
              </p:cNvPr>
              <p:cNvSpPr txBox="1"/>
              <p:nvPr/>
            </p:nvSpPr>
            <p:spPr>
              <a:xfrm>
                <a:off x="1916690" y="3919364"/>
                <a:ext cx="8324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B96E81D-3E28-724D-8D77-030AE5DCD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6690" y="3919364"/>
                <a:ext cx="832407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E6CF057-2290-2648-8836-678E2D0A12B6}"/>
                  </a:ext>
                </a:extLst>
              </p:cNvPr>
              <p:cNvSpPr txBox="1"/>
              <p:nvPr/>
            </p:nvSpPr>
            <p:spPr>
              <a:xfrm>
                <a:off x="9345157" y="3823638"/>
                <a:ext cx="27539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Overall Running Time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E6CF057-2290-2648-8836-678E2D0A1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157" y="3823638"/>
                <a:ext cx="2753958" cy="646331"/>
              </a:xfrm>
              <a:prstGeom prst="rect">
                <a:avLst/>
              </a:prstGeom>
              <a:blipFill>
                <a:blip r:embed="rId19"/>
                <a:stretch>
                  <a:fillRect l="-1376" t="-1923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2636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Average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 that the input is random, the average-case running time is much closer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𝑛𝑙𝑜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than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Intuitive example</a:t>
                </a:r>
              </a:p>
              <a:p>
                <a:pPr lvl="1"/>
                <a:r>
                  <a:rPr lang="en-US" dirty="0"/>
                  <a:t>Suppose that the partitioning algorithm always produces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proportional split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8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109F2E-F98B-284C-80BB-16BCB1D93135}"/>
                  </a:ext>
                </a:extLst>
              </p:cNvPr>
              <p:cNvSpPr txBox="1"/>
              <p:nvPr/>
            </p:nvSpPr>
            <p:spPr>
              <a:xfrm>
                <a:off x="1288509" y="4401993"/>
                <a:ext cx="10602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109F2E-F98B-284C-80BB-16BCB1D93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509" y="4401993"/>
                <a:ext cx="106022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utoShape 9">
            <a:extLst>
              <a:ext uri="{FF2B5EF4-FFF2-40B4-BE49-F238E27FC236}">
                <a16:creationId xmlns:a16="http://schemas.microsoft.com/office/drawing/2014/main" id="{B2FBD58C-7E58-FE41-8D68-3D3F4EE5057C}"/>
              </a:ext>
            </a:extLst>
          </p:cNvPr>
          <p:cNvSpPr>
            <a:spLocks/>
          </p:cNvSpPr>
          <p:nvPr/>
        </p:nvSpPr>
        <p:spPr bwMode="auto">
          <a:xfrm>
            <a:off x="2303010" y="4207470"/>
            <a:ext cx="45719" cy="836642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B199A292-A7B2-594A-9AA9-4CC9CDA7C0FF}"/>
              </a:ext>
            </a:extLst>
          </p:cNvPr>
          <p:cNvSpPr/>
          <p:nvPr/>
        </p:nvSpPr>
        <p:spPr>
          <a:xfrm rot="16200000">
            <a:off x="2940156" y="4635515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7F3D6C1F-5953-CB42-A993-2713F38C530E}"/>
              </a:ext>
            </a:extLst>
          </p:cNvPr>
          <p:cNvSpPr/>
          <p:nvPr/>
        </p:nvSpPr>
        <p:spPr>
          <a:xfrm rot="16200000">
            <a:off x="4534081" y="4635515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0A6B5319-3F3D-5A44-A69A-9CDE674994D3}"/>
              </a:ext>
            </a:extLst>
          </p:cNvPr>
          <p:cNvSpPr/>
          <p:nvPr/>
        </p:nvSpPr>
        <p:spPr>
          <a:xfrm rot="16200000">
            <a:off x="5785785" y="4977737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FD9219D9-3681-AC47-BFD5-C244DEBCCD9B}"/>
              </a:ext>
            </a:extLst>
          </p:cNvPr>
          <p:cNvSpPr/>
          <p:nvPr/>
        </p:nvSpPr>
        <p:spPr>
          <a:xfrm rot="16200000">
            <a:off x="6617629" y="4977735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63DE3F-56DA-754A-BA5A-64AB320AC346}"/>
              </a:ext>
            </a:extLst>
          </p:cNvPr>
          <p:cNvSpPr txBox="1"/>
          <p:nvPr/>
        </p:nvSpPr>
        <p:spPr>
          <a:xfrm>
            <a:off x="2434737" y="5297279"/>
            <a:ext cx="1273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left half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038B5A-ED22-E346-83B3-50328E9B3FEA}"/>
              </a:ext>
            </a:extLst>
          </p:cNvPr>
          <p:cNvSpPr txBox="1"/>
          <p:nvPr/>
        </p:nvSpPr>
        <p:spPr>
          <a:xfrm>
            <a:off x="3941202" y="5297279"/>
            <a:ext cx="1411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right half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E14BAB-5656-5644-8520-2FDE7E1FE003}"/>
              </a:ext>
            </a:extLst>
          </p:cNvPr>
          <p:cNvSpPr txBox="1"/>
          <p:nvPr/>
        </p:nvSpPr>
        <p:spPr>
          <a:xfrm>
            <a:off x="5465262" y="5297279"/>
            <a:ext cx="8767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dividing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731352-263A-5A4F-96E8-40E767C278AB}"/>
              </a:ext>
            </a:extLst>
          </p:cNvPr>
          <p:cNvSpPr txBox="1"/>
          <p:nvPr/>
        </p:nvSpPr>
        <p:spPr>
          <a:xfrm>
            <a:off x="6284244" y="5297279"/>
            <a:ext cx="892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merging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28EC1EF-B855-884F-846F-BFB50641FB9E}"/>
                  </a:ext>
                </a:extLst>
              </p:cNvPr>
              <p:cNvSpPr txBox="1"/>
              <p:nvPr/>
            </p:nvSpPr>
            <p:spPr>
              <a:xfrm>
                <a:off x="2487875" y="4702668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/10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28EC1EF-B855-884F-846F-BFB50641F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875" y="4702668"/>
                <a:ext cx="1339844" cy="400110"/>
              </a:xfrm>
              <a:prstGeom prst="rect">
                <a:avLst/>
              </a:prstGeom>
              <a:blipFill>
                <a:blip r:embed="rId4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F52022D-8A04-E545-A9C9-3C28DF14B1CA}"/>
                  </a:ext>
                </a:extLst>
              </p:cNvPr>
              <p:cNvSpPr txBox="1"/>
              <p:nvPr/>
            </p:nvSpPr>
            <p:spPr>
              <a:xfrm>
                <a:off x="2477648" y="4249639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F52022D-8A04-E545-A9C9-3C28DF14B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648" y="4249639"/>
                <a:ext cx="133984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48B535-0DB5-B94A-828F-D788454A3248}"/>
                  </a:ext>
                </a:extLst>
              </p:cNvPr>
              <p:cNvSpPr txBox="1"/>
              <p:nvPr/>
            </p:nvSpPr>
            <p:spPr>
              <a:xfrm>
                <a:off x="3671486" y="4702668"/>
                <a:ext cx="24245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  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/10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+</m:t>
                    </m:r>
                  </m:oMath>
                </a14:m>
                <a:r>
                  <a:rPr lang="en-US" sz="2000" dirty="0"/>
                  <a:t>   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48B535-0DB5-B94A-828F-D788454A3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86" y="4702668"/>
                <a:ext cx="2424514" cy="400110"/>
              </a:xfrm>
              <a:prstGeom prst="rect">
                <a:avLst/>
              </a:prstGeom>
              <a:blipFill>
                <a:blip r:embed="rId6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742CED2-AA7E-314B-AE4F-4C9BAF8C87FE}"/>
                  </a:ext>
                </a:extLst>
              </p:cNvPr>
              <p:cNvSpPr txBox="1"/>
              <p:nvPr/>
            </p:nvSpPr>
            <p:spPr>
              <a:xfrm>
                <a:off x="5550231" y="4702668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+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742CED2-AA7E-314B-AE4F-4C9BAF8C8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231" y="4702668"/>
                <a:ext cx="1339844" cy="400110"/>
              </a:xfrm>
              <a:prstGeom prst="rect">
                <a:avLst/>
              </a:prstGeom>
              <a:blipFill>
                <a:blip r:embed="rId7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E91D2DC-01F1-A24F-9856-51EE52EE8CE4}"/>
                  </a:ext>
                </a:extLst>
              </p:cNvPr>
              <p:cNvSpPr txBox="1"/>
              <p:nvPr/>
            </p:nvSpPr>
            <p:spPr>
              <a:xfrm>
                <a:off x="6547839" y="4713390"/>
                <a:ext cx="5298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E91D2DC-01F1-A24F-9856-51EE52EE8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839" y="4713390"/>
                <a:ext cx="52989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2110B4F-D40F-C749-ADEF-C1A1862C3543}"/>
                  </a:ext>
                </a:extLst>
              </p:cNvPr>
              <p:cNvSpPr txBox="1"/>
              <p:nvPr/>
            </p:nvSpPr>
            <p:spPr>
              <a:xfrm>
                <a:off x="7202916" y="4693512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𝑜𝑡h𝑒𝑟𝑖𝑠𝑒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2110B4F-D40F-C749-ADEF-C1A1862C3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916" y="4693512"/>
                <a:ext cx="1211062" cy="400110"/>
              </a:xfrm>
              <a:prstGeom prst="rect">
                <a:avLst/>
              </a:prstGeom>
              <a:blipFill>
                <a:blip r:embed="rId9"/>
                <a:stretch>
                  <a:fillRect l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38D41B2-D3BC-C346-A90B-E2924CCCD7A7}"/>
                  </a:ext>
                </a:extLst>
              </p:cNvPr>
              <p:cNvSpPr txBox="1"/>
              <p:nvPr/>
            </p:nvSpPr>
            <p:spPr>
              <a:xfrm>
                <a:off x="7202916" y="4248491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38D41B2-D3BC-C346-A90B-E2924CCCD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916" y="4248491"/>
                <a:ext cx="1211062" cy="400110"/>
              </a:xfrm>
              <a:prstGeom prst="rect">
                <a:avLst/>
              </a:prstGeom>
              <a:blipFill>
                <a:blip r:embed="rId10"/>
                <a:stretch>
                  <a:fillRect l="-312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20176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Average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 that the input is random, the average-case running time is much closer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𝑛𝑙𝑜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than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Intuitive example</a:t>
                </a:r>
              </a:p>
              <a:p>
                <a:pPr lvl="1"/>
                <a:r>
                  <a:rPr lang="en-US" dirty="0"/>
                  <a:t>Suppose that the partitioning algorithm always produces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proportional split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55FA5-3B6D-6044-84AA-6401F8CD4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8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A1EB03A-2CCB-3E47-B32C-65749EB453BA}"/>
                  </a:ext>
                </a:extLst>
              </p:cNvPr>
              <p:cNvSpPr txBox="1"/>
              <p:nvPr/>
            </p:nvSpPr>
            <p:spPr>
              <a:xfrm>
                <a:off x="1288509" y="4401993"/>
                <a:ext cx="10602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A1EB03A-2CCB-3E47-B32C-65749EB45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509" y="4401993"/>
                <a:ext cx="106022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AutoShape 9">
            <a:extLst>
              <a:ext uri="{FF2B5EF4-FFF2-40B4-BE49-F238E27FC236}">
                <a16:creationId xmlns:a16="http://schemas.microsoft.com/office/drawing/2014/main" id="{7460D649-2E8E-1D4C-AD3E-33D64A76F5F4}"/>
              </a:ext>
            </a:extLst>
          </p:cNvPr>
          <p:cNvSpPr>
            <a:spLocks/>
          </p:cNvSpPr>
          <p:nvPr/>
        </p:nvSpPr>
        <p:spPr bwMode="auto">
          <a:xfrm>
            <a:off x="2303010" y="4207470"/>
            <a:ext cx="45719" cy="836642"/>
          </a:xfrm>
          <a:prstGeom prst="leftBrace">
            <a:avLst>
              <a:gd name="adj1" fmla="val 72222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740A1C7F-0E4A-6C45-8781-C121D4E47657}"/>
              </a:ext>
            </a:extLst>
          </p:cNvPr>
          <p:cNvSpPr/>
          <p:nvPr/>
        </p:nvSpPr>
        <p:spPr>
          <a:xfrm rot="16200000">
            <a:off x="2940156" y="4635515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EE0FFE2A-64D1-BD4B-9812-5B95F808B91A}"/>
              </a:ext>
            </a:extLst>
          </p:cNvPr>
          <p:cNvSpPr/>
          <p:nvPr/>
        </p:nvSpPr>
        <p:spPr>
          <a:xfrm rot="16200000">
            <a:off x="4534081" y="4635515"/>
            <a:ext cx="225911" cy="123674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DCD98D-9650-AD4B-A95D-D9A795EA84F6}"/>
              </a:ext>
            </a:extLst>
          </p:cNvPr>
          <p:cNvSpPr txBox="1"/>
          <p:nvPr/>
        </p:nvSpPr>
        <p:spPr>
          <a:xfrm>
            <a:off x="2434737" y="5297279"/>
            <a:ext cx="1273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left half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99FD34-7B07-0D49-95F2-6C8CBC2F6AAB}"/>
              </a:ext>
            </a:extLst>
          </p:cNvPr>
          <p:cNvSpPr txBox="1"/>
          <p:nvPr/>
        </p:nvSpPr>
        <p:spPr>
          <a:xfrm>
            <a:off x="3941202" y="5297279"/>
            <a:ext cx="1411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solve right half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7038F83-919F-0C45-9F59-0B334B044965}"/>
                  </a:ext>
                </a:extLst>
              </p:cNvPr>
              <p:cNvSpPr txBox="1"/>
              <p:nvPr/>
            </p:nvSpPr>
            <p:spPr>
              <a:xfrm>
                <a:off x="2487875" y="4702668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/10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7038F83-919F-0C45-9F59-0B334B044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875" y="4702668"/>
                <a:ext cx="1339844" cy="400110"/>
              </a:xfrm>
              <a:prstGeom prst="rect">
                <a:avLst/>
              </a:prstGeom>
              <a:blipFill>
                <a:blip r:embed="rId4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606E4C9-FBA4-4D43-BE98-B0FF0BE8A11C}"/>
                  </a:ext>
                </a:extLst>
              </p:cNvPr>
              <p:cNvSpPr txBox="1"/>
              <p:nvPr/>
            </p:nvSpPr>
            <p:spPr>
              <a:xfrm>
                <a:off x="2477648" y="4249639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606E4C9-FBA4-4D43-BE98-B0FF0BE8A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648" y="4249639"/>
                <a:ext cx="133984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2378FBA-EED6-F34E-A0AA-ECFCE0ADBA4C}"/>
                  </a:ext>
                </a:extLst>
              </p:cNvPr>
              <p:cNvSpPr txBox="1"/>
              <p:nvPr/>
            </p:nvSpPr>
            <p:spPr>
              <a:xfrm>
                <a:off x="3671486" y="4702668"/>
                <a:ext cx="24245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  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/10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  +</m:t>
                    </m:r>
                  </m:oMath>
                </a14:m>
                <a:r>
                  <a:rPr lang="en-US" sz="2000" dirty="0"/>
                  <a:t>   </a:t>
                </a: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2378FBA-EED6-F34E-A0AA-ECFCE0ADB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86" y="4702668"/>
                <a:ext cx="2424514" cy="400110"/>
              </a:xfrm>
              <a:prstGeom prst="rect">
                <a:avLst/>
              </a:prstGeom>
              <a:blipFill>
                <a:blip r:embed="rId6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D82AA03-C60D-C34B-B2EE-429AD5EB94D6}"/>
                  </a:ext>
                </a:extLst>
              </p:cNvPr>
              <p:cNvSpPr txBox="1"/>
              <p:nvPr/>
            </p:nvSpPr>
            <p:spPr>
              <a:xfrm>
                <a:off x="7202916" y="4693512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𝑜𝑡h𝑒𝑟𝑖𝑠𝑒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D82AA03-C60D-C34B-B2EE-429AD5EB9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916" y="4693512"/>
                <a:ext cx="1211062" cy="400110"/>
              </a:xfrm>
              <a:prstGeom prst="rect">
                <a:avLst/>
              </a:prstGeom>
              <a:blipFill>
                <a:blip r:embed="rId7"/>
                <a:stretch>
                  <a:fillRect l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5EF6305-3646-D747-BC7E-D3F9F9DEF47D}"/>
                  </a:ext>
                </a:extLst>
              </p:cNvPr>
              <p:cNvSpPr txBox="1"/>
              <p:nvPr/>
            </p:nvSpPr>
            <p:spPr>
              <a:xfrm>
                <a:off x="7202916" y="4248491"/>
                <a:ext cx="12110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5EF6305-3646-D747-BC7E-D3F9F9DEF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916" y="4248491"/>
                <a:ext cx="1211062" cy="400110"/>
              </a:xfrm>
              <a:prstGeom prst="rect">
                <a:avLst/>
              </a:prstGeom>
              <a:blipFill>
                <a:blip r:embed="rId8"/>
                <a:stretch>
                  <a:fillRect l="-3125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8F933F4-A348-B342-A7D8-1937358ABEA9}"/>
                  </a:ext>
                </a:extLst>
              </p:cNvPr>
              <p:cNvSpPr txBox="1"/>
              <p:nvPr/>
            </p:nvSpPr>
            <p:spPr>
              <a:xfrm>
                <a:off x="5499287" y="4702668"/>
                <a:ext cx="133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8F933F4-A348-B342-A7D8-1937358AB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287" y="4702668"/>
                <a:ext cx="1339844" cy="400110"/>
              </a:xfrm>
              <a:prstGeom prst="rect">
                <a:avLst/>
              </a:prstGeom>
              <a:blipFill>
                <a:blip r:embed="rId9"/>
                <a:stretch>
                  <a:fillRect l="-1869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Left Brace 55">
            <a:extLst>
              <a:ext uri="{FF2B5EF4-FFF2-40B4-BE49-F238E27FC236}">
                <a16:creationId xmlns:a16="http://schemas.microsoft.com/office/drawing/2014/main" id="{97ED796C-6DC2-8F42-971F-B43740EEE2FF}"/>
              </a:ext>
            </a:extLst>
          </p:cNvPr>
          <p:cNvSpPr/>
          <p:nvPr/>
        </p:nvSpPr>
        <p:spPr>
          <a:xfrm rot="16200000">
            <a:off x="6099042" y="4988830"/>
            <a:ext cx="225910" cy="55230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CE8604-7BAF-974B-A045-1B6C588D19C2}"/>
              </a:ext>
            </a:extLst>
          </p:cNvPr>
          <p:cNvSpPr txBox="1"/>
          <p:nvPr/>
        </p:nvSpPr>
        <p:spPr>
          <a:xfrm>
            <a:off x="5337949" y="5308372"/>
            <a:ext cx="1814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Dividing + merging</a:t>
            </a:r>
          </a:p>
        </p:txBody>
      </p:sp>
    </p:spTree>
    <p:extLst>
      <p:ext uri="{BB962C8B-B14F-4D97-AF65-F5344CB8AC3E}">
        <p14:creationId xmlns:p14="http://schemas.microsoft.com/office/powerpoint/2010/main" val="10681825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Average Case Partitioning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0B050C-6A10-DF41-AB80-9A92FAF27879}"/>
              </a:ext>
            </a:extLst>
          </p:cNvPr>
          <p:cNvCxnSpPr>
            <a:cxnSpLocks/>
          </p:cNvCxnSpPr>
          <p:nvPr/>
        </p:nvCxnSpPr>
        <p:spPr>
          <a:xfrm flipH="1">
            <a:off x="4005436" y="2100664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7A2E5E1-95B4-144F-809E-398D14FA26BC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5386304" y="2100664"/>
            <a:ext cx="943792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5E5756-3723-7648-BF99-17D6D6A6F5AB}"/>
                  </a:ext>
                </a:extLst>
              </p:cNvPr>
              <p:cNvSpPr txBox="1"/>
              <p:nvPr/>
            </p:nvSpPr>
            <p:spPr>
              <a:xfrm>
                <a:off x="3672567" y="2649451"/>
                <a:ext cx="504433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5E5756-3723-7648-BF99-17D6D6A6F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567" y="2649451"/>
                <a:ext cx="504433" cy="618246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E6216-D898-3A45-A81D-0661D0D0E4ED}"/>
                  </a:ext>
                </a:extLst>
              </p:cNvPr>
              <p:cNvSpPr txBox="1"/>
              <p:nvPr/>
            </p:nvSpPr>
            <p:spPr>
              <a:xfrm>
                <a:off x="6013759" y="2649451"/>
                <a:ext cx="63267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E6216-D898-3A45-A81D-0661D0D0E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759" y="2649451"/>
                <a:ext cx="632674" cy="618246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FFF2C4-600A-6C48-84D7-631F39947333}"/>
              </a:ext>
            </a:extLst>
          </p:cNvPr>
          <p:cNvCxnSpPr>
            <a:cxnSpLocks/>
          </p:cNvCxnSpPr>
          <p:nvPr/>
        </p:nvCxnSpPr>
        <p:spPr>
          <a:xfrm flipH="1">
            <a:off x="3341269" y="3233103"/>
            <a:ext cx="432243" cy="39358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8E872B-2437-F941-874A-E18A9E554358}"/>
              </a:ext>
            </a:extLst>
          </p:cNvPr>
          <p:cNvCxnSpPr>
            <a:cxnSpLocks/>
          </p:cNvCxnSpPr>
          <p:nvPr/>
        </p:nvCxnSpPr>
        <p:spPr>
          <a:xfrm>
            <a:off x="4130134" y="3228018"/>
            <a:ext cx="388719" cy="3498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E941D1-6D79-9044-9710-B9319A63A225}"/>
              </a:ext>
            </a:extLst>
          </p:cNvPr>
          <p:cNvCxnSpPr>
            <a:cxnSpLocks/>
          </p:cNvCxnSpPr>
          <p:nvPr/>
        </p:nvCxnSpPr>
        <p:spPr>
          <a:xfrm flipH="1">
            <a:off x="5798921" y="3234476"/>
            <a:ext cx="346715" cy="3734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75DBC6-7818-6C4B-B4DF-6EE90B610D54}"/>
              </a:ext>
            </a:extLst>
          </p:cNvPr>
          <p:cNvCxnSpPr>
            <a:cxnSpLocks/>
          </p:cNvCxnSpPr>
          <p:nvPr/>
        </p:nvCxnSpPr>
        <p:spPr>
          <a:xfrm>
            <a:off x="6524736" y="3224103"/>
            <a:ext cx="439111" cy="383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483362-EAF7-C149-86B8-845072C9FDA7}"/>
                  </a:ext>
                </a:extLst>
              </p:cNvPr>
              <p:cNvSpPr txBox="1"/>
              <p:nvPr/>
            </p:nvSpPr>
            <p:spPr>
              <a:xfrm>
                <a:off x="2992663" y="3607684"/>
                <a:ext cx="627095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483362-EAF7-C149-86B8-845072C9F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663" y="3607684"/>
                <a:ext cx="627095" cy="618246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9BAE92-9430-9D49-8AC3-0F06D4C336EF}"/>
                  </a:ext>
                </a:extLst>
              </p:cNvPr>
              <p:cNvSpPr txBox="1"/>
              <p:nvPr/>
            </p:nvSpPr>
            <p:spPr>
              <a:xfrm>
                <a:off x="4294793" y="3610182"/>
                <a:ext cx="63267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9BAE92-9430-9D49-8AC3-0F06D4C33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793" y="3610182"/>
                <a:ext cx="632674" cy="618246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C3F1DD7-79A4-CA41-BEB2-F8DD8B1297FB}"/>
              </a:ext>
            </a:extLst>
          </p:cNvPr>
          <p:cNvCxnSpPr>
            <a:cxnSpLocks/>
          </p:cNvCxnSpPr>
          <p:nvPr/>
        </p:nvCxnSpPr>
        <p:spPr>
          <a:xfrm flipH="1">
            <a:off x="2977358" y="4275562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B485AAE-993A-6445-B8A2-CF837D235933}"/>
              </a:ext>
            </a:extLst>
          </p:cNvPr>
          <p:cNvCxnSpPr>
            <a:cxnSpLocks/>
          </p:cNvCxnSpPr>
          <p:nvPr/>
        </p:nvCxnSpPr>
        <p:spPr>
          <a:xfrm>
            <a:off x="3387970" y="4259961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E711B2E-E69F-F240-A6A8-5A0BF09498A0}"/>
                  </a:ext>
                </a:extLst>
              </p:cNvPr>
              <p:cNvSpPr txBox="1"/>
              <p:nvPr/>
            </p:nvSpPr>
            <p:spPr>
              <a:xfrm>
                <a:off x="2791121" y="4674897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E711B2E-E69F-F240-A6A8-5A0BF0949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121" y="4674897"/>
                <a:ext cx="3724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487068-E3DF-3F4B-A46B-A96B62B4C88B}"/>
                  </a:ext>
                </a:extLst>
              </p:cNvPr>
              <p:cNvSpPr txBox="1"/>
              <p:nvPr/>
            </p:nvSpPr>
            <p:spPr>
              <a:xfrm>
                <a:off x="4886997" y="1710556"/>
                <a:ext cx="50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487068-E3DF-3F4B-A46B-A96B62B4C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997" y="1710556"/>
                <a:ext cx="50443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52D52BA-373B-8A4B-9FE0-F3D45F50F64C}"/>
              </a:ext>
            </a:extLst>
          </p:cNvPr>
          <p:cNvCxnSpPr>
            <a:cxnSpLocks/>
          </p:cNvCxnSpPr>
          <p:nvPr/>
        </p:nvCxnSpPr>
        <p:spPr>
          <a:xfrm flipH="1">
            <a:off x="4310896" y="4332718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E9F1163-38A0-764D-AB2A-81DB81C98062}"/>
              </a:ext>
            </a:extLst>
          </p:cNvPr>
          <p:cNvCxnSpPr>
            <a:cxnSpLocks/>
          </p:cNvCxnSpPr>
          <p:nvPr/>
        </p:nvCxnSpPr>
        <p:spPr>
          <a:xfrm>
            <a:off x="4721508" y="4317117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176C911-1F36-D74C-83B0-BB1EF11D8747}"/>
                  </a:ext>
                </a:extLst>
              </p:cNvPr>
              <p:cNvSpPr txBox="1"/>
              <p:nvPr/>
            </p:nvSpPr>
            <p:spPr>
              <a:xfrm>
                <a:off x="5512962" y="3626687"/>
                <a:ext cx="63267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176C911-1F36-D74C-83B0-BB1EF11D8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962" y="3626687"/>
                <a:ext cx="632674" cy="618246"/>
              </a:xfrm>
              <a:prstGeom prst="rect">
                <a:avLst/>
              </a:prstGeom>
              <a:blipFill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46282FA-9F95-C145-B332-A53D5C555BB8}"/>
              </a:ext>
            </a:extLst>
          </p:cNvPr>
          <p:cNvCxnSpPr>
            <a:cxnSpLocks/>
          </p:cNvCxnSpPr>
          <p:nvPr/>
        </p:nvCxnSpPr>
        <p:spPr>
          <a:xfrm flipH="1">
            <a:off x="5529065" y="4349223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86F8858-5FE8-0340-BA2B-520383BBBD08}"/>
              </a:ext>
            </a:extLst>
          </p:cNvPr>
          <p:cNvCxnSpPr>
            <a:cxnSpLocks/>
          </p:cNvCxnSpPr>
          <p:nvPr/>
        </p:nvCxnSpPr>
        <p:spPr>
          <a:xfrm>
            <a:off x="5939677" y="4333622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9222341-BA61-FB42-819A-D9569BE3DE94}"/>
                  </a:ext>
                </a:extLst>
              </p:cNvPr>
              <p:cNvSpPr txBox="1"/>
              <p:nvPr/>
            </p:nvSpPr>
            <p:spPr>
              <a:xfrm>
                <a:off x="6664981" y="3627611"/>
                <a:ext cx="76091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9222341-BA61-FB42-819A-D9569BE3D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981" y="3627611"/>
                <a:ext cx="760914" cy="618246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20164BE-D9E4-1C41-ABAA-E7712BB60180}"/>
              </a:ext>
            </a:extLst>
          </p:cNvPr>
          <p:cNvCxnSpPr>
            <a:cxnSpLocks/>
          </p:cNvCxnSpPr>
          <p:nvPr/>
        </p:nvCxnSpPr>
        <p:spPr>
          <a:xfrm flipH="1">
            <a:off x="6750346" y="4332717"/>
            <a:ext cx="147959" cy="375039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50D830B-FB15-8146-ACA7-7B57377BCCB8}"/>
              </a:ext>
            </a:extLst>
          </p:cNvPr>
          <p:cNvCxnSpPr>
            <a:cxnSpLocks/>
          </p:cNvCxnSpPr>
          <p:nvPr/>
        </p:nvCxnSpPr>
        <p:spPr>
          <a:xfrm>
            <a:off x="7232088" y="4318684"/>
            <a:ext cx="169181" cy="390640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0AE08F6-80E5-2F4F-8047-E23825988714}"/>
                  </a:ext>
                </a:extLst>
              </p:cNvPr>
              <p:cNvSpPr txBox="1"/>
              <p:nvPr/>
            </p:nvSpPr>
            <p:spPr>
              <a:xfrm>
                <a:off x="6245168" y="4740804"/>
                <a:ext cx="76091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0AE08F6-80E5-2F4F-8047-E23825988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168" y="4740804"/>
                <a:ext cx="760914" cy="618246"/>
              </a:xfrm>
              <a:prstGeom prst="rect">
                <a:avLst/>
              </a:prstGeom>
              <a:blipFill>
                <a:blip r:embed="rId10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34D1C7C-129E-5641-A047-8F19160E1EC1}"/>
              </a:ext>
            </a:extLst>
          </p:cNvPr>
          <p:cNvCxnSpPr>
            <a:cxnSpLocks/>
          </p:cNvCxnSpPr>
          <p:nvPr/>
        </p:nvCxnSpPr>
        <p:spPr>
          <a:xfrm flipH="1">
            <a:off x="6291088" y="5463340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E45D65B-0BA9-0045-A095-9F16111533A9}"/>
              </a:ext>
            </a:extLst>
          </p:cNvPr>
          <p:cNvCxnSpPr>
            <a:cxnSpLocks/>
          </p:cNvCxnSpPr>
          <p:nvPr/>
        </p:nvCxnSpPr>
        <p:spPr>
          <a:xfrm>
            <a:off x="6711639" y="5447739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EFB705B-56B5-2A43-AD86-12BD95823AB4}"/>
                  </a:ext>
                </a:extLst>
              </p:cNvPr>
              <p:cNvSpPr txBox="1"/>
              <p:nvPr/>
            </p:nvSpPr>
            <p:spPr>
              <a:xfrm>
                <a:off x="7200873" y="4735106"/>
                <a:ext cx="88915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729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EFB705B-56B5-2A43-AD86-12BD95823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873" y="4735106"/>
                <a:ext cx="889154" cy="618246"/>
              </a:xfrm>
              <a:prstGeom prst="rect">
                <a:avLst/>
              </a:prstGeom>
              <a:blipFill>
                <a:blip r:embed="rId1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9976542-E95F-0C40-A8D2-36BD2FB1D99A}"/>
              </a:ext>
            </a:extLst>
          </p:cNvPr>
          <p:cNvCxnSpPr>
            <a:cxnSpLocks/>
          </p:cNvCxnSpPr>
          <p:nvPr/>
        </p:nvCxnSpPr>
        <p:spPr>
          <a:xfrm flipH="1">
            <a:off x="7216976" y="5457642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D958F16-B5B1-6C4C-AAE8-8EC2B7E78BB7}"/>
              </a:ext>
            </a:extLst>
          </p:cNvPr>
          <p:cNvCxnSpPr>
            <a:cxnSpLocks/>
          </p:cNvCxnSpPr>
          <p:nvPr/>
        </p:nvCxnSpPr>
        <p:spPr>
          <a:xfrm>
            <a:off x="7627588" y="5442041"/>
            <a:ext cx="462439" cy="1028333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C08162F-68A2-114E-8FCD-F5E7C02557EC}"/>
                  </a:ext>
                </a:extLst>
              </p:cNvPr>
              <p:cNvSpPr txBox="1"/>
              <p:nvPr/>
            </p:nvSpPr>
            <p:spPr>
              <a:xfrm>
                <a:off x="7903790" y="6428825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C08162F-68A2-114E-8FCD-F5E7C0255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790" y="6428825"/>
                <a:ext cx="3724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5972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Average Case Partitioning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0B050C-6A10-DF41-AB80-9A92FAF27879}"/>
              </a:ext>
            </a:extLst>
          </p:cNvPr>
          <p:cNvCxnSpPr>
            <a:cxnSpLocks/>
          </p:cNvCxnSpPr>
          <p:nvPr/>
        </p:nvCxnSpPr>
        <p:spPr>
          <a:xfrm flipH="1">
            <a:off x="4005436" y="2100664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7A2E5E1-95B4-144F-809E-398D14FA26BC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5386304" y="2100664"/>
            <a:ext cx="943792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5E5756-3723-7648-BF99-17D6D6A6F5AB}"/>
                  </a:ext>
                </a:extLst>
              </p:cNvPr>
              <p:cNvSpPr txBox="1"/>
              <p:nvPr/>
            </p:nvSpPr>
            <p:spPr>
              <a:xfrm>
                <a:off x="3672567" y="2649451"/>
                <a:ext cx="504433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5E5756-3723-7648-BF99-17D6D6A6F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567" y="2649451"/>
                <a:ext cx="504433" cy="618246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E6216-D898-3A45-A81D-0661D0D0E4ED}"/>
                  </a:ext>
                </a:extLst>
              </p:cNvPr>
              <p:cNvSpPr txBox="1"/>
              <p:nvPr/>
            </p:nvSpPr>
            <p:spPr>
              <a:xfrm>
                <a:off x="6013759" y="2649451"/>
                <a:ext cx="63267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E6216-D898-3A45-A81D-0661D0D0E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759" y="2649451"/>
                <a:ext cx="632674" cy="618246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FFF2C4-600A-6C48-84D7-631F39947333}"/>
              </a:ext>
            </a:extLst>
          </p:cNvPr>
          <p:cNvCxnSpPr>
            <a:cxnSpLocks/>
          </p:cNvCxnSpPr>
          <p:nvPr/>
        </p:nvCxnSpPr>
        <p:spPr>
          <a:xfrm flipH="1">
            <a:off x="3341269" y="3233103"/>
            <a:ext cx="432243" cy="39358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8E872B-2437-F941-874A-E18A9E554358}"/>
              </a:ext>
            </a:extLst>
          </p:cNvPr>
          <p:cNvCxnSpPr>
            <a:cxnSpLocks/>
          </p:cNvCxnSpPr>
          <p:nvPr/>
        </p:nvCxnSpPr>
        <p:spPr>
          <a:xfrm>
            <a:off x="4130134" y="3228018"/>
            <a:ext cx="388719" cy="3498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E941D1-6D79-9044-9710-B9319A63A225}"/>
              </a:ext>
            </a:extLst>
          </p:cNvPr>
          <p:cNvCxnSpPr>
            <a:cxnSpLocks/>
          </p:cNvCxnSpPr>
          <p:nvPr/>
        </p:nvCxnSpPr>
        <p:spPr>
          <a:xfrm flipH="1">
            <a:off x="5798921" y="3234476"/>
            <a:ext cx="346715" cy="3734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75DBC6-7818-6C4B-B4DF-6EE90B610D54}"/>
              </a:ext>
            </a:extLst>
          </p:cNvPr>
          <p:cNvCxnSpPr>
            <a:cxnSpLocks/>
          </p:cNvCxnSpPr>
          <p:nvPr/>
        </p:nvCxnSpPr>
        <p:spPr>
          <a:xfrm>
            <a:off x="6524736" y="3224103"/>
            <a:ext cx="439111" cy="383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483362-EAF7-C149-86B8-845072C9FDA7}"/>
                  </a:ext>
                </a:extLst>
              </p:cNvPr>
              <p:cNvSpPr txBox="1"/>
              <p:nvPr/>
            </p:nvSpPr>
            <p:spPr>
              <a:xfrm>
                <a:off x="2992663" y="3607684"/>
                <a:ext cx="627095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483362-EAF7-C149-86B8-845072C9F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663" y="3607684"/>
                <a:ext cx="627095" cy="618246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9BAE92-9430-9D49-8AC3-0F06D4C336EF}"/>
                  </a:ext>
                </a:extLst>
              </p:cNvPr>
              <p:cNvSpPr txBox="1"/>
              <p:nvPr/>
            </p:nvSpPr>
            <p:spPr>
              <a:xfrm>
                <a:off x="4294793" y="3610182"/>
                <a:ext cx="63267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9BAE92-9430-9D49-8AC3-0F06D4C33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793" y="3610182"/>
                <a:ext cx="632674" cy="618246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C3F1DD7-79A4-CA41-BEB2-F8DD8B1297FB}"/>
              </a:ext>
            </a:extLst>
          </p:cNvPr>
          <p:cNvCxnSpPr>
            <a:cxnSpLocks/>
          </p:cNvCxnSpPr>
          <p:nvPr/>
        </p:nvCxnSpPr>
        <p:spPr>
          <a:xfrm flipH="1">
            <a:off x="2977358" y="4275562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B485AAE-993A-6445-B8A2-CF837D235933}"/>
              </a:ext>
            </a:extLst>
          </p:cNvPr>
          <p:cNvCxnSpPr>
            <a:cxnSpLocks/>
          </p:cNvCxnSpPr>
          <p:nvPr/>
        </p:nvCxnSpPr>
        <p:spPr>
          <a:xfrm>
            <a:off x="3387970" y="4259961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E711B2E-E69F-F240-A6A8-5A0BF09498A0}"/>
                  </a:ext>
                </a:extLst>
              </p:cNvPr>
              <p:cNvSpPr txBox="1"/>
              <p:nvPr/>
            </p:nvSpPr>
            <p:spPr>
              <a:xfrm>
                <a:off x="2791121" y="4674897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E711B2E-E69F-F240-A6A8-5A0BF0949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121" y="4674897"/>
                <a:ext cx="3724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487068-E3DF-3F4B-A46B-A96B62B4C88B}"/>
                  </a:ext>
                </a:extLst>
              </p:cNvPr>
              <p:cNvSpPr txBox="1"/>
              <p:nvPr/>
            </p:nvSpPr>
            <p:spPr>
              <a:xfrm>
                <a:off x="4886997" y="1710556"/>
                <a:ext cx="50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487068-E3DF-3F4B-A46B-A96B62B4C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997" y="1710556"/>
                <a:ext cx="50443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52D52BA-373B-8A4B-9FE0-F3D45F50F64C}"/>
              </a:ext>
            </a:extLst>
          </p:cNvPr>
          <p:cNvCxnSpPr>
            <a:cxnSpLocks/>
          </p:cNvCxnSpPr>
          <p:nvPr/>
        </p:nvCxnSpPr>
        <p:spPr>
          <a:xfrm flipH="1">
            <a:off x="4310896" y="4332718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E9F1163-38A0-764D-AB2A-81DB81C98062}"/>
              </a:ext>
            </a:extLst>
          </p:cNvPr>
          <p:cNvCxnSpPr>
            <a:cxnSpLocks/>
          </p:cNvCxnSpPr>
          <p:nvPr/>
        </p:nvCxnSpPr>
        <p:spPr>
          <a:xfrm>
            <a:off x="4721508" y="4317117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176C911-1F36-D74C-83B0-BB1EF11D8747}"/>
                  </a:ext>
                </a:extLst>
              </p:cNvPr>
              <p:cNvSpPr txBox="1"/>
              <p:nvPr/>
            </p:nvSpPr>
            <p:spPr>
              <a:xfrm>
                <a:off x="5512962" y="3626687"/>
                <a:ext cx="63267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176C911-1F36-D74C-83B0-BB1EF11D8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962" y="3626687"/>
                <a:ext cx="632674" cy="618246"/>
              </a:xfrm>
              <a:prstGeom prst="rect">
                <a:avLst/>
              </a:prstGeom>
              <a:blipFill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46282FA-9F95-C145-B332-A53D5C555BB8}"/>
              </a:ext>
            </a:extLst>
          </p:cNvPr>
          <p:cNvCxnSpPr>
            <a:cxnSpLocks/>
          </p:cNvCxnSpPr>
          <p:nvPr/>
        </p:nvCxnSpPr>
        <p:spPr>
          <a:xfrm flipH="1">
            <a:off x="5529065" y="4349223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86F8858-5FE8-0340-BA2B-520383BBBD08}"/>
              </a:ext>
            </a:extLst>
          </p:cNvPr>
          <p:cNvCxnSpPr>
            <a:cxnSpLocks/>
          </p:cNvCxnSpPr>
          <p:nvPr/>
        </p:nvCxnSpPr>
        <p:spPr>
          <a:xfrm>
            <a:off x="5939677" y="4333622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9222341-BA61-FB42-819A-D9569BE3DE94}"/>
                  </a:ext>
                </a:extLst>
              </p:cNvPr>
              <p:cNvSpPr txBox="1"/>
              <p:nvPr/>
            </p:nvSpPr>
            <p:spPr>
              <a:xfrm>
                <a:off x="6664981" y="3627611"/>
                <a:ext cx="76091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9222341-BA61-FB42-819A-D9569BE3D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981" y="3627611"/>
                <a:ext cx="760914" cy="618246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20164BE-D9E4-1C41-ABAA-E7712BB60180}"/>
              </a:ext>
            </a:extLst>
          </p:cNvPr>
          <p:cNvCxnSpPr>
            <a:cxnSpLocks/>
          </p:cNvCxnSpPr>
          <p:nvPr/>
        </p:nvCxnSpPr>
        <p:spPr>
          <a:xfrm flipH="1">
            <a:off x="6750346" y="4332717"/>
            <a:ext cx="147959" cy="375039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50D830B-FB15-8146-ACA7-7B57377BCCB8}"/>
              </a:ext>
            </a:extLst>
          </p:cNvPr>
          <p:cNvCxnSpPr>
            <a:cxnSpLocks/>
          </p:cNvCxnSpPr>
          <p:nvPr/>
        </p:nvCxnSpPr>
        <p:spPr>
          <a:xfrm>
            <a:off x="7232088" y="4318684"/>
            <a:ext cx="169181" cy="390640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0AE08F6-80E5-2F4F-8047-E23825988714}"/>
                  </a:ext>
                </a:extLst>
              </p:cNvPr>
              <p:cNvSpPr txBox="1"/>
              <p:nvPr/>
            </p:nvSpPr>
            <p:spPr>
              <a:xfrm>
                <a:off x="6245168" y="4740804"/>
                <a:ext cx="76091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0AE08F6-80E5-2F4F-8047-E23825988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168" y="4740804"/>
                <a:ext cx="760914" cy="618246"/>
              </a:xfrm>
              <a:prstGeom prst="rect">
                <a:avLst/>
              </a:prstGeom>
              <a:blipFill>
                <a:blip r:embed="rId10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34D1C7C-129E-5641-A047-8F19160E1EC1}"/>
              </a:ext>
            </a:extLst>
          </p:cNvPr>
          <p:cNvCxnSpPr>
            <a:cxnSpLocks/>
          </p:cNvCxnSpPr>
          <p:nvPr/>
        </p:nvCxnSpPr>
        <p:spPr>
          <a:xfrm flipH="1">
            <a:off x="6291088" y="5463340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E45D65B-0BA9-0045-A095-9F16111533A9}"/>
              </a:ext>
            </a:extLst>
          </p:cNvPr>
          <p:cNvCxnSpPr>
            <a:cxnSpLocks/>
          </p:cNvCxnSpPr>
          <p:nvPr/>
        </p:nvCxnSpPr>
        <p:spPr>
          <a:xfrm>
            <a:off x="6711639" y="5447739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EFB705B-56B5-2A43-AD86-12BD95823AB4}"/>
                  </a:ext>
                </a:extLst>
              </p:cNvPr>
              <p:cNvSpPr txBox="1"/>
              <p:nvPr/>
            </p:nvSpPr>
            <p:spPr>
              <a:xfrm>
                <a:off x="7200873" y="4735106"/>
                <a:ext cx="88915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729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EFB705B-56B5-2A43-AD86-12BD95823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873" y="4735106"/>
                <a:ext cx="889154" cy="618246"/>
              </a:xfrm>
              <a:prstGeom prst="rect">
                <a:avLst/>
              </a:prstGeom>
              <a:blipFill>
                <a:blip r:embed="rId1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9976542-E95F-0C40-A8D2-36BD2FB1D99A}"/>
              </a:ext>
            </a:extLst>
          </p:cNvPr>
          <p:cNvCxnSpPr>
            <a:cxnSpLocks/>
          </p:cNvCxnSpPr>
          <p:nvPr/>
        </p:nvCxnSpPr>
        <p:spPr>
          <a:xfrm flipH="1">
            <a:off x="7216976" y="5457642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D958F16-B5B1-6C4C-AAE8-8EC2B7E78BB7}"/>
              </a:ext>
            </a:extLst>
          </p:cNvPr>
          <p:cNvCxnSpPr>
            <a:cxnSpLocks/>
          </p:cNvCxnSpPr>
          <p:nvPr/>
        </p:nvCxnSpPr>
        <p:spPr>
          <a:xfrm>
            <a:off x="7627588" y="5442041"/>
            <a:ext cx="462439" cy="1028333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C08162F-68A2-114E-8FCD-F5E7C02557EC}"/>
                  </a:ext>
                </a:extLst>
              </p:cNvPr>
              <p:cNvSpPr txBox="1"/>
              <p:nvPr/>
            </p:nvSpPr>
            <p:spPr>
              <a:xfrm>
                <a:off x="7903790" y="6428825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C08162F-68A2-114E-8FCD-F5E7C0255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790" y="6428825"/>
                <a:ext cx="37247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90">
            <a:extLst>
              <a:ext uri="{FF2B5EF4-FFF2-40B4-BE49-F238E27FC236}">
                <a16:creationId xmlns:a16="http://schemas.microsoft.com/office/drawing/2014/main" id="{53925D6B-2B4D-E743-9EC3-88F209924CD6}"/>
              </a:ext>
            </a:extLst>
          </p:cNvPr>
          <p:cNvSpPr/>
          <p:nvPr/>
        </p:nvSpPr>
        <p:spPr>
          <a:xfrm>
            <a:off x="6841073" y="1837181"/>
            <a:ext cx="2177779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656DF1D5-9784-F842-98D9-AA5718262FA7}"/>
              </a:ext>
            </a:extLst>
          </p:cNvPr>
          <p:cNvSpPr/>
          <p:nvPr/>
        </p:nvSpPr>
        <p:spPr>
          <a:xfrm>
            <a:off x="7291882" y="2871594"/>
            <a:ext cx="1726970" cy="12827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92C86B85-ED0E-8F4D-BB67-B09839613D43}"/>
              </a:ext>
            </a:extLst>
          </p:cNvPr>
          <p:cNvSpPr/>
          <p:nvPr/>
        </p:nvSpPr>
        <p:spPr>
          <a:xfrm>
            <a:off x="7956455" y="3875852"/>
            <a:ext cx="1062398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FE8AA91A-D2CC-564F-9644-2F73D195BD57}"/>
              </a:ext>
            </a:extLst>
          </p:cNvPr>
          <p:cNvSpPr/>
          <p:nvPr/>
        </p:nvSpPr>
        <p:spPr>
          <a:xfrm>
            <a:off x="8166465" y="5016242"/>
            <a:ext cx="852387" cy="13716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FB5EC96-EB65-8E4B-B96D-00B0A9E7CEC5}"/>
                  </a:ext>
                </a:extLst>
              </p:cNvPr>
              <p:cNvSpPr txBox="1"/>
              <p:nvPr/>
            </p:nvSpPr>
            <p:spPr>
              <a:xfrm>
                <a:off x="9018852" y="1710556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FB5EC96-EB65-8E4B-B96D-00B0A9E7C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852" y="1710556"/>
                <a:ext cx="50443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BB9F07D-96A7-A74D-96E7-E27B61651E92}"/>
                  </a:ext>
                </a:extLst>
              </p:cNvPr>
              <p:cNvSpPr txBox="1"/>
              <p:nvPr/>
            </p:nvSpPr>
            <p:spPr>
              <a:xfrm>
                <a:off x="9018852" y="2725877"/>
                <a:ext cx="50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BB9F07D-96A7-A74D-96E7-E27B61651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852" y="2725877"/>
                <a:ext cx="50443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21EB291-1643-F74C-9986-2A293AEBB016}"/>
                  </a:ext>
                </a:extLst>
              </p:cNvPr>
              <p:cNvSpPr txBox="1"/>
              <p:nvPr/>
            </p:nvSpPr>
            <p:spPr>
              <a:xfrm>
                <a:off x="9019271" y="3748995"/>
                <a:ext cx="50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21EB291-1643-F74C-9986-2A293AEBB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271" y="3748995"/>
                <a:ext cx="50443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7AFD604-D6B5-F547-A054-5C1B8912B93B}"/>
                  </a:ext>
                </a:extLst>
              </p:cNvPr>
              <p:cNvSpPr txBox="1"/>
              <p:nvPr/>
            </p:nvSpPr>
            <p:spPr>
              <a:xfrm>
                <a:off x="9018852" y="4865493"/>
                <a:ext cx="50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7AFD604-D6B5-F547-A054-5C1B8912B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852" y="4865493"/>
                <a:ext cx="50443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ight Arrow 98">
            <a:extLst>
              <a:ext uri="{FF2B5EF4-FFF2-40B4-BE49-F238E27FC236}">
                <a16:creationId xmlns:a16="http://schemas.microsoft.com/office/drawing/2014/main" id="{CE467A4A-FF0A-614C-A8C5-76B18DF41C8E}"/>
              </a:ext>
            </a:extLst>
          </p:cNvPr>
          <p:cNvSpPr/>
          <p:nvPr/>
        </p:nvSpPr>
        <p:spPr>
          <a:xfrm>
            <a:off x="8335428" y="5844831"/>
            <a:ext cx="667512" cy="13716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55E1474-3B76-A441-826E-A4238F183BBA}"/>
                  </a:ext>
                </a:extLst>
              </p:cNvPr>
              <p:cNvSpPr txBox="1"/>
              <p:nvPr/>
            </p:nvSpPr>
            <p:spPr>
              <a:xfrm>
                <a:off x="9018852" y="5694082"/>
                <a:ext cx="5044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55E1474-3B76-A441-826E-A4238F183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852" y="5694082"/>
                <a:ext cx="504433" cy="369332"/>
              </a:xfrm>
              <a:prstGeom prst="rect">
                <a:avLst/>
              </a:prstGeom>
              <a:blipFill>
                <a:blip r:embed="rId16"/>
                <a:stretch>
                  <a:fillRect r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ight Arrow 100">
            <a:extLst>
              <a:ext uri="{FF2B5EF4-FFF2-40B4-BE49-F238E27FC236}">
                <a16:creationId xmlns:a16="http://schemas.microsoft.com/office/drawing/2014/main" id="{149B8360-252D-0E4D-A83C-F74556DB9C91}"/>
              </a:ext>
            </a:extLst>
          </p:cNvPr>
          <p:cNvSpPr/>
          <p:nvPr/>
        </p:nvSpPr>
        <p:spPr>
          <a:xfrm>
            <a:off x="8503766" y="6546412"/>
            <a:ext cx="484632" cy="13716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BE7683C-03AB-904E-8900-B13286F82320}"/>
                  </a:ext>
                </a:extLst>
              </p:cNvPr>
              <p:cNvSpPr txBox="1"/>
              <p:nvPr/>
            </p:nvSpPr>
            <p:spPr>
              <a:xfrm>
                <a:off x="9038102" y="6415541"/>
                <a:ext cx="7416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BE7683C-03AB-904E-8900-B13286F82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02" y="6415541"/>
                <a:ext cx="74167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34807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Average Case Partitioning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0B050C-6A10-DF41-AB80-9A92FAF27879}"/>
              </a:ext>
            </a:extLst>
          </p:cNvPr>
          <p:cNvCxnSpPr>
            <a:cxnSpLocks/>
          </p:cNvCxnSpPr>
          <p:nvPr/>
        </p:nvCxnSpPr>
        <p:spPr>
          <a:xfrm flipH="1">
            <a:off x="4005436" y="2100664"/>
            <a:ext cx="900053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7A2E5E1-95B4-144F-809E-398D14FA26BC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5386304" y="2100664"/>
            <a:ext cx="943792" cy="5487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5E5756-3723-7648-BF99-17D6D6A6F5AB}"/>
                  </a:ext>
                </a:extLst>
              </p:cNvPr>
              <p:cNvSpPr txBox="1"/>
              <p:nvPr/>
            </p:nvSpPr>
            <p:spPr>
              <a:xfrm>
                <a:off x="3672567" y="2649451"/>
                <a:ext cx="504433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5E5756-3723-7648-BF99-17D6D6A6F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567" y="2649451"/>
                <a:ext cx="504433" cy="618246"/>
              </a:xfrm>
              <a:prstGeom prst="rect">
                <a:avLst/>
              </a:prstGeom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E6216-D898-3A45-A81D-0661D0D0E4ED}"/>
                  </a:ext>
                </a:extLst>
              </p:cNvPr>
              <p:cNvSpPr txBox="1"/>
              <p:nvPr/>
            </p:nvSpPr>
            <p:spPr>
              <a:xfrm>
                <a:off x="6013759" y="2649451"/>
                <a:ext cx="63267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E6216-D898-3A45-A81D-0661D0D0E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759" y="2649451"/>
                <a:ext cx="632674" cy="618246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FFF2C4-600A-6C48-84D7-631F39947333}"/>
              </a:ext>
            </a:extLst>
          </p:cNvPr>
          <p:cNvCxnSpPr>
            <a:cxnSpLocks/>
          </p:cNvCxnSpPr>
          <p:nvPr/>
        </p:nvCxnSpPr>
        <p:spPr>
          <a:xfrm flipH="1">
            <a:off x="3341269" y="3233103"/>
            <a:ext cx="432243" cy="39358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8E872B-2437-F941-874A-E18A9E554358}"/>
              </a:ext>
            </a:extLst>
          </p:cNvPr>
          <p:cNvCxnSpPr>
            <a:cxnSpLocks/>
          </p:cNvCxnSpPr>
          <p:nvPr/>
        </p:nvCxnSpPr>
        <p:spPr>
          <a:xfrm>
            <a:off x="4130134" y="3228018"/>
            <a:ext cx="388719" cy="3498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E941D1-6D79-9044-9710-B9319A63A225}"/>
              </a:ext>
            </a:extLst>
          </p:cNvPr>
          <p:cNvCxnSpPr>
            <a:cxnSpLocks/>
          </p:cNvCxnSpPr>
          <p:nvPr/>
        </p:nvCxnSpPr>
        <p:spPr>
          <a:xfrm flipH="1">
            <a:off x="5798921" y="3234476"/>
            <a:ext cx="346715" cy="3734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75DBC6-7818-6C4B-B4DF-6EE90B610D54}"/>
              </a:ext>
            </a:extLst>
          </p:cNvPr>
          <p:cNvCxnSpPr>
            <a:cxnSpLocks/>
          </p:cNvCxnSpPr>
          <p:nvPr/>
        </p:nvCxnSpPr>
        <p:spPr>
          <a:xfrm>
            <a:off x="6524736" y="3224103"/>
            <a:ext cx="439111" cy="3838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483362-EAF7-C149-86B8-845072C9FDA7}"/>
                  </a:ext>
                </a:extLst>
              </p:cNvPr>
              <p:cNvSpPr txBox="1"/>
              <p:nvPr/>
            </p:nvSpPr>
            <p:spPr>
              <a:xfrm>
                <a:off x="2992663" y="3607684"/>
                <a:ext cx="627095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483362-EAF7-C149-86B8-845072C9F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663" y="3607684"/>
                <a:ext cx="627095" cy="618246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9BAE92-9430-9D49-8AC3-0F06D4C336EF}"/>
                  </a:ext>
                </a:extLst>
              </p:cNvPr>
              <p:cNvSpPr txBox="1"/>
              <p:nvPr/>
            </p:nvSpPr>
            <p:spPr>
              <a:xfrm>
                <a:off x="4294793" y="3610182"/>
                <a:ext cx="63267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9BAE92-9430-9D49-8AC3-0F06D4C33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793" y="3610182"/>
                <a:ext cx="632674" cy="618246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C3F1DD7-79A4-CA41-BEB2-F8DD8B1297FB}"/>
              </a:ext>
            </a:extLst>
          </p:cNvPr>
          <p:cNvCxnSpPr>
            <a:cxnSpLocks/>
          </p:cNvCxnSpPr>
          <p:nvPr/>
        </p:nvCxnSpPr>
        <p:spPr>
          <a:xfrm flipH="1">
            <a:off x="2977358" y="4275562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B485AAE-993A-6445-B8A2-CF837D235933}"/>
              </a:ext>
            </a:extLst>
          </p:cNvPr>
          <p:cNvCxnSpPr>
            <a:cxnSpLocks/>
          </p:cNvCxnSpPr>
          <p:nvPr/>
        </p:nvCxnSpPr>
        <p:spPr>
          <a:xfrm>
            <a:off x="3387970" y="4259961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E711B2E-E69F-F240-A6A8-5A0BF09498A0}"/>
                  </a:ext>
                </a:extLst>
              </p:cNvPr>
              <p:cNvSpPr txBox="1"/>
              <p:nvPr/>
            </p:nvSpPr>
            <p:spPr>
              <a:xfrm>
                <a:off x="2791121" y="4674897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E711B2E-E69F-F240-A6A8-5A0BF0949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121" y="4674897"/>
                <a:ext cx="3724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D8A97F9-73FB-C245-8AF9-63430726A13C}"/>
              </a:ext>
            </a:extLst>
          </p:cNvPr>
          <p:cNvCxnSpPr>
            <a:cxnSpLocks/>
          </p:cNvCxnSpPr>
          <p:nvPr/>
        </p:nvCxnSpPr>
        <p:spPr>
          <a:xfrm>
            <a:off x="1498007" y="4349223"/>
            <a:ext cx="0" cy="243565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CDBCBBC-361D-9E4F-A9A2-BC21F3D1B281}"/>
              </a:ext>
            </a:extLst>
          </p:cNvPr>
          <p:cNvCxnSpPr>
            <a:cxnSpLocks/>
          </p:cNvCxnSpPr>
          <p:nvPr/>
        </p:nvCxnSpPr>
        <p:spPr>
          <a:xfrm flipV="1">
            <a:off x="1498007" y="1679246"/>
            <a:ext cx="0" cy="206974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ED531D5-8C0A-9349-AA6D-18078F0F0C75}"/>
                  </a:ext>
                </a:extLst>
              </p:cNvPr>
              <p:cNvSpPr txBox="1"/>
              <p:nvPr/>
            </p:nvSpPr>
            <p:spPr>
              <a:xfrm>
                <a:off x="1032108" y="3800093"/>
                <a:ext cx="1101199" cy="394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10/9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ED531D5-8C0A-9349-AA6D-18078F0F0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108" y="3800093"/>
                <a:ext cx="1101199" cy="394210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487068-E3DF-3F4B-A46B-A96B62B4C88B}"/>
                  </a:ext>
                </a:extLst>
              </p:cNvPr>
              <p:cNvSpPr txBox="1"/>
              <p:nvPr/>
            </p:nvSpPr>
            <p:spPr>
              <a:xfrm>
                <a:off x="4886997" y="1710556"/>
                <a:ext cx="50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C487068-E3DF-3F4B-A46B-A96B62B4C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997" y="1710556"/>
                <a:ext cx="50443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52D52BA-373B-8A4B-9FE0-F3D45F50F64C}"/>
              </a:ext>
            </a:extLst>
          </p:cNvPr>
          <p:cNvCxnSpPr>
            <a:cxnSpLocks/>
          </p:cNvCxnSpPr>
          <p:nvPr/>
        </p:nvCxnSpPr>
        <p:spPr>
          <a:xfrm flipH="1">
            <a:off x="4310896" y="4332718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E9F1163-38A0-764D-AB2A-81DB81C98062}"/>
              </a:ext>
            </a:extLst>
          </p:cNvPr>
          <p:cNvCxnSpPr>
            <a:cxnSpLocks/>
          </p:cNvCxnSpPr>
          <p:nvPr/>
        </p:nvCxnSpPr>
        <p:spPr>
          <a:xfrm>
            <a:off x="4721508" y="4317117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176C911-1F36-D74C-83B0-BB1EF11D8747}"/>
                  </a:ext>
                </a:extLst>
              </p:cNvPr>
              <p:cNvSpPr txBox="1"/>
              <p:nvPr/>
            </p:nvSpPr>
            <p:spPr>
              <a:xfrm>
                <a:off x="5512962" y="3626687"/>
                <a:ext cx="63267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176C911-1F36-D74C-83B0-BB1EF11D8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962" y="3626687"/>
                <a:ext cx="632674" cy="618246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46282FA-9F95-C145-B332-A53D5C555BB8}"/>
              </a:ext>
            </a:extLst>
          </p:cNvPr>
          <p:cNvCxnSpPr>
            <a:cxnSpLocks/>
          </p:cNvCxnSpPr>
          <p:nvPr/>
        </p:nvCxnSpPr>
        <p:spPr>
          <a:xfrm flipH="1">
            <a:off x="5529065" y="4349223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86F8858-5FE8-0340-BA2B-520383BBBD08}"/>
              </a:ext>
            </a:extLst>
          </p:cNvPr>
          <p:cNvCxnSpPr>
            <a:cxnSpLocks/>
          </p:cNvCxnSpPr>
          <p:nvPr/>
        </p:nvCxnSpPr>
        <p:spPr>
          <a:xfrm>
            <a:off x="5939677" y="4333622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9222341-BA61-FB42-819A-D9569BE3DE94}"/>
                  </a:ext>
                </a:extLst>
              </p:cNvPr>
              <p:cNvSpPr txBox="1"/>
              <p:nvPr/>
            </p:nvSpPr>
            <p:spPr>
              <a:xfrm>
                <a:off x="6664981" y="3627611"/>
                <a:ext cx="76091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9222341-BA61-FB42-819A-D9569BE3D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981" y="3627611"/>
                <a:ext cx="760914" cy="618246"/>
              </a:xfrm>
              <a:prstGeom prst="rect">
                <a:avLst/>
              </a:prstGeom>
              <a:blipFill>
                <a:blip r:embed="rId10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20164BE-D9E4-1C41-ABAA-E7712BB60180}"/>
              </a:ext>
            </a:extLst>
          </p:cNvPr>
          <p:cNvCxnSpPr>
            <a:cxnSpLocks/>
          </p:cNvCxnSpPr>
          <p:nvPr/>
        </p:nvCxnSpPr>
        <p:spPr>
          <a:xfrm flipH="1">
            <a:off x="6750346" y="4332717"/>
            <a:ext cx="147959" cy="375039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50D830B-FB15-8146-ACA7-7B57377BCCB8}"/>
              </a:ext>
            </a:extLst>
          </p:cNvPr>
          <p:cNvCxnSpPr>
            <a:cxnSpLocks/>
          </p:cNvCxnSpPr>
          <p:nvPr/>
        </p:nvCxnSpPr>
        <p:spPr>
          <a:xfrm>
            <a:off x="7232088" y="4318684"/>
            <a:ext cx="169181" cy="390640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0AE08F6-80E5-2F4F-8047-E23825988714}"/>
                  </a:ext>
                </a:extLst>
              </p:cNvPr>
              <p:cNvSpPr txBox="1"/>
              <p:nvPr/>
            </p:nvSpPr>
            <p:spPr>
              <a:xfrm>
                <a:off x="6245168" y="4740804"/>
                <a:ext cx="76091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0AE08F6-80E5-2F4F-8047-E23825988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168" y="4740804"/>
                <a:ext cx="760914" cy="618246"/>
              </a:xfrm>
              <a:prstGeom prst="rect">
                <a:avLst/>
              </a:prstGeom>
              <a:blipFill>
                <a:blip r:embed="rId11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34D1C7C-129E-5641-A047-8F19160E1EC1}"/>
              </a:ext>
            </a:extLst>
          </p:cNvPr>
          <p:cNvCxnSpPr>
            <a:cxnSpLocks/>
          </p:cNvCxnSpPr>
          <p:nvPr/>
        </p:nvCxnSpPr>
        <p:spPr>
          <a:xfrm flipH="1">
            <a:off x="6291088" y="5463340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E45D65B-0BA9-0045-A095-9F16111533A9}"/>
              </a:ext>
            </a:extLst>
          </p:cNvPr>
          <p:cNvCxnSpPr>
            <a:cxnSpLocks/>
          </p:cNvCxnSpPr>
          <p:nvPr/>
        </p:nvCxnSpPr>
        <p:spPr>
          <a:xfrm>
            <a:off x="6711639" y="5447739"/>
            <a:ext cx="169181" cy="39064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EFB705B-56B5-2A43-AD86-12BD95823AB4}"/>
                  </a:ext>
                </a:extLst>
              </p:cNvPr>
              <p:cNvSpPr txBox="1"/>
              <p:nvPr/>
            </p:nvSpPr>
            <p:spPr>
              <a:xfrm>
                <a:off x="7200873" y="4735106"/>
                <a:ext cx="889154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729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EFB705B-56B5-2A43-AD86-12BD95823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873" y="4735106"/>
                <a:ext cx="889154" cy="618246"/>
              </a:xfrm>
              <a:prstGeom prst="rect">
                <a:avLst/>
              </a:prstGeom>
              <a:blipFill>
                <a:blip r:embed="rId1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9976542-E95F-0C40-A8D2-36BD2FB1D99A}"/>
              </a:ext>
            </a:extLst>
          </p:cNvPr>
          <p:cNvCxnSpPr>
            <a:cxnSpLocks/>
          </p:cNvCxnSpPr>
          <p:nvPr/>
        </p:nvCxnSpPr>
        <p:spPr>
          <a:xfrm flipH="1">
            <a:off x="7216976" y="5457642"/>
            <a:ext cx="147959" cy="3750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D958F16-B5B1-6C4C-AAE8-8EC2B7E78BB7}"/>
              </a:ext>
            </a:extLst>
          </p:cNvPr>
          <p:cNvCxnSpPr>
            <a:cxnSpLocks/>
          </p:cNvCxnSpPr>
          <p:nvPr/>
        </p:nvCxnSpPr>
        <p:spPr>
          <a:xfrm>
            <a:off x="7627588" y="5442041"/>
            <a:ext cx="462439" cy="1028333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C08162F-68A2-114E-8FCD-F5E7C02557EC}"/>
                  </a:ext>
                </a:extLst>
              </p:cNvPr>
              <p:cNvSpPr txBox="1"/>
              <p:nvPr/>
            </p:nvSpPr>
            <p:spPr>
              <a:xfrm>
                <a:off x="7903790" y="6428825"/>
                <a:ext cx="372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C08162F-68A2-114E-8FCD-F5E7C0255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790" y="6428825"/>
                <a:ext cx="37247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ight Arrow 90">
            <a:extLst>
              <a:ext uri="{FF2B5EF4-FFF2-40B4-BE49-F238E27FC236}">
                <a16:creationId xmlns:a16="http://schemas.microsoft.com/office/drawing/2014/main" id="{53925D6B-2B4D-E743-9EC3-88F209924CD6}"/>
              </a:ext>
            </a:extLst>
          </p:cNvPr>
          <p:cNvSpPr/>
          <p:nvPr/>
        </p:nvSpPr>
        <p:spPr>
          <a:xfrm>
            <a:off x="6841073" y="1837181"/>
            <a:ext cx="2177779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656DF1D5-9784-F842-98D9-AA5718262FA7}"/>
              </a:ext>
            </a:extLst>
          </p:cNvPr>
          <p:cNvSpPr/>
          <p:nvPr/>
        </p:nvSpPr>
        <p:spPr>
          <a:xfrm>
            <a:off x="7291882" y="2871594"/>
            <a:ext cx="1726970" cy="12827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92C86B85-ED0E-8F4D-BB67-B09839613D43}"/>
              </a:ext>
            </a:extLst>
          </p:cNvPr>
          <p:cNvSpPr/>
          <p:nvPr/>
        </p:nvSpPr>
        <p:spPr>
          <a:xfrm>
            <a:off x="7956455" y="3875852"/>
            <a:ext cx="1062398" cy="13985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FE8AA91A-D2CC-564F-9644-2F73D195BD57}"/>
              </a:ext>
            </a:extLst>
          </p:cNvPr>
          <p:cNvSpPr/>
          <p:nvPr/>
        </p:nvSpPr>
        <p:spPr>
          <a:xfrm>
            <a:off x="8166465" y="5016242"/>
            <a:ext cx="852387" cy="13716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FB5EC96-EB65-8E4B-B96D-00B0A9E7CEC5}"/>
                  </a:ext>
                </a:extLst>
              </p:cNvPr>
              <p:cNvSpPr txBox="1"/>
              <p:nvPr/>
            </p:nvSpPr>
            <p:spPr>
              <a:xfrm>
                <a:off x="9018852" y="1710556"/>
                <a:ext cx="504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FB5EC96-EB65-8E4B-B96D-00B0A9E7C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852" y="1710556"/>
                <a:ext cx="50443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BB9F07D-96A7-A74D-96E7-E27B61651E92}"/>
                  </a:ext>
                </a:extLst>
              </p:cNvPr>
              <p:cNvSpPr txBox="1"/>
              <p:nvPr/>
            </p:nvSpPr>
            <p:spPr>
              <a:xfrm>
                <a:off x="9018852" y="2725877"/>
                <a:ext cx="50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BB9F07D-96A7-A74D-96E7-E27B61651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852" y="2725877"/>
                <a:ext cx="50443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21EB291-1643-F74C-9986-2A293AEBB016}"/>
                  </a:ext>
                </a:extLst>
              </p:cNvPr>
              <p:cNvSpPr txBox="1"/>
              <p:nvPr/>
            </p:nvSpPr>
            <p:spPr>
              <a:xfrm>
                <a:off x="9019271" y="3748995"/>
                <a:ext cx="50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21EB291-1643-F74C-9986-2A293AEBB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271" y="3748995"/>
                <a:ext cx="50443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7AFD604-D6B5-F547-A054-5C1B8912B93B}"/>
                  </a:ext>
                </a:extLst>
              </p:cNvPr>
              <p:cNvSpPr txBox="1"/>
              <p:nvPr/>
            </p:nvSpPr>
            <p:spPr>
              <a:xfrm>
                <a:off x="9018852" y="4865493"/>
                <a:ext cx="5044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7AFD604-D6B5-F547-A054-5C1B8912B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852" y="4865493"/>
                <a:ext cx="50443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ight Arrow 98">
            <a:extLst>
              <a:ext uri="{FF2B5EF4-FFF2-40B4-BE49-F238E27FC236}">
                <a16:creationId xmlns:a16="http://schemas.microsoft.com/office/drawing/2014/main" id="{CE467A4A-FF0A-614C-A8C5-76B18DF41C8E}"/>
              </a:ext>
            </a:extLst>
          </p:cNvPr>
          <p:cNvSpPr/>
          <p:nvPr/>
        </p:nvSpPr>
        <p:spPr>
          <a:xfrm>
            <a:off x="8335428" y="5844831"/>
            <a:ext cx="667512" cy="13716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55E1474-3B76-A441-826E-A4238F183BBA}"/>
                  </a:ext>
                </a:extLst>
              </p:cNvPr>
              <p:cNvSpPr txBox="1"/>
              <p:nvPr/>
            </p:nvSpPr>
            <p:spPr>
              <a:xfrm>
                <a:off x="9018852" y="5694082"/>
                <a:ext cx="5044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55E1474-3B76-A441-826E-A4238F183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852" y="5694082"/>
                <a:ext cx="504433" cy="369332"/>
              </a:xfrm>
              <a:prstGeom prst="rect">
                <a:avLst/>
              </a:prstGeom>
              <a:blipFill>
                <a:blip r:embed="rId17"/>
                <a:stretch>
                  <a:fillRect r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ight Arrow 100">
            <a:extLst>
              <a:ext uri="{FF2B5EF4-FFF2-40B4-BE49-F238E27FC236}">
                <a16:creationId xmlns:a16="http://schemas.microsoft.com/office/drawing/2014/main" id="{149B8360-252D-0E4D-A83C-F74556DB9C91}"/>
              </a:ext>
            </a:extLst>
          </p:cNvPr>
          <p:cNvSpPr/>
          <p:nvPr/>
        </p:nvSpPr>
        <p:spPr>
          <a:xfrm>
            <a:off x="8503766" y="6546412"/>
            <a:ext cx="484632" cy="13716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BE7683C-03AB-904E-8900-B13286F82320}"/>
                  </a:ext>
                </a:extLst>
              </p:cNvPr>
              <p:cNvSpPr txBox="1"/>
              <p:nvPr/>
            </p:nvSpPr>
            <p:spPr>
              <a:xfrm>
                <a:off x="9038102" y="6415541"/>
                <a:ext cx="7416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BE7683C-03AB-904E-8900-B13286F82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02" y="6415541"/>
                <a:ext cx="74167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3196341-5F13-9C4F-A02C-156F30CAC99A}"/>
              </a:ext>
            </a:extLst>
          </p:cNvPr>
          <p:cNvCxnSpPr>
            <a:cxnSpLocks/>
          </p:cNvCxnSpPr>
          <p:nvPr/>
        </p:nvCxnSpPr>
        <p:spPr>
          <a:xfrm>
            <a:off x="2512075" y="3429000"/>
            <a:ext cx="8654" cy="149012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7951F98-9DA2-1546-A6EE-AF5C49BA6259}"/>
              </a:ext>
            </a:extLst>
          </p:cNvPr>
          <p:cNvCxnSpPr>
            <a:cxnSpLocks/>
          </p:cNvCxnSpPr>
          <p:nvPr/>
        </p:nvCxnSpPr>
        <p:spPr>
          <a:xfrm flipV="1">
            <a:off x="2520729" y="1706048"/>
            <a:ext cx="0" cy="11655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D4771D26-FA60-3442-B366-D98B17FD5805}"/>
                  </a:ext>
                </a:extLst>
              </p:cNvPr>
              <p:cNvSpPr txBox="1"/>
              <p:nvPr/>
            </p:nvSpPr>
            <p:spPr>
              <a:xfrm>
                <a:off x="2049641" y="2920329"/>
                <a:ext cx="9248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D4771D26-FA60-3442-B366-D98B17FD5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641" y="2920329"/>
                <a:ext cx="924869" cy="369332"/>
              </a:xfrm>
              <a:prstGeom prst="rect">
                <a:avLst/>
              </a:prstGeom>
              <a:blipFill>
                <a:blip r:embed="rId19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938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Average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Content Placeholder 2">
                <a:extLst>
                  <a:ext uri="{FF2B5EF4-FFF2-40B4-BE49-F238E27FC236}">
                    <a16:creationId xmlns:a16="http://schemas.microsoft.com/office/drawing/2014/main" id="{65386997-C1ED-9F40-9EC5-DE0F7AC91B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058400" cy="4050792"/>
              </a:xfrm>
            </p:spPr>
            <p:txBody>
              <a:bodyPr/>
              <a:lstStyle/>
              <a:p>
                <a:pPr lvl="1"/>
                <a:r>
                  <a:rPr lang="en-US" dirty="0"/>
                  <a:t>Intuitively, a real-life run of quicksort is a mix of “bad” and “good” partitions</a:t>
                </a:r>
              </a:p>
              <a:p>
                <a:pPr lvl="1"/>
                <a:r>
                  <a:rPr lang="en-US" dirty="0"/>
                  <a:t>They will distribute randomly over the recursion tree</a:t>
                </a:r>
              </a:p>
              <a:p>
                <a:pPr lvl="1"/>
                <a:r>
                  <a:rPr lang="en-US" dirty="0"/>
                  <a:t>Difference between </a:t>
                </a:r>
              </a:p>
              <a:p>
                <a:pPr lvl="2"/>
                <a:r>
                  <a:rPr lang="en-US" dirty="0"/>
                  <a:t>Splitting the root node to produce a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“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𝑔𝑜𝑜𝑑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” </m:t>
                    </m:r>
                  </m:oMath>
                </a14:m>
                <a:r>
                  <a:rPr lang="en-US" dirty="0"/>
                  <a:t>partitions</a:t>
                </a:r>
              </a:p>
              <a:p>
                <a:pPr lvl="2"/>
                <a:r>
                  <a:rPr lang="en-US" dirty="0"/>
                  <a:t>Splitting the root node to produce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“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𝑏𝑎𝑑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” </m:t>
                    </m:r>
                  </m:oMath>
                </a14:m>
                <a:r>
                  <a:rPr lang="en-US" dirty="0"/>
                  <a:t>partitions </a:t>
                </a:r>
                <a:r>
                  <a:rPr lang="en-US" dirty="0">
                    <a:sym typeface="Wingdings" pitchFamily="2" charset="2"/>
                  </a:rPr>
                  <a:t> then split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−1)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sized node to produce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“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𝑔𝑜𝑜𝑑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”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partitions</a:t>
                </a:r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50" name="Content Placeholder 2">
                <a:extLst>
                  <a:ext uri="{FF2B5EF4-FFF2-40B4-BE49-F238E27FC236}">
                    <a16:creationId xmlns:a16="http://schemas.microsoft.com/office/drawing/2014/main" id="{65386997-C1ED-9F40-9EC5-DE0F7AC91B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058400" cy="4050792"/>
              </a:xfrm>
              <a:blipFill>
                <a:blip r:embed="rId2"/>
                <a:stretch>
                  <a:fillRect t="-1563" r="-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93185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AC2EE40E-5511-0E42-9FD4-0FB1BB2322A2}"/>
              </a:ext>
            </a:extLst>
          </p:cNvPr>
          <p:cNvSpPr/>
          <p:nvPr/>
        </p:nvSpPr>
        <p:spPr>
          <a:xfrm rot="2245752">
            <a:off x="7582944" y="4380020"/>
            <a:ext cx="1993844" cy="80370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504A9-521E-F948-8338-3305DD4E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Sort: Average Case Partitioning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Content Placeholder 2">
                <a:extLst>
                  <a:ext uri="{FF2B5EF4-FFF2-40B4-BE49-F238E27FC236}">
                    <a16:creationId xmlns:a16="http://schemas.microsoft.com/office/drawing/2014/main" id="{65386997-C1ED-9F40-9EC5-DE0F7AC91B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058400" cy="4050792"/>
              </a:xfrm>
            </p:spPr>
            <p:txBody>
              <a:bodyPr/>
              <a:lstStyle/>
              <a:p>
                <a:pPr lvl="1"/>
                <a:r>
                  <a:rPr lang="en-US" dirty="0"/>
                  <a:t>Intuitively, a real-life run of quicksort is a mix of “bad” and “good” partitions</a:t>
                </a:r>
              </a:p>
              <a:p>
                <a:pPr lvl="1"/>
                <a:r>
                  <a:rPr lang="en-US" dirty="0"/>
                  <a:t>They will distribute randomly over the recursion tree</a:t>
                </a:r>
              </a:p>
              <a:p>
                <a:pPr lvl="1"/>
                <a:r>
                  <a:rPr lang="en-US" dirty="0"/>
                  <a:t>Difference between </a:t>
                </a:r>
              </a:p>
              <a:p>
                <a:pPr lvl="2"/>
                <a:r>
                  <a:rPr lang="en-US" dirty="0"/>
                  <a:t>Splitting the root node to produce a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“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𝑔𝑜𝑜𝑑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” </m:t>
                    </m:r>
                  </m:oMath>
                </a14:m>
                <a:r>
                  <a:rPr lang="en-US" dirty="0"/>
                  <a:t>partitions</a:t>
                </a:r>
              </a:p>
              <a:p>
                <a:pPr lvl="2"/>
                <a:r>
                  <a:rPr lang="en-US" dirty="0"/>
                  <a:t>Splitting the root node to produce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“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𝑏𝑎𝑑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” </m:t>
                    </m:r>
                  </m:oMath>
                </a14:m>
                <a:r>
                  <a:rPr lang="en-US" dirty="0"/>
                  <a:t>partitions </a:t>
                </a:r>
                <a:r>
                  <a:rPr lang="en-US" dirty="0">
                    <a:sym typeface="Wingdings" pitchFamily="2" charset="2"/>
                  </a:rPr>
                  <a:t> then split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−1)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sized node to produce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“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𝑔𝑜𝑜𝑑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” 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partitions</a:t>
                </a:r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50" name="Content Placeholder 2">
                <a:extLst>
                  <a:ext uri="{FF2B5EF4-FFF2-40B4-BE49-F238E27FC236}">
                    <a16:creationId xmlns:a16="http://schemas.microsoft.com/office/drawing/2014/main" id="{65386997-C1ED-9F40-9EC5-DE0F7AC91B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058400" cy="4050792"/>
              </a:xfrm>
              <a:blipFill>
                <a:blip r:embed="rId2"/>
                <a:stretch>
                  <a:fillRect t="-1563" r="-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0BE8C2-2AA5-8E4D-80B5-0EB274360A0E}"/>
                  </a:ext>
                </a:extLst>
              </p:cNvPr>
              <p:cNvSpPr txBox="1"/>
              <p:nvPr/>
            </p:nvSpPr>
            <p:spPr>
              <a:xfrm>
                <a:off x="2504661" y="4194315"/>
                <a:ext cx="3793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0BE8C2-2AA5-8E4D-80B5-0EB274360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661" y="4194315"/>
                <a:ext cx="37939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FC78193-4AE2-D448-B1F3-1B4266D60F1C}"/>
                  </a:ext>
                </a:extLst>
              </p:cNvPr>
              <p:cNvSpPr txBox="1"/>
              <p:nvPr/>
            </p:nvSpPr>
            <p:spPr>
              <a:xfrm>
                <a:off x="1449435" y="5000104"/>
                <a:ext cx="78335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FC78193-4AE2-D448-B1F3-1B4266D60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435" y="5000104"/>
                <a:ext cx="783355" cy="610936"/>
              </a:xfrm>
              <a:prstGeom prst="rect">
                <a:avLst/>
              </a:prstGeom>
              <a:blipFill>
                <a:blip r:embed="rId4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5FDF4F-9A7C-1747-A1DE-C96FEFA3699E}"/>
                  </a:ext>
                </a:extLst>
              </p:cNvPr>
              <p:cNvSpPr txBox="1"/>
              <p:nvPr/>
            </p:nvSpPr>
            <p:spPr>
              <a:xfrm>
                <a:off x="3170352" y="5000104"/>
                <a:ext cx="78335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5FDF4F-9A7C-1747-A1DE-C96FEFA36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352" y="5000104"/>
                <a:ext cx="783355" cy="610936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07498E5-F3C2-A544-884C-352292A70F7B}"/>
                  </a:ext>
                </a:extLst>
              </p:cNvPr>
              <p:cNvSpPr txBox="1"/>
              <p:nvPr/>
            </p:nvSpPr>
            <p:spPr>
              <a:xfrm>
                <a:off x="7950261" y="4194315"/>
                <a:ext cx="3793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07498E5-F3C2-A544-884C-352292A70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61" y="4194315"/>
                <a:ext cx="37939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FABF1D6-8ED1-C041-BB50-5DEC82AF6E68}"/>
                  </a:ext>
                </a:extLst>
              </p:cNvPr>
              <p:cNvSpPr txBox="1"/>
              <p:nvPr/>
            </p:nvSpPr>
            <p:spPr>
              <a:xfrm>
                <a:off x="7128626" y="5024158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FABF1D6-8ED1-C041-BB50-5DEC82AF6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626" y="5024158"/>
                <a:ext cx="37061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E1A8689-9CDA-5748-9EA0-D1D3B83A2213}"/>
                  </a:ext>
                </a:extLst>
              </p:cNvPr>
              <p:cNvSpPr txBox="1"/>
              <p:nvPr/>
            </p:nvSpPr>
            <p:spPr>
              <a:xfrm>
                <a:off x="8621672" y="4984401"/>
                <a:ext cx="783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E1A8689-9CDA-5748-9EA0-D1D3B83A2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1672" y="4984401"/>
                <a:ext cx="78335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DF994E-F7E5-A642-BE03-2F068A4CC2F9}"/>
              </a:ext>
            </a:extLst>
          </p:cNvPr>
          <p:cNvCxnSpPr>
            <a:endCxn id="52" idx="0"/>
          </p:cNvCxnSpPr>
          <p:nvPr/>
        </p:nvCxnSpPr>
        <p:spPr>
          <a:xfrm flipH="1">
            <a:off x="1841113" y="4563647"/>
            <a:ext cx="633731" cy="43645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5D3A1A4-E54E-1D4F-A5AE-A20F9B674E05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2866521" y="4563647"/>
            <a:ext cx="695509" cy="43645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B206C8B-ECAD-044D-AB56-D866F4F05A39}"/>
              </a:ext>
            </a:extLst>
          </p:cNvPr>
          <p:cNvCxnSpPr/>
          <p:nvPr/>
        </p:nvCxnSpPr>
        <p:spPr>
          <a:xfrm flipH="1">
            <a:off x="7316530" y="4563647"/>
            <a:ext cx="633731" cy="43645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5D89A29-4DA6-BD40-BDC4-51756EF7A944}"/>
              </a:ext>
            </a:extLst>
          </p:cNvPr>
          <p:cNvCxnSpPr>
            <a:cxnSpLocks/>
          </p:cNvCxnSpPr>
          <p:nvPr/>
        </p:nvCxnSpPr>
        <p:spPr>
          <a:xfrm>
            <a:off x="8341938" y="4563647"/>
            <a:ext cx="695509" cy="43645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D16D393-8315-8743-A4DE-863F0532FFB5}"/>
              </a:ext>
            </a:extLst>
          </p:cNvPr>
          <p:cNvCxnSpPr/>
          <p:nvPr/>
        </p:nvCxnSpPr>
        <p:spPr>
          <a:xfrm flipH="1">
            <a:off x="8148121" y="5381165"/>
            <a:ext cx="633731" cy="43645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C433EB6-35FF-6343-ACC8-B830BFEC6D02}"/>
              </a:ext>
            </a:extLst>
          </p:cNvPr>
          <p:cNvCxnSpPr>
            <a:cxnSpLocks/>
          </p:cNvCxnSpPr>
          <p:nvPr/>
        </p:nvCxnSpPr>
        <p:spPr>
          <a:xfrm>
            <a:off x="9173529" y="5381165"/>
            <a:ext cx="695509" cy="43645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EA8771F-A8A9-D848-8AE7-4B27F0569585}"/>
                  </a:ext>
                </a:extLst>
              </p:cNvPr>
              <p:cNvSpPr txBox="1"/>
              <p:nvPr/>
            </p:nvSpPr>
            <p:spPr>
              <a:xfrm>
                <a:off x="7756443" y="5865783"/>
                <a:ext cx="78335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EA8771F-A8A9-D848-8AE7-4B27F0569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443" y="5865783"/>
                <a:ext cx="783355" cy="610936"/>
              </a:xfrm>
              <a:prstGeom prst="rect">
                <a:avLst/>
              </a:prstGeom>
              <a:blipFill>
                <a:blip r:embed="rId9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F21FBB54-322B-D44D-A98E-8A972A6A927B}"/>
                  </a:ext>
                </a:extLst>
              </p:cNvPr>
              <p:cNvSpPr txBox="1"/>
              <p:nvPr/>
            </p:nvSpPr>
            <p:spPr>
              <a:xfrm>
                <a:off x="9477360" y="5865783"/>
                <a:ext cx="783355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F21FBB54-322B-D44D-A98E-8A972A6A9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60" y="5865783"/>
                <a:ext cx="783355" cy="610936"/>
              </a:xfrm>
              <a:prstGeom prst="rect">
                <a:avLst/>
              </a:prstGeom>
              <a:blipFill>
                <a:blip r:embed="rId10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B0AE4BB-B9C4-C44D-8FDF-3E6958786D88}"/>
                  </a:ext>
                </a:extLst>
              </p:cNvPr>
              <p:cNvSpPr/>
              <p:nvPr/>
            </p:nvSpPr>
            <p:spPr>
              <a:xfrm>
                <a:off x="2435088" y="4174437"/>
                <a:ext cx="487017" cy="477076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B0AE4BB-B9C4-C44D-8FDF-3E6958786D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088" y="4174437"/>
                <a:ext cx="487017" cy="477076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BAE231-9F3E-3148-A0A2-8014C99D8DBE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2922105" y="4412975"/>
            <a:ext cx="1365240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A67E153E-6A80-2D46-BD7B-FC9967B7DCF8}"/>
              </a:ext>
            </a:extLst>
          </p:cNvPr>
          <p:cNvCxnSpPr>
            <a:cxnSpLocks/>
          </p:cNvCxnSpPr>
          <p:nvPr/>
        </p:nvCxnSpPr>
        <p:spPr>
          <a:xfrm>
            <a:off x="9112922" y="4691408"/>
            <a:ext cx="1409965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856E850-4A34-D14A-A5CA-1C769520D423}"/>
                  </a:ext>
                </a:extLst>
              </p:cNvPr>
              <p:cNvSpPr txBox="1"/>
              <p:nvPr/>
            </p:nvSpPr>
            <p:spPr>
              <a:xfrm>
                <a:off x="4287617" y="4206897"/>
                <a:ext cx="7224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2856E850-4A34-D14A-A5CA-1C769520D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617" y="4206897"/>
                <a:ext cx="722442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F8D8E1C-C9A6-034F-8EDF-B0549D8AF966}"/>
                  </a:ext>
                </a:extLst>
              </p:cNvPr>
              <p:cNvSpPr txBox="1"/>
              <p:nvPr/>
            </p:nvSpPr>
            <p:spPr>
              <a:xfrm>
                <a:off x="10487635" y="4506742"/>
                <a:ext cx="7224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F8D8E1C-C9A6-034F-8EDF-B0549D8AF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635" y="4506742"/>
                <a:ext cx="722442" cy="369332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4170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9A0D-9D99-994D-800A-6954271B4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Courtesy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B3B19-E083-D341-903B-A1024A9DC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Dr. Abul </a:t>
            </a:r>
            <a:r>
              <a:rPr lang="en-US" dirty="0" err="1"/>
              <a:t>Kashem</a:t>
            </a:r>
            <a:r>
              <a:rPr lang="en-US" dirty="0"/>
              <a:t> Mia, Professor, CSE, BUET</a:t>
            </a:r>
          </a:p>
          <a:p>
            <a:r>
              <a:rPr lang="en-US" dirty="0" err="1"/>
              <a:t>Sukarna</a:t>
            </a:r>
            <a:r>
              <a:rPr lang="en-US" dirty="0"/>
              <a:t> </a:t>
            </a:r>
            <a:r>
              <a:rPr lang="en-US" dirty="0" err="1"/>
              <a:t>Barua</a:t>
            </a:r>
            <a:r>
              <a:rPr lang="en-US" dirty="0"/>
              <a:t>, Assistant Professor, CSE, BUET</a:t>
            </a:r>
          </a:p>
        </p:txBody>
      </p:sp>
    </p:spTree>
    <p:extLst>
      <p:ext uri="{BB962C8B-B14F-4D97-AF65-F5344CB8AC3E}">
        <p14:creationId xmlns:p14="http://schemas.microsoft.com/office/powerpoint/2010/main" val="33619246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3723</TotalTime>
  <Words>3004</Words>
  <Application>Microsoft Macintosh PowerPoint</Application>
  <PresentationFormat>Widescreen</PresentationFormat>
  <Paragraphs>1040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5" baseType="lpstr">
      <vt:lpstr>Calibri</vt:lpstr>
      <vt:lpstr>Cambria</vt:lpstr>
      <vt:lpstr>Cambria Math</vt:lpstr>
      <vt:lpstr>Rockwell</vt:lpstr>
      <vt:lpstr>Rockwell Condensed</vt:lpstr>
      <vt:lpstr>Rockwell Extra Bold</vt:lpstr>
      <vt:lpstr>Times</vt:lpstr>
      <vt:lpstr>Times New Roman</vt:lpstr>
      <vt:lpstr>Wingdings</vt:lpstr>
      <vt:lpstr>Wood Type</vt:lpstr>
      <vt:lpstr>Divide and Conquer</vt:lpstr>
      <vt:lpstr>Reduction</vt:lpstr>
      <vt:lpstr>Divide and conquer</vt:lpstr>
      <vt:lpstr>Finding Maximum of an array</vt:lpstr>
      <vt:lpstr>Finding Maximum of an array</vt:lpstr>
      <vt:lpstr>Merge sort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Correctness of Merge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</vt:lpstr>
      <vt:lpstr>Quick sort algorithm: analysis</vt:lpstr>
      <vt:lpstr>Quick Sort: Worst Case Partitioning</vt:lpstr>
      <vt:lpstr>Quick Sort: Worst Case Partitioning</vt:lpstr>
      <vt:lpstr>Quick Sort: Worst Case Partitioning</vt:lpstr>
      <vt:lpstr>Quick Sort: Worst Case Partitioning</vt:lpstr>
      <vt:lpstr>Quick Sort: Worst Case Partitioning</vt:lpstr>
      <vt:lpstr>Quick Sort: Worst Case Partitioning</vt:lpstr>
      <vt:lpstr>Quick Sort: Worst Case Partitioning</vt:lpstr>
      <vt:lpstr>Quick Sort: Best Case Partitioning</vt:lpstr>
      <vt:lpstr>Quick Sort: Best Case Partitioning</vt:lpstr>
      <vt:lpstr>Quick Sort: Best Case Partitioning</vt:lpstr>
      <vt:lpstr>Quick Sort: Average Case Partitioning</vt:lpstr>
      <vt:lpstr>Quick Sort: Average Case Partitioning</vt:lpstr>
      <vt:lpstr>Quick Sort: Average Case Partitioning</vt:lpstr>
      <vt:lpstr>Quick Sort: Average Case Partitioning</vt:lpstr>
      <vt:lpstr>Quick Sort: Average Case Partitioning</vt:lpstr>
      <vt:lpstr>Quick Sort: Average Case Partitioning</vt:lpstr>
      <vt:lpstr>Quick Sort: Average Case Partitioning</vt:lpstr>
      <vt:lpstr>Content Courtesy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and Conquer</dc:title>
  <dc:creator>T.M. Tariq  Adnan</dc:creator>
  <cp:lastModifiedBy>T.M. Tariq  Adnan</cp:lastModifiedBy>
  <cp:revision>5</cp:revision>
  <dcterms:created xsi:type="dcterms:W3CDTF">2022-01-16T09:32:07Z</dcterms:created>
  <dcterms:modified xsi:type="dcterms:W3CDTF">2022-01-19T03:59:24Z</dcterms:modified>
</cp:coreProperties>
</file>