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9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0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5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2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04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8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8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8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5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9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0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AAD3F-12C3-4776-9287-F1F1A0FE95D6}" type="datetimeFigureOut">
              <a:rPr lang="en-US" smtClean="0"/>
              <a:t>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ADD4E-FFFB-4184-9649-1BFF5D883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2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8485"/>
            <a:ext cx="8762999" cy="6394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088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ismail - [2010]</cp:lastModifiedBy>
  <cp:revision>1</cp:revision>
  <dcterms:created xsi:type="dcterms:W3CDTF">2023-01-17T03:25:39Z</dcterms:created>
  <dcterms:modified xsi:type="dcterms:W3CDTF">2023-01-17T03:28:15Z</dcterms:modified>
</cp:coreProperties>
</file>