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9"/>
  </p:notesMasterIdLst>
  <p:handoutMasterIdLst>
    <p:handoutMasterId r:id="rId10"/>
  </p:handoutMasterIdLst>
  <p:sldIdLst>
    <p:sldId id="256" r:id="rId2"/>
    <p:sldId id="389" r:id="rId3"/>
    <p:sldId id="390" r:id="rId4"/>
    <p:sldId id="391" r:id="rId5"/>
    <p:sldId id="392" r:id="rId6"/>
    <p:sldId id="393" r:id="rId7"/>
    <p:sldId id="394" r:id="rId8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128" autoAdjust="0"/>
  </p:normalViewPr>
  <p:slideViewPr>
    <p:cSldViewPr snapToGrid="0">
      <p:cViewPr>
        <p:scale>
          <a:sx n="80" d="100"/>
          <a:sy n="80" d="100"/>
        </p:scale>
        <p:origin x="-608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DDAA8-2571-4EEF-8A14-844D596EE726}" type="datetimeFigureOut">
              <a:rPr lang="en-US" smtClean="0"/>
              <a:pPr/>
              <a:t>1/28/2023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FB613-7FED-4192-8E5B-1481EA2AEB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4393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A233E0B-8985-4C80-9212-0E2B041D2DB7}" type="datetimeFigureOut">
              <a:rPr lang="en-US" smtClean="0"/>
              <a:pPr/>
              <a:t>1/28/2023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8E32228-077E-4C6D-9838-E60F51038F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627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3CECF9-D1C7-4D48-9AA6-7C81E0A7249E}" type="slidenum">
              <a:rPr lang="en-US"/>
              <a:pPr/>
              <a:t>7</a:t>
            </a:fld>
            <a:endParaRPr lang="en-US"/>
          </a:p>
        </p:txBody>
      </p:sp>
      <p:sp>
        <p:nvSpPr>
          <p:cNvPr id="88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7C7ABDB8-B3F5-47A4-9711-3777097313E1}" type="datetime1">
              <a:rPr lang="en-US" smtClean="0"/>
              <a:pPr/>
              <a:t>1/28/2023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96200" cy="4873752"/>
          </a:xfrm>
        </p:spPr>
        <p:txBody>
          <a:bodyPr>
            <a:normAutofit/>
          </a:bodyPr>
          <a:lstStyle>
            <a:lvl1pPr>
              <a:defRPr sz="2400" baseline="0"/>
            </a:lvl1pPr>
            <a:lvl2pPr>
              <a:defRPr sz="2400" baseline="0"/>
            </a:lvl2pPr>
            <a:lvl3pPr>
              <a:defRPr sz="2400" baseline="0"/>
            </a:lvl3pPr>
            <a:lvl4pPr>
              <a:defRPr sz="2400" baseline="0"/>
            </a:lvl4pPr>
            <a:lvl5pPr>
              <a:defRPr sz="2400" baseline="0"/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50C7453-5EB7-426C-953A-B1BEE0DC2850}" type="datetime1">
              <a:rPr lang="en-US" smtClean="0"/>
              <a:pPr/>
              <a:t>1/28/2023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65C4C3B-E9F6-4B3F-BFA4-47000192CD50}" type="datetime1">
              <a:rPr lang="en-US" smtClean="0"/>
              <a:pPr/>
              <a:t>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64E5-3D11-41A1-A8FF-4233BBCB609C}" type="datetime1">
              <a:rPr lang="en-US" smtClean="0"/>
              <a:pPr/>
              <a:t>1/28/2023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B279-38B0-44CD-87B6-270BEE6682AE}" type="datetime1">
              <a:rPr lang="en-US" smtClean="0"/>
              <a:pPr/>
              <a:t>1/28/2023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3B1E256-9A78-47EF-BC62-13EC55DEEF32}" type="datetime1">
              <a:rPr lang="en-US" smtClean="0"/>
              <a:pPr/>
              <a:t>1/28/2023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7023-EB44-4A49-8D1E-CA226DFA12E4}" type="datetime1">
              <a:rPr lang="en-US" smtClean="0"/>
              <a:pPr/>
              <a:t>1/28/2023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FF60033-61F6-4F32-B158-8B7BF2CCC4F4}" type="datetime1">
              <a:rPr lang="en-US" smtClean="0"/>
              <a:pPr/>
              <a:t>1/28/2023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C326B57-48FE-4F89-9485-22981ED8D38D}" type="datetime1">
              <a:rPr lang="en-US" smtClean="0"/>
              <a:pPr/>
              <a:t>1/28/2023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8DB20-CB48-4E1E-B9D9-60D119054EBB}" type="datetime1">
              <a:rPr lang="en-US" smtClean="0"/>
              <a:pPr/>
              <a:t>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9063-3249-449C-AA5F-8FF72848E7CE}" type="datetime1">
              <a:rPr lang="en-US" smtClean="0"/>
              <a:pPr/>
              <a:t>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60A57B3C-C493-4246-9095-3DD941B09960}" type="datetime1">
              <a:rPr lang="en-US" smtClean="0"/>
              <a:pPr/>
              <a:t>1/28/2023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667000"/>
            <a:ext cx="6553200" cy="1894362"/>
          </a:xfrm>
        </p:spPr>
        <p:txBody>
          <a:bodyPr/>
          <a:lstStyle/>
          <a:p>
            <a:r>
              <a:rPr lang="en-US" dirty="0" smtClean="0"/>
              <a:t>CSE 205: Digital Logic Design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4648200"/>
            <a:ext cx="6172200" cy="13716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Dr. </a:t>
            </a:r>
            <a:r>
              <a:rPr lang="en-US" sz="2400" dirty="0" err="1" smtClean="0"/>
              <a:t>Tanzima</a:t>
            </a:r>
            <a:r>
              <a:rPr lang="en-US" sz="2400" dirty="0" smtClean="0"/>
              <a:t> </a:t>
            </a:r>
            <a:r>
              <a:rPr lang="en-US" sz="2400" dirty="0" err="1" smtClean="0"/>
              <a:t>Hashem</a:t>
            </a:r>
            <a:endParaRPr lang="en-US" sz="2400" dirty="0" smtClean="0"/>
          </a:p>
          <a:p>
            <a:r>
              <a:rPr lang="en-US" sz="2400" smtClean="0"/>
              <a:t>Professor</a:t>
            </a:r>
            <a:endParaRPr lang="en-US" sz="2400" dirty="0" smtClean="0"/>
          </a:p>
          <a:p>
            <a:r>
              <a:rPr lang="en-US" sz="2400" dirty="0" smtClean="0"/>
              <a:t>CSE, BUET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Programmable Logic Arrays (PLAs)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Pre-fabricated building block of many AND/OR gates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An array of programmable AND gates</a:t>
            </a:r>
          </a:p>
          <a:p>
            <a:pPr lvl="1"/>
            <a:r>
              <a:rPr lang="en-US" dirty="0" smtClean="0"/>
              <a:t>can generate any product terms of the inputs</a:t>
            </a:r>
          </a:p>
          <a:p>
            <a:r>
              <a:rPr lang="en-US" dirty="0" smtClean="0"/>
              <a:t>An array of programmable OR gates</a:t>
            </a:r>
          </a:p>
          <a:p>
            <a:pPr lvl="1"/>
            <a:r>
              <a:rPr lang="en-US" dirty="0" smtClean="0"/>
              <a:t>can generate the sums of the products</a:t>
            </a:r>
          </a:p>
          <a:p>
            <a:endParaRPr lang="en-US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69474" y="2319443"/>
            <a:ext cx="468630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Programmable Logic Arrays (PLAs)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Before programming, all possible connections available before "programming“</a:t>
            </a:r>
          </a:p>
          <a:p>
            <a:r>
              <a:rPr lang="en-US" dirty="0" smtClean="0"/>
              <a:t>”Personalized" by making or breaking connections among gates</a:t>
            </a:r>
          </a:p>
          <a:p>
            <a:endParaRPr lang="en-US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7409" y="3391072"/>
            <a:ext cx="3786188" cy="264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 Example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209803" cy="4873752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Example: AND/OR/XOR</a:t>
            </a:r>
          </a:p>
          <a:p>
            <a:pPr lvl="1"/>
            <a:r>
              <a:rPr lang="en-US" dirty="0" smtClean="0"/>
              <a:t>F1 = AB′ + AC + A′BC′</a:t>
            </a:r>
          </a:p>
          <a:p>
            <a:pPr lvl="1"/>
            <a:r>
              <a:rPr lang="en-US" dirty="0" smtClean="0"/>
              <a:t>F2 = (AC + BC)′</a:t>
            </a:r>
          </a:p>
          <a:p>
            <a:r>
              <a:rPr lang="en-US" dirty="0" smtClean="0"/>
              <a:t>XOR gates can invert the outputs</a:t>
            </a:r>
          </a:p>
          <a:p>
            <a:pPr lvl="1"/>
            <a:r>
              <a:rPr lang="en-US" dirty="0" smtClean="0"/>
              <a:t>invert: connected to 1</a:t>
            </a:r>
          </a:p>
          <a:p>
            <a:pPr lvl="1"/>
            <a:r>
              <a:rPr lang="en-US" dirty="0" smtClean="0"/>
              <a:t>not change: connected to 0</a:t>
            </a:r>
          </a:p>
          <a:p>
            <a:r>
              <a:rPr lang="en-US" dirty="0" smtClean="0"/>
              <a:t>PLA programming table: 3 sections</a:t>
            </a:r>
          </a:p>
          <a:p>
            <a:pPr lvl="1">
              <a:buNone/>
            </a:pPr>
            <a:r>
              <a:rPr lang="en-US" dirty="0" smtClean="0"/>
              <a:t>1. list the product terms</a:t>
            </a:r>
          </a:p>
          <a:p>
            <a:pPr lvl="1">
              <a:buNone/>
            </a:pPr>
            <a:r>
              <a:rPr lang="en-US" dirty="0" smtClean="0"/>
              <a:t>2. specify the required paths between inputs and </a:t>
            </a:r>
            <a:r>
              <a:rPr lang="en-US" dirty="0" err="1" smtClean="0"/>
              <a:t>AND</a:t>
            </a:r>
            <a:r>
              <a:rPr lang="en-US" dirty="0" smtClean="0"/>
              <a:t> gates</a:t>
            </a:r>
          </a:p>
          <a:p>
            <a:pPr lvl="1">
              <a:buNone/>
            </a:pPr>
            <a:r>
              <a:rPr lang="en-US" dirty="0" smtClean="0"/>
              <a:t>3. specify the paths between the AND and OR gates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89602" y="349704"/>
            <a:ext cx="3836194" cy="3443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49017" y="4104472"/>
            <a:ext cx="3386138" cy="2193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Programmable Logic Arrays (PLAs)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Size of PLA: specified by # of inputs, product terms and outputs</a:t>
            </a:r>
          </a:p>
          <a:p>
            <a:pPr lvl="1"/>
            <a:r>
              <a:rPr lang="en-US" i="1" dirty="0" smtClean="0"/>
              <a:t>n</a:t>
            </a:r>
            <a:r>
              <a:rPr lang="en-US" dirty="0" smtClean="0"/>
              <a:t> inputs, </a:t>
            </a:r>
            <a:r>
              <a:rPr lang="en-US" i="1" dirty="0" smtClean="0"/>
              <a:t>k</a:t>
            </a:r>
            <a:r>
              <a:rPr lang="en-US" dirty="0" smtClean="0"/>
              <a:t> product terms and </a:t>
            </a:r>
            <a:r>
              <a:rPr lang="en-US" i="1" dirty="0" smtClean="0"/>
              <a:t>m</a:t>
            </a:r>
            <a:r>
              <a:rPr lang="en-US" dirty="0" smtClean="0"/>
              <a:t> outputs</a:t>
            </a:r>
          </a:p>
          <a:p>
            <a:pPr lvl="1"/>
            <a:r>
              <a:rPr lang="en-US" i="1" dirty="0" smtClean="0"/>
              <a:t>n</a:t>
            </a:r>
            <a:r>
              <a:rPr lang="en-US" dirty="0" smtClean="0"/>
              <a:t> buffer-inverter gates, </a:t>
            </a:r>
            <a:r>
              <a:rPr lang="en-US" i="1" dirty="0" smtClean="0"/>
              <a:t>k</a:t>
            </a:r>
            <a:r>
              <a:rPr lang="en-US" dirty="0" smtClean="0"/>
              <a:t> AND gates, </a:t>
            </a:r>
            <a:r>
              <a:rPr lang="en-US" i="1" dirty="0" smtClean="0"/>
              <a:t>m</a:t>
            </a:r>
            <a:r>
              <a:rPr lang="en-US" dirty="0" smtClean="0"/>
              <a:t> OR gates, and </a:t>
            </a:r>
            <a:r>
              <a:rPr lang="en-US" i="1" dirty="0" smtClean="0"/>
              <a:t>m</a:t>
            </a:r>
            <a:r>
              <a:rPr lang="en-US" dirty="0" smtClean="0"/>
              <a:t> XOR gates</a:t>
            </a:r>
          </a:p>
          <a:p>
            <a:endParaRPr lang="en-US" dirty="0" smtClean="0"/>
          </a:p>
          <a:p>
            <a:r>
              <a:rPr lang="en-US" dirty="0" smtClean="0"/>
              <a:t>Designing a digital system with a PLA</a:t>
            </a:r>
          </a:p>
          <a:p>
            <a:pPr lvl="1"/>
            <a:r>
              <a:rPr lang="en-US" dirty="0" smtClean="0"/>
              <a:t>reduce the number of distinct product terms</a:t>
            </a:r>
          </a:p>
          <a:p>
            <a:pPr lvl="1"/>
            <a:r>
              <a:rPr lang="en-US" dirty="0" smtClean="0"/>
              <a:t>the number of literals in a product is not important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 with PLAs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114800" cy="4873752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F1(A, B, C) = </a:t>
            </a:r>
            <a:r>
              <a:rPr lang="el-GR" dirty="0" smtClean="0"/>
              <a:t>Σ (0, 1, 2, 4); </a:t>
            </a:r>
            <a:r>
              <a:rPr lang="en-US" dirty="0" smtClean="0"/>
              <a:t>F2(A, B, C) = </a:t>
            </a:r>
            <a:r>
              <a:rPr lang="el-GR" dirty="0" smtClean="0"/>
              <a:t>Σ (0, 5, 6, 7)</a:t>
            </a:r>
            <a:endParaRPr lang="en-US" dirty="0" smtClean="0"/>
          </a:p>
          <a:p>
            <a:r>
              <a:rPr lang="en-US" dirty="0" smtClean="0"/>
              <a:t>Simply both the true and complement of the functions in sum of products</a:t>
            </a:r>
          </a:p>
          <a:p>
            <a:r>
              <a:rPr lang="en-US" dirty="0" smtClean="0"/>
              <a:t>Find the combination with minimum number of product terms</a:t>
            </a:r>
          </a:p>
          <a:p>
            <a:pPr lvl="1"/>
            <a:r>
              <a:rPr lang="en-US" dirty="0" smtClean="0"/>
              <a:t>F1=(AB+AC+BC)’</a:t>
            </a:r>
          </a:p>
          <a:p>
            <a:pPr lvl="1"/>
            <a:r>
              <a:rPr lang="en-US" dirty="0" smtClean="0"/>
              <a:t>F2=AB+AC+A’B’C’</a:t>
            </a:r>
          </a:p>
          <a:p>
            <a:r>
              <a:rPr lang="en-US" dirty="0" smtClean="0"/>
              <a:t>Obtain the PLA programming table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19603" y="1757490"/>
            <a:ext cx="4193381" cy="3807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標題 3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>Syllabus</a:t>
            </a:r>
            <a:endParaRPr lang="zh-TW" altLang="en-US" dirty="0">
              <a:ea typeface="新細明體" pitchFamily="18" charset="-120"/>
            </a:endParaRPr>
          </a:p>
        </p:txBody>
      </p:sp>
      <p:sp>
        <p:nvSpPr>
          <p:cNvPr id="875523" name="Rectangle 3"/>
          <p:cNvSpPr>
            <a:spLocks noGrp="1" noChangeArrowheads="1"/>
          </p:cNvSpPr>
          <p:nvPr>
            <p:ph idx="4294967295"/>
          </p:nvPr>
        </p:nvSpPr>
        <p:spPr/>
        <p:txBody>
          <a:bodyPr lIns="90488" tIns="44450" rIns="90488" bIns="44450">
            <a:normAutofit/>
          </a:bodyPr>
          <a:lstStyle/>
          <a:p>
            <a:r>
              <a:rPr lang="en-AU" smtClean="0"/>
              <a:t>Chapter 7:7.6 </a:t>
            </a:r>
            <a:endParaRPr lang="en-AU" dirty="0" smtClean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3860</TotalTime>
  <Words>312</Words>
  <Application>Microsoft Office PowerPoint</Application>
  <PresentationFormat>On-screen Show (4:3)</PresentationFormat>
  <Paragraphs>55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Oriel</vt:lpstr>
      <vt:lpstr>CSE 205: Digital Logic Design</vt:lpstr>
      <vt:lpstr>Programmable Logic Arrays (PLAs)</vt:lpstr>
      <vt:lpstr>Programmable Logic Arrays (PLAs)</vt:lpstr>
      <vt:lpstr>PLA Example</vt:lpstr>
      <vt:lpstr>Programmable Logic Arrays (PLAs)</vt:lpstr>
      <vt:lpstr>Implement with PLAs</vt:lpstr>
      <vt:lpstr> Syllabus</vt:lpstr>
    </vt:vector>
  </TitlesOfParts>
  <Company>BUET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205: Digital Logic Design</dc:title>
  <dc:creator>user</dc:creator>
  <cp:lastModifiedBy>lenovo</cp:lastModifiedBy>
  <cp:revision>566</cp:revision>
  <dcterms:created xsi:type="dcterms:W3CDTF">2012-03-31T05:29:50Z</dcterms:created>
  <dcterms:modified xsi:type="dcterms:W3CDTF">2023-01-28T03:32:00Z</dcterms:modified>
</cp:coreProperties>
</file>