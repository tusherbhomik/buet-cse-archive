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4"/>
  </p:sldMasterIdLst>
  <p:notesMasterIdLst>
    <p:notesMasterId r:id="rId31"/>
  </p:notesMasterIdLst>
  <p:sldIdLst>
    <p:sldId id="264" r:id="rId5"/>
    <p:sldId id="273" r:id="rId6"/>
    <p:sldId id="274" r:id="rId7"/>
    <p:sldId id="275" r:id="rId8"/>
    <p:sldId id="276" r:id="rId9"/>
    <p:sldId id="271" r:id="rId10"/>
    <p:sldId id="272" r:id="rId11"/>
    <p:sldId id="278" r:id="rId12"/>
    <p:sldId id="280" r:id="rId13"/>
    <p:sldId id="281" r:id="rId14"/>
    <p:sldId id="282" r:id="rId15"/>
    <p:sldId id="283" r:id="rId16"/>
    <p:sldId id="284" r:id="rId17"/>
    <p:sldId id="285" r:id="rId18"/>
    <p:sldId id="313" r:id="rId19"/>
    <p:sldId id="308" r:id="rId20"/>
    <p:sldId id="309" r:id="rId21"/>
    <p:sldId id="310" r:id="rId22"/>
    <p:sldId id="311" r:id="rId23"/>
    <p:sldId id="316" r:id="rId24"/>
    <p:sldId id="315" r:id="rId25"/>
    <p:sldId id="314" r:id="rId26"/>
    <p:sldId id="317" r:id="rId27"/>
    <p:sldId id="318" r:id="rId28"/>
    <p:sldId id="277" r:id="rId29"/>
    <p:sldId id="27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C00"/>
    <a:srgbClr val="1100EE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663" autoAdjust="0"/>
  </p:normalViewPr>
  <p:slideViewPr>
    <p:cSldViewPr snapToGrid="0">
      <p:cViewPr varScale="1">
        <p:scale>
          <a:sx n="76" d="100"/>
          <a:sy n="76" d="100"/>
        </p:scale>
        <p:origin x="9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7/11/2023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60BC2-920E-4517-9B8B-090E808D9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3FA66-9FB6-4494-93EC-0B16D16CB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AEA65-A6ED-4042-B2BA-7A64962C2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0817-A112-4847-8014-A94B7D2A4EA3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44E6E-1D0D-4641-AEDD-3B72CB94B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DE811-EA2F-410F-845F-8D880D1C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051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A8FA-C404-4ADB-8B84-7BE00A8B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9A5AF-700E-4BB1-BC32-C0F0EE2F8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ACADC-7B52-4A78-BEA9-625091424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9820B-CFC1-46C7-94E8-95374149C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F48A2-5F44-4866-938D-0BF6BDEA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96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601BE-8471-431A-81D3-66EA4E7D7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0BFF6-9EC8-4F04-BA27-3392572EB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E8D5B-28C2-400C-8CD3-81801CC7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E055A-95FC-4677-9EE7-48F2299A1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35307-00AB-4559-8880-912A10F3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53299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79B8-C537-4050-AC3A-5D459039C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098BE-EDF7-4AD1-A081-CA0E0F237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0BB9C-D3C2-4A45-8C51-C6E54CB56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93D8C-9B59-4201-A6C9-1CE525485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62714-65EE-4C85-AFB8-D8748A31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56EC8-60BF-4D4F-89F9-218BB937E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80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C65C-22EF-4555-9764-88BCF748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8FCE6-0F20-46AA-9A09-9C22D62DB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FBB5A-02BB-48CB-9EC4-58D6FCA71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EF0F4-70C0-4F7B-938E-A9E4B92F2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EF3003-F4A3-4FB2-A439-294F013D49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96FC8B-62CD-4560-94A2-16F682574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74F61F-0843-46B5-A1E1-AECF9546C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F83AA5-FDC9-44AC-BF1B-AC1659B9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185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D812-50BB-465C-985C-62E37E4C6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B1B90F-496E-4440-8D59-3E95C92B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219BD-1F4F-4EAD-A000-393F39CE5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482DA-8E3E-4C89-A68D-2E335CF8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42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5A419B-5582-45CB-9485-83C39D51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A49435-8AE1-483C-9A60-F10DEEF8B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D0E86-24DC-4F6A-822D-37360BDF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89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F62B-DCCB-4F6F-8668-1381C376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05CB8-73C9-4407-91D8-9247394CA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4B13A-6073-4FC8-A198-30CC96A7B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FBAB8-A2CB-4F05-8B59-0CABDD5D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FEAB5-360B-4B5B-8EE7-F55DF8561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44EC0-6E2C-4310-860D-BFB818F0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40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616B-BAB3-4FD1-934D-82CF947E9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25FF86-B2B8-4E8F-9B24-D1792FDD69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D0FA6-1FB8-4D2C-95CA-C2ED0C304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91AD1-7200-4A70-9CD1-4171AE78D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7/11/2023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36E68-5200-49B6-BF36-1AD1F68FA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884D1-CA31-4DFF-978E-536B107CC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364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C8CFC-DB8B-4DEA-8A5F-88853511D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98AC8-2502-445B-A927-CCE18060F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ABA40-CC62-4B48-8CC9-D3957049A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54215-738E-4A35-ABEA-069326DEE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0CD11-0EA6-4FE9-8499-F44A93582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65544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F18B5D-D371-4B91-9D1A-1F4FAA568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79E78-AC91-4DA8-9296-E6E3BD335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AC4F2-1C20-4BFE-8443-9CAB4B5A4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A25AE-C026-4EFF-9ABE-8A7AA521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D8EDE-39B7-4E5A-8D1E-83A6E7ABA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189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C21CD7-DD31-44B3-9B4B-697389C6E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89CE3-00C6-4743-8109-D59CD1BD2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56D0F-0E20-4F33-923F-7C7AFB5A1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7/11/2023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B4DA8-6769-4869-9B81-46E085937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BBB45-39B4-4892-B37D-8145F17A9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39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Z-buffe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1144306"/>
          </a:xfrm>
        </p:spPr>
        <p:txBody>
          <a:bodyPr>
            <a:normAutofit/>
          </a:bodyPr>
          <a:lstStyle/>
          <a:p>
            <a:r>
              <a:rPr lang="en-US" sz="6800" dirty="0"/>
              <a:t>Z-Buffering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3537021"/>
            <a:ext cx="8652788" cy="144696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800" dirty="0"/>
              <a:t>CSE 409 Computer Graphics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Md. Tareq Mahmood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Department of CSE, BUET</a:t>
            </a:r>
          </a:p>
        </p:txBody>
      </p: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penGL Perspective Frustum and NDC">
            <a:extLst>
              <a:ext uri="{FF2B5EF4-FFF2-40B4-BE49-F238E27FC236}">
                <a16:creationId xmlns:a16="http://schemas.microsoft.com/office/drawing/2014/main" id="{99D7C220-ACA6-4C18-B0F8-17CC09988CE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727" y="1563080"/>
            <a:ext cx="7408545" cy="37318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C164F27-1589-49FF-BAC9-6A3D73CABA0B}"/>
              </a:ext>
            </a:extLst>
          </p:cNvPr>
          <p:cNvSpPr/>
          <p:nvPr/>
        </p:nvSpPr>
        <p:spPr>
          <a:xfrm>
            <a:off x="7597140" y="1958340"/>
            <a:ext cx="1516380" cy="1714500"/>
          </a:xfrm>
          <a:custGeom>
            <a:avLst/>
            <a:gdLst>
              <a:gd name="connsiteX0" fmla="*/ 0 w 1516380"/>
              <a:gd name="connsiteY0" fmla="*/ 0 h 1714500"/>
              <a:gd name="connsiteX1" fmla="*/ 1516380 w 1516380"/>
              <a:gd name="connsiteY1" fmla="*/ 281940 h 1714500"/>
              <a:gd name="connsiteX2" fmla="*/ 1143000 w 1516380"/>
              <a:gd name="connsiteY2" fmla="*/ 1714500 h 1714500"/>
              <a:gd name="connsiteX3" fmla="*/ 38100 w 1516380"/>
              <a:gd name="connsiteY3" fmla="*/ 1257300 h 1714500"/>
              <a:gd name="connsiteX4" fmla="*/ 0 w 151638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6380" h="1714500">
                <a:moveTo>
                  <a:pt x="0" y="0"/>
                </a:moveTo>
                <a:lnTo>
                  <a:pt x="1516380" y="281940"/>
                </a:lnTo>
                <a:lnTo>
                  <a:pt x="1143000" y="1714500"/>
                </a:lnTo>
                <a:lnTo>
                  <a:pt x="38100" y="12573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4666E93-3E17-408B-B3D1-8B7F8EF97AFE}"/>
              </a:ext>
            </a:extLst>
          </p:cNvPr>
          <p:cNvSpPr/>
          <p:nvPr/>
        </p:nvSpPr>
        <p:spPr>
          <a:xfrm>
            <a:off x="3909060" y="2362200"/>
            <a:ext cx="1714500" cy="1569720"/>
          </a:xfrm>
          <a:custGeom>
            <a:avLst/>
            <a:gdLst>
              <a:gd name="connsiteX0" fmla="*/ 0 w 1714500"/>
              <a:gd name="connsiteY0" fmla="*/ 0 h 1569720"/>
              <a:gd name="connsiteX1" fmla="*/ 1714500 w 1714500"/>
              <a:gd name="connsiteY1" fmla="*/ 175260 h 1569720"/>
              <a:gd name="connsiteX2" fmla="*/ 1402080 w 1714500"/>
              <a:gd name="connsiteY2" fmla="*/ 1569720 h 1569720"/>
              <a:gd name="connsiteX3" fmla="*/ 60960 w 1714500"/>
              <a:gd name="connsiteY3" fmla="*/ 998220 h 1569720"/>
              <a:gd name="connsiteX4" fmla="*/ 0 w 1714500"/>
              <a:gd name="connsiteY4" fmla="*/ 0 h 156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0" h="1569720">
                <a:moveTo>
                  <a:pt x="0" y="0"/>
                </a:moveTo>
                <a:lnTo>
                  <a:pt x="1714500" y="175260"/>
                </a:lnTo>
                <a:lnTo>
                  <a:pt x="1402080" y="1569720"/>
                </a:lnTo>
                <a:lnTo>
                  <a:pt x="60960" y="9982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13C3917-C2A8-43FA-B1C2-5649C669091F}"/>
              </a:ext>
            </a:extLst>
          </p:cNvPr>
          <p:cNvSpPr/>
          <p:nvPr/>
        </p:nvSpPr>
        <p:spPr>
          <a:xfrm>
            <a:off x="6301740" y="2415540"/>
            <a:ext cx="1935480" cy="2476500"/>
          </a:xfrm>
          <a:custGeom>
            <a:avLst/>
            <a:gdLst>
              <a:gd name="connsiteX0" fmla="*/ 0 w 1935480"/>
              <a:gd name="connsiteY0" fmla="*/ 0 h 2476500"/>
              <a:gd name="connsiteX1" fmla="*/ 1935480 w 1935480"/>
              <a:gd name="connsiteY1" fmla="*/ 739140 h 2476500"/>
              <a:gd name="connsiteX2" fmla="*/ 1744980 w 1935480"/>
              <a:gd name="connsiteY2" fmla="*/ 2476500 h 2476500"/>
              <a:gd name="connsiteX3" fmla="*/ 388620 w 1935480"/>
              <a:gd name="connsiteY3" fmla="*/ 1546860 h 2476500"/>
              <a:gd name="connsiteX4" fmla="*/ 0 w 1935480"/>
              <a:gd name="connsiteY4" fmla="*/ 0 h 247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5480" h="2476500">
                <a:moveTo>
                  <a:pt x="0" y="0"/>
                </a:moveTo>
                <a:lnTo>
                  <a:pt x="1935480" y="739140"/>
                </a:lnTo>
                <a:lnTo>
                  <a:pt x="1744980" y="2476500"/>
                </a:lnTo>
                <a:lnTo>
                  <a:pt x="388620" y="15468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334B738-EDA8-4290-97D0-184F6CB7AB23}"/>
              </a:ext>
            </a:extLst>
          </p:cNvPr>
          <p:cNvSpPr/>
          <p:nvPr/>
        </p:nvSpPr>
        <p:spPr>
          <a:xfrm>
            <a:off x="3434080" y="3312160"/>
            <a:ext cx="609600" cy="807720"/>
          </a:xfrm>
          <a:custGeom>
            <a:avLst/>
            <a:gdLst>
              <a:gd name="connsiteX0" fmla="*/ 0 w 609600"/>
              <a:gd name="connsiteY0" fmla="*/ 0 h 807720"/>
              <a:gd name="connsiteX1" fmla="*/ 574040 w 609600"/>
              <a:gd name="connsiteY1" fmla="*/ 274320 h 807720"/>
              <a:gd name="connsiteX2" fmla="*/ 609600 w 609600"/>
              <a:gd name="connsiteY2" fmla="*/ 807720 h 807720"/>
              <a:gd name="connsiteX3" fmla="*/ 66040 w 609600"/>
              <a:gd name="connsiteY3" fmla="*/ 457200 h 807720"/>
              <a:gd name="connsiteX4" fmla="*/ 0 w 609600"/>
              <a:gd name="connsiteY4" fmla="*/ 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" h="807720">
                <a:moveTo>
                  <a:pt x="0" y="0"/>
                </a:moveTo>
                <a:lnTo>
                  <a:pt x="574040" y="274320"/>
                </a:lnTo>
                <a:lnTo>
                  <a:pt x="609600" y="807720"/>
                </a:lnTo>
                <a:lnTo>
                  <a:pt x="66040" y="457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6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penGL Perspective Frustum and NDC">
            <a:extLst>
              <a:ext uri="{FF2B5EF4-FFF2-40B4-BE49-F238E27FC236}">
                <a16:creationId xmlns:a16="http://schemas.microsoft.com/office/drawing/2014/main" id="{99D7C220-ACA6-4C18-B0F8-17CC09988CE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727" y="1563080"/>
            <a:ext cx="7408545" cy="37318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C164F27-1589-49FF-BAC9-6A3D73CABA0B}"/>
              </a:ext>
            </a:extLst>
          </p:cNvPr>
          <p:cNvSpPr/>
          <p:nvPr/>
        </p:nvSpPr>
        <p:spPr>
          <a:xfrm>
            <a:off x="6324600" y="1958340"/>
            <a:ext cx="1310640" cy="2014220"/>
          </a:xfrm>
          <a:custGeom>
            <a:avLst/>
            <a:gdLst>
              <a:gd name="connsiteX0" fmla="*/ 0 w 1516380"/>
              <a:gd name="connsiteY0" fmla="*/ 0 h 1714500"/>
              <a:gd name="connsiteX1" fmla="*/ 1516380 w 1516380"/>
              <a:gd name="connsiteY1" fmla="*/ 281940 h 1714500"/>
              <a:gd name="connsiteX2" fmla="*/ 1143000 w 1516380"/>
              <a:gd name="connsiteY2" fmla="*/ 1714500 h 1714500"/>
              <a:gd name="connsiteX3" fmla="*/ 38100 w 1516380"/>
              <a:gd name="connsiteY3" fmla="*/ 1257300 h 1714500"/>
              <a:gd name="connsiteX4" fmla="*/ 0 w 1516380"/>
              <a:gd name="connsiteY4" fmla="*/ 0 h 1714500"/>
              <a:gd name="connsiteX0" fmla="*/ 1272540 w 2415540"/>
              <a:gd name="connsiteY0" fmla="*/ 0 h 1714500"/>
              <a:gd name="connsiteX1" fmla="*/ 0 w 2415540"/>
              <a:gd name="connsiteY1" fmla="*/ 459740 h 1714500"/>
              <a:gd name="connsiteX2" fmla="*/ 2415540 w 2415540"/>
              <a:gd name="connsiteY2" fmla="*/ 1714500 h 1714500"/>
              <a:gd name="connsiteX3" fmla="*/ 1310640 w 2415540"/>
              <a:gd name="connsiteY3" fmla="*/ 1257300 h 1714500"/>
              <a:gd name="connsiteX4" fmla="*/ 1272540 w 2415540"/>
              <a:gd name="connsiteY4" fmla="*/ 0 h 1714500"/>
              <a:gd name="connsiteX0" fmla="*/ 1272540 w 1310640"/>
              <a:gd name="connsiteY0" fmla="*/ 0 h 2014220"/>
              <a:gd name="connsiteX1" fmla="*/ 0 w 1310640"/>
              <a:gd name="connsiteY1" fmla="*/ 459740 h 2014220"/>
              <a:gd name="connsiteX2" fmla="*/ 363220 w 1310640"/>
              <a:gd name="connsiteY2" fmla="*/ 2014220 h 2014220"/>
              <a:gd name="connsiteX3" fmla="*/ 1310640 w 1310640"/>
              <a:gd name="connsiteY3" fmla="*/ 1257300 h 2014220"/>
              <a:gd name="connsiteX4" fmla="*/ 1272540 w 1310640"/>
              <a:gd name="connsiteY4" fmla="*/ 0 h 2014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0640" h="2014220">
                <a:moveTo>
                  <a:pt x="1272540" y="0"/>
                </a:moveTo>
                <a:lnTo>
                  <a:pt x="0" y="459740"/>
                </a:lnTo>
                <a:lnTo>
                  <a:pt x="363220" y="2014220"/>
                </a:lnTo>
                <a:lnTo>
                  <a:pt x="1310640" y="1257300"/>
                </a:lnTo>
                <a:lnTo>
                  <a:pt x="1272540" y="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4666E93-3E17-408B-B3D1-8B7F8EF97AFE}"/>
              </a:ext>
            </a:extLst>
          </p:cNvPr>
          <p:cNvSpPr/>
          <p:nvPr/>
        </p:nvSpPr>
        <p:spPr>
          <a:xfrm>
            <a:off x="3439160" y="2362200"/>
            <a:ext cx="530860" cy="1417320"/>
          </a:xfrm>
          <a:custGeom>
            <a:avLst/>
            <a:gdLst>
              <a:gd name="connsiteX0" fmla="*/ 0 w 1714500"/>
              <a:gd name="connsiteY0" fmla="*/ 0 h 1569720"/>
              <a:gd name="connsiteX1" fmla="*/ 1714500 w 1714500"/>
              <a:gd name="connsiteY1" fmla="*/ 175260 h 1569720"/>
              <a:gd name="connsiteX2" fmla="*/ 1402080 w 1714500"/>
              <a:gd name="connsiteY2" fmla="*/ 1569720 h 1569720"/>
              <a:gd name="connsiteX3" fmla="*/ 60960 w 1714500"/>
              <a:gd name="connsiteY3" fmla="*/ 998220 h 1569720"/>
              <a:gd name="connsiteX4" fmla="*/ 0 w 1714500"/>
              <a:gd name="connsiteY4" fmla="*/ 0 h 1569720"/>
              <a:gd name="connsiteX0" fmla="*/ 469900 w 1871980"/>
              <a:gd name="connsiteY0" fmla="*/ 0 h 1569720"/>
              <a:gd name="connsiteX1" fmla="*/ 0 w 1871980"/>
              <a:gd name="connsiteY1" fmla="*/ 942340 h 1569720"/>
              <a:gd name="connsiteX2" fmla="*/ 1871980 w 1871980"/>
              <a:gd name="connsiteY2" fmla="*/ 1569720 h 1569720"/>
              <a:gd name="connsiteX3" fmla="*/ 530860 w 1871980"/>
              <a:gd name="connsiteY3" fmla="*/ 998220 h 1569720"/>
              <a:gd name="connsiteX4" fmla="*/ 469900 w 1871980"/>
              <a:gd name="connsiteY4" fmla="*/ 0 h 1569720"/>
              <a:gd name="connsiteX0" fmla="*/ 469900 w 530860"/>
              <a:gd name="connsiteY0" fmla="*/ 0 h 1417320"/>
              <a:gd name="connsiteX1" fmla="*/ 0 w 530860"/>
              <a:gd name="connsiteY1" fmla="*/ 942340 h 1417320"/>
              <a:gd name="connsiteX2" fmla="*/ 63500 w 530860"/>
              <a:gd name="connsiteY2" fmla="*/ 1417320 h 1417320"/>
              <a:gd name="connsiteX3" fmla="*/ 530860 w 530860"/>
              <a:gd name="connsiteY3" fmla="*/ 998220 h 1417320"/>
              <a:gd name="connsiteX4" fmla="*/ 469900 w 530860"/>
              <a:gd name="connsiteY4" fmla="*/ 0 h 1417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860" h="1417320">
                <a:moveTo>
                  <a:pt x="469900" y="0"/>
                </a:moveTo>
                <a:lnTo>
                  <a:pt x="0" y="942340"/>
                </a:lnTo>
                <a:lnTo>
                  <a:pt x="63500" y="1417320"/>
                </a:lnTo>
                <a:lnTo>
                  <a:pt x="530860" y="998220"/>
                </a:lnTo>
                <a:lnTo>
                  <a:pt x="469900" y="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13C3917-C2A8-43FA-B1C2-5649C669091F}"/>
              </a:ext>
            </a:extLst>
          </p:cNvPr>
          <p:cNvSpPr/>
          <p:nvPr/>
        </p:nvSpPr>
        <p:spPr>
          <a:xfrm>
            <a:off x="8046720" y="2227580"/>
            <a:ext cx="1079500" cy="2664460"/>
          </a:xfrm>
          <a:custGeom>
            <a:avLst/>
            <a:gdLst>
              <a:gd name="connsiteX0" fmla="*/ 0 w 1935480"/>
              <a:gd name="connsiteY0" fmla="*/ 0 h 2476500"/>
              <a:gd name="connsiteX1" fmla="*/ 1935480 w 1935480"/>
              <a:gd name="connsiteY1" fmla="*/ 739140 h 2476500"/>
              <a:gd name="connsiteX2" fmla="*/ 1744980 w 1935480"/>
              <a:gd name="connsiteY2" fmla="*/ 2476500 h 2476500"/>
              <a:gd name="connsiteX3" fmla="*/ 388620 w 1935480"/>
              <a:gd name="connsiteY3" fmla="*/ 1546860 h 2476500"/>
              <a:gd name="connsiteX4" fmla="*/ 0 w 1935480"/>
              <a:gd name="connsiteY4" fmla="*/ 0 h 2476500"/>
              <a:gd name="connsiteX0" fmla="*/ 2435860 w 2435860"/>
              <a:gd name="connsiteY0" fmla="*/ 0 h 2664460"/>
              <a:gd name="connsiteX1" fmla="*/ 1546860 w 2435860"/>
              <a:gd name="connsiteY1" fmla="*/ 927100 h 2664460"/>
              <a:gd name="connsiteX2" fmla="*/ 1356360 w 2435860"/>
              <a:gd name="connsiteY2" fmla="*/ 2664460 h 2664460"/>
              <a:gd name="connsiteX3" fmla="*/ 0 w 2435860"/>
              <a:gd name="connsiteY3" fmla="*/ 1734820 h 2664460"/>
              <a:gd name="connsiteX4" fmla="*/ 2435860 w 2435860"/>
              <a:gd name="connsiteY4" fmla="*/ 0 h 2664460"/>
              <a:gd name="connsiteX0" fmla="*/ 1079500 w 1079500"/>
              <a:gd name="connsiteY0" fmla="*/ 0 h 2664460"/>
              <a:gd name="connsiteX1" fmla="*/ 190500 w 1079500"/>
              <a:gd name="connsiteY1" fmla="*/ 927100 h 2664460"/>
              <a:gd name="connsiteX2" fmla="*/ 0 w 1079500"/>
              <a:gd name="connsiteY2" fmla="*/ 2664460 h 2664460"/>
              <a:gd name="connsiteX3" fmla="*/ 695960 w 1079500"/>
              <a:gd name="connsiteY3" fmla="*/ 1460500 h 2664460"/>
              <a:gd name="connsiteX4" fmla="*/ 1079500 w 1079500"/>
              <a:gd name="connsiteY4" fmla="*/ 0 h 2664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9500" h="2664460">
                <a:moveTo>
                  <a:pt x="1079500" y="0"/>
                </a:moveTo>
                <a:lnTo>
                  <a:pt x="190500" y="927100"/>
                </a:lnTo>
                <a:lnTo>
                  <a:pt x="0" y="2664460"/>
                </a:lnTo>
                <a:lnTo>
                  <a:pt x="695960" y="1460500"/>
                </a:lnTo>
                <a:lnTo>
                  <a:pt x="1079500" y="0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334B738-EDA8-4290-97D0-184F6CB7AB23}"/>
              </a:ext>
            </a:extLst>
          </p:cNvPr>
          <p:cNvSpPr/>
          <p:nvPr/>
        </p:nvSpPr>
        <p:spPr>
          <a:xfrm>
            <a:off x="4008120" y="2540000"/>
            <a:ext cx="1600200" cy="1579880"/>
          </a:xfrm>
          <a:custGeom>
            <a:avLst/>
            <a:gdLst>
              <a:gd name="connsiteX0" fmla="*/ 0 w 609600"/>
              <a:gd name="connsiteY0" fmla="*/ 0 h 807720"/>
              <a:gd name="connsiteX1" fmla="*/ 574040 w 609600"/>
              <a:gd name="connsiteY1" fmla="*/ 274320 h 807720"/>
              <a:gd name="connsiteX2" fmla="*/ 609600 w 609600"/>
              <a:gd name="connsiteY2" fmla="*/ 807720 h 807720"/>
              <a:gd name="connsiteX3" fmla="*/ 66040 w 609600"/>
              <a:gd name="connsiteY3" fmla="*/ 457200 h 807720"/>
              <a:gd name="connsiteX4" fmla="*/ 0 w 609600"/>
              <a:gd name="connsiteY4" fmla="*/ 0 h 807720"/>
              <a:gd name="connsiteX0" fmla="*/ 2108200 w 2108200"/>
              <a:gd name="connsiteY0" fmla="*/ 0 h 1579880"/>
              <a:gd name="connsiteX1" fmla="*/ 508000 w 2108200"/>
              <a:gd name="connsiteY1" fmla="*/ 1046480 h 1579880"/>
              <a:gd name="connsiteX2" fmla="*/ 543560 w 2108200"/>
              <a:gd name="connsiteY2" fmla="*/ 1579880 h 1579880"/>
              <a:gd name="connsiteX3" fmla="*/ 0 w 2108200"/>
              <a:gd name="connsiteY3" fmla="*/ 1229360 h 1579880"/>
              <a:gd name="connsiteX4" fmla="*/ 2108200 w 2108200"/>
              <a:gd name="connsiteY4" fmla="*/ 0 h 1579880"/>
              <a:gd name="connsiteX0" fmla="*/ 1600200 w 1600200"/>
              <a:gd name="connsiteY0" fmla="*/ 0 h 1579880"/>
              <a:gd name="connsiteX1" fmla="*/ 0 w 1600200"/>
              <a:gd name="connsiteY1" fmla="*/ 1046480 h 1579880"/>
              <a:gd name="connsiteX2" fmla="*/ 35560 w 1600200"/>
              <a:gd name="connsiteY2" fmla="*/ 1579880 h 1579880"/>
              <a:gd name="connsiteX3" fmla="*/ 1315720 w 1600200"/>
              <a:gd name="connsiteY3" fmla="*/ 1391920 h 1579880"/>
              <a:gd name="connsiteX4" fmla="*/ 1600200 w 1600200"/>
              <a:gd name="connsiteY4" fmla="*/ 0 h 157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0200" h="1579880">
                <a:moveTo>
                  <a:pt x="1600200" y="0"/>
                </a:moveTo>
                <a:lnTo>
                  <a:pt x="0" y="1046480"/>
                </a:lnTo>
                <a:lnTo>
                  <a:pt x="35560" y="1579880"/>
                </a:lnTo>
                <a:lnTo>
                  <a:pt x="1315720" y="1391920"/>
                </a:lnTo>
                <a:lnTo>
                  <a:pt x="1600200" y="0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9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penGL Perspective Frustum and NDC">
            <a:extLst>
              <a:ext uri="{FF2B5EF4-FFF2-40B4-BE49-F238E27FC236}">
                <a16:creationId xmlns:a16="http://schemas.microsoft.com/office/drawing/2014/main" id="{99D7C220-ACA6-4C18-B0F8-17CC09988CE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727" y="1563080"/>
            <a:ext cx="7408545" cy="37318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C164F27-1589-49FF-BAC9-6A3D73CABA0B}"/>
              </a:ext>
            </a:extLst>
          </p:cNvPr>
          <p:cNvSpPr/>
          <p:nvPr/>
        </p:nvSpPr>
        <p:spPr>
          <a:xfrm>
            <a:off x="6324600" y="1958340"/>
            <a:ext cx="2794000" cy="1191260"/>
          </a:xfrm>
          <a:custGeom>
            <a:avLst/>
            <a:gdLst>
              <a:gd name="connsiteX0" fmla="*/ 0 w 1516380"/>
              <a:gd name="connsiteY0" fmla="*/ 0 h 1714500"/>
              <a:gd name="connsiteX1" fmla="*/ 1516380 w 1516380"/>
              <a:gd name="connsiteY1" fmla="*/ 281940 h 1714500"/>
              <a:gd name="connsiteX2" fmla="*/ 1143000 w 1516380"/>
              <a:gd name="connsiteY2" fmla="*/ 1714500 h 1714500"/>
              <a:gd name="connsiteX3" fmla="*/ 38100 w 1516380"/>
              <a:gd name="connsiteY3" fmla="*/ 1257300 h 1714500"/>
              <a:gd name="connsiteX4" fmla="*/ 0 w 1516380"/>
              <a:gd name="connsiteY4" fmla="*/ 0 h 1714500"/>
              <a:gd name="connsiteX0" fmla="*/ 1272540 w 2415540"/>
              <a:gd name="connsiteY0" fmla="*/ 0 h 1714500"/>
              <a:gd name="connsiteX1" fmla="*/ 0 w 2415540"/>
              <a:gd name="connsiteY1" fmla="*/ 459740 h 1714500"/>
              <a:gd name="connsiteX2" fmla="*/ 2415540 w 2415540"/>
              <a:gd name="connsiteY2" fmla="*/ 1714500 h 1714500"/>
              <a:gd name="connsiteX3" fmla="*/ 1310640 w 2415540"/>
              <a:gd name="connsiteY3" fmla="*/ 1257300 h 1714500"/>
              <a:gd name="connsiteX4" fmla="*/ 1272540 w 2415540"/>
              <a:gd name="connsiteY4" fmla="*/ 0 h 1714500"/>
              <a:gd name="connsiteX0" fmla="*/ 1272540 w 1310640"/>
              <a:gd name="connsiteY0" fmla="*/ 0 h 2014220"/>
              <a:gd name="connsiteX1" fmla="*/ 0 w 1310640"/>
              <a:gd name="connsiteY1" fmla="*/ 459740 h 2014220"/>
              <a:gd name="connsiteX2" fmla="*/ 363220 w 1310640"/>
              <a:gd name="connsiteY2" fmla="*/ 2014220 h 2014220"/>
              <a:gd name="connsiteX3" fmla="*/ 1310640 w 1310640"/>
              <a:gd name="connsiteY3" fmla="*/ 1257300 h 2014220"/>
              <a:gd name="connsiteX4" fmla="*/ 1272540 w 1310640"/>
              <a:gd name="connsiteY4" fmla="*/ 0 h 2014220"/>
              <a:gd name="connsiteX0" fmla="*/ 1272540 w 2794000"/>
              <a:gd name="connsiteY0" fmla="*/ 0 h 2014220"/>
              <a:gd name="connsiteX1" fmla="*/ 0 w 2794000"/>
              <a:gd name="connsiteY1" fmla="*/ 459740 h 2014220"/>
              <a:gd name="connsiteX2" fmla="*/ 363220 w 2794000"/>
              <a:gd name="connsiteY2" fmla="*/ 2014220 h 2014220"/>
              <a:gd name="connsiteX3" fmla="*/ 2794000 w 2794000"/>
              <a:gd name="connsiteY3" fmla="*/ 281940 h 2014220"/>
              <a:gd name="connsiteX4" fmla="*/ 1272540 w 2794000"/>
              <a:gd name="connsiteY4" fmla="*/ 0 h 2014220"/>
              <a:gd name="connsiteX0" fmla="*/ 1272540 w 2794000"/>
              <a:gd name="connsiteY0" fmla="*/ 0 h 1191260"/>
              <a:gd name="connsiteX1" fmla="*/ 0 w 2794000"/>
              <a:gd name="connsiteY1" fmla="*/ 459740 h 1191260"/>
              <a:gd name="connsiteX2" fmla="*/ 1927860 w 2794000"/>
              <a:gd name="connsiteY2" fmla="*/ 1191260 h 1191260"/>
              <a:gd name="connsiteX3" fmla="*/ 2794000 w 2794000"/>
              <a:gd name="connsiteY3" fmla="*/ 281940 h 1191260"/>
              <a:gd name="connsiteX4" fmla="*/ 1272540 w 2794000"/>
              <a:gd name="connsiteY4" fmla="*/ 0 h 1191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4000" h="1191260">
                <a:moveTo>
                  <a:pt x="1272540" y="0"/>
                </a:moveTo>
                <a:lnTo>
                  <a:pt x="0" y="459740"/>
                </a:lnTo>
                <a:lnTo>
                  <a:pt x="1927860" y="1191260"/>
                </a:lnTo>
                <a:lnTo>
                  <a:pt x="2794000" y="281940"/>
                </a:lnTo>
                <a:lnTo>
                  <a:pt x="1272540" y="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13C3917-C2A8-43FA-B1C2-5649C669091F}"/>
              </a:ext>
            </a:extLst>
          </p:cNvPr>
          <p:cNvSpPr/>
          <p:nvPr/>
        </p:nvSpPr>
        <p:spPr>
          <a:xfrm>
            <a:off x="6713220" y="3208020"/>
            <a:ext cx="2029460" cy="1684020"/>
          </a:xfrm>
          <a:custGeom>
            <a:avLst/>
            <a:gdLst>
              <a:gd name="connsiteX0" fmla="*/ 0 w 1935480"/>
              <a:gd name="connsiteY0" fmla="*/ 0 h 2476500"/>
              <a:gd name="connsiteX1" fmla="*/ 1935480 w 1935480"/>
              <a:gd name="connsiteY1" fmla="*/ 739140 h 2476500"/>
              <a:gd name="connsiteX2" fmla="*/ 1744980 w 1935480"/>
              <a:gd name="connsiteY2" fmla="*/ 2476500 h 2476500"/>
              <a:gd name="connsiteX3" fmla="*/ 388620 w 1935480"/>
              <a:gd name="connsiteY3" fmla="*/ 1546860 h 2476500"/>
              <a:gd name="connsiteX4" fmla="*/ 0 w 1935480"/>
              <a:gd name="connsiteY4" fmla="*/ 0 h 2476500"/>
              <a:gd name="connsiteX0" fmla="*/ 2435860 w 2435860"/>
              <a:gd name="connsiteY0" fmla="*/ 0 h 2664460"/>
              <a:gd name="connsiteX1" fmla="*/ 1546860 w 2435860"/>
              <a:gd name="connsiteY1" fmla="*/ 927100 h 2664460"/>
              <a:gd name="connsiteX2" fmla="*/ 1356360 w 2435860"/>
              <a:gd name="connsiteY2" fmla="*/ 2664460 h 2664460"/>
              <a:gd name="connsiteX3" fmla="*/ 0 w 2435860"/>
              <a:gd name="connsiteY3" fmla="*/ 1734820 h 2664460"/>
              <a:gd name="connsiteX4" fmla="*/ 2435860 w 2435860"/>
              <a:gd name="connsiteY4" fmla="*/ 0 h 2664460"/>
              <a:gd name="connsiteX0" fmla="*/ 1079500 w 1079500"/>
              <a:gd name="connsiteY0" fmla="*/ 0 h 2664460"/>
              <a:gd name="connsiteX1" fmla="*/ 190500 w 1079500"/>
              <a:gd name="connsiteY1" fmla="*/ 927100 h 2664460"/>
              <a:gd name="connsiteX2" fmla="*/ 0 w 1079500"/>
              <a:gd name="connsiteY2" fmla="*/ 2664460 h 2664460"/>
              <a:gd name="connsiteX3" fmla="*/ 695960 w 1079500"/>
              <a:gd name="connsiteY3" fmla="*/ 1460500 h 2664460"/>
              <a:gd name="connsiteX4" fmla="*/ 1079500 w 1079500"/>
              <a:gd name="connsiteY4" fmla="*/ 0 h 2664460"/>
              <a:gd name="connsiteX0" fmla="*/ 2413000 w 2413000"/>
              <a:gd name="connsiteY0" fmla="*/ 0 h 2664460"/>
              <a:gd name="connsiteX1" fmla="*/ 0 w 2413000"/>
              <a:gd name="connsiteY1" fmla="*/ 1734820 h 2664460"/>
              <a:gd name="connsiteX2" fmla="*/ 1333500 w 2413000"/>
              <a:gd name="connsiteY2" fmla="*/ 2664460 h 2664460"/>
              <a:gd name="connsiteX3" fmla="*/ 2029460 w 2413000"/>
              <a:gd name="connsiteY3" fmla="*/ 1460500 h 2664460"/>
              <a:gd name="connsiteX4" fmla="*/ 2413000 w 2413000"/>
              <a:gd name="connsiteY4" fmla="*/ 0 h 2664460"/>
              <a:gd name="connsiteX0" fmla="*/ 914400 w 2029460"/>
              <a:gd name="connsiteY0" fmla="*/ 0 h 1684020"/>
              <a:gd name="connsiteX1" fmla="*/ 0 w 2029460"/>
              <a:gd name="connsiteY1" fmla="*/ 754380 h 1684020"/>
              <a:gd name="connsiteX2" fmla="*/ 1333500 w 2029460"/>
              <a:gd name="connsiteY2" fmla="*/ 1684020 h 1684020"/>
              <a:gd name="connsiteX3" fmla="*/ 2029460 w 2029460"/>
              <a:gd name="connsiteY3" fmla="*/ 480060 h 1684020"/>
              <a:gd name="connsiteX4" fmla="*/ 914400 w 2029460"/>
              <a:gd name="connsiteY4" fmla="*/ 0 h 1684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9460" h="1684020">
                <a:moveTo>
                  <a:pt x="914400" y="0"/>
                </a:moveTo>
                <a:lnTo>
                  <a:pt x="0" y="754380"/>
                </a:lnTo>
                <a:lnTo>
                  <a:pt x="1333500" y="1684020"/>
                </a:lnTo>
                <a:lnTo>
                  <a:pt x="2029460" y="480060"/>
                </a:lnTo>
                <a:lnTo>
                  <a:pt x="914400" y="0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334B738-EDA8-4290-97D0-184F6CB7AB23}"/>
              </a:ext>
            </a:extLst>
          </p:cNvPr>
          <p:cNvSpPr/>
          <p:nvPr/>
        </p:nvSpPr>
        <p:spPr>
          <a:xfrm>
            <a:off x="3510280" y="3342640"/>
            <a:ext cx="1813560" cy="777240"/>
          </a:xfrm>
          <a:custGeom>
            <a:avLst/>
            <a:gdLst>
              <a:gd name="connsiteX0" fmla="*/ 0 w 609600"/>
              <a:gd name="connsiteY0" fmla="*/ 0 h 807720"/>
              <a:gd name="connsiteX1" fmla="*/ 574040 w 609600"/>
              <a:gd name="connsiteY1" fmla="*/ 274320 h 807720"/>
              <a:gd name="connsiteX2" fmla="*/ 609600 w 609600"/>
              <a:gd name="connsiteY2" fmla="*/ 807720 h 807720"/>
              <a:gd name="connsiteX3" fmla="*/ 66040 w 609600"/>
              <a:gd name="connsiteY3" fmla="*/ 457200 h 807720"/>
              <a:gd name="connsiteX4" fmla="*/ 0 w 609600"/>
              <a:gd name="connsiteY4" fmla="*/ 0 h 807720"/>
              <a:gd name="connsiteX0" fmla="*/ 2108200 w 2108200"/>
              <a:gd name="connsiteY0" fmla="*/ 0 h 1579880"/>
              <a:gd name="connsiteX1" fmla="*/ 508000 w 2108200"/>
              <a:gd name="connsiteY1" fmla="*/ 1046480 h 1579880"/>
              <a:gd name="connsiteX2" fmla="*/ 543560 w 2108200"/>
              <a:gd name="connsiteY2" fmla="*/ 1579880 h 1579880"/>
              <a:gd name="connsiteX3" fmla="*/ 0 w 2108200"/>
              <a:gd name="connsiteY3" fmla="*/ 1229360 h 1579880"/>
              <a:gd name="connsiteX4" fmla="*/ 2108200 w 2108200"/>
              <a:gd name="connsiteY4" fmla="*/ 0 h 1579880"/>
              <a:gd name="connsiteX0" fmla="*/ 1600200 w 1600200"/>
              <a:gd name="connsiteY0" fmla="*/ 0 h 1579880"/>
              <a:gd name="connsiteX1" fmla="*/ 0 w 1600200"/>
              <a:gd name="connsiteY1" fmla="*/ 1046480 h 1579880"/>
              <a:gd name="connsiteX2" fmla="*/ 35560 w 1600200"/>
              <a:gd name="connsiteY2" fmla="*/ 1579880 h 1579880"/>
              <a:gd name="connsiteX3" fmla="*/ 1315720 w 1600200"/>
              <a:gd name="connsiteY3" fmla="*/ 1391920 h 1579880"/>
              <a:gd name="connsiteX4" fmla="*/ 1600200 w 1600200"/>
              <a:gd name="connsiteY4" fmla="*/ 0 h 1579880"/>
              <a:gd name="connsiteX0" fmla="*/ 2098040 w 2098040"/>
              <a:gd name="connsiteY0" fmla="*/ 0 h 1579880"/>
              <a:gd name="connsiteX1" fmla="*/ 0 w 2098040"/>
              <a:gd name="connsiteY1" fmla="*/ 1239520 h 1579880"/>
              <a:gd name="connsiteX2" fmla="*/ 533400 w 2098040"/>
              <a:gd name="connsiteY2" fmla="*/ 1579880 h 1579880"/>
              <a:gd name="connsiteX3" fmla="*/ 1813560 w 2098040"/>
              <a:gd name="connsiteY3" fmla="*/ 1391920 h 1579880"/>
              <a:gd name="connsiteX4" fmla="*/ 2098040 w 2098040"/>
              <a:gd name="connsiteY4" fmla="*/ 0 h 1579880"/>
              <a:gd name="connsiteX0" fmla="*/ 472440 w 1813560"/>
              <a:gd name="connsiteY0" fmla="*/ 0 h 777240"/>
              <a:gd name="connsiteX1" fmla="*/ 0 w 1813560"/>
              <a:gd name="connsiteY1" fmla="*/ 436880 h 777240"/>
              <a:gd name="connsiteX2" fmla="*/ 533400 w 1813560"/>
              <a:gd name="connsiteY2" fmla="*/ 777240 h 777240"/>
              <a:gd name="connsiteX3" fmla="*/ 1813560 w 1813560"/>
              <a:gd name="connsiteY3" fmla="*/ 589280 h 777240"/>
              <a:gd name="connsiteX4" fmla="*/ 472440 w 1813560"/>
              <a:gd name="connsiteY4" fmla="*/ 0 h 77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3560" h="777240">
                <a:moveTo>
                  <a:pt x="472440" y="0"/>
                </a:moveTo>
                <a:lnTo>
                  <a:pt x="0" y="436880"/>
                </a:lnTo>
                <a:lnTo>
                  <a:pt x="533400" y="777240"/>
                </a:lnTo>
                <a:lnTo>
                  <a:pt x="1813560" y="589280"/>
                </a:lnTo>
                <a:lnTo>
                  <a:pt x="472440" y="0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4666E93-3E17-408B-B3D1-8B7F8EF97AFE}"/>
              </a:ext>
            </a:extLst>
          </p:cNvPr>
          <p:cNvSpPr/>
          <p:nvPr/>
        </p:nvSpPr>
        <p:spPr>
          <a:xfrm>
            <a:off x="3439160" y="2362200"/>
            <a:ext cx="2161540" cy="1239520"/>
          </a:xfrm>
          <a:custGeom>
            <a:avLst/>
            <a:gdLst>
              <a:gd name="connsiteX0" fmla="*/ 0 w 1714500"/>
              <a:gd name="connsiteY0" fmla="*/ 0 h 1569720"/>
              <a:gd name="connsiteX1" fmla="*/ 1714500 w 1714500"/>
              <a:gd name="connsiteY1" fmla="*/ 175260 h 1569720"/>
              <a:gd name="connsiteX2" fmla="*/ 1402080 w 1714500"/>
              <a:gd name="connsiteY2" fmla="*/ 1569720 h 1569720"/>
              <a:gd name="connsiteX3" fmla="*/ 60960 w 1714500"/>
              <a:gd name="connsiteY3" fmla="*/ 998220 h 1569720"/>
              <a:gd name="connsiteX4" fmla="*/ 0 w 1714500"/>
              <a:gd name="connsiteY4" fmla="*/ 0 h 1569720"/>
              <a:gd name="connsiteX0" fmla="*/ 469900 w 1871980"/>
              <a:gd name="connsiteY0" fmla="*/ 0 h 1569720"/>
              <a:gd name="connsiteX1" fmla="*/ 0 w 1871980"/>
              <a:gd name="connsiteY1" fmla="*/ 942340 h 1569720"/>
              <a:gd name="connsiteX2" fmla="*/ 1871980 w 1871980"/>
              <a:gd name="connsiteY2" fmla="*/ 1569720 h 1569720"/>
              <a:gd name="connsiteX3" fmla="*/ 530860 w 1871980"/>
              <a:gd name="connsiteY3" fmla="*/ 998220 h 1569720"/>
              <a:gd name="connsiteX4" fmla="*/ 469900 w 1871980"/>
              <a:gd name="connsiteY4" fmla="*/ 0 h 1569720"/>
              <a:gd name="connsiteX0" fmla="*/ 469900 w 530860"/>
              <a:gd name="connsiteY0" fmla="*/ 0 h 1417320"/>
              <a:gd name="connsiteX1" fmla="*/ 0 w 530860"/>
              <a:gd name="connsiteY1" fmla="*/ 942340 h 1417320"/>
              <a:gd name="connsiteX2" fmla="*/ 63500 w 530860"/>
              <a:gd name="connsiteY2" fmla="*/ 1417320 h 1417320"/>
              <a:gd name="connsiteX3" fmla="*/ 530860 w 530860"/>
              <a:gd name="connsiteY3" fmla="*/ 998220 h 1417320"/>
              <a:gd name="connsiteX4" fmla="*/ 469900 w 530860"/>
              <a:gd name="connsiteY4" fmla="*/ 0 h 1417320"/>
              <a:gd name="connsiteX0" fmla="*/ 469900 w 2161540"/>
              <a:gd name="connsiteY0" fmla="*/ 0 h 1417320"/>
              <a:gd name="connsiteX1" fmla="*/ 0 w 2161540"/>
              <a:gd name="connsiteY1" fmla="*/ 942340 h 1417320"/>
              <a:gd name="connsiteX2" fmla="*/ 63500 w 2161540"/>
              <a:gd name="connsiteY2" fmla="*/ 1417320 h 1417320"/>
              <a:gd name="connsiteX3" fmla="*/ 2161540 w 2161540"/>
              <a:gd name="connsiteY3" fmla="*/ 175260 h 1417320"/>
              <a:gd name="connsiteX4" fmla="*/ 469900 w 2161540"/>
              <a:gd name="connsiteY4" fmla="*/ 0 h 1417320"/>
              <a:gd name="connsiteX0" fmla="*/ 469900 w 2161540"/>
              <a:gd name="connsiteY0" fmla="*/ 0 h 1239520"/>
              <a:gd name="connsiteX1" fmla="*/ 0 w 2161540"/>
              <a:gd name="connsiteY1" fmla="*/ 942340 h 1239520"/>
              <a:gd name="connsiteX2" fmla="*/ 571500 w 2161540"/>
              <a:gd name="connsiteY2" fmla="*/ 1239520 h 1239520"/>
              <a:gd name="connsiteX3" fmla="*/ 2161540 w 2161540"/>
              <a:gd name="connsiteY3" fmla="*/ 175260 h 1239520"/>
              <a:gd name="connsiteX4" fmla="*/ 469900 w 2161540"/>
              <a:gd name="connsiteY4" fmla="*/ 0 h 123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1540" h="1239520">
                <a:moveTo>
                  <a:pt x="469900" y="0"/>
                </a:moveTo>
                <a:lnTo>
                  <a:pt x="0" y="942340"/>
                </a:lnTo>
                <a:lnTo>
                  <a:pt x="571500" y="1239520"/>
                </a:lnTo>
                <a:lnTo>
                  <a:pt x="2161540" y="175260"/>
                </a:lnTo>
                <a:lnTo>
                  <a:pt x="469900" y="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penGL Perspective Frustum and NDC">
            <a:extLst>
              <a:ext uri="{FF2B5EF4-FFF2-40B4-BE49-F238E27FC236}">
                <a16:creationId xmlns:a16="http://schemas.microsoft.com/office/drawing/2014/main" id="{99D7C220-ACA6-4C18-B0F8-17CC09988CE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727" y="1563080"/>
            <a:ext cx="7408545" cy="373183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FFA75DB2-C91D-4AB9-9C3F-B8C4FB40518D}"/>
              </a:ext>
            </a:extLst>
          </p:cNvPr>
          <p:cNvSpPr/>
          <p:nvPr/>
        </p:nvSpPr>
        <p:spPr>
          <a:xfrm rot="1565729">
            <a:off x="7864362" y="2264823"/>
            <a:ext cx="621335" cy="555991"/>
          </a:xfrm>
          <a:prstGeom prst="triangle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4806E263-CA1C-412E-89D3-B2262B9F0BBE}"/>
              </a:ext>
            </a:extLst>
          </p:cNvPr>
          <p:cNvSpPr/>
          <p:nvPr/>
        </p:nvSpPr>
        <p:spPr>
          <a:xfrm rot="1565729">
            <a:off x="6994372" y="2960504"/>
            <a:ext cx="621335" cy="555991"/>
          </a:xfrm>
          <a:prstGeom prst="triangle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5B5216E-8F06-4C67-8588-13701628A3D0}"/>
              </a:ext>
            </a:extLst>
          </p:cNvPr>
          <p:cNvGrpSpPr/>
          <p:nvPr/>
        </p:nvGrpSpPr>
        <p:grpSpPr>
          <a:xfrm>
            <a:off x="6301740" y="2415540"/>
            <a:ext cx="1935480" cy="2476500"/>
            <a:chOff x="6301740" y="2415540"/>
            <a:chExt cx="1935480" cy="24765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CA302C8-C8B7-4E91-B997-6C2F0C948DC6}"/>
                </a:ext>
              </a:extLst>
            </p:cNvPr>
            <p:cNvSpPr/>
            <p:nvPr/>
          </p:nvSpPr>
          <p:spPr>
            <a:xfrm>
              <a:off x="6301740" y="2415540"/>
              <a:ext cx="1935480" cy="2476500"/>
            </a:xfrm>
            <a:custGeom>
              <a:avLst/>
              <a:gdLst>
                <a:gd name="connsiteX0" fmla="*/ 0 w 1935480"/>
                <a:gd name="connsiteY0" fmla="*/ 0 h 2476500"/>
                <a:gd name="connsiteX1" fmla="*/ 1935480 w 1935480"/>
                <a:gd name="connsiteY1" fmla="*/ 739140 h 2476500"/>
                <a:gd name="connsiteX2" fmla="*/ 1744980 w 1935480"/>
                <a:gd name="connsiteY2" fmla="*/ 2476500 h 2476500"/>
                <a:gd name="connsiteX3" fmla="*/ 388620 w 1935480"/>
                <a:gd name="connsiteY3" fmla="*/ 1546860 h 2476500"/>
                <a:gd name="connsiteX4" fmla="*/ 0 w 1935480"/>
                <a:gd name="connsiteY4" fmla="*/ 0 h 2476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5480" h="2476500">
                  <a:moveTo>
                    <a:pt x="0" y="0"/>
                  </a:moveTo>
                  <a:lnTo>
                    <a:pt x="1935480" y="739140"/>
                  </a:lnTo>
                  <a:lnTo>
                    <a:pt x="1744980" y="2476500"/>
                  </a:lnTo>
                  <a:lnTo>
                    <a:pt x="388620" y="15468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FC40F5F-13AE-4416-9780-1F84CC8477D3}"/>
                </a:ext>
              </a:extLst>
            </p:cNvPr>
            <p:cNvCxnSpPr>
              <a:cxnSpLocks/>
            </p:cNvCxnSpPr>
            <p:nvPr/>
          </p:nvCxnSpPr>
          <p:spPr>
            <a:xfrm>
              <a:off x="7266432" y="2779776"/>
              <a:ext cx="38608" cy="1594104"/>
            </a:xfrm>
            <a:prstGeom prst="line">
              <a:avLst/>
            </a:prstGeom>
            <a:ln>
              <a:solidFill>
                <a:srgbClr val="BC8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F6AC56-DD40-44F6-895F-882D9EE75D87}"/>
                </a:ext>
              </a:extLst>
            </p:cNvPr>
            <p:cNvCxnSpPr>
              <a:cxnSpLocks/>
            </p:cNvCxnSpPr>
            <p:nvPr/>
          </p:nvCxnSpPr>
          <p:spPr>
            <a:xfrm>
              <a:off x="6785610" y="2594610"/>
              <a:ext cx="182880" cy="1565910"/>
            </a:xfrm>
            <a:prstGeom prst="line">
              <a:avLst/>
            </a:prstGeom>
            <a:ln>
              <a:solidFill>
                <a:srgbClr val="BC8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64D5A94-7187-49D6-B63C-26C4767B62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73340" y="2960370"/>
              <a:ext cx="99060" cy="1684020"/>
            </a:xfrm>
            <a:prstGeom prst="line">
              <a:avLst/>
            </a:prstGeom>
            <a:ln>
              <a:solidFill>
                <a:srgbClr val="BC8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273EAA3-A36E-4904-81FE-B2B0F1D09A19}"/>
                </a:ext>
              </a:extLst>
            </p:cNvPr>
            <p:cNvCxnSpPr>
              <a:cxnSpLocks/>
            </p:cNvCxnSpPr>
            <p:nvPr/>
          </p:nvCxnSpPr>
          <p:spPr>
            <a:xfrm>
              <a:off x="6515100" y="3238500"/>
              <a:ext cx="1623060" cy="834390"/>
            </a:xfrm>
            <a:prstGeom prst="line">
              <a:avLst/>
            </a:prstGeom>
            <a:ln>
              <a:solidFill>
                <a:srgbClr val="BC8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5069833-9FD9-4209-BB6B-60495267D737}"/>
                </a:ext>
              </a:extLst>
            </p:cNvPr>
            <p:cNvCxnSpPr>
              <a:cxnSpLocks/>
            </p:cNvCxnSpPr>
            <p:nvPr/>
          </p:nvCxnSpPr>
          <p:spPr>
            <a:xfrm>
              <a:off x="6389370" y="2779776"/>
              <a:ext cx="1790700" cy="824484"/>
            </a:xfrm>
            <a:prstGeom prst="line">
              <a:avLst/>
            </a:prstGeom>
            <a:ln>
              <a:solidFill>
                <a:srgbClr val="BC8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37A1108-13B6-45E4-A2A3-B7797E241992}"/>
                </a:ext>
              </a:extLst>
            </p:cNvPr>
            <p:cNvCxnSpPr>
              <a:cxnSpLocks/>
            </p:cNvCxnSpPr>
            <p:nvPr/>
          </p:nvCxnSpPr>
          <p:spPr>
            <a:xfrm>
              <a:off x="6633210" y="3650742"/>
              <a:ext cx="1490186" cy="867156"/>
            </a:xfrm>
            <a:prstGeom prst="line">
              <a:avLst/>
            </a:prstGeom>
            <a:ln>
              <a:solidFill>
                <a:srgbClr val="BC8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540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3EBED1-4783-4502-9962-0B80CB9E8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27" y="1092460"/>
            <a:ext cx="7073648" cy="44771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277631-FA91-400A-8121-2EEA308A2EA4}"/>
              </a:ext>
            </a:extLst>
          </p:cNvPr>
          <p:cNvSpPr txBox="1"/>
          <p:nvPr/>
        </p:nvSpPr>
        <p:spPr>
          <a:xfrm>
            <a:off x="6501284" y="3798278"/>
            <a:ext cx="53256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After projection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Surfaces projected on the near plane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Near plane divided into grids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Need to decide the color of the grids</a:t>
            </a:r>
          </a:p>
        </p:txBody>
      </p:sp>
    </p:spTree>
    <p:extLst>
      <p:ext uri="{BB962C8B-B14F-4D97-AF65-F5344CB8AC3E}">
        <p14:creationId xmlns:p14="http://schemas.microsoft.com/office/powerpoint/2010/main" val="206652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D24A2-8C5C-40F4-9E72-C12237196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Z-Buffering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07282-B809-4F07-A3AD-A6C00F41A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z-buffer</a:t>
            </a:r>
            <a:r>
              <a:rPr lang="en-US" dirty="0"/>
              <a:t>, is a type of data buffer used in computer graphics to represent </a:t>
            </a:r>
            <a:r>
              <a:rPr lang="en-US" b="1" dirty="0"/>
              <a:t>depth information </a:t>
            </a:r>
            <a:r>
              <a:rPr lang="en-US" dirty="0"/>
              <a:t>of objects in 3D space </a:t>
            </a:r>
            <a:r>
              <a:rPr lang="en-US" b="1" dirty="0"/>
              <a:t>from a particular perspective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037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83E31D1-5909-4CF5-9EB1-1C078B91B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293178"/>
              </p:ext>
            </p:extLst>
          </p:nvPr>
        </p:nvGraphicFramePr>
        <p:xfrm>
          <a:off x="5740400" y="685800"/>
          <a:ext cx="5486400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5052163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5956531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8493802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84725423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69878648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1458478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460345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0515822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7779441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65467336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62502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66417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14147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4326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07206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69556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90092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27737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45772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77901"/>
                  </a:ext>
                </a:extLst>
              </a:tr>
            </a:tbl>
          </a:graphicData>
        </a:graphic>
      </p:graphicFrame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3BD4A99-127C-4198-B3F0-08FE905A9B50}"/>
              </a:ext>
            </a:extLst>
          </p:cNvPr>
          <p:cNvSpPr/>
          <p:nvPr/>
        </p:nvSpPr>
        <p:spPr>
          <a:xfrm>
            <a:off x="2975046" y="1329566"/>
            <a:ext cx="1493520" cy="1351280"/>
          </a:xfrm>
          <a:custGeom>
            <a:avLst/>
            <a:gdLst>
              <a:gd name="connsiteX0" fmla="*/ 1239520 w 1493520"/>
              <a:gd name="connsiteY0" fmla="*/ 0 h 1351280"/>
              <a:gd name="connsiteX1" fmla="*/ 0 w 1493520"/>
              <a:gd name="connsiteY1" fmla="*/ 833120 h 1351280"/>
              <a:gd name="connsiteX2" fmla="*/ 1493520 w 1493520"/>
              <a:gd name="connsiteY2" fmla="*/ 1351280 h 1351280"/>
              <a:gd name="connsiteX3" fmla="*/ 1239520 w 1493520"/>
              <a:gd name="connsiteY3" fmla="*/ 0 h 135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3520" h="1351280">
                <a:moveTo>
                  <a:pt x="1239520" y="0"/>
                </a:moveTo>
                <a:lnTo>
                  <a:pt x="0" y="833120"/>
                </a:lnTo>
                <a:lnTo>
                  <a:pt x="1493520" y="1351280"/>
                </a:lnTo>
                <a:lnTo>
                  <a:pt x="1239520" y="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B46A3BA-7AE5-4180-923E-78167827667B}"/>
              </a:ext>
            </a:extLst>
          </p:cNvPr>
          <p:cNvSpPr/>
          <p:nvPr/>
        </p:nvSpPr>
        <p:spPr>
          <a:xfrm>
            <a:off x="1754012" y="2214497"/>
            <a:ext cx="1442720" cy="1219200"/>
          </a:xfrm>
          <a:custGeom>
            <a:avLst/>
            <a:gdLst>
              <a:gd name="connsiteX0" fmla="*/ 1137920 w 1442720"/>
              <a:gd name="connsiteY0" fmla="*/ 0 h 1219200"/>
              <a:gd name="connsiteX1" fmla="*/ 0 w 1442720"/>
              <a:gd name="connsiteY1" fmla="*/ 721360 h 1219200"/>
              <a:gd name="connsiteX2" fmla="*/ 1442720 w 1442720"/>
              <a:gd name="connsiteY2" fmla="*/ 1219200 h 1219200"/>
              <a:gd name="connsiteX3" fmla="*/ 1137920 w 1442720"/>
              <a:gd name="connsiteY3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2720" h="1219200">
                <a:moveTo>
                  <a:pt x="1137920" y="0"/>
                </a:moveTo>
                <a:lnTo>
                  <a:pt x="0" y="721360"/>
                </a:lnTo>
                <a:lnTo>
                  <a:pt x="1442720" y="1219200"/>
                </a:lnTo>
                <a:lnTo>
                  <a:pt x="1137920" y="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EF3FE8D-C934-4D8F-9207-75D47A1A4E79}"/>
              </a:ext>
            </a:extLst>
          </p:cNvPr>
          <p:cNvSpPr/>
          <p:nvPr/>
        </p:nvSpPr>
        <p:spPr>
          <a:xfrm>
            <a:off x="1305477" y="3483804"/>
            <a:ext cx="1493520" cy="1351280"/>
          </a:xfrm>
          <a:custGeom>
            <a:avLst/>
            <a:gdLst>
              <a:gd name="connsiteX0" fmla="*/ 1239520 w 1493520"/>
              <a:gd name="connsiteY0" fmla="*/ 0 h 1351280"/>
              <a:gd name="connsiteX1" fmla="*/ 0 w 1493520"/>
              <a:gd name="connsiteY1" fmla="*/ 833120 h 1351280"/>
              <a:gd name="connsiteX2" fmla="*/ 1493520 w 1493520"/>
              <a:gd name="connsiteY2" fmla="*/ 1351280 h 1351280"/>
              <a:gd name="connsiteX3" fmla="*/ 1239520 w 1493520"/>
              <a:gd name="connsiteY3" fmla="*/ 0 h 135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3520" h="1351280">
                <a:moveTo>
                  <a:pt x="1239520" y="0"/>
                </a:moveTo>
                <a:lnTo>
                  <a:pt x="0" y="833120"/>
                </a:lnTo>
                <a:lnTo>
                  <a:pt x="1493520" y="1351280"/>
                </a:lnTo>
                <a:lnTo>
                  <a:pt x="1239520" y="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C753B6B-B786-49F6-89E8-3AEB06504A34}"/>
              </a:ext>
            </a:extLst>
          </p:cNvPr>
          <p:cNvSpPr/>
          <p:nvPr/>
        </p:nvSpPr>
        <p:spPr>
          <a:xfrm>
            <a:off x="700369" y="3626424"/>
            <a:ext cx="1442720" cy="1219200"/>
          </a:xfrm>
          <a:custGeom>
            <a:avLst/>
            <a:gdLst>
              <a:gd name="connsiteX0" fmla="*/ 1137920 w 1442720"/>
              <a:gd name="connsiteY0" fmla="*/ 0 h 1219200"/>
              <a:gd name="connsiteX1" fmla="*/ 0 w 1442720"/>
              <a:gd name="connsiteY1" fmla="*/ 721360 h 1219200"/>
              <a:gd name="connsiteX2" fmla="*/ 1442720 w 1442720"/>
              <a:gd name="connsiteY2" fmla="*/ 1219200 h 1219200"/>
              <a:gd name="connsiteX3" fmla="*/ 1137920 w 1442720"/>
              <a:gd name="connsiteY3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2720" h="1219200">
                <a:moveTo>
                  <a:pt x="1137920" y="0"/>
                </a:moveTo>
                <a:lnTo>
                  <a:pt x="0" y="721360"/>
                </a:lnTo>
                <a:lnTo>
                  <a:pt x="1442720" y="1219200"/>
                </a:lnTo>
                <a:lnTo>
                  <a:pt x="1137920" y="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0EB06F3-7812-4614-A190-F50382706A47}"/>
              </a:ext>
            </a:extLst>
          </p:cNvPr>
          <p:cNvGrpSpPr/>
          <p:nvPr/>
        </p:nvGrpSpPr>
        <p:grpSpPr>
          <a:xfrm>
            <a:off x="628957" y="2733040"/>
            <a:ext cx="2511445" cy="3221754"/>
            <a:chOff x="709275" y="3058160"/>
            <a:chExt cx="2511445" cy="3221754"/>
          </a:xfrm>
          <a:noFill/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C1187E35-6E71-45CC-B707-CD5157E4126B}"/>
                </a:ext>
              </a:extLst>
            </p:cNvPr>
            <p:cNvSpPr/>
            <p:nvPr/>
          </p:nvSpPr>
          <p:spPr>
            <a:xfrm rot="5400000">
              <a:off x="354151" y="3413345"/>
              <a:ext cx="3221754" cy="2511383"/>
            </a:xfrm>
            <a:prstGeom prst="parallelogram">
              <a:avLst>
                <a:gd name="adj" fmla="val 35468"/>
              </a:avLst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A33050-6565-4EF6-ADF0-A10A79C810F3}"/>
                </a:ext>
              </a:extLst>
            </p:cNvPr>
            <p:cNvCxnSpPr>
              <a:stCxn id="9" idx="5"/>
              <a:endCxn id="9" idx="2"/>
            </p:cNvCxnSpPr>
            <p:nvPr/>
          </p:nvCxnSpPr>
          <p:spPr>
            <a:xfrm>
              <a:off x="1965028" y="350352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6C546CD-4C43-4E71-B541-7F5F5AA61F42}"/>
                </a:ext>
              </a:extLst>
            </p:cNvPr>
            <p:cNvCxnSpPr/>
            <p:nvPr/>
          </p:nvCxnSpPr>
          <p:spPr>
            <a:xfrm>
              <a:off x="946488" y="3140421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4FE6F18-3F4E-471D-A6B9-7C3E8AF7424B}"/>
                </a:ext>
              </a:extLst>
            </p:cNvPr>
            <p:cNvCxnSpPr/>
            <p:nvPr/>
          </p:nvCxnSpPr>
          <p:spPr>
            <a:xfrm>
              <a:off x="1190328" y="323682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67D03CA-6408-4075-9088-3A9BF9B551CE}"/>
                </a:ext>
              </a:extLst>
            </p:cNvPr>
            <p:cNvCxnSpPr/>
            <p:nvPr/>
          </p:nvCxnSpPr>
          <p:spPr>
            <a:xfrm>
              <a:off x="1434168" y="332318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069AEC3-B286-4CE4-A9B0-20A952B9C1DA}"/>
                </a:ext>
              </a:extLst>
            </p:cNvPr>
            <p:cNvCxnSpPr/>
            <p:nvPr/>
          </p:nvCxnSpPr>
          <p:spPr>
            <a:xfrm>
              <a:off x="1698328" y="339938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9BED1E5-CFF9-4EB8-A87B-D76C4E42B739}"/>
                </a:ext>
              </a:extLst>
            </p:cNvPr>
            <p:cNvCxnSpPr/>
            <p:nvPr/>
          </p:nvCxnSpPr>
          <p:spPr>
            <a:xfrm>
              <a:off x="2234352" y="359226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A980EF-D224-4094-955C-99D4484C08E2}"/>
                </a:ext>
              </a:extLst>
            </p:cNvPr>
            <p:cNvCxnSpPr/>
            <p:nvPr/>
          </p:nvCxnSpPr>
          <p:spPr>
            <a:xfrm>
              <a:off x="2478192" y="367862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2DA5092-8F52-4BD9-8EC7-58ABB6CA252E}"/>
                </a:ext>
              </a:extLst>
            </p:cNvPr>
            <p:cNvCxnSpPr/>
            <p:nvPr/>
          </p:nvCxnSpPr>
          <p:spPr>
            <a:xfrm>
              <a:off x="2722032" y="376498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83F60A9-323D-4A71-A432-63239667FBED}"/>
                </a:ext>
              </a:extLst>
            </p:cNvPr>
            <p:cNvCxnSpPr/>
            <p:nvPr/>
          </p:nvCxnSpPr>
          <p:spPr>
            <a:xfrm>
              <a:off x="2986192" y="3861280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44F0485-914A-461A-AA40-8EC5E50421F4}"/>
                </a:ext>
              </a:extLst>
            </p:cNvPr>
            <p:cNvCxnSpPr>
              <a:cxnSpLocks/>
              <a:stCxn id="9" idx="3"/>
              <a:endCxn id="9" idx="1"/>
            </p:cNvCxnSpPr>
            <p:nvPr/>
          </p:nvCxnSpPr>
          <p:spPr>
            <a:xfrm>
              <a:off x="709337" y="422366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1D88FE0-6DC6-4ACE-B706-3598EE7391DA}"/>
                </a:ext>
              </a:extLst>
            </p:cNvPr>
            <p:cNvCxnSpPr>
              <a:cxnSpLocks/>
            </p:cNvCxnSpPr>
            <p:nvPr/>
          </p:nvCxnSpPr>
          <p:spPr>
            <a:xfrm>
              <a:off x="709321" y="4014377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549A6B6-21EE-4725-AB86-F1DE5A1C6EDA}"/>
                </a:ext>
              </a:extLst>
            </p:cNvPr>
            <p:cNvCxnSpPr>
              <a:cxnSpLocks/>
            </p:cNvCxnSpPr>
            <p:nvPr/>
          </p:nvCxnSpPr>
          <p:spPr>
            <a:xfrm>
              <a:off x="709305" y="3777832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830E292-6944-4733-9808-1FBFB29C810C}"/>
                </a:ext>
              </a:extLst>
            </p:cNvPr>
            <p:cNvCxnSpPr>
              <a:cxnSpLocks/>
            </p:cNvCxnSpPr>
            <p:nvPr/>
          </p:nvCxnSpPr>
          <p:spPr>
            <a:xfrm>
              <a:off x="709275" y="3533047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D728F29-65AA-4414-BD1E-C6431F9A42CA}"/>
                </a:ext>
              </a:extLst>
            </p:cNvPr>
            <p:cNvCxnSpPr>
              <a:cxnSpLocks/>
            </p:cNvCxnSpPr>
            <p:nvPr/>
          </p:nvCxnSpPr>
          <p:spPr>
            <a:xfrm>
              <a:off x="709335" y="326100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B65D050-BA7B-4D3E-8132-1646A6D6F277}"/>
                </a:ext>
              </a:extLst>
            </p:cNvPr>
            <p:cNvCxnSpPr>
              <a:cxnSpLocks/>
            </p:cNvCxnSpPr>
            <p:nvPr/>
          </p:nvCxnSpPr>
          <p:spPr>
            <a:xfrm>
              <a:off x="709321" y="5209303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0A83149-C6B3-4C76-9F81-CBC99D436CB3}"/>
                </a:ext>
              </a:extLst>
            </p:cNvPr>
            <p:cNvCxnSpPr>
              <a:cxnSpLocks/>
            </p:cNvCxnSpPr>
            <p:nvPr/>
          </p:nvCxnSpPr>
          <p:spPr>
            <a:xfrm>
              <a:off x="709305" y="497275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F8E907B-668C-44D9-9E00-9E567F73784D}"/>
                </a:ext>
              </a:extLst>
            </p:cNvPr>
            <p:cNvCxnSpPr>
              <a:cxnSpLocks/>
            </p:cNvCxnSpPr>
            <p:nvPr/>
          </p:nvCxnSpPr>
          <p:spPr>
            <a:xfrm>
              <a:off x="709275" y="4727973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1CCA6B-EB77-46AE-978D-02235A378DDC}"/>
                </a:ext>
              </a:extLst>
            </p:cNvPr>
            <p:cNvCxnSpPr>
              <a:cxnSpLocks/>
            </p:cNvCxnSpPr>
            <p:nvPr/>
          </p:nvCxnSpPr>
          <p:spPr>
            <a:xfrm>
              <a:off x="709335" y="4455934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5B6ABDD-D2B1-4612-BC21-1A3977566D3D}"/>
              </a:ext>
            </a:extLst>
          </p:cNvPr>
          <p:cNvSpPr txBox="1"/>
          <p:nvPr/>
        </p:nvSpPr>
        <p:spPr>
          <a:xfrm>
            <a:off x="4084573" y="1845165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Z=0.7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F0288C-39DA-4A78-8746-9806374BB668}"/>
              </a:ext>
            </a:extLst>
          </p:cNvPr>
          <p:cNvSpPr txBox="1"/>
          <p:nvPr/>
        </p:nvSpPr>
        <p:spPr>
          <a:xfrm>
            <a:off x="2816533" y="2710364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Z=0.2</a:t>
            </a:r>
          </a:p>
        </p:txBody>
      </p:sp>
    </p:spTree>
    <p:extLst>
      <p:ext uri="{BB962C8B-B14F-4D97-AF65-F5344CB8AC3E}">
        <p14:creationId xmlns:p14="http://schemas.microsoft.com/office/powerpoint/2010/main" val="145932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83E31D1-5909-4CF5-9EB1-1C078B91B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164708"/>
              </p:ext>
            </p:extLst>
          </p:nvPr>
        </p:nvGraphicFramePr>
        <p:xfrm>
          <a:off x="5740400" y="685800"/>
          <a:ext cx="5486400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5052163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5956531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8493802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84725423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69878648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1458478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460345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0515822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7779441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65467336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62502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66417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14147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4326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07206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69556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90092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27737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45772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779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6D671AA-9699-4F17-AC30-5F09DF45CCD4}"/>
              </a:ext>
            </a:extLst>
          </p:cNvPr>
          <p:cNvSpPr txBox="1"/>
          <p:nvPr/>
        </p:nvSpPr>
        <p:spPr>
          <a:xfrm>
            <a:off x="548640" y="685800"/>
            <a:ext cx="3919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Let, </a:t>
            </a:r>
            <a:r>
              <a:rPr lang="en-US" dirty="0" err="1"/>
              <a:t>z_max</a:t>
            </a:r>
            <a:r>
              <a:rPr lang="en-US" dirty="0"/>
              <a:t> = 1</a:t>
            </a:r>
          </a:p>
          <a:p>
            <a:r>
              <a:rPr lang="en-US" dirty="0"/>
              <a:t>Initialize </a:t>
            </a:r>
            <a:r>
              <a:rPr lang="en-US" dirty="0" err="1"/>
              <a:t>z-buffer</a:t>
            </a:r>
            <a:r>
              <a:rPr lang="en-US" dirty="0"/>
              <a:t> with </a:t>
            </a:r>
            <a:r>
              <a:rPr lang="en-US" dirty="0" err="1"/>
              <a:t>z_max</a:t>
            </a:r>
            <a:endParaRPr lang="en-US" dirty="0"/>
          </a:p>
          <a:p>
            <a:r>
              <a:rPr lang="en-US" dirty="0"/>
              <a:t>The color of all cells are background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3BD4A99-127C-4198-B3F0-08FE905A9B50}"/>
              </a:ext>
            </a:extLst>
          </p:cNvPr>
          <p:cNvSpPr/>
          <p:nvPr/>
        </p:nvSpPr>
        <p:spPr>
          <a:xfrm>
            <a:off x="2975046" y="1329566"/>
            <a:ext cx="1493520" cy="1351280"/>
          </a:xfrm>
          <a:custGeom>
            <a:avLst/>
            <a:gdLst>
              <a:gd name="connsiteX0" fmla="*/ 1239520 w 1493520"/>
              <a:gd name="connsiteY0" fmla="*/ 0 h 1351280"/>
              <a:gd name="connsiteX1" fmla="*/ 0 w 1493520"/>
              <a:gd name="connsiteY1" fmla="*/ 833120 h 1351280"/>
              <a:gd name="connsiteX2" fmla="*/ 1493520 w 1493520"/>
              <a:gd name="connsiteY2" fmla="*/ 1351280 h 1351280"/>
              <a:gd name="connsiteX3" fmla="*/ 1239520 w 1493520"/>
              <a:gd name="connsiteY3" fmla="*/ 0 h 135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3520" h="1351280">
                <a:moveTo>
                  <a:pt x="1239520" y="0"/>
                </a:moveTo>
                <a:lnTo>
                  <a:pt x="0" y="833120"/>
                </a:lnTo>
                <a:lnTo>
                  <a:pt x="1493520" y="1351280"/>
                </a:lnTo>
                <a:lnTo>
                  <a:pt x="1239520" y="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B46A3BA-7AE5-4180-923E-78167827667B}"/>
              </a:ext>
            </a:extLst>
          </p:cNvPr>
          <p:cNvSpPr/>
          <p:nvPr/>
        </p:nvSpPr>
        <p:spPr>
          <a:xfrm>
            <a:off x="1754012" y="2214497"/>
            <a:ext cx="1442720" cy="1219200"/>
          </a:xfrm>
          <a:custGeom>
            <a:avLst/>
            <a:gdLst>
              <a:gd name="connsiteX0" fmla="*/ 1137920 w 1442720"/>
              <a:gd name="connsiteY0" fmla="*/ 0 h 1219200"/>
              <a:gd name="connsiteX1" fmla="*/ 0 w 1442720"/>
              <a:gd name="connsiteY1" fmla="*/ 721360 h 1219200"/>
              <a:gd name="connsiteX2" fmla="*/ 1442720 w 1442720"/>
              <a:gd name="connsiteY2" fmla="*/ 1219200 h 1219200"/>
              <a:gd name="connsiteX3" fmla="*/ 1137920 w 1442720"/>
              <a:gd name="connsiteY3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2720" h="1219200">
                <a:moveTo>
                  <a:pt x="1137920" y="0"/>
                </a:moveTo>
                <a:lnTo>
                  <a:pt x="0" y="721360"/>
                </a:lnTo>
                <a:lnTo>
                  <a:pt x="1442720" y="1219200"/>
                </a:lnTo>
                <a:lnTo>
                  <a:pt x="1137920" y="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EF3FE8D-C934-4D8F-9207-75D47A1A4E79}"/>
              </a:ext>
            </a:extLst>
          </p:cNvPr>
          <p:cNvSpPr/>
          <p:nvPr/>
        </p:nvSpPr>
        <p:spPr>
          <a:xfrm>
            <a:off x="1305477" y="3483804"/>
            <a:ext cx="1493520" cy="1351280"/>
          </a:xfrm>
          <a:custGeom>
            <a:avLst/>
            <a:gdLst>
              <a:gd name="connsiteX0" fmla="*/ 1239520 w 1493520"/>
              <a:gd name="connsiteY0" fmla="*/ 0 h 1351280"/>
              <a:gd name="connsiteX1" fmla="*/ 0 w 1493520"/>
              <a:gd name="connsiteY1" fmla="*/ 833120 h 1351280"/>
              <a:gd name="connsiteX2" fmla="*/ 1493520 w 1493520"/>
              <a:gd name="connsiteY2" fmla="*/ 1351280 h 1351280"/>
              <a:gd name="connsiteX3" fmla="*/ 1239520 w 1493520"/>
              <a:gd name="connsiteY3" fmla="*/ 0 h 135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3520" h="1351280">
                <a:moveTo>
                  <a:pt x="1239520" y="0"/>
                </a:moveTo>
                <a:lnTo>
                  <a:pt x="0" y="833120"/>
                </a:lnTo>
                <a:lnTo>
                  <a:pt x="1493520" y="1351280"/>
                </a:lnTo>
                <a:lnTo>
                  <a:pt x="1239520" y="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C753B6B-B786-49F6-89E8-3AEB06504A34}"/>
              </a:ext>
            </a:extLst>
          </p:cNvPr>
          <p:cNvSpPr/>
          <p:nvPr/>
        </p:nvSpPr>
        <p:spPr>
          <a:xfrm>
            <a:off x="700369" y="3626424"/>
            <a:ext cx="1442720" cy="1219200"/>
          </a:xfrm>
          <a:custGeom>
            <a:avLst/>
            <a:gdLst>
              <a:gd name="connsiteX0" fmla="*/ 1137920 w 1442720"/>
              <a:gd name="connsiteY0" fmla="*/ 0 h 1219200"/>
              <a:gd name="connsiteX1" fmla="*/ 0 w 1442720"/>
              <a:gd name="connsiteY1" fmla="*/ 721360 h 1219200"/>
              <a:gd name="connsiteX2" fmla="*/ 1442720 w 1442720"/>
              <a:gd name="connsiteY2" fmla="*/ 1219200 h 1219200"/>
              <a:gd name="connsiteX3" fmla="*/ 1137920 w 1442720"/>
              <a:gd name="connsiteY3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2720" h="1219200">
                <a:moveTo>
                  <a:pt x="1137920" y="0"/>
                </a:moveTo>
                <a:lnTo>
                  <a:pt x="0" y="721360"/>
                </a:lnTo>
                <a:lnTo>
                  <a:pt x="1442720" y="1219200"/>
                </a:lnTo>
                <a:lnTo>
                  <a:pt x="1137920" y="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0EB06F3-7812-4614-A190-F50382706A47}"/>
              </a:ext>
            </a:extLst>
          </p:cNvPr>
          <p:cNvGrpSpPr/>
          <p:nvPr/>
        </p:nvGrpSpPr>
        <p:grpSpPr>
          <a:xfrm>
            <a:off x="628957" y="2733040"/>
            <a:ext cx="2511445" cy="3221754"/>
            <a:chOff x="709275" y="3058160"/>
            <a:chExt cx="2511445" cy="3221754"/>
          </a:xfrm>
          <a:noFill/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C1187E35-6E71-45CC-B707-CD5157E4126B}"/>
                </a:ext>
              </a:extLst>
            </p:cNvPr>
            <p:cNvSpPr/>
            <p:nvPr/>
          </p:nvSpPr>
          <p:spPr>
            <a:xfrm rot="5400000">
              <a:off x="354151" y="3413345"/>
              <a:ext cx="3221754" cy="2511383"/>
            </a:xfrm>
            <a:prstGeom prst="parallelogram">
              <a:avLst>
                <a:gd name="adj" fmla="val 35468"/>
              </a:avLst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A33050-6565-4EF6-ADF0-A10A79C810F3}"/>
                </a:ext>
              </a:extLst>
            </p:cNvPr>
            <p:cNvCxnSpPr>
              <a:stCxn id="9" idx="5"/>
              <a:endCxn id="9" idx="2"/>
            </p:cNvCxnSpPr>
            <p:nvPr/>
          </p:nvCxnSpPr>
          <p:spPr>
            <a:xfrm>
              <a:off x="1965028" y="350352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6C546CD-4C43-4E71-B541-7F5F5AA61F42}"/>
                </a:ext>
              </a:extLst>
            </p:cNvPr>
            <p:cNvCxnSpPr/>
            <p:nvPr/>
          </p:nvCxnSpPr>
          <p:spPr>
            <a:xfrm>
              <a:off x="946488" y="3140421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4FE6F18-3F4E-471D-A6B9-7C3E8AF7424B}"/>
                </a:ext>
              </a:extLst>
            </p:cNvPr>
            <p:cNvCxnSpPr/>
            <p:nvPr/>
          </p:nvCxnSpPr>
          <p:spPr>
            <a:xfrm>
              <a:off x="1190328" y="323682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67D03CA-6408-4075-9088-3A9BF9B551CE}"/>
                </a:ext>
              </a:extLst>
            </p:cNvPr>
            <p:cNvCxnSpPr/>
            <p:nvPr/>
          </p:nvCxnSpPr>
          <p:spPr>
            <a:xfrm>
              <a:off x="1434168" y="332318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069AEC3-B286-4CE4-A9B0-20A952B9C1DA}"/>
                </a:ext>
              </a:extLst>
            </p:cNvPr>
            <p:cNvCxnSpPr/>
            <p:nvPr/>
          </p:nvCxnSpPr>
          <p:spPr>
            <a:xfrm>
              <a:off x="1698328" y="339938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9BED1E5-CFF9-4EB8-A87B-D76C4E42B739}"/>
                </a:ext>
              </a:extLst>
            </p:cNvPr>
            <p:cNvCxnSpPr/>
            <p:nvPr/>
          </p:nvCxnSpPr>
          <p:spPr>
            <a:xfrm>
              <a:off x="2234352" y="359226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A980EF-D224-4094-955C-99D4484C08E2}"/>
                </a:ext>
              </a:extLst>
            </p:cNvPr>
            <p:cNvCxnSpPr/>
            <p:nvPr/>
          </p:nvCxnSpPr>
          <p:spPr>
            <a:xfrm>
              <a:off x="2478192" y="367862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2DA5092-8F52-4BD9-8EC7-58ABB6CA252E}"/>
                </a:ext>
              </a:extLst>
            </p:cNvPr>
            <p:cNvCxnSpPr/>
            <p:nvPr/>
          </p:nvCxnSpPr>
          <p:spPr>
            <a:xfrm>
              <a:off x="2722032" y="376498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83F60A9-323D-4A71-A432-63239667FBED}"/>
                </a:ext>
              </a:extLst>
            </p:cNvPr>
            <p:cNvCxnSpPr/>
            <p:nvPr/>
          </p:nvCxnSpPr>
          <p:spPr>
            <a:xfrm>
              <a:off x="2986192" y="3861280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44F0485-914A-461A-AA40-8EC5E50421F4}"/>
                </a:ext>
              </a:extLst>
            </p:cNvPr>
            <p:cNvCxnSpPr>
              <a:cxnSpLocks/>
              <a:stCxn id="9" idx="3"/>
              <a:endCxn id="9" idx="1"/>
            </p:cNvCxnSpPr>
            <p:nvPr/>
          </p:nvCxnSpPr>
          <p:spPr>
            <a:xfrm>
              <a:off x="709337" y="422366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1D88FE0-6DC6-4ACE-B706-3598EE7391DA}"/>
                </a:ext>
              </a:extLst>
            </p:cNvPr>
            <p:cNvCxnSpPr>
              <a:cxnSpLocks/>
            </p:cNvCxnSpPr>
            <p:nvPr/>
          </p:nvCxnSpPr>
          <p:spPr>
            <a:xfrm>
              <a:off x="709321" y="4014377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549A6B6-21EE-4725-AB86-F1DE5A1C6EDA}"/>
                </a:ext>
              </a:extLst>
            </p:cNvPr>
            <p:cNvCxnSpPr>
              <a:cxnSpLocks/>
            </p:cNvCxnSpPr>
            <p:nvPr/>
          </p:nvCxnSpPr>
          <p:spPr>
            <a:xfrm>
              <a:off x="709305" y="3777832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830E292-6944-4733-9808-1FBFB29C810C}"/>
                </a:ext>
              </a:extLst>
            </p:cNvPr>
            <p:cNvCxnSpPr>
              <a:cxnSpLocks/>
            </p:cNvCxnSpPr>
            <p:nvPr/>
          </p:nvCxnSpPr>
          <p:spPr>
            <a:xfrm>
              <a:off x="709275" y="3533047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D728F29-65AA-4414-BD1E-C6431F9A42CA}"/>
                </a:ext>
              </a:extLst>
            </p:cNvPr>
            <p:cNvCxnSpPr>
              <a:cxnSpLocks/>
            </p:cNvCxnSpPr>
            <p:nvPr/>
          </p:nvCxnSpPr>
          <p:spPr>
            <a:xfrm>
              <a:off x="709335" y="326100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B65D050-BA7B-4D3E-8132-1646A6D6F277}"/>
                </a:ext>
              </a:extLst>
            </p:cNvPr>
            <p:cNvCxnSpPr>
              <a:cxnSpLocks/>
            </p:cNvCxnSpPr>
            <p:nvPr/>
          </p:nvCxnSpPr>
          <p:spPr>
            <a:xfrm>
              <a:off x="709321" y="5209303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0A83149-C6B3-4C76-9F81-CBC99D436CB3}"/>
                </a:ext>
              </a:extLst>
            </p:cNvPr>
            <p:cNvCxnSpPr>
              <a:cxnSpLocks/>
            </p:cNvCxnSpPr>
            <p:nvPr/>
          </p:nvCxnSpPr>
          <p:spPr>
            <a:xfrm>
              <a:off x="709305" y="497275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F8E907B-668C-44D9-9E00-9E567F73784D}"/>
                </a:ext>
              </a:extLst>
            </p:cNvPr>
            <p:cNvCxnSpPr>
              <a:cxnSpLocks/>
            </p:cNvCxnSpPr>
            <p:nvPr/>
          </p:nvCxnSpPr>
          <p:spPr>
            <a:xfrm>
              <a:off x="709275" y="4727973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1CCA6B-EB77-46AE-978D-02235A378DDC}"/>
                </a:ext>
              </a:extLst>
            </p:cNvPr>
            <p:cNvCxnSpPr>
              <a:cxnSpLocks/>
            </p:cNvCxnSpPr>
            <p:nvPr/>
          </p:nvCxnSpPr>
          <p:spPr>
            <a:xfrm>
              <a:off x="709335" y="4455934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6CB3F3B-5DF9-4E2E-AD64-2C71F22FAF13}"/>
              </a:ext>
            </a:extLst>
          </p:cNvPr>
          <p:cNvSpPr txBox="1"/>
          <p:nvPr/>
        </p:nvSpPr>
        <p:spPr>
          <a:xfrm>
            <a:off x="4084573" y="1845165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Z=0.7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1AEB40-58F1-404A-9433-BD9B5F0715DE}"/>
              </a:ext>
            </a:extLst>
          </p:cNvPr>
          <p:cNvSpPr txBox="1"/>
          <p:nvPr/>
        </p:nvSpPr>
        <p:spPr>
          <a:xfrm>
            <a:off x="2816533" y="2710364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Z=0.2</a:t>
            </a:r>
          </a:p>
        </p:txBody>
      </p:sp>
    </p:spTree>
    <p:extLst>
      <p:ext uri="{BB962C8B-B14F-4D97-AF65-F5344CB8AC3E}">
        <p14:creationId xmlns:p14="http://schemas.microsoft.com/office/powerpoint/2010/main" val="2659218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83E31D1-5909-4CF5-9EB1-1C078B91B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301006"/>
              </p:ext>
            </p:extLst>
          </p:nvPr>
        </p:nvGraphicFramePr>
        <p:xfrm>
          <a:off x="5740400" y="685800"/>
          <a:ext cx="5486400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5052163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5956531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8493802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84725423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69878648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1458478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460345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0515822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7779441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65467336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62502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66417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14147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4326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07206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69556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90092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27737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45772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779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6D671AA-9699-4F17-AC30-5F09DF45CCD4}"/>
              </a:ext>
            </a:extLst>
          </p:cNvPr>
          <p:cNvSpPr txBox="1"/>
          <p:nvPr/>
        </p:nvSpPr>
        <p:spPr>
          <a:xfrm>
            <a:off x="548639" y="685800"/>
            <a:ext cx="4816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Drawing B First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3BD4A99-127C-4198-B3F0-08FE905A9B50}"/>
              </a:ext>
            </a:extLst>
          </p:cNvPr>
          <p:cNvSpPr/>
          <p:nvPr/>
        </p:nvSpPr>
        <p:spPr>
          <a:xfrm>
            <a:off x="2975046" y="1329566"/>
            <a:ext cx="1493520" cy="1351280"/>
          </a:xfrm>
          <a:custGeom>
            <a:avLst/>
            <a:gdLst>
              <a:gd name="connsiteX0" fmla="*/ 1239520 w 1493520"/>
              <a:gd name="connsiteY0" fmla="*/ 0 h 1351280"/>
              <a:gd name="connsiteX1" fmla="*/ 0 w 1493520"/>
              <a:gd name="connsiteY1" fmla="*/ 833120 h 1351280"/>
              <a:gd name="connsiteX2" fmla="*/ 1493520 w 1493520"/>
              <a:gd name="connsiteY2" fmla="*/ 1351280 h 1351280"/>
              <a:gd name="connsiteX3" fmla="*/ 1239520 w 1493520"/>
              <a:gd name="connsiteY3" fmla="*/ 0 h 135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3520" h="1351280">
                <a:moveTo>
                  <a:pt x="1239520" y="0"/>
                </a:moveTo>
                <a:lnTo>
                  <a:pt x="0" y="833120"/>
                </a:lnTo>
                <a:lnTo>
                  <a:pt x="1493520" y="1351280"/>
                </a:lnTo>
                <a:lnTo>
                  <a:pt x="1239520" y="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B46A3BA-7AE5-4180-923E-78167827667B}"/>
              </a:ext>
            </a:extLst>
          </p:cNvPr>
          <p:cNvSpPr/>
          <p:nvPr/>
        </p:nvSpPr>
        <p:spPr>
          <a:xfrm>
            <a:off x="1754012" y="2214497"/>
            <a:ext cx="1442720" cy="1219200"/>
          </a:xfrm>
          <a:custGeom>
            <a:avLst/>
            <a:gdLst>
              <a:gd name="connsiteX0" fmla="*/ 1137920 w 1442720"/>
              <a:gd name="connsiteY0" fmla="*/ 0 h 1219200"/>
              <a:gd name="connsiteX1" fmla="*/ 0 w 1442720"/>
              <a:gd name="connsiteY1" fmla="*/ 721360 h 1219200"/>
              <a:gd name="connsiteX2" fmla="*/ 1442720 w 1442720"/>
              <a:gd name="connsiteY2" fmla="*/ 1219200 h 1219200"/>
              <a:gd name="connsiteX3" fmla="*/ 1137920 w 1442720"/>
              <a:gd name="connsiteY3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2720" h="1219200">
                <a:moveTo>
                  <a:pt x="1137920" y="0"/>
                </a:moveTo>
                <a:lnTo>
                  <a:pt x="0" y="721360"/>
                </a:lnTo>
                <a:lnTo>
                  <a:pt x="1442720" y="1219200"/>
                </a:lnTo>
                <a:lnTo>
                  <a:pt x="1137920" y="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EF3FE8D-C934-4D8F-9207-75D47A1A4E79}"/>
              </a:ext>
            </a:extLst>
          </p:cNvPr>
          <p:cNvSpPr/>
          <p:nvPr/>
        </p:nvSpPr>
        <p:spPr>
          <a:xfrm>
            <a:off x="1305477" y="3483804"/>
            <a:ext cx="1493520" cy="1351280"/>
          </a:xfrm>
          <a:custGeom>
            <a:avLst/>
            <a:gdLst>
              <a:gd name="connsiteX0" fmla="*/ 1239520 w 1493520"/>
              <a:gd name="connsiteY0" fmla="*/ 0 h 1351280"/>
              <a:gd name="connsiteX1" fmla="*/ 0 w 1493520"/>
              <a:gd name="connsiteY1" fmla="*/ 833120 h 1351280"/>
              <a:gd name="connsiteX2" fmla="*/ 1493520 w 1493520"/>
              <a:gd name="connsiteY2" fmla="*/ 1351280 h 1351280"/>
              <a:gd name="connsiteX3" fmla="*/ 1239520 w 1493520"/>
              <a:gd name="connsiteY3" fmla="*/ 0 h 135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3520" h="1351280">
                <a:moveTo>
                  <a:pt x="1239520" y="0"/>
                </a:moveTo>
                <a:lnTo>
                  <a:pt x="0" y="833120"/>
                </a:lnTo>
                <a:lnTo>
                  <a:pt x="1493520" y="1351280"/>
                </a:lnTo>
                <a:lnTo>
                  <a:pt x="1239520" y="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0EB06F3-7812-4614-A190-F50382706A47}"/>
              </a:ext>
            </a:extLst>
          </p:cNvPr>
          <p:cNvGrpSpPr/>
          <p:nvPr/>
        </p:nvGrpSpPr>
        <p:grpSpPr>
          <a:xfrm>
            <a:off x="628957" y="2733040"/>
            <a:ext cx="2511445" cy="3221754"/>
            <a:chOff x="709275" y="3058160"/>
            <a:chExt cx="2511445" cy="3221754"/>
          </a:xfrm>
          <a:noFill/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C1187E35-6E71-45CC-B707-CD5157E4126B}"/>
                </a:ext>
              </a:extLst>
            </p:cNvPr>
            <p:cNvSpPr/>
            <p:nvPr/>
          </p:nvSpPr>
          <p:spPr>
            <a:xfrm rot="5400000">
              <a:off x="354151" y="3413345"/>
              <a:ext cx="3221754" cy="2511383"/>
            </a:xfrm>
            <a:prstGeom prst="parallelogram">
              <a:avLst>
                <a:gd name="adj" fmla="val 35468"/>
              </a:avLst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A33050-6565-4EF6-ADF0-A10A79C810F3}"/>
                </a:ext>
              </a:extLst>
            </p:cNvPr>
            <p:cNvCxnSpPr>
              <a:stCxn id="9" idx="5"/>
              <a:endCxn id="9" idx="2"/>
            </p:cNvCxnSpPr>
            <p:nvPr/>
          </p:nvCxnSpPr>
          <p:spPr>
            <a:xfrm>
              <a:off x="1965028" y="350352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6C546CD-4C43-4E71-B541-7F5F5AA61F42}"/>
                </a:ext>
              </a:extLst>
            </p:cNvPr>
            <p:cNvCxnSpPr/>
            <p:nvPr/>
          </p:nvCxnSpPr>
          <p:spPr>
            <a:xfrm>
              <a:off x="946488" y="3140421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4FE6F18-3F4E-471D-A6B9-7C3E8AF7424B}"/>
                </a:ext>
              </a:extLst>
            </p:cNvPr>
            <p:cNvCxnSpPr/>
            <p:nvPr/>
          </p:nvCxnSpPr>
          <p:spPr>
            <a:xfrm>
              <a:off x="1190328" y="323682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67D03CA-6408-4075-9088-3A9BF9B551CE}"/>
                </a:ext>
              </a:extLst>
            </p:cNvPr>
            <p:cNvCxnSpPr/>
            <p:nvPr/>
          </p:nvCxnSpPr>
          <p:spPr>
            <a:xfrm>
              <a:off x="1434168" y="332318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069AEC3-B286-4CE4-A9B0-20A952B9C1DA}"/>
                </a:ext>
              </a:extLst>
            </p:cNvPr>
            <p:cNvCxnSpPr/>
            <p:nvPr/>
          </p:nvCxnSpPr>
          <p:spPr>
            <a:xfrm>
              <a:off x="1698328" y="339938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9BED1E5-CFF9-4EB8-A87B-D76C4E42B739}"/>
                </a:ext>
              </a:extLst>
            </p:cNvPr>
            <p:cNvCxnSpPr/>
            <p:nvPr/>
          </p:nvCxnSpPr>
          <p:spPr>
            <a:xfrm>
              <a:off x="2234352" y="359226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A980EF-D224-4094-955C-99D4484C08E2}"/>
                </a:ext>
              </a:extLst>
            </p:cNvPr>
            <p:cNvCxnSpPr/>
            <p:nvPr/>
          </p:nvCxnSpPr>
          <p:spPr>
            <a:xfrm>
              <a:off x="2478192" y="367862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2DA5092-8F52-4BD9-8EC7-58ABB6CA252E}"/>
                </a:ext>
              </a:extLst>
            </p:cNvPr>
            <p:cNvCxnSpPr/>
            <p:nvPr/>
          </p:nvCxnSpPr>
          <p:spPr>
            <a:xfrm>
              <a:off x="2722032" y="376498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83F60A9-323D-4A71-A432-63239667FBED}"/>
                </a:ext>
              </a:extLst>
            </p:cNvPr>
            <p:cNvCxnSpPr/>
            <p:nvPr/>
          </p:nvCxnSpPr>
          <p:spPr>
            <a:xfrm>
              <a:off x="2986192" y="3861280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44F0485-914A-461A-AA40-8EC5E50421F4}"/>
                </a:ext>
              </a:extLst>
            </p:cNvPr>
            <p:cNvCxnSpPr>
              <a:cxnSpLocks/>
              <a:stCxn id="9" idx="3"/>
              <a:endCxn id="9" idx="1"/>
            </p:cNvCxnSpPr>
            <p:nvPr/>
          </p:nvCxnSpPr>
          <p:spPr>
            <a:xfrm>
              <a:off x="709337" y="422366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1D88FE0-6DC6-4ACE-B706-3598EE7391DA}"/>
                </a:ext>
              </a:extLst>
            </p:cNvPr>
            <p:cNvCxnSpPr>
              <a:cxnSpLocks/>
            </p:cNvCxnSpPr>
            <p:nvPr/>
          </p:nvCxnSpPr>
          <p:spPr>
            <a:xfrm>
              <a:off x="709321" y="4014377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549A6B6-21EE-4725-AB86-F1DE5A1C6EDA}"/>
                </a:ext>
              </a:extLst>
            </p:cNvPr>
            <p:cNvCxnSpPr>
              <a:cxnSpLocks/>
            </p:cNvCxnSpPr>
            <p:nvPr/>
          </p:nvCxnSpPr>
          <p:spPr>
            <a:xfrm>
              <a:off x="709305" y="3777832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830E292-6944-4733-9808-1FBFB29C810C}"/>
                </a:ext>
              </a:extLst>
            </p:cNvPr>
            <p:cNvCxnSpPr>
              <a:cxnSpLocks/>
            </p:cNvCxnSpPr>
            <p:nvPr/>
          </p:nvCxnSpPr>
          <p:spPr>
            <a:xfrm>
              <a:off x="709275" y="3533047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D728F29-65AA-4414-BD1E-C6431F9A42CA}"/>
                </a:ext>
              </a:extLst>
            </p:cNvPr>
            <p:cNvCxnSpPr>
              <a:cxnSpLocks/>
            </p:cNvCxnSpPr>
            <p:nvPr/>
          </p:nvCxnSpPr>
          <p:spPr>
            <a:xfrm>
              <a:off x="709335" y="326100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B65D050-BA7B-4D3E-8132-1646A6D6F277}"/>
                </a:ext>
              </a:extLst>
            </p:cNvPr>
            <p:cNvCxnSpPr>
              <a:cxnSpLocks/>
            </p:cNvCxnSpPr>
            <p:nvPr/>
          </p:nvCxnSpPr>
          <p:spPr>
            <a:xfrm>
              <a:off x="709321" y="5209303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0A83149-C6B3-4C76-9F81-CBC99D436CB3}"/>
                </a:ext>
              </a:extLst>
            </p:cNvPr>
            <p:cNvCxnSpPr>
              <a:cxnSpLocks/>
            </p:cNvCxnSpPr>
            <p:nvPr/>
          </p:nvCxnSpPr>
          <p:spPr>
            <a:xfrm>
              <a:off x="709305" y="497275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F8E907B-668C-44D9-9E00-9E567F73784D}"/>
                </a:ext>
              </a:extLst>
            </p:cNvPr>
            <p:cNvCxnSpPr>
              <a:cxnSpLocks/>
            </p:cNvCxnSpPr>
            <p:nvPr/>
          </p:nvCxnSpPr>
          <p:spPr>
            <a:xfrm>
              <a:off x="709275" y="4727973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1CCA6B-EB77-46AE-978D-02235A378DDC}"/>
                </a:ext>
              </a:extLst>
            </p:cNvPr>
            <p:cNvCxnSpPr>
              <a:cxnSpLocks/>
            </p:cNvCxnSpPr>
            <p:nvPr/>
          </p:nvCxnSpPr>
          <p:spPr>
            <a:xfrm>
              <a:off x="709335" y="4455934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6AA35FF-B3D2-4ED0-9D80-20FF9F1ADB3F}"/>
              </a:ext>
            </a:extLst>
          </p:cNvPr>
          <p:cNvSpPr txBox="1"/>
          <p:nvPr/>
        </p:nvSpPr>
        <p:spPr>
          <a:xfrm>
            <a:off x="4084573" y="1845165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Z=0.7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BD216D-6181-4861-BB29-C70D499BB9FF}"/>
              </a:ext>
            </a:extLst>
          </p:cNvPr>
          <p:cNvSpPr txBox="1"/>
          <p:nvPr/>
        </p:nvSpPr>
        <p:spPr>
          <a:xfrm>
            <a:off x="2816533" y="2710364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Z=0.2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5A5EAA4-6198-40D7-BCC1-56949147FB1B}"/>
              </a:ext>
            </a:extLst>
          </p:cNvPr>
          <p:cNvSpPr/>
          <p:nvPr/>
        </p:nvSpPr>
        <p:spPr>
          <a:xfrm>
            <a:off x="7237841" y="923757"/>
            <a:ext cx="3342640" cy="3007360"/>
          </a:xfrm>
          <a:custGeom>
            <a:avLst/>
            <a:gdLst>
              <a:gd name="connsiteX0" fmla="*/ 1239520 w 1493520"/>
              <a:gd name="connsiteY0" fmla="*/ 0 h 1351280"/>
              <a:gd name="connsiteX1" fmla="*/ 0 w 1493520"/>
              <a:gd name="connsiteY1" fmla="*/ 833120 h 1351280"/>
              <a:gd name="connsiteX2" fmla="*/ 1493520 w 1493520"/>
              <a:gd name="connsiteY2" fmla="*/ 1351280 h 1351280"/>
              <a:gd name="connsiteX3" fmla="*/ 1239520 w 1493520"/>
              <a:gd name="connsiteY3" fmla="*/ 0 h 1351280"/>
              <a:gd name="connsiteX0" fmla="*/ 1391920 w 1493520"/>
              <a:gd name="connsiteY0" fmla="*/ 0 h 2286000"/>
              <a:gd name="connsiteX1" fmla="*/ 0 w 1493520"/>
              <a:gd name="connsiteY1" fmla="*/ 1767840 h 2286000"/>
              <a:gd name="connsiteX2" fmla="*/ 1493520 w 1493520"/>
              <a:gd name="connsiteY2" fmla="*/ 2286000 h 2286000"/>
              <a:gd name="connsiteX3" fmla="*/ 1391920 w 1493520"/>
              <a:gd name="connsiteY3" fmla="*/ 0 h 2286000"/>
              <a:gd name="connsiteX0" fmla="*/ 2123440 w 2225040"/>
              <a:gd name="connsiteY0" fmla="*/ 0 h 2915920"/>
              <a:gd name="connsiteX1" fmla="*/ 0 w 2225040"/>
              <a:gd name="connsiteY1" fmla="*/ 2915920 h 2915920"/>
              <a:gd name="connsiteX2" fmla="*/ 2225040 w 2225040"/>
              <a:gd name="connsiteY2" fmla="*/ 2286000 h 2915920"/>
              <a:gd name="connsiteX3" fmla="*/ 2123440 w 2225040"/>
              <a:gd name="connsiteY3" fmla="*/ 0 h 2915920"/>
              <a:gd name="connsiteX0" fmla="*/ 2123440 w 3230880"/>
              <a:gd name="connsiteY0" fmla="*/ 0 h 2915920"/>
              <a:gd name="connsiteX1" fmla="*/ 0 w 3230880"/>
              <a:gd name="connsiteY1" fmla="*/ 2915920 h 2915920"/>
              <a:gd name="connsiteX2" fmla="*/ 3230880 w 3230880"/>
              <a:gd name="connsiteY2" fmla="*/ 2773680 h 2915920"/>
              <a:gd name="connsiteX3" fmla="*/ 2123440 w 3230880"/>
              <a:gd name="connsiteY3" fmla="*/ 0 h 2915920"/>
              <a:gd name="connsiteX0" fmla="*/ 2123440 w 3403600"/>
              <a:gd name="connsiteY0" fmla="*/ 0 h 2915920"/>
              <a:gd name="connsiteX1" fmla="*/ 0 w 3403600"/>
              <a:gd name="connsiteY1" fmla="*/ 2915920 h 2915920"/>
              <a:gd name="connsiteX2" fmla="*/ 3403600 w 3403600"/>
              <a:gd name="connsiteY2" fmla="*/ 2844800 h 2915920"/>
              <a:gd name="connsiteX3" fmla="*/ 2123440 w 3403600"/>
              <a:gd name="connsiteY3" fmla="*/ 0 h 2915920"/>
              <a:gd name="connsiteX0" fmla="*/ 2123440 w 3403600"/>
              <a:gd name="connsiteY0" fmla="*/ 0 h 2915920"/>
              <a:gd name="connsiteX1" fmla="*/ 0 w 3403600"/>
              <a:gd name="connsiteY1" fmla="*/ 2915920 h 2915920"/>
              <a:gd name="connsiteX2" fmla="*/ 3403600 w 3403600"/>
              <a:gd name="connsiteY2" fmla="*/ 2844800 h 2915920"/>
              <a:gd name="connsiteX3" fmla="*/ 2123440 w 3403600"/>
              <a:gd name="connsiteY3" fmla="*/ 0 h 2915920"/>
              <a:gd name="connsiteX0" fmla="*/ 2062480 w 3342640"/>
              <a:gd name="connsiteY0" fmla="*/ 0 h 2926080"/>
              <a:gd name="connsiteX1" fmla="*/ 0 w 3342640"/>
              <a:gd name="connsiteY1" fmla="*/ 2926080 h 2926080"/>
              <a:gd name="connsiteX2" fmla="*/ 3342640 w 3342640"/>
              <a:gd name="connsiteY2" fmla="*/ 2844800 h 2926080"/>
              <a:gd name="connsiteX3" fmla="*/ 2062480 w 3342640"/>
              <a:gd name="connsiteY3" fmla="*/ 0 h 2926080"/>
              <a:gd name="connsiteX0" fmla="*/ 2072640 w 3342640"/>
              <a:gd name="connsiteY0" fmla="*/ 0 h 3007360"/>
              <a:gd name="connsiteX1" fmla="*/ 0 w 3342640"/>
              <a:gd name="connsiteY1" fmla="*/ 3007360 h 3007360"/>
              <a:gd name="connsiteX2" fmla="*/ 3342640 w 3342640"/>
              <a:gd name="connsiteY2" fmla="*/ 2926080 h 3007360"/>
              <a:gd name="connsiteX3" fmla="*/ 2072640 w 3342640"/>
              <a:gd name="connsiteY3" fmla="*/ 0 h 300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2640" h="3007360">
                <a:moveTo>
                  <a:pt x="2072640" y="0"/>
                </a:moveTo>
                <a:lnTo>
                  <a:pt x="0" y="3007360"/>
                </a:lnTo>
                <a:lnTo>
                  <a:pt x="3342640" y="2926080"/>
                </a:lnTo>
                <a:lnTo>
                  <a:pt x="2072640" y="0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455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83E31D1-5909-4CF5-9EB1-1C078B91B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674735"/>
              </p:ext>
            </p:extLst>
          </p:nvPr>
        </p:nvGraphicFramePr>
        <p:xfrm>
          <a:off x="5740400" y="685800"/>
          <a:ext cx="5486400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5052163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5956531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8493802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84725423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69878648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1458478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460345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0515822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7779441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65467336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62502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66417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14147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4326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07206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69556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90092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27737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45772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779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6D671AA-9699-4F17-AC30-5F09DF45CCD4}"/>
              </a:ext>
            </a:extLst>
          </p:cNvPr>
          <p:cNvSpPr txBox="1"/>
          <p:nvPr/>
        </p:nvSpPr>
        <p:spPr>
          <a:xfrm>
            <a:off x="548640" y="685800"/>
            <a:ext cx="568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Drawing B First</a:t>
            </a:r>
          </a:p>
          <a:p>
            <a:r>
              <a:rPr lang="en-US" dirty="0"/>
              <a:t>Find z value of all grids that is covered by B</a:t>
            </a:r>
          </a:p>
          <a:p>
            <a:r>
              <a:rPr lang="en-US" dirty="0"/>
              <a:t>Update z value and color if nearer</a:t>
            </a:r>
          </a:p>
          <a:p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3BD4A99-127C-4198-B3F0-08FE905A9B50}"/>
              </a:ext>
            </a:extLst>
          </p:cNvPr>
          <p:cNvSpPr/>
          <p:nvPr/>
        </p:nvSpPr>
        <p:spPr>
          <a:xfrm>
            <a:off x="2975046" y="1329566"/>
            <a:ext cx="1493520" cy="1351280"/>
          </a:xfrm>
          <a:custGeom>
            <a:avLst/>
            <a:gdLst>
              <a:gd name="connsiteX0" fmla="*/ 1239520 w 1493520"/>
              <a:gd name="connsiteY0" fmla="*/ 0 h 1351280"/>
              <a:gd name="connsiteX1" fmla="*/ 0 w 1493520"/>
              <a:gd name="connsiteY1" fmla="*/ 833120 h 1351280"/>
              <a:gd name="connsiteX2" fmla="*/ 1493520 w 1493520"/>
              <a:gd name="connsiteY2" fmla="*/ 1351280 h 1351280"/>
              <a:gd name="connsiteX3" fmla="*/ 1239520 w 1493520"/>
              <a:gd name="connsiteY3" fmla="*/ 0 h 135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3520" h="1351280">
                <a:moveTo>
                  <a:pt x="1239520" y="0"/>
                </a:moveTo>
                <a:lnTo>
                  <a:pt x="0" y="833120"/>
                </a:lnTo>
                <a:lnTo>
                  <a:pt x="1493520" y="1351280"/>
                </a:lnTo>
                <a:lnTo>
                  <a:pt x="1239520" y="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B46A3BA-7AE5-4180-923E-78167827667B}"/>
              </a:ext>
            </a:extLst>
          </p:cNvPr>
          <p:cNvSpPr/>
          <p:nvPr/>
        </p:nvSpPr>
        <p:spPr>
          <a:xfrm>
            <a:off x="1754012" y="2214497"/>
            <a:ext cx="1442720" cy="1219200"/>
          </a:xfrm>
          <a:custGeom>
            <a:avLst/>
            <a:gdLst>
              <a:gd name="connsiteX0" fmla="*/ 1137920 w 1442720"/>
              <a:gd name="connsiteY0" fmla="*/ 0 h 1219200"/>
              <a:gd name="connsiteX1" fmla="*/ 0 w 1442720"/>
              <a:gd name="connsiteY1" fmla="*/ 721360 h 1219200"/>
              <a:gd name="connsiteX2" fmla="*/ 1442720 w 1442720"/>
              <a:gd name="connsiteY2" fmla="*/ 1219200 h 1219200"/>
              <a:gd name="connsiteX3" fmla="*/ 1137920 w 1442720"/>
              <a:gd name="connsiteY3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2720" h="1219200">
                <a:moveTo>
                  <a:pt x="1137920" y="0"/>
                </a:moveTo>
                <a:lnTo>
                  <a:pt x="0" y="721360"/>
                </a:lnTo>
                <a:lnTo>
                  <a:pt x="1442720" y="1219200"/>
                </a:lnTo>
                <a:lnTo>
                  <a:pt x="1137920" y="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EF3FE8D-C934-4D8F-9207-75D47A1A4E79}"/>
              </a:ext>
            </a:extLst>
          </p:cNvPr>
          <p:cNvSpPr/>
          <p:nvPr/>
        </p:nvSpPr>
        <p:spPr>
          <a:xfrm>
            <a:off x="1305477" y="3483804"/>
            <a:ext cx="1493520" cy="1351280"/>
          </a:xfrm>
          <a:custGeom>
            <a:avLst/>
            <a:gdLst>
              <a:gd name="connsiteX0" fmla="*/ 1239520 w 1493520"/>
              <a:gd name="connsiteY0" fmla="*/ 0 h 1351280"/>
              <a:gd name="connsiteX1" fmla="*/ 0 w 1493520"/>
              <a:gd name="connsiteY1" fmla="*/ 833120 h 1351280"/>
              <a:gd name="connsiteX2" fmla="*/ 1493520 w 1493520"/>
              <a:gd name="connsiteY2" fmla="*/ 1351280 h 1351280"/>
              <a:gd name="connsiteX3" fmla="*/ 1239520 w 1493520"/>
              <a:gd name="connsiteY3" fmla="*/ 0 h 135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3520" h="1351280">
                <a:moveTo>
                  <a:pt x="1239520" y="0"/>
                </a:moveTo>
                <a:lnTo>
                  <a:pt x="0" y="833120"/>
                </a:lnTo>
                <a:lnTo>
                  <a:pt x="1493520" y="1351280"/>
                </a:lnTo>
                <a:lnTo>
                  <a:pt x="1239520" y="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0EB06F3-7812-4614-A190-F50382706A47}"/>
              </a:ext>
            </a:extLst>
          </p:cNvPr>
          <p:cNvGrpSpPr/>
          <p:nvPr/>
        </p:nvGrpSpPr>
        <p:grpSpPr>
          <a:xfrm>
            <a:off x="628957" y="2733040"/>
            <a:ext cx="2511445" cy="3221754"/>
            <a:chOff x="709275" y="3058160"/>
            <a:chExt cx="2511445" cy="3221754"/>
          </a:xfrm>
          <a:noFill/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C1187E35-6E71-45CC-B707-CD5157E4126B}"/>
                </a:ext>
              </a:extLst>
            </p:cNvPr>
            <p:cNvSpPr/>
            <p:nvPr/>
          </p:nvSpPr>
          <p:spPr>
            <a:xfrm rot="5400000">
              <a:off x="354151" y="3413345"/>
              <a:ext cx="3221754" cy="2511383"/>
            </a:xfrm>
            <a:prstGeom prst="parallelogram">
              <a:avLst>
                <a:gd name="adj" fmla="val 35468"/>
              </a:avLst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A33050-6565-4EF6-ADF0-A10A79C810F3}"/>
                </a:ext>
              </a:extLst>
            </p:cNvPr>
            <p:cNvCxnSpPr>
              <a:stCxn id="9" idx="5"/>
              <a:endCxn id="9" idx="2"/>
            </p:cNvCxnSpPr>
            <p:nvPr/>
          </p:nvCxnSpPr>
          <p:spPr>
            <a:xfrm>
              <a:off x="1965028" y="350352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6C546CD-4C43-4E71-B541-7F5F5AA61F42}"/>
                </a:ext>
              </a:extLst>
            </p:cNvPr>
            <p:cNvCxnSpPr/>
            <p:nvPr/>
          </p:nvCxnSpPr>
          <p:spPr>
            <a:xfrm>
              <a:off x="946488" y="3140421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4FE6F18-3F4E-471D-A6B9-7C3E8AF7424B}"/>
                </a:ext>
              </a:extLst>
            </p:cNvPr>
            <p:cNvCxnSpPr/>
            <p:nvPr/>
          </p:nvCxnSpPr>
          <p:spPr>
            <a:xfrm>
              <a:off x="1190328" y="323682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67D03CA-6408-4075-9088-3A9BF9B551CE}"/>
                </a:ext>
              </a:extLst>
            </p:cNvPr>
            <p:cNvCxnSpPr/>
            <p:nvPr/>
          </p:nvCxnSpPr>
          <p:spPr>
            <a:xfrm>
              <a:off x="1434168" y="332318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069AEC3-B286-4CE4-A9B0-20A952B9C1DA}"/>
                </a:ext>
              </a:extLst>
            </p:cNvPr>
            <p:cNvCxnSpPr/>
            <p:nvPr/>
          </p:nvCxnSpPr>
          <p:spPr>
            <a:xfrm>
              <a:off x="1698328" y="339938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9BED1E5-CFF9-4EB8-A87B-D76C4E42B739}"/>
                </a:ext>
              </a:extLst>
            </p:cNvPr>
            <p:cNvCxnSpPr/>
            <p:nvPr/>
          </p:nvCxnSpPr>
          <p:spPr>
            <a:xfrm>
              <a:off x="2234352" y="359226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A980EF-D224-4094-955C-99D4484C08E2}"/>
                </a:ext>
              </a:extLst>
            </p:cNvPr>
            <p:cNvCxnSpPr/>
            <p:nvPr/>
          </p:nvCxnSpPr>
          <p:spPr>
            <a:xfrm>
              <a:off x="2478192" y="367862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2DA5092-8F52-4BD9-8EC7-58ABB6CA252E}"/>
                </a:ext>
              </a:extLst>
            </p:cNvPr>
            <p:cNvCxnSpPr/>
            <p:nvPr/>
          </p:nvCxnSpPr>
          <p:spPr>
            <a:xfrm>
              <a:off x="2722032" y="376498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83F60A9-323D-4A71-A432-63239667FBED}"/>
                </a:ext>
              </a:extLst>
            </p:cNvPr>
            <p:cNvCxnSpPr/>
            <p:nvPr/>
          </p:nvCxnSpPr>
          <p:spPr>
            <a:xfrm>
              <a:off x="2986192" y="3861280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44F0485-914A-461A-AA40-8EC5E50421F4}"/>
                </a:ext>
              </a:extLst>
            </p:cNvPr>
            <p:cNvCxnSpPr>
              <a:cxnSpLocks/>
              <a:stCxn id="9" idx="3"/>
              <a:endCxn id="9" idx="1"/>
            </p:cNvCxnSpPr>
            <p:nvPr/>
          </p:nvCxnSpPr>
          <p:spPr>
            <a:xfrm>
              <a:off x="709337" y="422366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1D88FE0-6DC6-4ACE-B706-3598EE7391DA}"/>
                </a:ext>
              </a:extLst>
            </p:cNvPr>
            <p:cNvCxnSpPr>
              <a:cxnSpLocks/>
            </p:cNvCxnSpPr>
            <p:nvPr/>
          </p:nvCxnSpPr>
          <p:spPr>
            <a:xfrm>
              <a:off x="709321" y="4014377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549A6B6-21EE-4725-AB86-F1DE5A1C6EDA}"/>
                </a:ext>
              </a:extLst>
            </p:cNvPr>
            <p:cNvCxnSpPr>
              <a:cxnSpLocks/>
            </p:cNvCxnSpPr>
            <p:nvPr/>
          </p:nvCxnSpPr>
          <p:spPr>
            <a:xfrm>
              <a:off x="709305" y="3777832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830E292-6944-4733-9808-1FBFB29C810C}"/>
                </a:ext>
              </a:extLst>
            </p:cNvPr>
            <p:cNvCxnSpPr>
              <a:cxnSpLocks/>
            </p:cNvCxnSpPr>
            <p:nvPr/>
          </p:nvCxnSpPr>
          <p:spPr>
            <a:xfrm>
              <a:off x="709275" y="3533047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D728F29-65AA-4414-BD1E-C6431F9A42CA}"/>
                </a:ext>
              </a:extLst>
            </p:cNvPr>
            <p:cNvCxnSpPr>
              <a:cxnSpLocks/>
            </p:cNvCxnSpPr>
            <p:nvPr/>
          </p:nvCxnSpPr>
          <p:spPr>
            <a:xfrm>
              <a:off x="709335" y="326100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B65D050-BA7B-4D3E-8132-1646A6D6F277}"/>
                </a:ext>
              </a:extLst>
            </p:cNvPr>
            <p:cNvCxnSpPr>
              <a:cxnSpLocks/>
            </p:cNvCxnSpPr>
            <p:nvPr/>
          </p:nvCxnSpPr>
          <p:spPr>
            <a:xfrm>
              <a:off x="709321" y="5209303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0A83149-C6B3-4C76-9F81-CBC99D436CB3}"/>
                </a:ext>
              </a:extLst>
            </p:cNvPr>
            <p:cNvCxnSpPr>
              <a:cxnSpLocks/>
            </p:cNvCxnSpPr>
            <p:nvPr/>
          </p:nvCxnSpPr>
          <p:spPr>
            <a:xfrm>
              <a:off x="709305" y="497275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F8E907B-668C-44D9-9E00-9E567F73784D}"/>
                </a:ext>
              </a:extLst>
            </p:cNvPr>
            <p:cNvCxnSpPr>
              <a:cxnSpLocks/>
            </p:cNvCxnSpPr>
            <p:nvPr/>
          </p:nvCxnSpPr>
          <p:spPr>
            <a:xfrm>
              <a:off x="709275" y="4727973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1CCA6B-EB77-46AE-978D-02235A378DDC}"/>
                </a:ext>
              </a:extLst>
            </p:cNvPr>
            <p:cNvCxnSpPr>
              <a:cxnSpLocks/>
            </p:cNvCxnSpPr>
            <p:nvPr/>
          </p:nvCxnSpPr>
          <p:spPr>
            <a:xfrm>
              <a:off x="709335" y="4455934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6AA35FF-B3D2-4ED0-9D80-20FF9F1ADB3F}"/>
              </a:ext>
            </a:extLst>
          </p:cNvPr>
          <p:cNvSpPr txBox="1"/>
          <p:nvPr/>
        </p:nvSpPr>
        <p:spPr>
          <a:xfrm>
            <a:off x="4084573" y="1845165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Z=0.7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BD216D-6181-4861-BB29-C70D499BB9FF}"/>
              </a:ext>
            </a:extLst>
          </p:cNvPr>
          <p:cNvSpPr txBox="1"/>
          <p:nvPr/>
        </p:nvSpPr>
        <p:spPr>
          <a:xfrm>
            <a:off x="2816533" y="2710364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Z=0.2</a:t>
            </a:r>
          </a:p>
        </p:txBody>
      </p:sp>
    </p:spTree>
    <p:extLst>
      <p:ext uri="{BB962C8B-B14F-4D97-AF65-F5344CB8AC3E}">
        <p14:creationId xmlns:p14="http://schemas.microsoft.com/office/powerpoint/2010/main" val="3579031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83E31D1-5909-4CF5-9EB1-1C078B91B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769874"/>
              </p:ext>
            </p:extLst>
          </p:nvPr>
        </p:nvGraphicFramePr>
        <p:xfrm>
          <a:off x="5740400" y="685800"/>
          <a:ext cx="5486400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5052163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5956531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8493802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84725423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69878648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1458478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460345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0515822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7779441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65467336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62502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66417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14147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4326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07206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69556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90092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27737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45772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779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6D671AA-9699-4F17-AC30-5F09DF45CCD4}"/>
              </a:ext>
            </a:extLst>
          </p:cNvPr>
          <p:cNvSpPr txBox="1"/>
          <p:nvPr/>
        </p:nvSpPr>
        <p:spPr>
          <a:xfrm>
            <a:off x="548640" y="685800"/>
            <a:ext cx="267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Drawing A Second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B840D58-E962-4338-A45E-7D43F1D61CC3}"/>
              </a:ext>
            </a:extLst>
          </p:cNvPr>
          <p:cNvSpPr/>
          <p:nvPr/>
        </p:nvSpPr>
        <p:spPr>
          <a:xfrm>
            <a:off x="2975046" y="1329566"/>
            <a:ext cx="1493520" cy="1351280"/>
          </a:xfrm>
          <a:custGeom>
            <a:avLst/>
            <a:gdLst>
              <a:gd name="connsiteX0" fmla="*/ 1239520 w 1493520"/>
              <a:gd name="connsiteY0" fmla="*/ 0 h 1351280"/>
              <a:gd name="connsiteX1" fmla="*/ 0 w 1493520"/>
              <a:gd name="connsiteY1" fmla="*/ 833120 h 1351280"/>
              <a:gd name="connsiteX2" fmla="*/ 1493520 w 1493520"/>
              <a:gd name="connsiteY2" fmla="*/ 1351280 h 1351280"/>
              <a:gd name="connsiteX3" fmla="*/ 1239520 w 1493520"/>
              <a:gd name="connsiteY3" fmla="*/ 0 h 135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3520" h="1351280">
                <a:moveTo>
                  <a:pt x="1239520" y="0"/>
                </a:moveTo>
                <a:lnTo>
                  <a:pt x="0" y="833120"/>
                </a:lnTo>
                <a:lnTo>
                  <a:pt x="1493520" y="1351280"/>
                </a:lnTo>
                <a:lnTo>
                  <a:pt x="1239520" y="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74930AF-C677-4CDD-8308-1BCA00398458}"/>
              </a:ext>
            </a:extLst>
          </p:cNvPr>
          <p:cNvSpPr/>
          <p:nvPr/>
        </p:nvSpPr>
        <p:spPr>
          <a:xfrm>
            <a:off x="1754012" y="2214497"/>
            <a:ext cx="1442720" cy="1219200"/>
          </a:xfrm>
          <a:custGeom>
            <a:avLst/>
            <a:gdLst>
              <a:gd name="connsiteX0" fmla="*/ 1137920 w 1442720"/>
              <a:gd name="connsiteY0" fmla="*/ 0 h 1219200"/>
              <a:gd name="connsiteX1" fmla="*/ 0 w 1442720"/>
              <a:gd name="connsiteY1" fmla="*/ 721360 h 1219200"/>
              <a:gd name="connsiteX2" fmla="*/ 1442720 w 1442720"/>
              <a:gd name="connsiteY2" fmla="*/ 1219200 h 1219200"/>
              <a:gd name="connsiteX3" fmla="*/ 1137920 w 1442720"/>
              <a:gd name="connsiteY3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2720" h="1219200">
                <a:moveTo>
                  <a:pt x="1137920" y="0"/>
                </a:moveTo>
                <a:lnTo>
                  <a:pt x="0" y="721360"/>
                </a:lnTo>
                <a:lnTo>
                  <a:pt x="1442720" y="1219200"/>
                </a:lnTo>
                <a:lnTo>
                  <a:pt x="1137920" y="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BD939D6-F395-475D-9599-2D63B4F1F128}"/>
              </a:ext>
            </a:extLst>
          </p:cNvPr>
          <p:cNvSpPr/>
          <p:nvPr/>
        </p:nvSpPr>
        <p:spPr>
          <a:xfrm>
            <a:off x="1305477" y="3483804"/>
            <a:ext cx="1493520" cy="1351280"/>
          </a:xfrm>
          <a:custGeom>
            <a:avLst/>
            <a:gdLst>
              <a:gd name="connsiteX0" fmla="*/ 1239520 w 1493520"/>
              <a:gd name="connsiteY0" fmla="*/ 0 h 1351280"/>
              <a:gd name="connsiteX1" fmla="*/ 0 w 1493520"/>
              <a:gd name="connsiteY1" fmla="*/ 833120 h 1351280"/>
              <a:gd name="connsiteX2" fmla="*/ 1493520 w 1493520"/>
              <a:gd name="connsiteY2" fmla="*/ 1351280 h 1351280"/>
              <a:gd name="connsiteX3" fmla="*/ 1239520 w 1493520"/>
              <a:gd name="connsiteY3" fmla="*/ 0 h 135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3520" h="1351280">
                <a:moveTo>
                  <a:pt x="1239520" y="0"/>
                </a:moveTo>
                <a:lnTo>
                  <a:pt x="0" y="833120"/>
                </a:lnTo>
                <a:lnTo>
                  <a:pt x="1493520" y="1351280"/>
                </a:lnTo>
                <a:lnTo>
                  <a:pt x="1239520" y="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7996720-2625-4E34-8BB6-6D731A104E99}"/>
              </a:ext>
            </a:extLst>
          </p:cNvPr>
          <p:cNvSpPr/>
          <p:nvPr/>
        </p:nvSpPr>
        <p:spPr>
          <a:xfrm>
            <a:off x="700369" y="3626424"/>
            <a:ext cx="1442720" cy="1219200"/>
          </a:xfrm>
          <a:custGeom>
            <a:avLst/>
            <a:gdLst>
              <a:gd name="connsiteX0" fmla="*/ 1137920 w 1442720"/>
              <a:gd name="connsiteY0" fmla="*/ 0 h 1219200"/>
              <a:gd name="connsiteX1" fmla="*/ 0 w 1442720"/>
              <a:gd name="connsiteY1" fmla="*/ 721360 h 1219200"/>
              <a:gd name="connsiteX2" fmla="*/ 1442720 w 1442720"/>
              <a:gd name="connsiteY2" fmla="*/ 1219200 h 1219200"/>
              <a:gd name="connsiteX3" fmla="*/ 1137920 w 1442720"/>
              <a:gd name="connsiteY3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2720" h="1219200">
                <a:moveTo>
                  <a:pt x="1137920" y="0"/>
                </a:moveTo>
                <a:lnTo>
                  <a:pt x="0" y="721360"/>
                </a:lnTo>
                <a:lnTo>
                  <a:pt x="1442720" y="1219200"/>
                </a:lnTo>
                <a:lnTo>
                  <a:pt x="1137920" y="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7CD8778-FE25-44F1-8B19-744532B15FCD}"/>
              </a:ext>
            </a:extLst>
          </p:cNvPr>
          <p:cNvGrpSpPr/>
          <p:nvPr/>
        </p:nvGrpSpPr>
        <p:grpSpPr>
          <a:xfrm>
            <a:off x="628957" y="2733040"/>
            <a:ext cx="2511445" cy="3221754"/>
            <a:chOff x="709275" y="3058160"/>
            <a:chExt cx="2511445" cy="3221754"/>
          </a:xfrm>
          <a:noFill/>
        </p:grpSpPr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412E3FE6-7B0A-40D2-9015-85BECEA95E4D}"/>
                </a:ext>
              </a:extLst>
            </p:cNvPr>
            <p:cNvSpPr/>
            <p:nvPr/>
          </p:nvSpPr>
          <p:spPr>
            <a:xfrm rot="5400000">
              <a:off x="354151" y="3413345"/>
              <a:ext cx="3221754" cy="2511383"/>
            </a:xfrm>
            <a:prstGeom prst="parallelogram">
              <a:avLst>
                <a:gd name="adj" fmla="val 35468"/>
              </a:avLst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17C826E-2B64-4DD5-BAE9-C68B81FEE68B}"/>
                </a:ext>
              </a:extLst>
            </p:cNvPr>
            <p:cNvCxnSpPr>
              <a:stCxn id="48" idx="5"/>
              <a:endCxn id="48" idx="2"/>
            </p:cNvCxnSpPr>
            <p:nvPr/>
          </p:nvCxnSpPr>
          <p:spPr>
            <a:xfrm>
              <a:off x="1965028" y="350352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7D7F895-D2DA-4725-94FB-1422225454DD}"/>
                </a:ext>
              </a:extLst>
            </p:cNvPr>
            <p:cNvCxnSpPr/>
            <p:nvPr/>
          </p:nvCxnSpPr>
          <p:spPr>
            <a:xfrm>
              <a:off x="946488" y="3140421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4C41A8C-4B81-44F7-A26B-F2EFBDBD1B42}"/>
                </a:ext>
              </a:extLst>
            </p:cNvPr>
            <p:cNvCxnSpPr/>
            <p:nvPr/>
          </p:nvCxnSpPr>
          <p:spPr>
            <a:xfrm>
              <a:off x="1190328" y="323682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D02969C-6CB9-4E3D-A314-8A89DE1099ED}"/>
                </a:ext>
              </a:extLst>
            </p:cNvPr>
            <p:cNvCxnSpPr/>
            <p:nvPr/>
          </p:nvCxnSpPr>
          <p:spPr>
            <a:xfrm>
              <a:off x="1434168" y="332318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AA1E475-59FE-40A4-AE34-BA4EC9044504}"/>
                </a:ext>
              </a:extLst>
            </p:cNvPr>
            <p:cNvCxnSpPr/>
            <p:nvPr/>
          </p:nvCxnSpPr>
          <p:spPr>
            <a:xfrm>
              <a:off x="1698328" y="339938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DE07CDF-9081-41CE-AE5A-A6099EFFB9B0}"/>
                </a:ext>
              </a:extLst>
            </p:cNvPr>
            <p:cNvCxnSpPr/>
            <p:nvPr/>
          </p:nvCxnSpPr>
          <p:spPr>
            <a:xfrm>
              <a:off x="2234352" y="359226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93C880D-0EA2-4A82-9181-72D7598C4A6A}"/>
                </a:ext>
              </a:extLst>
            </p:cNvPr>
            <p:cNvCxnSpPr/>
            <p:nvPr/>
          </p:nvCxnSpPr>
          <p:spPr>
            <a:xfrm>
              <a:off x="2478192" y="367862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51BD336-24D3-4314-97E8-1B82A88BFA15}"/>
                </a:ext>
              </a:extLst>
            </p:cNvPr>
            <p:cNvCxnSpPr/>
            <p:nvPr/>
          </p:nvCxnSpPr>
          <p:spPr>
            <a:xfrm>
              <a:off x="2722032" y="376498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7526292-C164-4C3D-BD55-D7856226ABF2}"/>
                </a:ext>
              </a:extLst>
            </p:cNvPr>
            <p:cNvCxnSpPr/>
            <p:nvPr/>
          </p:nvCxnSpPr>
          <p:spPr>
            <a:xfrm>
              <a:off x="2986192" y="3861280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19910-8139-4B7C-AA44-2466B9569D9E}"/>
                </a:ext>
              </a:extLst>
            </p:cNvPr>
            <p:cNvCxnSpPr>
              <a:cxnSpLocks/>
              <a:stCxn id="48" idx="3"/>
              <a:endCxn id="48" idx="1"/>
            </p:cNvCxnSpPr>
            <p:nvPr/>
          </p:nvCxnSpPr>
          <p:spPr>
            <a:xfrm>
              <a:off x="709337" y="422366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7348930-4E2A-4129-8A60-31EA4E64ACEB}"/>
                </a:ext>
              </a:extLst>
            </p:cNvPr>
            <p:cNvCxnSpPr>
              <a:cxnSpLocks/>
            </p:cNvCxnSpPr>
            <p:nvPr/>
          </p:nvCxnSpPr>
          <p:spPr>
            <a:xfrm>
              <a:off x="709321" y="4014377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0630ECC-4836-4B39-A5D9-8DB43DDB65ED}"/>
                </a:ext>
              </a:extLst>
            </p:cNvPr>
            <p:cNvCxnSpPr>
              <a:cxnSpLocks/>
            </p:cNvCxnSpPr>
            <p:nvPr/>
          </p:nvCxnSpPr>
          <p:spPr>
            <a:xfrm>
              <a:off x="709305" y="3777832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E0C378D-10C0-4423-A1EC-C72E7AAB501F}"/>
                </a:ext>
              </a:extLst>
            </p:cNvPr>
            <p:cNvCxnSpPr>
              <a:cxnSpLocks/>
            </p:cNvCxnSpPr>
            <p:nvPr/>
          </p:nvCxnSpPr>
          <p:spPr>
            <a:xfrm>
              <a:off x="709275" y="3533047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C4D7F93-F25D-444E-8E7A-4A01BC702D04}"/>
                </a:ext>
              </a:extLst>
            </p:cNvPr>
            <p:cNvCxnSpPr>
              <a:cxnSpLocks/>
            </p:cNvCxnSpPr>
            <p:nvPr/>
          </p:nvCxnSpPr>
          <p:spPr>
            <a:xfrm>
              <a:off x="709335" y="326100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AFCFBDD-C90A-4995-AB76-EAE8F05326F7}"/>
                </a:ext>
              </a:extLst>
            </p:cNvPr>
            <p:cNvCxnSpPr>
              <a:cxnSpLocks/>
            </p:cNvCxnSpPr>
            <p:nvPr/>
          </p:nvCxnSpPr>
          <p:spPr>
            <a:xfrm>
              <a:off x="709321" y="5209303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D294114-D93E-4700-B216-779CD584C339}"/>
                </a:ext>
              </a:extLst>
            </p:cNvPr>
            <p:cNvCxnSpPr>
              <a:cxnSpLocks/>
            </p:cNvCxnSpPr>
            <p:nvPr/>
          </p:nvCxnSpPr>
          <p:spPr>
            <a:xfrm>
              <a:off x="709305" y="497275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038B1B2-5665-417C-9708-FA79238B87DA}"/>
                </a:ext>
              </a:extLst>
            </p:cNvPr>
            <p:cNvCxnSpPr>
              <a:cxnSpLocks/>
            </p:cNvCxnSpPr>
            <p:nvPr/>
          </p:nvCxnSpPr>
          <p:spPr>
            <a:xfrm>
              <a:off x="709275" y="4727973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A86AD03-DCD3-44D2-BA88-EF167E777B8B}"/>
                </a:ext>
              </a:extLst>
            </p:cNvPr>
            <p:cNvCxnSpPr>
              <a:cxnSpLocks/>
            </p:cNvCxnSpPr>
            <p:nvPr/>
          </p:nvCxnSpPr>
          <p:spPr>
            <a:xfrm>
              <a:off x="709335" y="4455934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70ADF0E8-D306-4E2D-9BA8-D3528B354335}"/>
              </a:ext>
            </a:extLst>
          </p:cNvPr>
          <p:cNvSpPr txBox="1"/>
          <p:nvPr/>
        </p:nvSpPr>
        <p:spPr>
          <a:xfrm>
            <a:off x="4084573" y="1845165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Z=0.7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1F1CF7-B331-4CA3-BD70-6FF6ECE3731F}"/>
              </a:ext>
            </a:extLst>
          </p:cNvPr>
          <p:cNvSpPr txBox="1"/>
          <p:nvPr/>
        </p:nvSpPr>
        <p:spPr>
          <a:xfrm>
            <a:off x="2816533" y="2710364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Z=0.2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B6EE9677-5B93-4220-9335-46977DF42417}"/>
              </a:ext>
            </a:extLst>
          </p:cNvPr>
          <p:cNvSpPr/>
          <p:nvPr/>
        </p:nvSpPr>
        <p:spPr>
          <a:xfrm>
            <a:off x="5892129" y="1909004"/>
            <a:ext cx="3078480" cy="2499360"/>
          </a:xfrm>
          <a:custGeom>
            <a:avLst/>
            <a:gdLst>
              <a:gd name="connsiteX0" fmla="*/ 1137920 w 1442720"/>
              <a:gd name="connsiteY0" fmla="*/ 0 h 1219200"/>
              <a:gd name="connsiteX1" fmla="*/ 0 w 1442720"/>
              <a:gd name="connsiteY1" fmla="*/ 721360 h 1219200"/>
              <a:gd name="connsiteX2" fmla="*/ 1442720 w 1442720"/>
              <a:gd name="connsiteY2" fmla="*/ 1219200 h 1219200"/>
              <a:gd name="connsiteX3" fmla="*/ 1137920 w 1442720"/>
              <a:gd name="connsiteY3" fmla="*/ 0 h 1219200"/>
              <a:gd name="connsiteX0" fmla="*/ 1899920 w 1899920"/>
              <a:gd name="connsiteY0" fmla="*/ 0 h 3007360"/>
              <a:gd name="connsiteX1" fmla="*/ 0 w 1899920"/>
              <a:gd name="connsiteY1" fmla="*/ 2509520 h 3007360"/>
              <a:gd name="connsiteX2" fmla="*/ 1442720 w 1899920"/>
              <a:gd name="connsiteY2" fmla="*/ 3007360 h 3007360"/>
              <a:gd name="connsiteX3" fmla="*/ 1899920 w 1899920"/>
              <a:gd name="connsiteY3" fmla="*/ 0 h 3007360"/>
              <a:gd name="connsiteX0" fmla="*/ 2428240 w 2428240"/>
              <a:gd name="connsiteY0" fmla="*/ 0 h 3007360"/>
              <a:gd name="connsiteX1" fmla="*/ 0 w 2428240"/>
              <a:gd name="connsiteY1" fmla="*/ 2550160 h 3007360"/>
              <a:gd name="connsiteX2" fmla="*/ 1971040 w 2428240"/>
              <a:gd name="connsiteY2" fmla="*/ 3007360 h 3007360"/>
              <a:gd name="connsiteX3" fmla="*/ 2428240 w 2428240"/>
              <a:gd name="connsiteY3" fmla="*/ 0 h 3007360"/>
              <a:gd name="connsiteX0" fmla="*/ 2428240 w 3068320"/>
              <a:gd name="connsiteY0" fmla="*/ 0 h 2580640"/>
              <a:gd name="connsiteX1" fmla="*/ 0 w 3068320"/>
              <a:gd name="connsiteY1" fmla="*/ 2550160 h 2580640"/>
              <a:gd name="connsiteX2" fmla="*/ 3068320 w 3068320"/>
              <a:gd name="connsiteY2" fmla="*/ 2580640 h 2580640"/>
              <a:gd name="connsiteX3" fmla="*/ 2428240 w 3068320"/>
              <a:gd name="connsiteY3" fmla="*/ 0 h 2580640"/>
              <a:gd name="connsiteX0" fmla="*/ 2499360 w 3139440"/>
              <a:gd name="connsiteY0" fmla="*/ 0 h 2580640"/>
              <a:gd name="connsiteX1" fmla="*/ 0 w 3139440"/>
              <a:gd name="connsiteY1" fmla="*/ 2519680 h 2580640"/>
              <a:gd name="connsiteX2" fmla="*/ 3139440 w 3139440"/>
              <a:gd name="connsiteY2" fmla="*/ 2580640 h 2580640"/>
              <a:gd name="connsiteX3" fmla="*/ 2499360 w 3139440"/>
              <a:gd name="connsiteY3" fmla="*/ 0 h 2580640"/>
              <a:gd name="connsiteX0" fmla="*/ 2519680 w 3139440"/>
              <a:gd name="connsiteY0" fmla="*/ 0 h 2499360"/>
              <a:gd name="connsiteX1" fmla="*/ 0 w 3139440"/>
              <a:gd name="connsiteY1" fmla="*/ 2438400 h 2499360"/>
              <a:gd name="connsiteX2" fmla="*/ 3139440 w 3139440"/>
              <a:gd name="connsiteY2" fmla="*/ 2499360 h 2499360"/>
              <a:gd name="connsiteX3" fmla="*/ 2519680 w 3139440"/>
              <a:gd name="connsiteY3" fmla="*/ 0 h 2499360"/>
              <a:gd name="connsiteX0" fmla="*/ 2458720 w 3078480"/>
              <a:gd name="connsiteY0" fmla="*/ 0 h 2499360"/>
              <a:gd name="connsiteX1" fmla="*/ 0 w 3078480"/>
              <a:gd name="connsiteY1" fmla="*/ 2448560 h 2499360"/>
              <a:gd name="connsiteX2" fmla="*/ 3078480 w 3078480"/>
              <a:gd name="connsiteY2" fmla="*/ 2499360 h 2499360"/>
              <a:gd name="connsiteX3" fmla="*/ 2458720 w 3078480"/>
              <a:gd name="connsiteY3" fmla="*/ 0 h 2499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8480" h="2499360">
                <a:moveTo>
                  <a:pt x="2458720" y="0"/>
                </a:moveTo>
                <a:lnTo>
                  <a:pt x="0" y="2448560"/>
                </a:lnTo>
                <a:lnTo>
                  <a:pt x="3078480" y="2499360"/>
                </a:lnTo>
                <a:lnTo>
                  <a:pt x="245872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770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83E31D1-5909-4CF5-9EB1-1C078B91B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597951"/>
              </p:ext>
            </p:extLst>
          </p:nvPr>
        </p:nvGraphicFramePr>
        <p:xfrm>
          <a:off x="5740400" y="685800"/>
          <a:ext cx="5486400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5052163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59565318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38493802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84725423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69878648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91458478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460345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420515822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17779441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65467336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62502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66417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14147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943260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07206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69556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90092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27737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45772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779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6D671AA-9699-4F17-AC30-5F09DF45CCD4}"/>
              </a:ext>
            </a:extLst>
          </p:cNvPr>
          <p:cNvSpPr txBox="1"/>
          <p:nvPr/>
        </p:nvSpPr>
        <p:spPr>
          <a:xfrm>
            <a:off x="548640" y="685800"/>
            <a:ext cx="508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Drawing A Second</a:t>
            </a:r>
          </a:p>
          <a:p>
            <a:r>
              <a:rPr lang="en-US" dirty="0"/>
              <a:t>Find z value of all grids that is covered by A</a:t>
            </a:r>
          </a:p>
          <a:p>
            <a:r>
              <a:rPr lang="en-US" dirty="0"/>
              <a:t>Update z value and color if nearer</a:t>
            </a:r>
          </a:p>
          <a:p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B840D58-E962-4338-A45E-7D43F1D61CC3}"/>
              </a:ext>
            </a:extLst>
          </p:cNvPr>
          <p:cNvSpPr/>
          <p:nvPr/>
        </p:nvSpPr>
        <p:spPr>
          <a:xfrm>
            <a:off x="2975046" y="1329566"/>
            <a:ext cx="1493520" cy="1351280"/>
          </a:xfrm>
          <a:custGeom>
            <a:avLst/>
            <a:gdLst>
              <a:gd name="connsiteX0" fmla="*/ 1239520 w 1493520"/>
              <a:gd name="connsiteY0" fmla="*/ 0 h 1351280"/>
              <a:gd name="connsiteX1" fmla="*/ 0 w 1493520"/>
              <a:gd name="connsiteY1" fmla="*/ 833120 h 1351280"/>
              <a:gd name="connsiteX2" fmla="*/ 1493520 w 1493520"/>
              <a:gd name="connsiteY2" fmla="*/ 1351280 h 1351280"/>
              <a:gd name="connsiteX3" fmla="*/ 1239520 w 1493520"/>
              <a:gd name="connsiteY3" fmla="*/ 0 h 135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3520" h="1351280">
                <a:moveTo>
                  <a:pt x="1239520" y="0"/>
                </a:moveTo>
                <a:lnTo>
                  <a:pt x="0" y="833120"/>
                </a:lnTo>
                <a:lnTo>
                  <a:pt x="1493520" y="1351280"/>
                </a:lnTo>
                <a:lnTo>
                  <a:pt x="1239520" y="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74930AF-C677-4CDD-8308-1BCA00398458}"/>
              </a:ext>
            </a:extLst>
          </p:cNvPr>
          <p:cNvSpPr/>
          <p:nvPr/>
        </p:nvSpPr>
        <p:spPr>
          <a:xfrm>
            <a:off x="1754012" y="2214497"/>
            <a:ext cx="1442720" cy="1219200"/>
          </a:xfrm>
          <a:custGeom>
            <a:avLst/>
            <a:gdLst>
              <a:gd name="connsiteX0" fmla="*/ 1137920 w 1442720"/>
              <a:gd name="connsiteY0" fmla="*/ 0 h 1219200"/>
              <a:gd name="connsiteX1" fmla="*/ 0 w 1442720"/>
              <a:gd name="connsiteY1" fmla="*/ 721360 h 1219200"/>
              <a:gd name="connsiteX2" fmla="*/ 1442720 w 1442720"/>
              <a:gd name="connsiteY2" fmla="*/ 1219200 h 1219200"/>
              <a:gd name="connsiteX3" fmla="*/ 1137920 w 1442720"/>
              <a:gd name="connsiteY3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2720" h="1219200">
                <a:moveTo>
                  <a:pt x="1137920" y="0"/>
                </a:moveTo>
                <a:lnTo>
                  <a:pt x="0" y="721360"/>
                </a:lnTo>
                <a:lnTo>
                  <a:pt x="1442720" y="1219200"/>
                </a:lnTo>
                <a:lnTo>
                  <a:pt x="1137920" y="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BD939D6-F395-475D-9599-2D63B4F1F128}"/>
              </a:ext>
            </a:extLst>
          </p:cNvPr>
          <p:cNvSpPr/>
          <p:nvPr/>
        </p:nvSpPr>
        <p:spPr>
          <a:xfrm>
            <a:off x="1305477" y="3483804"/>
            <a:ext cx="1493520" cy="1351280"/>
          </a:xfrm>
          <a:custGeom>
            <a:avLst/>
            <a:gdLst>
              <a:gd name="connsiteX0" fmla="*/ 1239520 w 1493520"/>
              <a:gd name="connsiteY0" fmla="*/ 0 h 1351280"/>
              <a:gd name="connsiteX1" fmla="*/ 0 w 1493520"/>
              <a:gd name="connsiteY1" fmla="*/ 833120 h 1351280"/>
              <a:gd name="connsiteX2" fmla="*/ 1493520 w 1493520"/>
              <a:gd name="connsiteY2" fmla="*/ 1351280 h 1351280"/>
              <a:gd name="connsiteX3" fmla="*/ 1239520 w 1493520"/>
              <a:gd name="connsiteY3" fmla="*/ 0 h 135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3520" h="1351280">
                <a:moveTo>
                  <a:pt x="1239520" y="0"/>
                </a:moveTo>
                <a:lnTo>
                  <a:pt x="0" y="833120"/>
                </a:lnTo>
                <a:lnTo>
                  <a:pt x="1493520" y="1351280"/>
                </a:lnTo>
                <a:lnTo>
                  <a:pt x="1239520" y="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7996720-2625-4E34-8BB6-6D731A104E99}"/>
              </a:ext>
            </a:extLst>
          </p:cNvPr>
          <p:cNvSpPr/>
          <p:nvPr/>
        </p:nvSpPr>
        <p:spPr>
          <a:xfrm>
            <a:off x="700369" y="3626424"/>
            <a:ext cx="1442720" cy="1219200"/>
          </a:xfrm>
          <a:custGeom>
            <a:avLst/>
            <a:gdLst>
              <a:gd name="connsiteX0" fmla="*/ 1137920 w 1442720"/>
              <a:gd name="connsiteY0" fmla="*/ 0 h 1219200"/>
              <a:gd name="connsiteX1" fmla="*/ 0 w 1442720"/>
              <a:gd name="connsiteY1" fmla="*/ 721360 h 1219200"/>
              <a:gd name="connsiteX2" fmla="*/ 1442720 w 1442720"/>
              <a:gd name="connsiteY2" fmla="*/ 1219200 h 1219200"/>
              <a:gd name="connsiteX3" fmla="*/ 1137920 w 1442720"/>
              <a:gd name="connsiteY3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2720" h="1219200">
                <a:moveTo>
                  <a:pt x="1137920" y="0"/>
                </a:moveTo>
                <a:lnTo>
                  <a:pt x="0" y="721360"/>
                </a:lnTo>
                <a:lnTo>
                  <a:pt x="1442720" y="1219200"/>
                </a:lnTo>
                <a:lnTo>
                  <a:pt x="1137920" y="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7CD8778-FE25-44F1-8B19-744532B15FCD}"/>
              </a:ext>
            </a:extLst>
          </p:cNvPr>
          <p:cNvGrpSpPr/>
          <p:nvPr/>
        </p:nvGrpSpPr>
        <p:grpSpPr>
          <a:xfrm>
            <a:off x="628957" y="2733040"/>
            <a:ext cx="2511445" cy="3221754"/>
            <a:chOff x="709275" y="3058160"/>
            <a:chExt cx="2511445" cy="3221754"/>
          </a:xfrm>
          <a:noFill/>
        </p:grpSpPr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412E3FE6-7B0A-40D2-9015-85BECEA95E4D}"/>
                </a:ext>
              </a:extLst>
            </p:cNvPr>
            <p:cNvSpPr/>
            <p:nvPr/>
          </p:nvSpPr>
          <p:spPr>
            <a:xfrm rot="5400000">
              <a:off x="354151" y="3413345"/>
              <a:ext cx="3221754" cy="2511383"/>
            </a:xfrm>
            <a:prstGeom prst="parallelogram">
              <a:avLst>
                <a:gd name="adj" fmla="val 35468"/>
              </a:avLst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17C826E-2B64-4DD5-BAE9-C68B81FEE68B}"/>
                </a:ext>
              </a:extLst>
            </p:cNvPr>
            <p:cNvCxnSpPr>
              <a:stCxn id="48" idx="5"/>
              <a:endCxn id="48" idx="2"/>
            </p:cNvCxnSpPr>
            <p:nvPr/>
          </p:nvCxnSpPr>
          <p:spPr>
            <a:xfrm>
              <a:off x="1965028" y="350352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7D7F895-D2DA-4725-94FB-1422225454DD}"/>
                </a:ext>
              </a:extLst>
            </p:cNvPr>
            <p:cNvCxnSpPr/>
            <p:nvPr/>
          </p:nvCxnSpPr>
          <p:spPr>
            <a:xfrm>
              <a:off x="946488" y="3140421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4C41A8C-4B81-44F7-A26B-F2EFBDBD1B42}"/>
                </a:ext>
              </a:extLst>
            </p:cNvPr>
            <p:cNvCxnSpPr/>
            <p:nvPr/>
          </p:nvCxnSpPr>
          <p:spPr>
            <a:xfrm>
              <a:off x="1190328" y="323682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D02969C-6CB9-4E3D-A314-8A89DE1099ED}"/>
                </a:ext>
              </a:extLst>
            </p:cNvPr>
            <p:cNvCxnSpPr/>
            <p:nvPr/>
          </p:nvCxnSpPr>
          <p:spPr>
            <a:xfrm>
              <a:off x="1434168" y="332318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AA1E475-59FE-40A4-AE34-BA4EC9044504}"/>
                </a:ext>
              </a:extLst>
            </p:cNvPr>
            <p:cNvCxnSpPr/>
            <p:nvPr/>
          </p:nvCxnSpPr>
          <p:spPr>
            <a:xfrm>
              <a:off x="1698328" y="3399389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DE07CDF-9081-41CE-AE5A-A6099EFFB9B0}"/>
                </a:ext>
              </a:extLst>
            </p:cNvPr>
            <p:cNvCxnSpPr/>
            <p:nvPr/>
          </p:nvCxnSpPr>
          <p:spPr>
            <a:xfrm>
              <a:off x="2234352" y="359226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93C880D-0EA2-4A82-9181-72D7598C4A6A}"/>
                </a:ext>
              </a:extLst>
            </p:cNvPr>
            <p:cNvCxnSpPr/>
            <p:nvPr/>
          </p:nvCxnSpPr>
          <p:spPr>
            <a:xfrm>
              <a:off x="2478192" y="367862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51BD336-24D3-4314-97E8-1B82A88BFA15}"/>
                </a:ext>
              </a:extLst>
            </p:cNvPr>
            <p:cNvCxnSpPr/>
            <p:nvPr/>
          </p:nvCxnSpPr>
          <p:spPr>
            <a:xfrm>
              <a:off x="2722032" y="3764984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7526292-C164-4C3D-BD55-D7856226ABF2}"/>
                </a:ext>
              </a:extLst>
            </p:cNvPr>
            <p:cNvCxnSpPr/>
            <p:nvPr/>
          </p:nvCxnSpPr>
          <p:spPr>
            <a:xfrm>
              <a:off x="2986192" y="3861280"/>
              <a:ext cx="0" cy="2331016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19910-8139-4B7C-AA44-2466B9569D9E}"/>
                </a:ext>
              </a:extLst>
            </p:cNvPr>
            <p:cNvCxnSpPr>
              <a:cxnSpLocks/>
              <a:stCxn id="48" idx="3"/>
              <a:endCxn id="48" idx="1"/>
            </p:cNvCxnSpPr>
            <p:nvPr/>
          </p:nvCxnSpPr>
          <p:spPr>
            <a:xfrm>
              <a:off x="709337" y="422366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7348930-4E2A-4129-8A60-31EA4E64ACEB}"/>
                </a:ext>
              </a:extLst>
            </p:cNvPr>
            <p:cNvCxnSpPr>
              <a:cxnSpLocks/>
            </p:cNvCxnSpPr>
            <p:nvPr/>
          </p:nvCxnSpPr>
          <p:spPr>
            <a:xfrm>
              <a:off x="709321" y="4014377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0630ECC-4836-4B39-A5D9-8DB43DDB65ED}"/>
                </a:ext>
              </a:extLst>
            </p:cNvPr>
            <p:cNvCxnSpPr>
              <a:cxnSpLocks/>
            </p:cNvCxnSpPr>
            <p:nvPr/>
          </p:nvCxnSpPr>
          <p:spPr>
            <a:xfrm>
              <a:off x="709305" y="3777832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E0C378D-10C0-4423-A1EC-C72E7AAB501F}"/>
                </a:ext>
              </a:extLst>
            </p:cNvPr>
            <p:cNvCxnSpPr>
              <a:cxnSpLocks/>
            </p:cNvCxnSpPr>
            <p:nvPr/>
          </p:nvCxnSpPr>
          <p:spPr>
            <a:xfrm>
              <a:off x="709275" y="3533047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C4D7F93-F25D-444E-8E7A-4A01BC702D04}"/>
                </a:ext>
              </a:extLst>
            </p:cNvPr>
            <p:cNvCxnSpPr>
              <a:cxnSpLocks/>
            </p:cNvCxnSpPr>
            <p:nvPr/>
          </p:nvCxnSpPr>
          <p:spPr>
            <a:xfrm>
              <a:off x="709335" y="326100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AFCFBDD-C90A-4995-AB76-EAE8F05326F7}"/>
                </a:ext>
              </a:extLst>
            </p:cNvPr>
            <p:cNvCxnSpPr>
              <a:cxnSpLocks/>
            </p:cNvCxnSpPr>
            <p:nvPr/>
          </p:nvCxnSpPr>
          <p:spPr>
            <a:xfrm>
              <a:off x="709321" y="5209303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D294114-D93E-4700-B216-779CD584C339}"/>
                </a:ext>
              </a:extLst>
            </p:cNvPr>
            <p:cNvCxnSpPr>
              <a:cxnSpLocks/>
            </p:cNvCxnSpPr>
            <p:nvPr/>
          </p:nvCxnSpPr>
          <p:spPr>
            <a:xfrm>
              <a:off x="709305" y="4972758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038B1B2-5665-417C-9708-FA79238B87DA}"/>
                </a:ext>
              </a:extLst>
            </p:cNvPr>
            <p:cNvCxnSpPr>
              <a:cxnSpLocks/>
            </p:cNvCxnSpPr>
            <p:nvPr/>
          </p:nvCxnSpPr>
          <p:spPr>
            <a:xfrm>
              <a:off x="709275" y="4727973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A86AD03-DCD3-44D2-BA88-EF167E777B8B}"/>
                </a:ext>
              </a:extLst>
            </p:cNvPr>
            <p:cNvCxnSpPr>
              <a:cxnSpLocks/>
            </p:cNvCxnSpPr>
            <p:nvPr/>
          </p:nvCxnSpPr>
          <p:spPr>
            <a:xfrm>
              <a:off x="709335" y="4455934"/>
              <a:ext cx="2511383" cy="890738"/>
            </a:xfrm>
            <a:prstGeom prst="line">
              <a:avLst/>
            </a:prstGeom>
            <a:grpFill/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70ADF0E8-D306-4E2D-9BA8-D3528B354335}"/>
              </a:ext>
            </a:extLst>
          </p:cNvPr>
          <p:cNvSpPr txBox="1"/>
          <p:nvPr/>
        </p:nvSpPr>
        <p:spPr>
          <a:xfrm>
            <a:off x="4084573" y="1845165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Z=0.7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1F1CF7-B331-4CA3-BD70-6FF6ECE3731F}"/>
              </a:ext>
            </a:extLst>
          </p:cNvPr>
          <p:cNvSpPr txBox="1"/>
          <p:nvPr/>
        </p:nvSpPr>
        <p:spPr>
          <a:xfrm>
            <a:off x="2816533" y="2710364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Z=0.2</a:t>
            </a:r>
          </a:p>
        </p:txBody>
      </p:sp>
    </p:spTree>
    <p:extLst>
      <p:ext uri="{BB962C8B-B14F-4D97-AF65-F5344CB8AC3E}">
        <p14:creationId xmlns:p14="http://schemas.microsoft.com/office/powerpoint/2010/main" val="1274637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09ED1B-DE3C-480D-BB95-E8F09CA43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" y="497460"/>
            <a:ext cx="7933982" cy="58630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0C9149-CC97-424F-98A4-E61B9D6D6C6B}"/>
              </a:ext>
            </a:extLst>
          </p:cNvPr>
          <p:cNvSpPr txBox="1"/>
          <p:nvPr/>
        </p:nvSpPr>
        <p:spPr>
          <a:xfrm>
            <a:off x="8912886" y="673239"/>
            <a:ext cx="2833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actually track 2 buffers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55A140-64E7-42BD-B132-9923C6B9E2BC}"/>
              </a:ext>
            </a:extLst>
          </p:cNvPr>
          <p:cNvSpPr txBox="1"/>
          <p:nvPr/>
        </p:nvSpPr>
        <p:spPr>
          <a:xfrm>
            <a:off x="8912885" y="1880716"/>
            <a:ext cx="2833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 buffer (for depth)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F91D4F-60FB-45FE-90D9-9504D48480AD}"/>
              </a:ext>
            </a:extLst>
          </p:cNvPr>
          <p:cNvSpPr txBox="1"/>
          <p:nvPr/>
        </p:nvSpPr>
        <p:spPr>
          <a:xfrm>
            <a:off x="8912885" y="2732705"/>
            <a:ext cx="2833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Frame buffer (for color)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19BFA0-48D2-467C-BD6B-6C4B3E4F5772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6772589" y="2065382"/>
            <a:ext cx="21402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FA21A4-FB65-437F-9C17-652DC9EE491C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772589" y="2917371"/>
            <a:ext cx="2140296" cy="6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10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09ED1B-DE3C-480D-BB95-E8F09CA43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" y="497460"/>
            <a:ext cx="7933982" cy="58630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CCD4A5A-AC67-4A4C-AC43-F86C6FB3C5FC}"/>
              </a:ext>
            </a:extLst>
          </p:cNvPr>
          <p:cNvSpPr/>
          <p:nvPr/>
        </p:nvSpPr>
        <p:spPr>
          <a:xfrm>
            <a:off x="1188720" y="4074160"/>
            <a:ext cx="9509760" cy="558800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How can we find the </a:t>
            </a:r>
          </a:p>
          <a:p>
            <a:pPr algn="r"/>
            <a:r>
              <a:rPr lang="en-US" dirty="0">
                <a:solidFill>
                  <a:srgbClr val="FF0000"/>
                </a:solidFill>
              </a:rPr>
              <a:t>z values of a pixel?</a:t>
            </a:r>
          </a:p>
        </p:txBody>
      </p:sp>
    </p:spTree>
    <p:extLst>
      <p:ext uri="{BB962C8B-B14F-4D97-AF65-F5344CB8AC3E}">
        <p14:creationId xmlns:p14="http://schemas.microsoft.com/office/powerpoint/2010/main" val="282751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BCE45-7B25-4A39-B941-EDA6B545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Z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CDA2729-67A0-486B-A659-34EA0BAF0853}"/>
              </a:ext>
            </a:extLst>
          </p:cNvPr>
          <p:cNvSpPr/>
          <p:nvPr/>
        </p:nvSpPr>
        <p:spPr>
          <a:xfrm>
            <a:off x="2175551" y="2318710"/>
            <a:ext cx="4307836" cy="2738187"/>
          </a:xfrm>
          <a:custGeom>
            <a:avLst/>
            <a:gdLst>
              <a:gd name="connsiteX0" fmla="*/ 1473200 w 4287520"/>
              <a:gd name="connsiteY0" fmla="*/ 0 h 3647440"/>
              <a:gd name="connsiteX1" fmla="*/ 0 w 4287520"/>
              <a:gd name="connsiteY1" fmla="*/ 1981200 h 3647440"/>
              <a:gd name="connsiteX2" fmla="*/ 4287520 w 4287520"/>
              <a:gd name="connsiteY2" fmla="*/ 3647440 h 3647440"/>
              <a:gd name="connsiteX3" fmla="*/ 1473200 w 4287520"/>
              <a:gd name="connsiteY3" fmla="*/ 0 h 364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7520" h="3647440">
                <a:moveTo>
                  <a:pt x="1473200" y="0"/>
                </a:moveTo>
                <a:lnTo>
                  <a:pt x="0" y="1981200"/>
                </a:lnTo>
                <a:lnTo>
                  <a:pt x="4287520" y="3647440"/>
                </a:lnTo>
                <a:lnTo>
                  <a:pt x="1473200" y="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65256C-4217-469D-8758-66BCE5ABCEB8}"/>
              </a:ext>
            </a:extLst>
          </p:cNvPr>
          <p:cNvCxnSpPr>
            <a:cxnSpLocks/>
          </p:cNvCxnSpPr>
          <p:nvPr/>
        </p:nvCxnSpPr>
        <p:spPr>
          <a:xfrm>
            <a:off x="1531145" y="2080902"/>
            <a:ext cx="0" cy="36466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538FAB-A40D-418A-82F7-26C1612400A7}"/>
              </a:ext>
            </a:extLst>
          </p:cNvPr>
          <p:cNvCxnSpPr>
            <a:cxnSpLocks/>
          </p:cNvCxnSpPr>
          <p:nvPr/>
        </p:nvCxnSpPr>
        <p:spPr>
          <a:xfrm flipH="1">
            <a:off x="1073945" y="5388998"/>
            <a:ext cx="651256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6EEB8D-DE27-4A1E-8135-951BA334DC21}"/>
              </a:ext>
            </a:extLst>
          </p:cNvPr>
          <p:cNvCxnSpPr>
            <a:cxnSpLocks/>
          </p:cNvCxnSpPr>
          <p:nvPr/>
        </p:nvCxnSpPr>
        <p:spPr>
          <a:xfrm flipH="1">
            <a:off x="1073945" y="3171556"/>
            <a:ext cx="651256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16832C-6438-41FA-A21D-C160CECAE84D}"/>
                  </a:ext>
                </a:extLst>
              </p:cNvPr>
              <p:cNvSpPr txBox="1"/>
              <p:nvPr/>
            </p:nvSpPr>
            <p:spPr>
              <a:xfrm>
                <a:off x="617583" y="2940723"/>
                <a:ext cx="5318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16832C-6438-41FA-A21D-C160CECAE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83" y="2940723"/>
                <a:ext cx="531878" cy="400110"/>
              </a:xfrm>
              <a:prstGeom prst="rect">
                <a:avLst/>
              </a:prstGeom>
              <a:blipFill>
                <a:blip r:embed="rId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4A7A01-311B-48C2-B206-B0E51839F402}"/>
                  </a:ext>
                </a:extLst>
              </p:cNvPr>
              <p:cNvSpPr txBox="1"/>
              <p:nvPr/>
            </p:nvSpPr>
            <p:spPr>
              <a:xfrm>
                <a:off x="3051966" y="1898488"/>
                <a:ext cx="1273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4A7A01-311B-48C2-B206-B0E51839F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966" y="1898488"/>
                <a:ext cx="1273734" cy="400110"/>
              </a:xfrm>
              <a:prstGeom prst="rect">
                <a:avLst/>
              </a:prstGeom>
              <a:blipFill>
                <a:blip r:embed="rId3"/>
                <a:stretch>
                  <a:fillRect l="-2392" r="-478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570E83C-A189-4D8F-B83A-FEA5BCC1EC44}"/>
                  </a:ext>
                </a:extLst>
              </p:cNvPr>
              <p:cNvSpPr txBox="1"/>
              <p:nvPr/>
            </p:nvSpPr>
            <p:spPr>
              <a:xfrm>
                <a:off x="1538684" y="3819215"/>
                <a:ext cx="1273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570E83C-A189-4D8F-B83A-FEA5BCC1E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684" y="3819215"/>
                <a:ext cx="1273734" cy="400110"/>
              </a:xfrm>
              <a:prstGeom prst="rect">
                <a:avLst/>
              </a:prstGeom>
              <a:blipFill>
                <a:blip r:embed="rId4"/>
                <a:stretch>
                  <a:fillRect l="-2392" r="-6220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6EAEDDC-07DE-458B-A5E0-C0E1D2EAF565}"/>
                  </a:ext>
                </a:extLst>
              </p:cNvPr>
              <p:cNvSpPr txBox="1"/>
              <p:nvPr/>
            </p:nvSpPr>
            <p:spPr>
              <a:xfrm>
                <a:off x="5846520" y="4980616"/>
                <a:ext cx="1273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6EAEDDC-07DE-458B-A5E0-C0E1D2EAF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520" y="4980616"/>
                <a:ext cx="1273734" cy="400110"/>
              </a:xfrm>
              <a:prstGeom prst="rect">
                <a:avLst/>
              </a:prstGeom>
              <a:blipFill>
                <a:blip r:embed="rId5"/>
                <a:stretch>
                  <a:fillRect l="-2392" r="-6220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1ED5AE0-FED2-4A91-B849-143278530557}"/>
                  </a:ext>
                </a:extLst>
              </p:cNvPr>
              <p:cNvSpPr txBox="1"/>
              <p:nvPr/>
            </p:nvSpPr>
            <p:spPr>
              <a:xfrm>
                <a:off x="1606661" y="2761390"/>
                <a:ext cx="1273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1ED5AE0-FED2-4A91-B849-143278530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661" y="2761390"/>
                <a:ext cx="1273734" cy="400110"/>
              </a:xfrm>
              <a:prstGeom prst="rect">
                <a:avLst/>
              </a:prstGeom>
              <a:blipFill>
                <a:blip r:embed="rId6"/>
                <a:stretch>
                  <a:fillRect l="-2392" r="-5742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50F6F34-915C-4FFF-8519-56F383F3B1EC}"/>
                  </a:ext>
                </a:extLst>
              </p:cNvPr>
              <p:cNvSpPr txBox="1"/>
              <p:nvPr/>
            </p:nvSpPr>
            <p:spPr>
              <a:xfrm>
                <a:off x="4392533" y="2726565"/>
                <a:ext cx="1273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50F6F34-915C-4FFF-8519-56F383F3B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2533" y="2726565"/>
                <a:ext cx="1273734" cy="400110"/>
              </a:xfrm>
              <a:prstGeom prst="rect">
                <a:avLst/>
              </a:prstGeom>
              <a:blipFill>
                <a:blip r:embed="rId7"/>
                <a:stretch>
                  <a:fillRect l="-2392" r="-5742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3506E839-CECC-425A-A0BE-CA6E061C1A68}"/>
              </a:ext>
            </a:extLst>
          </p:cNvPr>
          <p:cNvSpPr/>
          <p:nvPr/>
        </p:nvSpPr>
        <p:spPr>
          <a:xfrm>
            <a:off x="2771460" y="3128814"/>
            <a:ext cx="81915" cy="8191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0260EF-5BD1-4D07-BD41-9FFA076B008E}"/>
              </a:ext>
            </a:extLst>
          </p:cNvPr>
          <p:cNvSpPr/>
          <p:nvPr/>
        </p:nvSpPr>
        <p:spPr>
          <a:xfrm>
            <a:off x="4499295" y="3134947"/>
            <a:ext cx="81915" cy="8191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22F5F0-0013-4BBD-9285-CC70B976A77B}"/>
                  </a:ext>
                </a:extLst>
              </p:cNvPr>
              <p:cNvSpPr txBox="1"/>
              <p:nvPr/>
            </p:nvSpPr>
            <p:spPr>
              <a:xfrm>
                <a:off x="8495825" y="1652267"/>
                <a:ext cx="278685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22F5F0-0013-4BBD-9285-CC70B976A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825" y="1652267"/>
                <a:ext cx="2786855" cy="1015663"/>
              </a:xfrm>
              <a:prstGeom prst="rect">
                <a:avLst/>
              </a:prstGeom>
              <a:blipFill>
                <a:blip r:embed="rId8"/>
                <a:stretch>
                  <a:fillRect l="-1969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881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23" grpId="0"/>
      <p:bldP spid="9" grpId="0" animBg="1"/>
      <p:bldP spid="24" grpId="0" animBg="1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BCE45-7B25-4A39-B941-EDA6B545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Z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CDA2729-67A0-486B-A659-34EA0BAF0853}"/>
              </a:ext>
            </a:extLst>
          </p:cNvPr>
          <p:cNvSpPr/>
          <p:nvPr/>
        </p:nvSpPr>
        <p:spPr>
          <a:xfrm>
            <a:off x="2175551" y="2318710"/>
            <a:ext cx="4307836" cy="2738187"/>
          </a:xfrm>
          <a:custGeom>
            <a:avLst/>
            <a:gdLst>
              <a:gd name="connsiteX0" fmla="*/ 1473200 w 4287520"/>
              <a:gd name="connsiteY0" fmla="*/ 0 h 3647440"/>
              <a:gd name="connsiteX1" fmla="*/ 0 w 4287520"/>
              <a:gd name="connsiteY1" fmla="*/ 1981200 h 3647440"/>
              <a:gd name="connsiteX2" fmla="*/ 4287520 w 4287520"/>
              <a:gd name="connsiteY2" fmla="*/ 3647440 h 3647440"/>
              <a:gd name="connsiteX3" fmla="*/ 1473200 w 4287520"/>
              <a:gd name="connsiteY3" fmla="*/ 0 h 364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7520" h="3647440">
                <a:moveTo>
                  <a:pt x="1473200" y="0"/>
                </a:moveTo>
                <a:lnTo>
                  <a:pt x="0" y="1981200"/>
                </a:lnTo>
                <a:lnTo>
                  <a:pt x="4287520" y="3647440"/>
                </a:lnTo>
                <a:lnTo>
                  <a:pt x="1473200" y="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65256C-4217-469D-8758-66BCE5ABCEB8}"/>
              </a:ext>
            </a:extLst>
          </p:cNvPr>
          <p:cNvCxnSpPr>
            <a:cxnSpLocks/>
          </p:cNvCxnSpPr>
          <p:nvPr/>
        </p:nvCxnSpPr>
        <p:spPr>
          <a:xfrm>
            <a:off x="1531145" y="2080902"/>
            <a:ext cx="0" cy="364665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538FAB-A40D-418A-82F7-26C1612400A7}"/>
              </a:ext>
            </a:extLst>
          </p:cNvPr>
          <p:cNvCxnSpPr>
            <a:cxnSpLocks/>
          </p:cNvCxnSpPr>
          <p:nvPr/>
        </p:nvCxnSpPr>
        <p:spPr>
          <a:xfrm flipH="1">
            <a:off x="1073945" y="5388998"/>
            <a:ext cx="651256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6EEB8D-DE27-4A1E-8135-951BA334DC21}"/>
              </a:ext>
            </a:extLst>
          </p:cNvPr>
          <p:cNvCxnSpPr>
            <a:cxnSpLocks/>
          </p:cNvCxnSpPr>
          <p:nvPr/>
        </p:nvCxnSpPr>
        <p:spPr>
          <a:xfrm flipH="1">
            <a:off x="1073945" y="3171556"/>
            <a:ext cx="651256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16832C-6438-41FA-A21D-C160CECAE84D}"/>
                  </a:ext>
                </a:extLst>
              </p:cNvPr>
              <p:cNvSpPr txBox="1"/>
              <p:nvPr/>
            </p:nvSpPr>
            <p:spPr>
              <a:xfrm>
                <a:off x="617583" y="2940723"/>
                <a:ext cx="5318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16832C-6438-41FA-A21D-C160CECAE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83" y="2940723"/>
                <a:ext cx="531878" cy="400110"/>
              </a:xfrm>
              <a:prstGeom prst="rect">
                <a:avLst/>
              </a:prstGeom>
              <a:blipFill>
                <a:blip r:embed="rId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4A7A01-311B-48C2-B206-B0E51839F402}"/>
                  </a:ext>
                </a:extLst>
              </p:cNvPr>
              <p:cNvSpPr txBox="1"/>
              <p:nvPr/>
            </p:nvSpPr>
            <p:spPr>
              <a:xfrm>
                <a:off x="3051966" y="1898488"/>
                <a:ext cx="1273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4A7A01-311B-48C2-B206-B0E51839F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966" y="1898488"/>
                <a:ext cx="1273734" cy="400110"/>
              </a:xfrm>
              <a:prstGeom prst="rect">
                <a:avLst/>
              </a:prstGeom>
              <a:blipFill>
                <a:blip r:embed="rId3"/>
                <a:stretch>
                  <a:fillRect l="-2392" r="-478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570E83C-A189-4D8F-B83A-FEA5BCC1EC44}"/>
                  </a:ext>
                </a:extLst>
              </p:cNvPr>
              <p:cNvSpPr txBox="1"/>
              <p:nvPr/>
            </p:nvSpPr>
            <p:spPr>
              <a:xfrm>
                <a:off x="1538684" y="3819215"/>
                <a:ext cx="1273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570E83C-A189-4D8F-B83A-FEA5BCC1E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684" y="3819215"/>
                <a:ext cx="1273734" cy="400110"/>
              </a:xfrm>
              <a:prstGeom prst="rect">
                <a:avLst/>
              </a:prstGeom>
              <a:blipFill>
                <a:blip r:embed="rId4"/>
                <a:stretch>
                  <a:fillRect l="-2392" r="-6220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6EAEDDC-07DE-458B-A5E0-C0E1D2EAF565}"/>
                  </a:ext>
                </a:extLst>
              </p:cNvPr>
              <p:cNvSpPr txBox="1"/>
              <p:nvPr/>
            </p:nvSpPr>
            <p:spPr>
              <a:xfrm>
                <a:off x="5846520" y="4980616"/>
                <a:ext cx="1273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6EAEDDC-07DE-458B-A5E0-C0E1D2EAF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520" y="4980616"/>
                <a:ext cx="1273734" cy="400110"/>
              </a:xfrm>
              <a:prstGeom prst="rect">
                <a:avLst/>
              </a:prstGeom>
              <a:blipFill>
                <a:blip r:embed="rId5"/>
                <a:stretch>
                  <a:fillRect l="-2392" r="-6220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1ED5AE0-FED2-4A91-B849-143278530557}"/>
                  </a:ext>
                </a:extLst>
              </p:cNvPr>
              <p:cNvSpPr txBox="1"/>
              <p:nvPr/>
            </p:nvSpPr>
            <p:spPr>
              <a:xfrm>
                <a:off x="1606661" y="2761390"/>
                <a:ext cx="1273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1ED5AE0-FED2-4A91-B849-143278530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661" y="2761390"/>
                <a:ext cx="1273734" cy="400110"/>
              </a:xfrm>
              <a:prstGeom prst="rect">
                <a:avLst/>
              </a:prstGeom>
              <a:blipFill>
                <a:blip r:embed="rId6"/>
                <a:stretch>
                  <a:fillRect l="-2392" r="-5742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50F6F34-915C-4FFF-8519-56F383F3B1EC}"/>
                  </a:ext>
                </a:extLst>
              </p:cNvPr>
              <p:cNvSpPr txBox="1"/>
              <p:nvPr/>
            </p:nvSpPr>
            <p:spPr>
              <a:xfrm>
                <a:off x="4392533" y="2726565"/>
                <a:ext cx="1273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50F6F34-915C-4FFF-8519-56F383F3B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2533" y="2726565"/>
                <a:ext cx="1273734" cy="400110"/>
              </a:xfrm>
              <a:prstGeom prst="rect">
                <a:avLst/>
              </a:prstGeom>
              <a:blipFill>
                <a:blip r:embed="rId7"/>
                <a:stretch>
                  <a:fillRect l="-2392" r="-5742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3506E839-CECC-425A-A0BE-CA6E061C1A68}"/>
              </a:ext>
            </a:extLst>
          </p:cNvPr>
          <p:cNvSpPr/>
          <p:nvPr/>
        </p:nvSpPr>
        <p:spPr>
          <a:xfrm>
            <a:off x="2771460" y="3128814"/>
            <a:ext cx="81915" cy="8191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0260EF-5BD1-4D07-BD41-9FFA076B008E}"/>
              </a:ext>
            </a:extLst>
          </p:cNvPr>
          <p:cNvSpPr/>
          <p:nvPr/>
        </p:nvSpPr>
        <p:spPr>
          <a:xfrm>
            <a:off x="4499295" y="3134947"/>
            <a:ext cx="81915" cy="8191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22F5F0-0013-4BBD-9285-CC70B976A77B}"/>
                  </a:ext>
                </a:extLst>
              </p:cNvPr>
              <p:cNvSpPr txBox="1"/>
              <p:nvPr/>
            </p:nvSpPr>
            <p:spPr>
              <a:xfrm>
                <a:off x="8495825" y="1652267"/>
                <a:ext cx="2786855" cy="755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22F5F0-0013-4BBD-9285-CC70B976A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825" y="1652267"/>
                <a:ext cx="2786855" cy="755207"/>
              </a:xfrm>
              <a:prstGeom prst="rect">
                <a:avLst/>
              </a:prstGeom>
              <a:blipFill>
                <a:blip r:embed="rId8"/>
                <a:stretch>
                  <a:fillRect l="-1969" t="-3226" b="-10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8782D6B5-EC76-4772-99E7-C4AAB66D7CB7}"/>
              </a:ext>
            </a:extLst>
          </p:cNvPr>
          <p:cNvSpPr/>
          <p:nvPr/>
        </p:nvSpPr>
        <p:spPr>
          <a:xfrm>
            <a:off x="3904935" y="3126675"/>
            <a:ext cx="81915" cy="8191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2D3FA7B-33A7-4342-8932-DAFF7EA31907}"/>
                  </a:ext>
                </a:extLst>
              </p:cNvPr>
              <p:cNvSpPr txBox="1"/>
              <p:nvPr/>
            </p:nvSpPr>
            <p:spPr>
              <a:xfrm>
                <a:off x="3051966" y="2736311"/>
                <a:ext cx="1273734" cy="423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2D3FA7B-33A7-4342-8932-DAFF7EA31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966" y="2736311"/>
                <a:ext cx="1273734" cy="423770"/>
              </a:xfrm>
              <a:prstGeom prst="rect">
                <a:avLst/>
              </a:prstGeom>
              <a:blipFill>
                <a:blip r:embed="rId9"/>
                <a:stretch>
                  <a:fillRect l="-2392" r="-5742"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077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 animBg="1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83E31D1-5909-4CF5-9EB1-1C078B91B0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3266513"/>
                  </p:ext>
                </p:extLst>
              </p:nvPr>
            </p:nvGraphicFramePr>
            <p:xfrm>
              <a:off x="5864888" y="816428"/>
              <a:ext cx="5486400" cy="5486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8640">
                      <a:extLst>
                        <a:ext uri="{9D8B030D-6E8A-4147-A177-3AD203B41FA5}">
                          <a16:colId xmlns:a16="http://schemas.microsoft.com/office/drawing/2014/main" val="15052163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59565318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138493802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84725423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9878648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914584783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4603450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0515822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7779441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5467336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162502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866417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314147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6943260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707206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69556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890092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127737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54577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77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83E31D1-5909-4CF5-9EB1-1C078B91B0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3266513"/>
                  </p:ext>
                </p:extLst>
              </p:nvPr>
            </p:nvGraphicFramePr>
            <p:xfrm>
              <a:off x="5864888" y="816428"/>
              <a:ext cx="5486400" cy="5486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8640">
                      <a:extLst>
                        <a:ext uri="{9D8B030D-6E8A-4147-A177-3AD203B41FA5}">
                          <a16:colId xmlns:a16="http://schemas.microsoft.com/office/drawing/2014/main" val="15052163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59565318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138493802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84725423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9878648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914584783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4603450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0515822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7779441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5467336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1111" r="-9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1111" r="-8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1111" r="-7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1111" r="-6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1111" r="-49670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1111" r="-4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1111" r="-3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1111" r="-2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1111" r="-1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1111" r="-2222" b="-9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62502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101111" r="-9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101111" r="-8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101111" r="-7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101111" r="-6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101111" r="-49670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101111" r="-4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101111" r="-3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101111" r="-2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101111" r="-1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101111" r="-2222" b="-8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66417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201111" r="-9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201111" r="-8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201111" r="-7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201111" r="-6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201111" r="-49670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201111" r="-4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201111" r="-3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201111" r="-2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201111" r="-1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201111" r="-2222" b="-7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314147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301111" r="-9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301111" r="-8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301111" r="-7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301111" r="-6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301111" r="-49670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301111" r="-4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301111" r="-3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301111" r="-2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301111" r="-1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301111" r="-2222" b="-6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943260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396703" r="-9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396703" r="-8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396703" r="-7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396703" r="-6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396703" r="-49670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396703" r="-4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396703" r="-3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396703" r="-2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396703" r="-1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396703" r="-2222" b="-4978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707206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502222" r="-9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502222" r="-8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502222" r="-7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502222" r="-6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502222" r="-49670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502222" r="-4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502222" r="-3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502222" r="-2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502222" r="-1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502222" r="-2222" b="-4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69556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602222" r="-9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602222" r="-8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602222" r="-7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602222" r="-6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602222" r="-49670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602222" r="-4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602222" r="-3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602222" r="-2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602222" r="-1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602222" r="-2222" b="-3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890092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702222" r="-9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702222" r="-8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702222" r="-7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702222" r="-6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702222" r="-49670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702222" r="-4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702222" r="-3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702222" r="-2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702222" r="-1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702222" r="-2222" b="-2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127737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802222" r="-9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802222" r="-8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802222" r="-7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802222" r="-6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802222" r="-49670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802222" r="-4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802222" r="-3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802222" r="-2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802222" r="-1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802222" r="-2222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54577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902222" r="-9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902222" r="-8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902222" r="-7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902222" r="-6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902222" r="-49670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902222" r="-4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902222" r="-3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902222" r="-2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902222" r="-1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902222" r="-2222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377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5FD6F4B-83C8-4D48-92AC-89F25A082F0C}"/>
              </a:ext>
            </a:extLst>
          </p:cNvPr>
          <p:cNvSpPr/>
          <p:nvPr/>
        </p:nvSpPr>
        <p:spPr>
          <a:xfrm>
            <a:off x="6339870" y="1696983"/>
            <a:ext cx="4307836" cy="2738187"/>
          </a:xfrm>
          <a:custGeom>
            <a:avLst/>
            <a:gdLst>
              <a:gd name="connsiteX0" fmla="*/ 1473200 w 4287520"/>
              <a:gd name="connsiteY0" fmla="*/ 0 h 3647440"/>
              <a:gd name="connsiteX1" fmla="*/ 0 w 4287520"/>
              <a:gd name="connsiteY1" fmla="*/ 1981200 h 3647440"/>
              <a:gd name="connsiteX2" fmla="*/ 4287520 w 4287520"/>
              <a:gd name="connsiteY2" fmla="*/ 3647440 h 3647440"/>
              <a:gd name="connsiteX3" fmla="*/ 1473200 w 4287520"/>
              <a:gd name="connsiteY3" fmla="*/ 0 h 364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7520" h="3647440">
                <a:moveTo>
                  <a:pt x="1473200" y="0"/>
                </a:moveTo>
                <a:lnTo>
                  <a:pt x="0" y="1981200"/>
                </a:lnTo>
                <a:lnTo>
                  <a:pt x="4287520" y="3647440"/>
                </a:lnTo>
                <a:lnTo>
                  <a:pt x="1473200" y="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73CB6D-A060-4A1D-8C91-6B9E1C8C47DA}"/>
              </a:ext>
            </a:extLst>
          </p:cNvPr>
          <p:cNvCxnSpPr>
            <a:cxnSpLocks/>
          </p:cNvCxnSpPr>
          <p:nvPr/>
        </p:nvCxnSpPr>
        <p:spPr>
          <a:xfrm>
            <a:off x="5345723" y="2190540"/>
            <a:ext cx="6601767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53DA28-EF52-43F1-86F4-CECA4FD9B220}"/>
                  </a:ext>
                </a:extLst>
              </p:cNvPr>
              <p:cNvSpPr txBox="1"/>
              <p:nvPr/>
            </p:nvSpPr>
            <p:spPr>
              <a:xfrm>
                <a:off x="4895367" y="1990485"/>
                <a:ext cx="5318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53DA28-EF52-43F1-86F4-CECA4FD9B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367" y="1990485"/>
                <a:ext cx="531878" cy="400110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E44444-73FB-4A77-843E-6380DFCA9E9C}"/>
                  </a:ext>
                </a:extLst>
              </p:cNvPr>
              <p:cNvSpPr txBox="1"/>
              <p:nvPr/>
            </p:nvSpPr>
            <p:spPr>
              <a:xfrm>
                <a:off x="6130429" y="1782158"/>
                <a:ext cx="1273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E44444-73FB-4A77-843E-6380DFCA9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429" y="1782158"/>
                <a:ext cx="1273734" cy="400110"/>
              </a:xfrm>
              <a:prstGeom prst="rect">
                <a:avLst/>
              </a:prstGeom>
              <a:blipFill>
                <a:blip r:embed="rId4"/>
                <a:stretch>
                  <a:fillRect l="-2392" r="-5742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CC4D53AE-E2AB-4681-AD25-12A6E5F73C5F}"/>
              </a:ext>
            </a:extLst>
          </p:cNvPr>
          <p:cNvSpPr/>
          <p:nvPr/>
        </p:nvSpPr>
        <p:spPr>
          <a:xfrm>
            <a:off x="7295228" y="2149582"/>
            <a:ext cx="81915" cy="8191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D960ECF-8DC0-4B48-A170-999885722F5F}"/>
                  </a:ext>
                </a:extLst>
              </p:cNvPr>
              <p:cNvSpPr txBox="1"/>
              <p:nvPr/>
            </p:nvSpPr>
            <p:spPr>
              <a:xfrm>
                <a:off x="8184781" y="1732928"/>
                <a:ext cx="1273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D960ECF-8DC0-4B48-A170-999885722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781" y="1732928"/>
                <a:ext cx="1273734" cy="400110"/>
              </a:xfrm>
              <a:prstGeom prst="rect">
                <a:avLst/>
              </a:prstGeom>
              <a:blipFill>
                <a:blip r:embed="rId5"/>
                <a:stretch>
                  <a:fillRect l="-2392" r="-5742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CA0F7F8A-D4FF-43BE-B352-2B43D275AE59}"/>
              </a:ext>
            </a:extLst>
          </p:cNvPr>
          <p:cNvSpPr/>
          <p:nvPr/>
        </p:nvSpPr>
        <p:spPr>
          <a:xfrm>
            <a:off x="8291543" y="2141310"/>
            <a:ext cx="81915" cy="8191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1D150E72-32C7-4243-85BE-40B3E47025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3784" y="816428"/>
                <a:ext cx="3911321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XY Coordinate of cell = XY Coordinate of the midpoint of the cell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Choose a row</a:t>
                </a:r>
              </a:p>
              <a:p>
                <a:r>
                  <a:rPr lang="en-US" sz="2400" dirty="0"/>
                  <a:t>Draw scan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/>
                  <a:t> along the middle of the row</a:t>
                </a:r>
              </a:p>
              <a:p>
                <a:r>
                  <a:rPr lang="en-US" sz="2400" dirty="0"/>
                  <a:t>Find two intersecting points</a:t>
                </a:r>
              </a:p>
            </p:txBody>
          </p:sp>
        </mc:Choice>
        <mc:Fallback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1D150E72-32C7-4243-85BE-40B3E4702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84" y="816428"/>
                <a:ext cx="3911321" cy="4351338"/>
              </a:xfrm>
              <a:prstGeom prst="rect">
                <a:avLst/>
              </a:prstGeom>
              <a:blipFill>
                <a:blip r:embed="rId6"/>
                <a:stretch>
                  <a:fillRect l="-2025" t="-1961" r="-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2810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83E31D1-5909-4CF5-9EB1-1C078B91B0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642539"/>
                  </p:ext>
                </p:extLst>
              </p:nvPr>
            </p:nvGraphicFramePr>
            <p:xfrm>
              <a:off x="5864888" y="816428"/>
              <a:ext cx="5486400" cy="5486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8640">
                      <a:extLst>
                        <a:ext uri="{9D8B030D-6E8A-4147-A177-3AD203B41FA5}">
                          <a16:colId xmlns:a16="http://schemas.microsoft.com/office/drawing/2014/main" val="15052163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59565318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138493802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84725423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9878648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914584783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4603450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0515822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7779441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5467336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162502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866417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314147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6943260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707206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69556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890092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127737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54577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77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83E31D1-5909-4CF5-9EB1-1C078B91B0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642539"/>
                  </p:ext>
                </p:extLst>
              </p:nvPr>
            </p:nvGraphicFramePr>
            <p:xfrm>
              <a:off x="5864888" y="816428"/>
              <a:ext cx="5486400" cy="5486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8640">
                      <a:extLst>
                        <a:ext uri="{9D8B030D-6E8A-4147-A177-3AD203B41FA5}">
                          <a16:colId xmlns:a16="http://schemas.microsoft.com/office/drawing/2014/main" val="15052163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59565318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138493802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84725423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9878648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914584783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4603450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0515822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7779441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5467336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1111" r="-9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1111" r="-8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1111" r="-7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1111" r="-6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1111" r="-49670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1111" r="-4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1111" r="-3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1111" r="-2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1111" r="-1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1111" r="-2222" b="-9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62502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101111" r="-9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101111" r="-8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101111" r="-7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101111" r="-6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101111" r="-49670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101111" r="-4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101111" r="-3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101111" r="-2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101111" r="-1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101111" r="-2222" b="-8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66417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201111" r="-9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201111" r="-8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201111" r="-7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201111" r="-6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201111" r="-49670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201111" r="-4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201111" r="-3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201111" r="-2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201111" r="-1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201111" r="-2222" b="-7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314147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301111" r="-9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301111" r="-8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301111" r="-7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301111" r="-6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301111" r="-49670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301111" r="-4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301111" r="-3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301111" r="-2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301111" r="-1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301111" r="-2222" b="-6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943260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396703" r="-9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396703" r="-8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396703" r="-7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396703" r="-6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396703" r="-49670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396703" r="-4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396703" r="-3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396703" r="-2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396703" r="-1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396703" r="-2222" b="-4978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707206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502222" r="-9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502222" r="-8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502222" r="-7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502222" r="-6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502222" r="-49670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502222" r="-4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502222" r="-3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502222" r="-2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502222" r="-1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502222" r="-2222" b="-4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69556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602222" r="-9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602222" r="-8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602222" r="-7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602222" r="-6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602222" r="-49670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602222" r="-4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602222" r="-3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602222" r="-2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602222" r="-1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602222" r="-2222" b="-3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890092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702222" r="-9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702222" r="-8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702222" r="-7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702222" r="-6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702222" r="-49670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702222" r="-4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702222" r="-3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702222" r="-2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702222" r="-1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702222" r="-2222" b="-2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127737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802222" r="-9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802222" r="-8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802222" r="-7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802222" r="-6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802222" r="-49670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802222" r="-4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802222" r="-3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802222" r="-2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802222" r="-1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802222" r="-2222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54577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902222" r="-9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902222" r="-8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902222" r="-7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902222" r="-6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902222" r="-49670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902222" r="-4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902222" r="-3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902222" r="-2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902222" r="-1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902222" r="-2222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377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5FD6F4B-83C8-4D48-92AC-89F25A082F0C}"/>
              </a:ext>
            </a:extLst>
          </p:cNvPr>
          <p:cNvSpPr/>
          <p:nvPr/>
        </p:nvSpPr>
        <p:spPr>
          <a:xfrm>
            <a:off x="6339870" y="1696983"/>
            <a:ext cx="4307836" cy="2738187"/>
          </a:xfrm>
          <a:custGeom>
            <a:avLst/>
            <a:gdLst>
              <a:gd name="connsiteX0" fmla="*/ 1473200 w 4287520"/>
              <a:gd name="connsiteY0" fmla="*/ 0 h 3647440"/>
              <a:gd name="connsiteX1" fmla="*/ 0 w 4287520"/>
              <a:gd name="connsiteY1" fmla="*/ 1981200 h 3647440"/>
              <a:gd name="connsiteX2" fmla="*/ 4287520 w 4287520"/>
              <a:gd name="connsiteY2" fmla="*/ 3647440 h 3647440"/>
              <a:gd name="connsiteX3" fmla="*/ 1473200 w 4287520"/>
              <a:gd name="connsiteY3" fmla="*/ 0 h 364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7520" h="3647440">
                <a:moveTo>
                  <a:pt x="1473200" y="0"/>
                </a:moveTo>
                <a:lnTo>
                  <a:pt x="0" y="1981200"/>
                </a:lnTo>
                <a:lnTo>
                  <a:pt x="4287520" y="3647440"/>
                </a:lnTo>
                <a:lnTo>
                  <a:pt x="1473200" y="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73CB6D-A060-4A1D-8C91-6B9E1C8C47DA}"/>
              </a:ext>
            </a:extLst>
          </p:cNvPr>
          <p:cNvCxnSpPr>
            <a:cxnSpLocks/>
          </p:cNvCxnSpPr>
          <p:nvPr/>
        </p:nvCxnSpPr>
        <p:spPr>
          <a:xfrm>
            <a:off x="5345723" y="2190540"/>
            <a:ext cx="6601767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53DA28-EF52-43F1-86F4-CECA4FD9B220}"/>
                  </a:ext>
                </a:extLst>
              </p:cNvPr>
              <p:cNvSpPr txBox="1"/>
              <p:nvPr/>
            </p:nvSpPr>
            <p:spPr>
              <a:xfrm>
                <a:off x="4895367" y="1990485"/>
                <a:ext cx="5318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53DA28-EF52-43F1-86F4-CECA4FD9B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367" y="1990485"/>
                <a:ext cx="531878" cy="400110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E44444-73FB-4A77-843E-6380DFCA9E9C}"/>
                  </a:ext>
                </a:extLst>
              </p:cNvPr>
              <p:cNvSpPr txBox="1"/>
              <p:nvPr/>
            </p:nvSpPr>
            <p:spPr>
              <a:xfrm>
                <a:off x="6130429" y="1782158"/>
                <a:ext cx="1273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E44444-73FB-4A77-843E-6380DFCA9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429" y="1782158"/>
                <a:ext cx="1273734" cy="400110"/>
              </a:xfrm>
              <a:prstGeom prst="rect">
                <a:avLst/>
              </a:prstGeom>
              <a:blipFill>
                <a:blip r:embed="rId4"/>
                <a:stretch>
                  <a:fillRect l="-2392" r="-5742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CC4D53AE-E2AB-4681-AD25-12A6E5F73C5F}"/>
              </a:ext>
            </a:extLst>
          </p:cNvPr>
          <p:cNvSpPr/>
          <p:nvPr/>
        </p:nvSpPr>
        <p:spPr>
          <a:xfrm>
            <a:off x="7295228" y="2149582"/>
            <a:ext cx="81915" cy="8191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D960ECF-8DC0-4B48-A170-999885722F5F}"/>
                  </a:ext>
                </a:extLst>
              </p:cNvPr>
              <p:cNvSpPr txBox="1"/>
              <p:nvPr/>
            </p:nvSpPr>
            <p:spPr>
              <a:xfrm>
                <a:off x="8184781" y="1732928"/>
                <a:ext cx="1273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D960ECF-8DC0-4B48-A170-999885722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781" y="1732928"/>
                <a:ext cx="1273734" cy="400110"/>
              </a:xfrm>
              <a:prstGeom prst="rect">
                <a:avLst/>
              </a:prstGeom>
              <a:blipFill>
                <a:blip r:embed="rId5"/>
                <a:stretch>
                  <a:fillRect l="-2392" r="-5742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CA0F7F8A-D4FF-43BE-B352-2B43D275AE59}"/>
              </a:ext>
            </a:extLst>
          </p:cNvPr>
          <p:cNvSpPr/>
          <p:nvPr/>
        </p:nvSpPr>
        <p:spPr>
          <a:xfrm>
            <a:off x="8291543" y="2141310"/>
            <a:ext cx="81915" cy="81915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D150E72-32C7-4243-85BE-40B3E47025EB}"/>
              </a:ext>
            </a:extLst>
          </p:cNvPr>
          <p:cNvSpPr txBox="1">
            <a:spLocks/>
          </p:cNvSpPr>
          <p:nvPr/>
        </p:nvSpPr>
        <p:spPr>
          <a:xfrm>
            <a:off x="653784" y="816428"/>
            <a:ext cx="3911321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Find the cells covered by the triangle on that row</a:t>
            </a:r>
          </a:p>
          <a:p>
            <a:r>
              <a:rPr lang="en-US" sz="2400" dirty="0"/>
              <a:t>Find the left intersecting column and the right intersecting column</a:t>
            </a:r>
          </a:p>
          <a:p>
            <a:r>
              <a:rPr lang="en-US" sz="2400" dirty="0"/>
              <a:t>For each covered cell, find depth (z)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24754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83E31D1-5909-4CF5-9EB1-1C078B91B0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9749213"/>
                  </p:ext>
                </p:extLst>
              </p:nvPr>
            </p:nvGraphicFramePr>
            <p:xfrm>
              <a:off x="5864888" y="816428"/>
              <a:ext cx="5486400" cy="5486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8640">
                      <a:extLst>
                        <a:ext uri="{9D8B030D-6E8A-4147-A177-3AD203B41FA5}">
                          <a16:colId xmlns:a16="http://schemas.microsoft.com/office/drawing/2014/main" val="15052163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59565318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138493802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84725423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9878648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914584783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4603450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0515822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7779441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5467336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162502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866417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314147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6943260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707206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69556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890092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127737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54577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77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83E31D1-5909-4CF5-9EB1-1C078B91B0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9749213"/>
                  </p:ext>
                </p:extLst>
              </p:nvPr>
            </p:nvGraphicFramePr>
            <p:xfrm>
              <a:off x="5864888" y="816428"/>
              <a:ext cx="5486400" cy="5486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8640">
                      <a:extLst>
                        <a:ext uri="{9D8B030D-6E8A-4147-A177-3AD203B41FA5}">
                          <a16:colId xmlns:a16="http://schemas.microsoft.com/office/drawing/2014/main" val="15052163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59565318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138493802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84725423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9878648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914584783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4603450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0515822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7779441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5467336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1111" r="-9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1111" r="-8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1111" r="-7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1111" r="-6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1111" r="-49670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1111" r="-4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1111" r="-3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1111" r="-2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1111" r="-1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1111" r="-2222" b="-9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62502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101111" r="-9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101111" r="-8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101111" r="-7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101111" r="-6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101111" r="-49670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101111" r="-4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101111" r="-3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101111" r="-2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101111" r="-1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101111" r="-2222" b="-8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66417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201111" r="-9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201111" r="-8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201111" r="-7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201111" r="-6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201111" r="-49670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201111" r="-4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201111" r="-3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201111" r="-2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201111" r="-1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201111" r="-2222" b="-7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314147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301111" r="-9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301111" r="-8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301111" r="-7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301111" r="-6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301111" r="-49670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301111" r="-4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301111" r="-3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301111" r="-2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301111" r="-1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301111" r="-2222" b="-6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943260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396703" r="-9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396703" r="-8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396703" r="-7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396703" r="-6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396703" r="-49670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396703" r="-4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396703" r="-3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396703" r="-2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396703" r="-1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396703" r="-2222" b="-4978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707206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502222" r="-9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502222" r="-8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502222" r="-7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502222" r="-6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502222" r="-49670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502222" r="-4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502222" r="-3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502222" r="-2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502222" r="-1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502222" r="-2222" b="-4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69556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602222" r="-9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602222" r="-8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602222" r="-7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602222" r="-6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602222" r="-49670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602222" r="-4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602222" r="-3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602222" r="-2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602222" r="-1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602222" r="-2222" b="-3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890092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702222" r="-9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702222" r="-8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702222" r="-7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702222" r="-6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702222" r="-49670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702222" r="-4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702222" r="-3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702222" r="-2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702222" r="-1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702222" r="-2222" b="-2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127737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802222" r="-9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802222" r="-8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802222" r="-7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802222" r="-6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802222" r="-49670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802222" r="-4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802222" r="-3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802222" r="-2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802222" r="-1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802222" r="-2222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54577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902222" r="-9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902222" r="-8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902222" r="-7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902222" r="-6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902222" r="-49670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902222" r="-4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902222" r="-3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902222" r="-2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902222" r="-1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902222" r="-2222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377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5FD6F4B-83C8-4D48-92AC-89F25A082F0C}"/>
              </a:ext>
            </a:extLst>
          </p:cNvPr>
          <p:cNvSpPr/>
          <p:nvPr/>
        </p:nvSpPr>
        <p:spPr>
          <a:xfrm>
            <a:off x="6339870" y="1696983"/>
            <a:ext cx="4307836" cy="2738187"/>
          </a:xfrm>
          <a:custGeom>
            <a:avLst/>
            <a:gdLst>
              <a:gd name="connsiteX0" fmla="*/ 1473200 w 4287520"/>
              <a:gd name="connsiteY0" fmla="*/ 0 h 3647440"/>
              <a:gd name="connsiteX1" fmla="*/ 0 w 4287520"/>
              <a:gd name="connsiteY1" fmla="*/ 1981200 h 3647440"/>
              <a:gd name="connsiteX2" fmla="*/ 4287520 w 4287520"/>
              <a:gd name="connsiteY2" fmla="*/ 3647440 h 3647440"/>
              <a:gd name="connsiteX3" fmla="*/ 1473200 w 4287520"/>
              <a:gd name="connsiteY3" fmla="*/ 0 h 364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7520" h="3647440">
                <a:moveTo>
                  <a:pt x="1473200" y="0"/>
                </a:moveTo>
                <a:lnTo>
                  <a:pt x="0" y="1981200"/>
                </a:lnTo>
                <a:lnTo>
                  <a:pt x="4287520" y="3647440"/>
                </a:lnTo>
                <a:lnTo>
                  <a:pt x="1473200" y="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73CB6D-A060-4A1D-8C91-6B9E1C8C47DA}"/>
              </a:ext>
            </a:extLst>
          </p:cNvPr>
          <p:cNvCxnSpPr>
            <a:cxnSpLocks/>
          </p:cNvCxnSpPr>
          <p:nvPr/>
        </p:nvCxnSpPr>
        <p:spPr>
          <a:xfrm>
            <a:off x="5345723" y="1637886"/>
            <a:ext cx="6601767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53DA28-EF52-43F1-86F4-CECA4FD9B220}"/>
                  </a:ext>
                </a:extLst>
              </p:cNvPr>
              <p:cNvSpPr txBox="1"/>
              <p:nvPr/>
            </p:nvSpPr>
            <p:spPr>
              <a:xfrm>
                <a:off x="4895367" y="1437831"/>
                <a:ext cx="5318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53DA28-EF52-43F1-86F4-CECA4FD9B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367" y="1437831"/>
                <a:ext cx="531878" cy="400110"/>
              </a:xfrm>
              <a:prstGeom prst="rect">
                <a:avLst/>
              </a:prstGeom>
              <a:blipFill>
                <a:blip r:embed="rId3"/>
                <a:stretch>
                  <a:fillRect r="-4367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D150E72-32C7-4243-85BE-40B3E47025EB}"/>
              </a:ext>
            </a:extLst>
          </p:cNvPr>
          <p:cNvSpPr txBox="1">
            <a:spLocks/>
          </p:cNvSpPr>
          <p:nvPr/>
        </p:nvSpPr>
        <p:spPr>
          <a:xfrm>
            <a:off x="653784" y="816428"/>
            <a:ext cx="3911321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Top scanline (row)</a:t>
            </a:r>
          </a:p>
          <a:p>
            <a:endParaRPr lang="en-US" sz="2400" dirty="0"/>
          </a:p>
          <a:p>
            <a:r>
              <a:rPr lang="en-US" sz="2400" dirty="0"/>
              <a:t>Bottom scanline (row)</a:t>
            </a:r>
          </a:p>
          <a:p>
            <a:endParaRPr lang="en-US" sz="2400" dirty="0"/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DF2D2A-0DA9-40CE-A244-D55CC50D7CFA}"/>
              </a:ext>
            </a:extLst>
          </p:cNvPr>
          <p:cNvCxnSpPr>
            <a:cxnSpLocks/>
          </p:cNvCxnSpPr>
          <p:nvPr/>
        </p:nvCxnSpPr>
        <p:spPr>
          <a:xfrm>
            <a:off x="5345723" y="4382761"/>
            <a:ext cx="6601767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C87CB3-6A09-42E2-8C51-D3FC11C67F44}"/>
                  </a:ext>
                </a:extLst>
              </p:cNvPr>
              <p:cNvSpPr txBox="1"/>
              <p:nvPr/>
            </p:nvSpPr>
            <p:spPr>
              <a:xfrm>
                <a:off x="4895367" y="4182706"/>
                <a:ext cx="5318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𝑒𝑛𝑑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C87CB3-6A09-42E2-8C51-D3FC11C67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367" y="4182706"/>
                <a:ext cx="531878" cy="400110"/>
              </a:xfrm>
              <a:prstGeom prst="rect">
                <a:avLst/>
              </a:prstGeom>
              <a:blipFill>
                <a:blip r:embed="rId4"/>
                <a:stretch>
                  <a:fillRect r="-20690"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6176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FFFC-B75E-4FAC-BCB7-4D409754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157"/>
            <a:ext cx="10515600" cy="6497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2E66B-0F08-4CE6-8B67-AB0025D61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624"/>
            <a:ext cx="10515600" cy="4800339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d(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, j) = </a:t>
            </a:r>
            <a:r>
              <a:rPr lang="en-US" sz="2000" dirty="0" err="1">
                <a:latin typeface="Consolas" panose="020B0609020204030204" pitchFamily="49" charset="0"/>
              </a:rPr>
              <a:t>z_max</a:t>
            </a:r>
            <a:r>
              <a:rPr lang="en-US" sz="2000" dirty="0">
                <a:latin typeface="Consolas" panose="020B0609020204030204" pitchFamily="49" charset="0"/>
              </a:rPr>
              <a:t>			// </a:t>
            </a:r>
            <a:r>
              <a:rPr lang="en-US" sz="2000" dirty="0" err="1">
                <a:latin typeface="Consolas" panose="020B0609020204030204" pitchFamily="49" charset="0"/>
              </a:rPr>
              <a:t>z-buffer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c(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, j) = background color		// frame buffer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For each triangle T: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	Find the top and bottom rows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	For each row (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) in [top row, bottom row]: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		Find the left and right intersecting columns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		For each column (j) in [left column, right column]: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			Find z value at pixel (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, j)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			If z &lt; d(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, j):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				d(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, j) = z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				c(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, j) = </a:t>
            </a:r>
            <a:r>
              <a:rPr lang="en-US" sz="2000" dirty="0" err="1">
                <a:latin typeface="Consolas" panose="020B0609020204030204" pitchFamily="49" charset="0"/>
              </a:rPr>
              <a:t>T.color</a:t>
            </a: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217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83E31D1-5909-4CF5-9EB1-1C078B91B03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4888" y="816428"/>
              <a:ext cx="5486400" cy="5486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8640">
                      <a:extLst>
                        <a:ext uri="{9D8B030D-6E8A-4147-A177-3AD203B41FA5}">
                          <a16:colId xmlns:a16="http://schemas.microsoft.com/office/drawing/2014/main" val="15052163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59565318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138493802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84725423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9878648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914584783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4603450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0515822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7779441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5467336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162502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866417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314147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6943260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707206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69556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890092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127737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54577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77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83E31D1-5909-4CF5-9EB1-1C078B91B03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4888" y="816428"/>
              <a:ext cx="5486400" cy="5486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8640">
                      <a:extLst>
                        <a:ext uri="{9D8B030D-6E8A-4147-A177-3AD203B41FA5}">
                          <a16:colId xmlns:a16="http://schemas.microsoft.com/office/drawing/2014/main" val="15052163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59565318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138493802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84725423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9878648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914584783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4603450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0515822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7779441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5467336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1111" r="-9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1111" r="-8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1111" r="-7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1111" r="-6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1111" r="-49670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1111" r="-4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1111" r="-3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1111" r="-2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1111" r="-1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1111" r="-2222" b="-9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62502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101111" r="-9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101111" r="-8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101111" r="-7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101111" r="-6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101111" r="-49670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101111" r="-4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101111" r="-3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101111" r="-2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101111" r="-1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101111" r="-2222" b="-8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66417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201111" r="-9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201111" r="-8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201111" r="-7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201111" r="-6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201111" r="-49670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201111" r="-4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201111" r="-3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201111" r="-2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201111" r="-1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201111" r="-2222" b="-7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314147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301111" r="-9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301111" r="-8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301111" r="-7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301111" r="-6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301111" r="-49670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301111" r="-4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301111" r="-3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301111" r="-2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301111" r="-1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301111" r="-2222" b="-6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943260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396703" r="-9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396703" r="-8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396703" r="-7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396703" r="-6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396703" r="-49670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396703" r="-4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396703" r="-3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396703" r="-2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396703" r="-1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396703" r="-2222" b="-4978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707206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502222" r="-9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502222" r="-8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502222" r="-7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502222" r="-6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502222" r="-49670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502222" r="-4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502222" r="-3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502222" r="-2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502222" r="-1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502222" r="-2222" b="-4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69556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602222" r="-9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602222" r="-8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602222" r="-7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602222" r="-6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602222" r="-49670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602222" r="-4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602222" r="-3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602222" r="-2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602222" r="-1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602222" r="-2222" b="-3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890092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702222" r="-9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702222" r="-8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702222" r="-7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702222" r="-6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702222" r="-49670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702222" r="-4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702222" r="-3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702222" r="-2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702222" r="-1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702222" r="-2222" b="-2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127737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802222" r="-9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802222" r="-8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802222" r="-7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802222" r="-6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802222" r="-49670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802222" r="-4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802222" r="-3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802222" r="-2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802222" r="-1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802222" r="-2222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54577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902222" r="-9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902222" r="-8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902222" r="-7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902222" r="-6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902222" r="-49670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902222" r="-4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902222" r="-3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902222" r="-2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902222" r="-1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902222" r="-2222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377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5FD6F4B-83C8-4D48-92AC-89F25A082F0C}"/>
              </a:ext>
            </a:extLst>
          </p:cNvPr>
          <p:cNvSpPr/>
          <p:nvPr/>
        </p:nvSpPr>
        <p:spPr>
          <a:xfrm>
            <a:off x="6390752" y="281355"/>
            <a:ext cx="4592096" cy="4153816"/>
          </a:xfrm>
          <a:custGeom>
            <a:avLst/>
            <a:gdLst>
              <a:gd name="connsiteX0" fmla="*/ 1473200 w 4287520"/>
              <a:gd name="connsiteY0" fmla="*/ 0 h 3647440"/>
              <a:gd name="connsiteX1" fmla="*/ 0 w 4287520"/>
              <a:gd name="connsiteY1" fmla="*/ 1981200 h 3647440"/>
              <a:gd name="connsiteX2" fmla="*/ 4287520 w 4287520"/>
              <a:gd name="connsiteY2" fmla="*/ 3647440 h 3647440"/>
              <a:gd name="connsiteX3" fmla="*/ 1473200 w 4287520"/>
              <a:gd name="connsiteY3" fmla="*/ 0 h 364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7520" h="3647440">
                <a:moveTo>
                  <a:pt x="1473200" y="0"/>
                </a:moveTo>
                <a:lnTo>
                  <a:pt x="0" y="1981200"/>
                </a:lnTo>
                <a:lnTo>
                  <a:pt x="4287520" y="3647440"/>
                </a:lnTo>
                <a:lnTo>
                  <a:pt x="1473200" y="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D150E72-32C7-4243-85BE-40B3E47025EB}"/>
              </a:ext>
            </a:extLst>
          </p:cNvPr>
          <p:cNvSpPr txBox="1">
            <a:spLocks/>
          </p:cNvSpPr>
          <p:nvPr/>
        </p:nvSpPr>
        <p:spPr>
          <a:xfrm>
            <a:off x="653784" y="816428"/>
            <a:ext cx="3911321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/>
              <a:t>Clipping Y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If the triangle start before the topmost row, start scanning from the topmost row.</a:t>
            </a:r>
          </a:p>
          <a:p>
            <a:endParaRPr lang="en-US" sz="2400" dirty="0"/>
          </a:p>
          <a:p>
            <a:r>
              <a:rPr lang="en-US" sz="2400" dirty="0"/>
              <a:t>If the triangle ends after the bottommost row, stop scanning at the bottommost row.</a:t>
            </a:r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3169CF-4FCF-48EA-B51C-A10C424F3ABA}"/>
              </a:ext>
            </a:extLst>
          </p:cNvPr>
          <p:cNvCxnSpPr>
            <a:cxnSpLocks/>
          </p:cNvCxnSpPr>
          <p:nvPr/>
        </p:nvCxnSpPr>
        <p:spPr>
          <a:xfrm>
            <a:off x="5336017" y="1095275"/>
            <a:ext cx="6601767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E1CADC-CEE5-4050-B64A-7EF7F49A14E6}"/>
                  </a:ext>
                </a:extLst>
              </p:cNvPr>
              <p:cNvSpPr txBox="1"/>
              <p:nvPr/>
            </p:nvSpPr>
            <p:spPr>
              <a:xfrm>
                <a:off x="4885661" y="895220"/>
                <a:ext cx="5318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E1CADC-CEE5-4050-B64A-7EF7F49A1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661" y="895220"/>
                <a:ext cx="531878" cy="400110"/>
              </a:xfrm>
              <a:prstGeom prst="rect">
                <a:avLst/>
              </a:prstGeom>
              <a:blipFill>
                <a:blip r:embed="rId3"/>
                <a:stretch>
                  <a:fillRect r="-4204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459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83E31D1-5909-4CF5-9EB1-1C078B91B03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4888" y="816428"/>
              <a:ext cx="5486400" cy="5486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8640">
                      <a:extLst>
                        <a:ext uri="{9D8B030D-6E8A-4147-A177-3AD203B41FA5}">
                          <a16:colId xmlns:a16="http://schemas.microsoft.com/office/drawing/2014/main" val="15052163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59565318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138493802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84725423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9878648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914584783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4603450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0515822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7779441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5467336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162502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866417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314147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6943260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707206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69556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890092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127737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54577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77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83E31D1-5909-4CF5-9EB1-1C078B91B03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4888" y="816428"/>
              <a:ext cx="5486400" cy="5486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8640">
                      <a:extLst>
                        <a:ext uri="{9D8B030D-6E8A-4147-A177-3AD203B41FA5}">
                          <a16:colId xmlns:a16="http://schemas.microsoft.com/office/drawing/2014/main" val="15052163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59565318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138493802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84725423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9878648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914584783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4603450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0515822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7779441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5467336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1111" r="-9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1111" r="-8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1111" r="-7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1111" r="-6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1111" r="-49670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1111" r="-4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1111" r="-3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1111" r="-2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1111" r="-1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1111" r="-2222" b="-9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62502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101111" r="-9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101111" r="-8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101111" r="-7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101111" r="-6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101111" r="-49670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101111" r="-4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101111" r="-3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101111" r="-2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101111" r="-1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101111" r="-2222" b="-8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66417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201111" r="-9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201111" r="-8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201111" r="-7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201111" r="-6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201111" r="-49670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201111" r="-4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201111" r="-3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201111" r="-2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201111" r="-1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201111" r="-2222" b="-7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314147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301111" r="-9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301111" r="-8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301111" r="-7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301111" r="-6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301111" r="-49670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301111" r="-4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301111" r="-3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301111" r="-2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301111" r="-1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301111" r="-2222" b="-6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943260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396703" r="-9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396703" r="-8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396703" r="-7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396703" r="-6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396703" r="-49670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396703" r="-4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396703" r="-3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396703" r="-2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396703" r="-1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396703" r="-2222" b="-4978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707206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502222" r="-9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502222" r="-8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502222" r="-7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502222" r="-6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502222" r="-49670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502222" r="-4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502222" r="-3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502222" r="-2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502222" r="-1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502222" r="-2222" b="-4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69556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602222" r="-9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602222" r="-8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602222" r="-7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602222" r="-6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602222" r="-49670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602222" r="-4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602222" r="-3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602222" r="-2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602222" r="-1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602222" r="-2222" b="-3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890092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702222" r="-9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702222" r="-8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702222" r="-7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702222" r="-6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702222" r="-49670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702222" r="-4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702222" r="-3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702222" r="-2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702222" r="-1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702222" r="-2222" b="-2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127737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802222" r="-9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802222" r="-8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802222" r="-7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802222" r="-6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802222" r="-49670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802222" r="-4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802222" r="-3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802222" r="-2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802222" r="-1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802222" r="-2222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54577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902222" r="-9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902222" r="-8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902222" r="-7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902222" r="-6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902222" r="-49670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902222" r="-4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902222" r="-3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902222" r="-2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902222" r="-1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902222" r="-2222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377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5FD6F4B-83C8-4D48-92AC-89F25A082F0C}"/>
              </a:ext>
            </a:extLst>
          </p:cNvPr>
          <p:cNvSpPr/>
          <p:nvPr/>
        </p:nvSpPr>
        <p:spPr>
          <a:xfrm>
            <a:off x="5151600" y="1622144"/>
            <a:ext cx="4592096" cy="4153816"/>
          </a:xfrm>
          <a:custGeom>
            <a:avLst/>
            <a:gdLst>
              <a:gd name="connsiteX0" fmla="*/ 1473200 w 4287520"/>
              <a:gd name="connsiteY0" fmla="*/ 0 h 3647440"/>
              <a:gd name="connsiteX1" fmla="*/ 0 w 4287520"/>
              <a:gd name="connsiteY1" fmla="*/ 1981200 h 3647440"/>
              <a:gd name="connsiteX2" fmla="*/ 4287520 w 4287520"/>
              <a:gd name="connsiteY2" fmla="*/ 3647440 h 3647440"/>
              <a:gd name="connsiteX3" fmla="*/ 1473200 w 4287520"/>
              <a:gd name="connsiteY3" fmla="*/ 0 h 364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7520" h="3647440">
                <a:moveTo>
                  <a:pt x="1473200" y="0"/>
                </a:moveTo>
                <a:lnTo>
                  <a:pt x="0" y="1981200"/>
                </a:lnTo>
                <a:lnTo>
                  <a:pt x="4287520" y="3647440"/>
                </a:lnTo>
                <a:lnTo>
                  <a:pt x="1473200" y="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D150E72-32C7-4243-85BE-40B3E47025EB}"/>
              </a:ext>
            </a:extLst>
          </p:cNvPr>
          <p:cNvSpPr txBox="1">
            <a:spLocks/>
          </p:cNvSpPr>
          <p:nvPr/>
        </p:nvSpPr>
        <p:spPr>
          <a:xfrm>
            <a:off x="653784" y="816428"/>
            <a:ext cx="3911321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/>
              <a:t>Clipping X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Do it yourself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1953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83E31D1-5909-4CF5-9EB1-1C078B91B03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4888" y="816428"/>
              <a:ext cx="5486400" cy="5486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8640">
                      <a:extLst>
                        <a:ext uri="{9D8B030D-6E8A-4147-A177-3AD203B41FA5}">
                          <a16:colId xmlns:a16="http://schemas.microsoft.com/office/drawing/2014/main" val="15052163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59565318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138493802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84725423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9878648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914584783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4603450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0515822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7779441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5467336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162502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866417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314147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6943260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707206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69556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5890092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127737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54577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oMath>
                            </m:oMathPara>
                          </a14:m>
                          <a:endParaRPr lang="en-US" sz="105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7377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83E31D1-5909-4CF5-9EB1-1C078B91B03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64888" y="816428"/>
              <a:ext cx="5486400" cy="5486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48640">
                      <a:extLst>
                        <a:ext uri="{9D8B030D-6E8A-4147-A177-3AD203B41FA5}">
                          <a16:colId xmlns:a16="http://schemas.microsoft.com/office/drawing/2014/main" val="15052163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59565318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138493802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84725423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98786486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914584783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46034502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4205158225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2177794417"/>
                        </a:ext>
                      </a:extLst>
                    </a:gridCol>
                    <a:gridCol w="548640">
                      <a:extLst>
                        <a:ext uri="{9D8B030D-6E8A-4147-A177-3AD203B41FA5}">
                          <a16:colId xmlns:a16="http://schemas.microsoft.com/office/drawing/2014/main" val="3654673363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1111" r="-9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1111" r="-8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1111" r="-7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1111" r="-60333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1111" r="-496703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1111" r="-4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1111" r="-3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1111" r="-2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1111" r="-102222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1111" r="-2222" b="-9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1625023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101111" r="-9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101111" r="-8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101111" r="-7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101111" r="-60333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101111" r="-496703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101111" r="-4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101111" r="-3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101111" r="-2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101111" r="-102222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101111" r="-2222" b="-8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664175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201111" r="-9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201111" r="-8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201111" r="-7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201111" r="-60333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201111" r="-496703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201111" r="-4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201111" r="-3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201111" r="-2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201111" r="-1022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201111" r="-2222" b="-7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314147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301111" r="-9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301111" r="-8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301111" r="-7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301111" r="-60333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301111" r="-496703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301111" r="-4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301111" r="-3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301111" r="-2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301111" r="-1022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301111" r="-2222" b="-6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943260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396703" r="-9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396703" r="-8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396703" r="-7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396703" r="-60333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396703" r="-496703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396703" r="-4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396703" r="-3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396703" r="-2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396703" r="-102222" b="-497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396703" r="-2222" b="-4978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707206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502222" r="-9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502222" r="-8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502222" r="-7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502222" r="-60333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502222" r="-496703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502222" r="-4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502222" r="-3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502222" r="-2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502222" r="-102222" b="-4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502222" r="-2222" b="-4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695569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602222" r="-9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602222" r="-8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602222" r="-7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602222" r="-60333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602222" r="-496703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602222" r="-4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602222" r="-3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602222" r="-2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602222" r="-102222" b="-3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602222" r="-2222" b="-3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890092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702222" r="-9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702222" r="-8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702222" r="-7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702222" r="-60333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702222" r="-496703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702222" r="-4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702222" r="-3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702222" r="-2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702222" r="-10222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702222" r="-2222" b="-2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127737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802222" r="-9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802222" r="-8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802222" r="-7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802222" r="-60333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802222" r="-496703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802222" r="-4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802222" r="-3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802222" r="-2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802222" r="-10222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802222" r="-2222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54577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11" t="-902222" r="-9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11" t="-902222" r="-8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11" t="-902222" r="-7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111" t="-902222" r="-60333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6703" t="-902222" r="-49670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2222" t="-902222" r="-4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2222" t="-902222" r="-3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2222" t="-902222" r="-2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2222" t="-902222" r="-10222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2222" t="-902222" r="-2222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377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5FD6F4B-83C8-4D48-92AC-89F25A082F0C}"/>
              </a:ext>
            </a:extLst>
          </p:cNvPr>
          <p:cNvSpPr/>
          <p:nvPr/>
        </p:nvSpPr>
        <p:spPr>
          <a:xfrm>
            <a:off x="6229979" y="1587640"/>
            <a:ext cx="4592096" cy="4153816"/>
          </a:xfrm>
          <a:custGeom>
            <a:avLst/>
            <a:gdLst>
              <a:gd name="connsiteX0" fmla="*/ 1473200 w 4287520"/>
              <a:gd name="connsiteY0" fmla="*/ 0 h 3647440"/>
              <a:gd name="connsiteX1" fmla="*/ 0 w 4287520"/>
              <a:gd name="connsiteY1" fmla="*/ 1981200 h 3647440"/>
              <a:gd name="connsiteX2" fmla="*/ 4287520 w 4287520"/>
              <a:gd name="connsiteY2" fmla="*/ 3647440 h 3647440"/>
              <a:gd name="connsiteX3" fmla="*/ 1473200 w 4287520"/>
              <a:gd name="connsiteY3" fmla="*/ 0 h 364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7520" h="3647440">
                <a:moveTo>
                  <a:pt x="1473200" y="0"/>
                </a:moveTo>
                <a:lnTo>
                  <a:pt x="0" y="1981200"/>
                </a:lnTo>
                <a:lnTo>
                  <a:pt x="4287520" y="3647440"/>
                </a:lnTo>
                <a:lnTo>
                  <a:pt x="1473200" y="0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D150E72-32C7-4243-85BE-40B3E47025EB}"/>
              </a:ext>
            </a:extLst>
          </p:cNvPr>
          <p:cNvSpPr txBox="1">
            <a:spLocks/>
          </p:cNvSpPr>
          <p:nvPr/>
        </p:nvSpPr>
        <p:spPr>
          <a:xfrm>
            <a:off x="653784" y="816428"/>
            <a:ext cx="4095737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/>
              <a:t>Clipping Z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If z value is not within [-</a:t>
            </a:r>
            <a:r>
              <a:rPr lang="en-US" sz="2400" dirty="0" err="1"/>
              <a:t>zmin</a:t>
            </a:r>
            <a:r>
              <a:rPr lang="en-US" sz="2400" dirty="0"/>
              <a:t>, </a:t>
            </a:r>
            <a:r>
              <a:rPr lang="en-US" sz="2400" dirty="0" err="1"/>
              <a:t>zmax</a:t>
            </a:r>
            <a:r>
              <a:rPr lang="en-US" sz="2400" dirty="0"/>
              <a:t>] range, ignore it.</a:t>
            </a:r>
          </a:p>
          <a:p>
            <a:r>
              <a:rPr lang="en-US" sz="2400" dirty="0"/>
              <a:t>Do not update z or color</a:t>
            </a:r>
          </a:p>
        </p:txBody>
      </p:sp>
    </p:spTree>
    <p:extLst>
      <p:ext uri="{BB962C8B-B14F-4D97-AF65-F5344CB8AC3E}">
        <p14:creationId xmlns:p14="http://schemas.microsoft.com/office/powerpoint/2010/main" val="3855550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1A80-BE39-4D5A-A4D3-4472B9A2D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2865D-49BE-4051-8CA4-AEA5D5695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9480" cy="1325563"/>
          </a:xfrm>
        </p:spPr>
        <p:txBody>
          <a:bodyPr/>
          <a:lstStyle/>
          <a:p>
            <a:r>
              <a:rPr lang="en-US" dirty="0"/>
              <a:t>Z-buffer concept is most often attributed to Edwin </a:t>
            </a:r>
            <a:r>
              <a:rPr lang="en-US" dirty="0" err="1"/>
              <a:t>Catmull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DDC466-DE5D-43F7-A702-2042A851A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613" y="1371979"/>
            <a:ext cx="4229467" cy="22328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A0167E-31F1-4D9F-9EEC-B8EE5FAFE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258" y="4184456"/>
            <a:ext cx="4191363" cy="223285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6F90E-5D7C-4FD6-B76C-31EFA66E0423}"/>
              </a:ext>
            </a:extLst>
          </p:cNvPr>
          <p:cNvSpPr txBox="1">
            <a:spLocks/>
          </p:cNvSpPr>
          <p:nvPr/>
        </p:nvSpPr>
        <p:spPr>
          <a:xfrm>
            <a:off x="6355262" y="4644388"/>
            <a:ext cx="4729480" cy="17729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Although Wolfgang </a:t>
            </a:r>
            <a:r>
              <a:rPr lang="en-US" dirty="0" err="1"/>
              <a:t>Straßer</a:t>
            </a:r>
            <a:r>
              <a:rPr lang="en-US" dirty="0"/>
              <a:t> described this idea in his 1974 Ph.D. thesis months before </a:t>
            </a:r>
            <a:r>
              <a:rPr lang="en-US" dirty="0" err="1"/>
              <a:t>Catmull's</a:t>
            </a:r>
            <a:r>
              <a:rPr lang="en-US" dirty="0"/>
              <a:t> invention.</a:t>
            </a:r>
          </a:p>
        </p:txBody>
      </p:sp>
    </p:spTree>
    <p:extLst>
      <p:ext uri="{BB962C8B-B14F-4D97-AF65-F5344CB8AC3E}">
        <p14:creationId xmlns:p14="http://schemas.microsoft.com/office/powerpoint/2010/main" val="321057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3FDE-9521-4051-89D2-5A0179F1A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to…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E13A-EF26-4FE0-9251-F32CE6D21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https://en.wikipedia.org/wiki/Z-buffering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418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27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7550</TotalTime>
  <Words>1749</Words>
  <Application>Microsoft Office PowerPoint</Application>
  <PresentationFormat>Widescreen</PresentationFormat>
  <Paragraphs>1223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Consolas</vt:lpstr>
      <vt:lpstr>Office Theme</vt:lpstr>
      <vt:lpstr>Z-Buffering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Z-Buffering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Finding Z</vt:lpstr>
      <vt:lpstr>Finding Z</vt:lpstr>
      <vt:lpstr>PowerPoint Presentation</vt:lpstr>
      <vt:lpstr>PowerPoint Presentation</vt:lpstr>
      <vt:lpstr>PowerPoint Presentation</vt:lpstr>
      <vt:lpstr>Algorithm</vt:lpstr>
      <vt:lpstr>PowerPoint Presentation</vt:lpstr>
      <vt:lpstr>PowerPoint Presentation</vt:lpstr>
      <vt:lpstr>PowerPoint Presentation</vt:lpstr>
      <vt:lpstr>History</vt:lpstr>
      <vt:lpstr>Thanks to…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Recurrent problems</dc:title>
  <dc:creator>Md. Tareq Mahmood</dc:creator>
  <cp:lastModifiedBy>Md. Tareq Mahmood</cp:lastModifiedBy>
  <cp:revision>656</cp:revision>
  <dcterms:created xsi:type="dcterms:W3CDTF">2022-01-18T21:38:19Z</dcterms:created>
  <dcterms:modified xsi:type="dcterms:W3CDTF">2023-07-10T21:09:34Z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