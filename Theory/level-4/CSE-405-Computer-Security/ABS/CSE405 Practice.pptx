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cfc5eb6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cfc5eb6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cfda6a6ef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cfda6a6ef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cfda6a6e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cfda6a6e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cfda6a6e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cfda6a6e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cfda6a6ef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cfda6a6ef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cfda6a6ef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cfda6a6ef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cfda6a6ef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cfda6a6ef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cfda6a6e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cfda6a6e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cfda6a6ef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cfda6a6ef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d590e33c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d590e33c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d590e33c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d590e33c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cfda6a6ef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cfda6a6ef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cfda6a6ef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cfda6a6ef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cfda6a6ef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cfda6a6ef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ssets.cs161.org/exams/sp24/sp24mt.pdf#page=17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textbook.cs161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Practice Questions</a:t>
            </a:r>
            <a:endParaRPr sz="4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Bob's public RSA key is </a:t>
            </a:r>
            <a:r>
              <a:rPr b="1" lang="en"/>
              <a:t>(N , e)=(35, 19)</a:t>
            </a:r>
            <a:r>
              <a:rPr lang="en"/>
              <a:t>. His private key is </a:t>
            </a:r>
            <a:r>
              <a:rPr b="1" lang="en"/>
              <a:t>d=19</a:t>
            </a:r>
            <a:r>
              <a:rPr lang="en"/>
              <a:t>. For signing, Bob uses the hash function </a:t>
            </a:r>
            <a:r>
              <a:rPr b="1" lang="en"/>
              <a:t>H(x) = x (mod 22)</a:t>
            </a:r>
            <a:r>
              <a:rPr lang="en"/>
              <a:t>. Determine Bob's signature </a:t>
            </a:r>
            <a:r>
              <a:rPr b="1" lang="en"/>
              <a:t>s</a:t>
            </a:r>
            <a:r>
              <a:rPr lang="en"/>
              <a:t> of the message </a:t>
            </a:r>
            <a:r>
              <a:rPr b="1" lang="en"/>
              <a:t>m = 361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43123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860825" y="2058850"/>
            <a:ext cx="315600" cy="287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50" y="548900"/>
            <a:ext cx="5905498" cy="13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150" y="2081062"/>
            <a:ext cx="7333699" cy="147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346500" y="3933275"/>
            <a:ext cx="3872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Assume B is unchanged throughout the process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1974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3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25" y="590350"/>
            <a:ext cx="7758950" cy="19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025" y="2670350"/>
            <a:ext cx="7977175" cy="226695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/>
          <p:nvPr/>
        </p:nvSpPr>
        <p:spPr>
          <a:xfrm>
            <a:off x="1277700" y="3289275"/>
            <a:ext cx="315600" cy="287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1974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3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25" y="590350"/>
            <a:ext cx="7758950" cy="19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000" y="3029651"/>
            <a:ext cx="7458002" cy="16496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5878500" y="3710925"/>
            <a:ext cx="315600" cy="287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239700" y="9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600" y="1008000"/>
            <a:ext cx="7295949" cy="345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239700" y="9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00" y="1378925"/>
            <a:ext cx="8839204" cy="2865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/>
          <p:nvPr/>
        </p:nvSpPr>
        <p:spPr>
          <a:xfrm>
            <a:off x="5129700" y="2268000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1113300" y="3240849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729925" y="4574850"/>
            <a:ext cx="79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Mallory can intercept alice’s message, compute Enc(PK</a:t>
            </a:r>
            <a:r>
              <a:rPr baseline="-25000" lang="en">
                <a:solidFill>
                  <a:srgbClr val="0000FF"/>
                </a:solidFill>
              </a:rPr>
              <a:t>bank</a:t>
            </a:r>
            <a:r>
              <a:rPr lang="en">
                <a:solidFill>
                  <a:srgbClr val="0000FF"/>
                </a:solidFill>
              </a:rPr>
              <a:t>, M`) and send that instead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239700" y="9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63" y="1029600"/>
            <a:ext cx="8044877" cy="288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/>
          <p:nvPr/>
        </p:nvSpPr>
        <p:spPr>
          <a:xfrm>
            <a:off x="5109300" y="1808400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/>
          <p:nvPr/>
        </p:nvSpPr>
        <p:spPr>
          <a:xfrm>
            <a:off x="1488900" y="2683200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/>
        </p:nvSpPr>
        <p:spPr>
          <a:xfrm>
            <a:off x="729925" y="4574850"/>
            <a:ext cx="79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Same reasoning as before. Mallory can change H(M) as well.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50643"/>
            <a:ext cx="8839201" cy="1686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type="title"/>
          </p:nvPr>
        </p:nvSpPr>
        <p:spPr>
          <a:xfrm>
            <a:off x="239700" y="9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</a:t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5109300" y="1808400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1072550" y="3706125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5" y="934682"/>
            <a:ext cx="9144000" cy="1663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/>
          <p:nvPr/>
        </p:nvSpPr>
        <p:spPr>
          <a:xfrm>
            <a:off x="1140100" y="1853625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212200" y="2631175"/>
            <a:ext cx="8750700" cy="207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0175" y="2860798"/>
            <a:ext cx="5216835" cy="16862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" name="Google Shape;128;p22"/>
          <p:cNvSpPr txBox="1"/>
          <p:nvPr/>
        </p:nvSpPr>
        <p:spPr>
          <a:xfrm>
            <a:off x="729925" y="4574850"/>
            <a:ext cx="79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Mallory knows “e” since it is public.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50643"/>
            <a:ext cx="8839201" cy="1686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>
            <p:ph type="title"/>
          </p:nvPr>
        </p:nvSpPr>
        <p:spPr>
          <a:xfrm>
            <a:off x="239700" y="9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</a:t>
            </a:r>
            <a:endParaRPr/>
          </a:p>
        </p:txBody>
      </p:sp>
      <p:sp>
        <p:nvSpPr>
          <p:cNvPr id="135" name="Google Shape;135;p23"/>
          <p:cNvSpPr/>
          <p:nvPr/>
        </p:nvSpPr>
        <p:spPr>
          <a:xfrm>
            <a:off x="5109300" y="1808400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1072550" y="3706125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5" y="934682"/>
            <a:ext cx="9144000" cy="16635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/>
          <p:nvPr/>
        </p:nvSpPr>
        <p:spPr>
          <a:xfrm>
            <a:off x="1140100" y="1853625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84043"/>
            <a:ext cx="8839201" cy="1686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>
            <p:ph type="title"/>
          </p:nvPr>
        </p:nvSpPr>
        <p:spPr>
          <a:xfrm>
            <a:off x="239700" y="9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</a:t>
            </a:r>
            <a:endParaRPr/>
          </a:p>
        </p:txBody>
      </p:sp>
      <p:sp>
        <p:nvSpPr>
          <p:cNvPr id="145" name="Google Shape;145;p24"/>
          <p:cNvSpPr/>
          <p:nvPr/>
        </p:nvSpPr>
        <p:spPr>
          <a:xfrm>
            <a:off x="5109300" y="1808400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1072550" y="4239525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5" y="934682"/>
            <a:ext cx="9144000" cy="16635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/>
          <p:nvPr/>
        </p:nvSpPr>
        <p:spPr>
          <a:xfrm>
            <a:off x="1140100" y="1853625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339500" y="1332550"/>
            <a:ext cx="8804400" cy="1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7925" y="1220250"/>
            <a:ext cx="4515451" cy="187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239700" y="9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</a:t>
            </a:r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400" y="1116000"/>
            <a:ext cx="8086625" cy="25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/>
          <p:nvPr/>
        </p:nvSpPr>
        <p:spPr>
          <a:xfrm>
            <a:off x="5224500" y="1786800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/>
          <p:nvPr/>
        </p:nvSpPr>
        <p:spPr>
          <a:xfrm>
            <a:off x="1553700" y="3206400"/>
            <a:ext cx="176700" cy="1893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5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Ephemeral exchanges: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https://assets.cs161.org/exams/sp24/sp24mt.pdf#page=17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More questions at: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https://textbook.cs161.org/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